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1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37FF"/>
    <a:srgbClr val="FFFD78"/>
    <a:srgbClr val="BF9001"/>
    <a:srgbClr val="40C070"/>
    <a:srgbClr val="DEECF8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/>
    <p:restoredTop sz="94658"/>
  </p:normalViewPr>
  <p:slideViewPr>
    <p:cSldViewPr snapToGrid="0">
      <p:cViewPr varScale="1">
        <p:scale>
          <a:sx n="116" d="100"/>
          <a:sy n="116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D35C6-7CAD-4548-AC6E-52C001648DF2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2F9C-EE91-734B-A47F-E925A8D89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40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8E8B9-ADA3-45E0-8420-BE5E8FCCF1F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1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C184-DD25-15C4-015E-EBFC40381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6835-322C-61EF-69F3-77029B5D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ED561-F7B6-4EFA-3636-8D6E84A9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D407-E5AF-F592-7868-F6159238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A389-1879-6EBB-1699-B454B0E3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A011-4401-4A32-2E8A-4BA0473FCD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B586524A-BD3F-86FA-7CE2-6F80F5901BB6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8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6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B028-48FA-A020-20C2-4D8AB5E7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D87-60D9-0A91-F7A5-6EC9EDB76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EF50-E30D-B113-05A6-A5002BCFC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75C14-D20E-18EA-A151-41D49FE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9D468-1C9D-56DB-8A47-117B17E0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D0DD-797F-0814-4724-15C1096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04DA42A8-0ACE-BF63-515D-9A42B554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D606-625C-AD6F-7685-6B387537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FA711-20C9-1855-A2A7-70494876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06C4F-1083-4167-7DB8-BF147B549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838C2-94F5-B119-F94F-C7E7A8FC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F157D-5813-40F9-7A2B-86EFDE43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0128D-9DBC-F783-5938-FF937C09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FC24E-7ABC-71DA-FE5E-3CD3C6C4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3AC60-E11D-DD5B-C7F1-15EDD4C9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Media Placeholder 8">
            <a:extLst>
              <a:ext uri="{FF2B5EF4-FFF2-40B4-BE49-F238E27FC236}">
                <a16:creationId xmlns:a16="http://schemas.microsoft.com/office/drawing/2014/main" id="{240D8869-214D-34CF-4D72-42A3FB0A5CC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DE27-3917-5873-B219-6062AC3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8C4D-CFE1-27C5-ACFB-99780D9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C2A3-A00E-B5EA-BF36-54B3D1C4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81897-A3D0-8FE9-FFB3-8C0611C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B89E3C10-91AD-30FE-6814-24C9ED6C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0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3E219-9D08-E086-012A-E19B38DA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1F7DA-0CCE-ACAA-4C72-F8070A17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5B30-657F-37CD-1E3D-2EFAD3D39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50FFC714-CD1F-1F47-9B04-0D0894B2988C}" type="datetimeFigureOut">
              <a:rPr lang="en-GB" smtClean="0"/>
              <a:pPr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83DC-6B0C-710A-7700-D6C96F367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2950C-B405-7AF7-EA6A-70B2884A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2082E964-443D-C44D-AA24-C6EC26BE89C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74CBD-5CCA-A2E4-4E13-311FD5492F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inkl Cursive Looped Light" panose="02000000000000000000" pitchFamily="2" charset="77"/>
            </a:endParaRPr>
          </a:p>
        </p:txBody>
      </p:sp>
      <p:pic>
        <p:nvPicPr>
          <p:cNvPr id="8" name="Picture 7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9A5B9FFB-DD02-A26E-66CD-26FA349E3AB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2190" y="122848"/>
            <a:ext cx="550953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52" r:id="rId6"/>
    <p:sldLayoutId id="2147483653" r:id="rId7"/>
    <p:sldLayoutId id="2147483654" r:id="rId8"/>
    <p:sldLayoutId id="214748365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loud 40">
            <a:extLst>
              <a:ext uri="{FF2B5EF4-FFF2-40B4-BE49-F238E27FC236}">
                <a16:creationId xmlns:a16="http://schemas.microsoft.com/office/drawing/2014/main" id="{E55F8280-FFE5-2929-1947-1FE03CAFA5EF}"/>
              </a:ext>
            </a:extLst>
          </p:cNvPr>
          <p:cNvSpPr/>
          <p:nvPr/>
        </p:nvSpPr>
        <p:spPr>
          <a:xfrm>
            <a:off x="727057" y="316365"/>
            <a:ext cx="10014388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04232D-6612-49DE-8A85-8F63AF4888A8}"/>
              </a:ext>
            </a:extLst>
          </p:cNvPr>
          <p:cNvSpPr txBox="1"/>
          <p:nvPr/>
        </p:nvSpPr>
        <p:spPr>
          <a:xfrm>
            <a:off x="4511555" y="6250547"/>
            <a:ext cx="281347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950" b="1" noProof="1">
                <a:latin typeface="Sassoon Primary Rg" panose="02000606020000020004" pitchFamily="2" charset="0"/>
              </a:rPr>
              <a:t>Being a Mathematician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F9E3594E-AD56-17E8-8FA0-A68F493A5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1"/>
              </a:solidFill>
              <a:highlight>
                <a:srgbClr val="FFC000"/>
              </a:highligh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FC207E-1B45-696B-CD1E-1B6EFC654F50}"/>
              </a:ext>
            </a:extLst>
          </p:cNvPr>
          <p:cNvGrpSpPr/>
          <p:nvPr/>
        </p:nvGrpSpPr>
        <p:grpSpPr>
          <a:xfrm>
            <a:off x="3007342" y="2800966"/>
            <a:ext cx="5906910" cy="2794483"/>
            <a:chOff x="3007342" y="2800966"/>
            <a:chExt cx="5906910" cy="2794483"/>
          </a:xfrm>
        </p:grpSpPr>
        <p:pic>
          <p:nvPicPr>
            <p:cNvPr id="14" name="Picture 13" descr="A picture containing room&#10;&#10;Description automatically generated">
              <a:extLst>
                <a:ext uri="{FF2B5EF4-FFF2-40B4-BE49-F238E27FC236}">
                  <a16:creationId xmlns:a16="http://schemas.microsoft.com/office/drawing/2014/main" id="{6AE58B7A-7B5C-46E0-B633-76A8797BB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978" y="2983701"/>
              <a:ext cx="1179274" cy="1711658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6783C7E-6F49-E3F0-41F9-9B4B9FA27A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1376" b="80317" l="20847" r="34709">
                          <a14:foregroundMark x1="24656" y1="80000" x2="24656" y2="80000"/>
                          <a14:foregroundMark x1="29312" y1="80317" x2="29312" y2="80317"/>
                        </a14:backgroundRemoval>
                      </a14:imgEffect>
                    </a14:imgLayer>
                  </a14:imgProps>
                </a:ext>
              </a:extLst>
            </a:blip>
            <a:srcRect l="19127" t="59276" r="63462" b="18202"/>
            <a:stretch/>
          </p:blipFill>
          <p:spPr>
            <a:xfrm>
              <a:off x="6096000" y="3152823"/>
              <a:ext cx="1750251" cy="214668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6DF2061-609F-298A-7D5A-7777EFDE92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1793" b="81925" l="64809" r="78176">
                          <a14:foregroundMark x1="75238" y1="61799" x2="75238" y2="61799"/>
                        </a14:backgroundRemoval>
                      </a14:imgEffect>
                    </a14:imgLayer>
                  </a14:imgProps>
                </a:ext>
              </a:extLst>
            </a:blip>
            <a:srcRect l="63138" t="59276" r="20153" b="15559"/>
            <a:stretch/>
          </p:blipFill>
          <p:spPr>
            <a:xfrm>
              <a:off x="3007342" y="2800966"/>
              <a:ext cx="1679750" cy="239860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25259AC-AC09-184F-0581-4B89BD4EFA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1793" b="81925" l="43765" r="56864"/>
                      </a14:imgEffect>
                    </a14:imgLayer>
                  </a14:imgProps>
                </a:ext>
              </a:extLst>
            </a:blip>
            <a:srcRect l="42128" t="59276" r="41499" b="15559"/>
            <a:stretch/>
          </p:blipFill>
          <p:spPr>
            <a:xfrm>
              <a:off x="4680150" y="3196848"/>
              <a:ext cx="1645920" cy="2398601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F63C17-8675-7CF6-BE1E-7364C8480DFA}"/>
              </a:ext>
            </a:extLst>
          </p:cNvPr>
          <p:cNvGrpSpPr/>
          <p:nvPr/>
        </p:nvGrpSpPr>
        <p:grpSpPr>
          <a:xfrm>
            <a:off x="1794295" y="792721"/>
            <a:ext cx="7614109" cy="1510710"/>
            <a:chOff x="951918" y="6884"/>
            <a:chExt cx="7614109" cy="1510710"/>
          </a:xfrm>
        </p:grpSpPr>
        <p:pic>
          <p:nvPicPr>
            <p:cNvPr id="1026" name="Picture 17">
              <a:extLst>
                <a:ext uri="{FF2B5EF4-FFF2-40B4-BE49-F238E27FC236}">
                  <a16:creationId xmlns:a16="http://schemas.microsoft.com/office/drawing/2014/main" id="{B3D32835-1B99-4722-AEAD-19DC2CF887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1918" y="534598"/>
              <a:ext cx="1120232" cy="982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EB8A72-42E6-4961-A2ED-BB0DABB69F46}"/>
                </a:ext>
              </a:extLst>
            </p:cNvPr>
            <p:cNvSpPr txBox="1"/>
            <p:nvPr/>
          </p:nvSpPr>
          <p:spPr>
            <a:xfrm>
              <a:off x="1359932" y="6884"/>
              <a:ext cx="2484783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u="sng" noProof="1">
                  <a:latin typeface="Sassoon Primary Rg" panose="02000606020000020004" pitchFamily="2" charset="0"/>
                </a:rPr>
                <a:t>Key Question?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4178173-19A4-4547-8FBB-5777EF78CAEE}"/>
                </a:ext>
              </a:extLst>
            </p:cNvPr>
            <p:cNvSpPr txBox="1"/>
            <p:nvPr/>
          </p:nvSpPr>
          <p:spPr>
            <a:xfrm>
              <a:off x="2164964" y="639617"/>
              <a:ext cx="640106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Sassoon Primary Rg" panose="02000606020000020004" pitchFamily="2" charset="0"/>
                </a:defRPr>
              </a:lvl1pPr>
            </a:lstStyle>
            <a:p>
              <a:r>
                <a:rPr lang="en-GB" sz="2600" b="1" noProof="1"/>
                <a:t>Replace this text</a:t>
              </a:r>
              <a:endParaRPr lang="en-GB" sz="2600" noProof="1"/>
            </a:p>
          </p:txBody>
        </p:sp>
      </p:grpSp>
      <p:pic>
        <p:nvPicPr>
          <p:cNvPr id="3" name="Picture 2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C1A635A8-BF64-20BB-2EE7-F820AC99DD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5074" y="5339852"/>
            <a:ext cx="1106431" cy="9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err="1" smtClean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1BD95F8B-D119-184E-B461-EB96D434B869}" vid="{751A4A59-1635-514C-9025-B9911AE6E5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Props1.xml><?xml version="1.0" encoding="utf-8"?>
<ds:datastoreItem xmlns:ds="http://schemas.openxmlformats.org/officeDocument/2006/customXml" ds:itemID="{1689B1C0-FAA9-4C87-B6A9-158CCD6B19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A4E24F-1B38-454E-8089-0BD97B1C5B9A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23CE296-60E4-4853-B3BD-F33DDF6ED904}">
  <ds:schemaRefs>
    <ds:schemaRef ds:uri="4848fd07-94db-4308-8950-9cb0e230b958"/>
    <ds:schemaRef ds:uri="http://purl.org/dc/terms/"/>
    <ds:schemaRef ds:uri="http://purl.org/dc/dcmitype/"/>
    <ds:schemaRef ds:uri="http://purl.org/dc/elements/1.1/"/>
    <ds:schemaRef ds:uri="9e6dd442-da5e-411e-833f-0fee7dcd7819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10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Sassoon Primary Rg</vt:lpstr>
      <vt:lpstr>Twinkl Cursive Looped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5</cp:revision>
  <dcterms:created xsi:type="dcterms:W3CDTF">2026-02-07T15:04:21Z</dcterms:created>
  <dcterms:modified xsi:type="dcterms:W3CDTF">2026-06-27T17:29:01Z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0x010100AC71695694772F44B387615DF8DED97F</vt:lpwstr>
  </property>
</Properties>
</file>