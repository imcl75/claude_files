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FFFD78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658"/>
  </p:normalViewPr>
  <p:slideViewPr>
    <p:cSldViewPr snapToGrid="0">
      <p:cViewPr varScale="1">
        <p:scale>
          <a:sx n="102" d="100"/>
          <a:sy n="102" d="100"/>
        </p:scale>
        <p:origin x="14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QUESTION — Coordinates</a:t>
            </a:r>
          </a:p>
          <a:p>
            <a:r>
              <a:t>How can we describe exactly where something is?</a:t>
            </a:r>
          </a:p>
          <a:p>
            <a:r>
              <a:t>Same slide used for all Coordinates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6" name="Picture 5" descr="A close-up of a card&#10;&#10;Description automatically generated">
            <a:extLst>
              <a:ext uri="{FF2B5EF4-FFF2-40B4-BE49-F238E27FC236}">
                <a16:creationId xmlns:a16="http://schemas.microsoft.com/office/drawing/2014/main" id="{DA57D4A3-B049-DE66-5451-72B09E589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close-up of a pink sign&#10;&#10;Description automatically generated">
            <a:extLst>
              <a:ext uri="{FF2B5EF4-FFF2-40B4-BE49-F238E27FC236}">
                <a16:creationId xmlns:a16="http://schemas.microsoft.com/office/drawing/2014/main" id="{32547A0B-5A8D-57A6-267C-A128F43D2A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EA5D93D5-1AA4-7FAB-95A3-1E23723A81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51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pic>
        <p:nvPicPr>
          <p:cNvPr id="7" name="Picture 6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A59801E9-ADA9-46FD-C635-5B8320C218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33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58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  <p:sldLayoutId id="2147483665" r:id="rId10"/>
    <p:sldLayoutId id="2147483666" r:id="rId11"/>
    <p:sldLayoutId id="2147483667" r:id="rId12"/>
    <p:sldLayoutId id="214748366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AM"/>
          <p:cNvSpPr/>
          <p:nvPr/>
        </p:nvSpPr>
        <p:spPr>
          <a:xfrm>
            <a:off x="4511649" y="6250838"/>
            <a:ext cx="2813608" cy="392277"/>
          </a:xfrm>
          <a:prstGeom prst="rect">
            <a:avLst/>
          </a:prstGeom>
          <a:noFill/>
          <a:ln w="0">
            <a:noFill/>
          </a:ln>
        </p:spPr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000000"/>
                </a:solidFill>
                <a:latin typeface="Twinkl Cursive Looped Light"/>
              </a:rPr>
              <a:t>Being a Mathematician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399" y="2837383"/>
            <a:ext cx="5905195" cy="2794406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84" y="5340096"/>
            <a:ext cx="1106424" cy="9619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2CCB89-35BB-A213-000A-56137CB50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025" y="85143"/>
            <a:ext cx="9290724" cy="3046364"/>
          </a:xfrm>
          <a:prstGeom prst="rect">
            <a:avLst/>
          </a:prstGeom>
        </p:spPr>
      </p:pic>
      <p:sp>
        <p:nvSpPr>
          <p:cNvPr id="32" name="KQText"/>
          <p:cNvSpPr/>
          <p:nvPr/>
        </p:nvSpPr>
        <p:spPr>
          <a:xfrm>
            <a:off x="4511649" y="1015036"/>
            <a:ext cx="5396439" cy="892454"/>
          </a:xfrm>
          <a:prstGeom prst="rect">
            <a:avLst/>
          </a:prstGeom>
          <a:noFill/>
          <a:ln w="0">
            <a:noFill/>
          </a:ln>
        </p:spPr>
        <p:txBody>
          <a:bodyPr rtlCol="0" anchor="t"/>
          <a:lstStyle/>
          <a:p>
            <a:pPr algn="l"/>
            <a:r>
              <a:rPr lang="en-GB" sz="2600" dirty="0">
                <a:solidFill>
                  <a:srgbClr val="000000"/>
                </a:solidFill>
                <a:latin typeface="Twinkl Cursive Looped"/>
              </a:rPr>
              <a:t>How can we describe exactly where something is?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8" id="{F08900A5-541B-6149-807B-0BEAE5FFA4C0}" vid="{892993DB-DE4E-3A43-A645-5D3C61746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3CE296-60E4-4853-B3BD-F33DDF6ED904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4848fd07-94db-4308-8950-9cb0e230b958"/>
    <ds:schemaRef ds:uri="9e6dd442-da5e-411e-833f-0fee7dcd7819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7A4E24F-1B38-454E-8089-0BD97B1C5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dd442-da5e-411e-833f-0fee7dcd7819"/>
    <ds:schemaRef ds:uri="4848fd07-94db-4308-8950-9cb0e230b9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33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Twinkl Cursive Looped</vt:lpstr>
      <vt:lpstr>Twinkl Cursive Looped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1</cp:revision>
  <dcterms:created xsi:type="dcterms:W3CDTF">2026-04-13T14:42:48Z</dcterms:created>
  <dcterms:modified xsi:type="dcterms:W3CDTF">2026-04-13T14:45:25Z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