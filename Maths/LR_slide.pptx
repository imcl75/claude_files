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9001"/>
    <a:srgbClr val="FFFD78"/>
    <a:srgbClr val="40C070"/>
    <a:srgbClr val="DEECF8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00"/>
    <p:restoredTop sz="94658"/>
  </p:normalViewPr>
  <p:slideViewPr>
    <p:cSldViewPr snapToGrid="0">
      <p:cViewPr varScale="1">
        <p:scale>
          <a:sx n="102" d="100"/>
          <a:sy n="102" d="100"/>
        </p:scale>
        <p:origin x="124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D35C6-7CAD-4548-AC6E-52C001648DF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B2F9C-EE91-734B-A47F-E925A8D890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40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DO — Learning Review</a:t>
            </a:r>
          </a:p>
          <a:p>
            <a:r>
              <a:t>Stem 1: To give directions on a grid, I...</a:t>
            </a:r>
          </a:p>
          <a:p>
            <a:r>
              <a:t>Stem 2: I found it tricky when...</a:t>
            </a:r>
          </a:p>
          <a:p>
            <a:r>
              <a:t>Stem 3: I could check my directions were right by...</a:t>
            </a:r>
          </a:p>
          <a:p>
            <a:endParaRPr/>
          </a:p>
          <a:p>
            <a:r>
              <a:t>Stand to speak. Learning intelligence icons prompt discussion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C184-DD25-15C4-015E-EBFC40381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66835-322C-61EF-69F3-77029B5D4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ED561-F7B6-4EFA-3636-8D6E84A9B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AD407-E5AF-F592-7868-F6159238F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AA389-1879-6EBB-1699-B454B0E3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42A011-4401-4A32-2E8A-4BA0473FCD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B586524A-BD3F-86FA-7CE2-6F80F5901BB6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82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close-up of a card&#10;&#10;Description automatically generated">
            <a:extLst>
              <a:ext uri="{FF2B5EF4-FFF2-40B4-BE49-F238E27FC236}">
                <a16:creationId xmlns:a16="http://schemas.microsoft.com/office/drawing/2014/main" id="{FD25676D-13E6-C1C0-5C8A-5986F28323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211" y="136525"/>
            <a:ext cx="1359177" cy="670279"/>
          </a:xfrm>
          <a:prstGeom prst="rect">
            <a:avLst/>
          </a:prstGeom>
        </p:spPr>
      </p:pic>
      <p:sp>
        <p:nvSpPr>
          <p:cNvPr id="8" name="Media Placeholder 8">
            <a:extLst>
              <a:ext uri="{FF2B5EF4-FFF2-40B4-BE49-F238E27FC236}">
                <a16:creationId xmlns:a16="http://schemas.microsoft.com/office/drawing/2014/main" id="{F312437F-7809-0AAA-2C7B-8774A55DF303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close-up of a pink sign&#10;&#10;Description automatically generated">
            <a:extLst>
              <a:ext uri="{FF2B5EF4-FFF2-40B4-BE49-F238E27FC236}">
                <a16:creationId xmlns:a16="http://schemas.microsoft.com/office/drawing/2014/main" id="{6BAA6382-4CD1-57C8-5CE1-796DB9D5EA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0078" y="136525"/>
            <a:ext cx="1501922" cy="645454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E4E89A89-3CFD-194C-3963-C8547EE8F89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62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pink background with a cartoon character&#10;&#10;Description automatically generated">
            <a:extLst>
              <a:ext uri="{FF2B5EF4-FFF2-40B4-BE49-F238E27FC236}">
                <a16:creationId xmlns:a16="http://schemas.microsoft.com/office/drawing/2014/main" id="{471E7CCF-06E5-C5ED-10F1-3AADDF1B29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4" y="136525"/>
            <a:ext cx="1477096" cy="608216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537CE4E2-4EA9-23E1-026D-E9644C05F12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40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I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green background with black text&#10;&#10;Description automatically generated">
            <a:extLst>
              <a:ext uri="{FF2B5EF4-FFF2-40B4-BE49-F238E27FC236}">
                <a16:creationId xmlns:a16="http://schemas.microsoft.com/office/drawing/2014/main" id="{0B5E4881-D395-D820-8C55-3FE63D4D97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5" y="136525"/>
            <a:ext cx="1477095" cy="614422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F7EB1FDF-CC20-386A-D505-4F002F47DE9C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2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2B028-48FA-A020-20C2-4D8AB5E76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8ED87-60D9-0A91-F7A5-6EC9EDB76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BEF50-E30D-B113-05A6-A5002BCFC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75C14-D20E-18EA-A151-41D49FE0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9D468-1C9D-56DB-8A47-117B17E0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9D0DD-797F-0814-4724-15C10964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Media Placeholder 8">
            <a:extLst>
              <a:ext uri="{FF2B5EF4-FFF2-40B4-BE49-F238E27FC236}">
                <a16:creationId xmlns:a16="http://schemas.microsoft.com/office/drawing/2014/main" id="{04DA42A8-0ACE-BF63-515D-9A42B554D8C2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5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CD606-625C-AD6F-7685-6B3875376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FA711-20C9-1855-A2A7-70494876B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06C4F-1083-4167-7DB8-BF147B549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838C2-94F5-B119-F94F-C7E7A8FC7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9F157D-5813-40F9-7A2B-86EFDE43B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A0128D-9DBC-F783-5938-FF937C09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3FC24E-7ABC-71DA-FE5E-3CD3C6C44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D3AC60-E11D-DD5B-C7F1-15EDD4C98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Media Placeholder 8">
            <a:extLst>
              <a:ext uri="{FF2B5EF4-FFF2-40B4-BE49-F238E27FC236}">
                <a16:creationId xmlns:a16="http://schemas.microsoft.com/office/drawing/2014/main" id="{240D8869-214D-34CF-4D72-42A3FB0A5CC8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8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DE27-3917-5873-B219-6062AC3C0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7E8C4D-CFE1-27C5-ACFB-99780D91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4C2A3-A00E-B5EA-BF36-54B3D1C43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81897-A3D0-8FE9-FFB3-8C0611C1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6" name="Media Placeholder 8">
            <a:extLst>
              <a:ext uri="{FF2B5EF4-FFF2-40B4-BE49-F238E27FC236}">
                <a16:creationId xmlns:a16="http://schemas.microsoft.com/office/drawing/2014/main" id="{B89E3C10-91AD-30FE-6814-24C9ED6CD8C2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01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 Do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1B19B-2D34-E6EE-9B0E-E791BFCE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34ADB-1387-7E9B-BE06-BC69C6AC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F8EC-1D16-E916-777C-62CD5659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6F93E976-3037-C4A5-7A5D-6A5D5209B14A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pic>
        <p:nvPicPr>
          <p:cNvPr id="6" name="Picture 5" descr="A close-up of a card&#10;&#10;Description automatically generated">
            <a:extLst>
              <a:ext uri="{FF2B5EF4-FFF2-40B4-BE49-F238E27FC236}">
                <a16:creationId xmlns:a16="http://schemas.microsoft.com/office/drawing/2014/main" id="{DA57D4A3-B049-DE66-5451-72B09E589C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211" y="136525"/>
            <a:ext cx="1359177" cy="67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022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1B19B-2D34-E6EE-9B0E-E791BFCE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34ADB-1387-7E9B-BE06-BC69C6AC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F8EC-1D16-E916-777C-62CD5659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6F93E976-3037-C4A5-7A5D-6A5D5209B14A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pic>
        <p:nvPicPr>
          <p:cNvPr id="7" name="Picture 6" descr="A close-up of a pink sign&#10;&#10;Description automatically generated">
            <a:extLst>
              <a:ext uri="{FF2B5EF4-FFF2-40B4-BE49-F238E27FC236}">
                <a16:creationId xmlns:a16="http://schemas.microsoft.com/office/drawing/2014/main" id="{32547A0B-5A8D-57A6-267C-A128F43D2A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0078" y="136525"/>
            <a:ext cx="1501922" cy="64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10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1B19B-2D34-E6EE-9B0E-E791BFCE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34ADB-1387-7E9B-BE06-BC69C6AC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F8EC-1D16-E916-777C-62CD5659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6F93E976-3037-C4A5-7A5D-6A5D5209B14A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pic>
        <p:nvPicPr>
          <p:cNvPr id="7" name="Picture 6" descr="A pink background with a cartoon character&#10;&#10;Description automatically generated">
            <a:extLst>
              <a:ext uri="{FF2B5EF4-FFF2-40B4-BE49-F238E27FC236}">
                <a16:creationId xmlns:a16="http://schemas.microsoft.com/office/drawing/2014/main" id="{EA5D93D5-1AA4-7FAB-95A3-1E23723A81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4" y="136525"/>
            <a:ext cx="1477096" cy="60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151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Ind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1B19B-2D34-E6EE-9B0E-E791BFCE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34ADB-1387-7E9B-BE06-BC69C6AC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F8EC-1D16-E916-777C-62CD5659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6F93E976-3037-C4A5-7A5D-6A5D5209B14A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pic>
        <p:nvPicPr>
          <p:cNvPr id="7" name="Picture 6" descr="A green background with black text&#10;&#10;Description automatically generated">
            <a:extLst>
              <a:ext uri="{FF2B5EF4-FFF2-40B4-BE49-F238E27FC236}">
                <a16:creationId xmlns:a16="http://schemas.microsoft.com/office/drawing/2014/main" id="{A59801E9-ADA9-46FD-C635-5B8320C218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5" y="136525"/>
            <a:ext cx="1477095" cy="6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333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77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3E219-9D08-E086-012A-E19B38DA5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1F7DA-0CCE-ACAA-4C72-F8070A170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E5B30-657F-37CD-1E3D-2EFAD3D39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50FFC714-CD1F-1F47-9B04-0D0894B2988C}" type="datetimeFigureOut">
              <a:rPr lang="en-GB" smtClean="0"/>
              <a:pPr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A83DC-6B0C-710A-7700-D6C96F367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2950C-B405-7AF7-EA6A-70B2884A1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2082E964-443D-C44D-AA24-C6EC26BE89C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C74CBD-5CCA-A2E4-4E13-311FD5492F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inkl Cursive Looped Light" panose="02000000000000000000" pitchFamily="2" charset="77"/>
            </a:endParaRPr>
          </a:p>
        </p:txBody>
      </p:sp>
      <p:pic>
        <p:nvPicPr>
          <p:cNvPr id="8" name="Picture 7" descr="A black background with graphics and symbols&#10;&#10;Description automatically generated">
            <a:extLst>
              <a:ext uri="{FF2B5EF4-FFF2-40B4-BE49-F238E27FC236}">
                <a16:creationId xmlns:a16="http://schemas.microsoft.com/office/drawing/2014/main" id="{9A5B9FFB-DD02-A26E-66CD-26FA349E3AB7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190" y="122848"/>
            <a:ext cx="550953" cy="47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8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3" r:id="rId4"/>
    <p:sldLayoutId id="2147483664" r:id="rId5"/>
    <p:sldLayoutId id="2147483652" r:id="rId6"/>
    <p:sldLayoutId id="2147483653" r:id="rId7"/>
    <p:sldLayoutId id="2147483654" r:id="rId8"/>
    <p:sldLayoutId id="2147483655" r:id="rId9"/>
    <p:sldLayoutId id="2147483665" r:id="rId10"/>
    <p:sldLayoutId id="2147483666" r:id="rId11"/>
    <p:sldLayoutId id="2147483667" r:id="rId12"/>
    <p:sldLayoutId id="214748366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 Light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11" Type="http://schemas.openxmlformats.org/officeDocument/2006/relationships/image" Target="../media/image14.jp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dia Placeholder 1"/>
          <p:cNvSpPr>
            <a:spLocks noGrp="1"/>
          </p:cNvSpPr>
          <p:nvPr>
            <p:ph type="media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itle"/>
          <p:cNvSpPr/>
          <p:nvPr/>
        </p:nvSpPr>
        <p:spPr>
          <a:xfrm>
            <a:off x="4729276" y="180136"/>
            <a:ext cx="3065068" cy="585216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2400" b="1" dirty="0">
                <a:solidFill>
                  <a:srgbClr val="000000"/>
                </a:solidFill>
                <a:latin typeface="Twinkl Cursive Looped Light"/>
              </a:rPr>
              <a:t>Learning Review</a:t>
            </a:r>
          </a:p>
        </p:txBody>
      </p:sp>
      <p:sp>
        <p:nvSpPr>
          <p:cNvPr id="12" name="Bubble1"/>
          <p:cNvSpPr/>
          <p:nvPr/>
        </p:nvSpPr>
        <p:spPr>
          <a:xfrm>
            <a:off x="1102766" y="1034186"/>
            <a:ext cx="2802636" cy="1163116"/>
          </a:xfrm>
          <a:prstGeom prst="wedgeRoundRectCallout">
            <a:avLst/>
          </a:prstGeom>
          <a:solidFill>
            <a:srgbClr val="E9917F"/>
          </a:solidFill>
          <a:ln w="0">
            <a:noFill/>
          </a:ln>
        </p:spPr>
        <p:txBody>
          <a:bodyPr rtlCol="0" anchor="ctr"/>
          <a:lstStyle/>
          <a:p>
            <a:pPr algn="ctr"/>
            <a:r>
              <a:rPr lang="en-GB" sz="2000" b="1" dirty="0">
                <a:latin typeface="Twinkl Cursive Looped Light"/>
              </a:rPr>
              <a:t>To give directions on a grid, I...</a:t>
            </a:r>
          </a:p>
        </p:txBody>
      </p:sp>
      <p:sp>
        <p:nvSpPr>
          <p:cNvPr id="13" name="Bubble2"/>
          <p:cNvSpPr/>
          <p:nvPr/>
        </p:nvSpPr>
        <p:spPr>
          <a:xfrm>
            <a:off x="4822545" y="1075334"/>
            <a:ext cx="2802636" cy="1163116"/>
          </a:xfrm>
          <a:prstGeom prst="wedgeRoundRectCallout">
            <a:avLst/>
          </a:prstGeom>
          <a:solidFill>
            <a:srgbClr val="D977ED"/>
          </a:solidFill>
          <a:ln w="0">
            <a:noFill/>
          </a:ln>
        </p:spPr>
        <p:txBody>
          <a:bodyPr rtlCol="0" anchor="ctr"/>
          <a:lstStyle/>
          <a:p>
            <a:pPr algn="ctr"/>
            <a:r>
              <a:rPr lang="en-GB" sz="2000" b="1" dirty="0">
                <a:latin typeface="Twinkl Cursive Looped Light"/>
              </a:rPr>
              <a:t>I found it tricky when...</a:t>
            </a:r>
          </a:p>
        </p:txBody>
      </p:sp>
      <p:sp>
        <p:nvSpPr>
          <p:cNvPr id="14" name="Bubble3"/>
          <p:cNvSpPr/>
          <p:nvPr/>
        </p:nvSpPr>
        <p:spPr>
          <a:xfrm>
            <a:off x="8633764" y="1075334"/>
            <a:ext cx="2754172" cy="1163116"/>
          </a:xfrm>
          <a:prstGeom prst="wedgeRoundRectCallout">
            <a:avLst/>
          </a:prstGeom>
          <a:solidFill>
            <a:srgbClr val="92D050"/>
          </a:solidFill>
          <a:ln w="0">
            <a:noFill/>
          </a:ln>
        </p:spPr>
        <p:txBody>
          <a:bodyPr rtlCol="0" anchor="ctr"/>
          <a:lstStyle/>
          <a:p>
            <a:pPr algn="ctr"/>
            <a:r>
              <a:rPr lang="en-GB" sz="2000" b="1" dirty="0">
                <a:latin typeface="Twinkl Cursive Looped Light"/>
              </a:rPr>
              <a:t>I could check my directions were right by...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990" y="2557576"/>
            <a:ext cx="5905195" cy="2794406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" y="4668012"/>
            <a:ext cx="1623060" cy="198059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0964" y="5625388"/>
            <a:ext cx="947318" cy="1193292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2232" y="5635447"/>
            <a:ext cx="966520" cy="1184148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3383" y="5553151"/>
            <a:ext cx="1065276" cy="1242669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406" y="5517489"/>
            <a:ext cx="1015898" cy="130210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4664" y="3932834"/>
            <a:ext cx="960120" cy="96012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0056" y="3932834"/>
            <a:ext cx="961034" cy="961034"/>
          </a:xfrm>
          <a:prstGeom prst="rect">
            <a:avLst/>
          </a:prstGeom>
        </p:spPr>
      </p:pic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82835" y="4981651"/>
            <a:ext cx="961034" cy="961034"/>
          </a:xfrm>
          <a:prstGeom prst="rect">
            <a:avLst/>
          </a:prstGeom>
        </p:spPr>
      </p:pic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70971" y="4982565"/>
            <a:ext cx="960120" cy="9610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err="1" smtClean="0">
            <a:latin typeface="Twinkl Cursive Looped Light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8" id="{F08900A5-541B-6149-807B-0BEAE5FFA4C0}" vid="{892993DB-DE4E-3A43-A645-5D3C617463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Props1.xml><?xml version="1.0" encoding="utf-8"?>
<ds:datastoreItem xmlns:ds="http://schemas.openxmlformats.org/officeDocument/2006/customXml" ds:itemID="{1689B1C0-FAA9-4C87-B6A9-158CCD6B19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A4E24F-1B38-454E-8089-0BD97B1C5B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6dd442-da5e-411e-833f-0fee7dcd7819"/>
    <ds:schemaRef ds:uri="4848fd07-94db-4308-8950-9cb0e230b9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23CE296-60E4-4853-B3BD-F33DDF6ED904}">
  <ds:schemaRefs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4848fd07-94db-4308-8950-9cb0e230b958"/>
    <ds:schemaRef ds:uri="9e6dd442-da5e-411e-833f-0fee7dcd7819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</TotalTime>
  <Words>75</Words>
  <Application>Microsoft Macintosh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Twinkl Cursive Looped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6</cp:revision>
  <dcterms:created xsi:type="dcterms:W3CDTF">2026-04-13T10:13:09Z</dcterms:created>
  <dcterms:modified xsi:type="dcterms:W3CDTF">2026-04-13T18:11:20Z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0x010100AC71695694772F44B387615DF8DED97F</vt:lpwstr>
  </property>
</Properties>
</file>