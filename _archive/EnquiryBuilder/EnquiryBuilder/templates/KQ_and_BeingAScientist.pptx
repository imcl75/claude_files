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797675" cy="9926638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ource Slides" id="{CEF8FBF2-344B-BB4E-982A-03D4563613E1}">
          <p14:sldIdLst>
            <p14:sldId id="256"/>
            <p14:sldId id="257"/>
          </p14:sldIdLst>
        </p14:section>
        <p14:section name="Lesson Slides" id="{642C3F51-7772-FE4A-AB12-7B1259B3E2D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D2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658"/>
  </p:normalViewPr>
  <p:slideViewPr>
    <p:cSldViewPr snapToGrid="0">
      <p:cViewPr varScale="1">
        <p:scale>
          <a:sx n="116" d="100"/>
          <a:sy n="116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0F699-13CA-4A28-B0BE-386DAA6B8EEB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29491-41F3-4D9B-8AFE-07B5E093E5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804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close-up of a card&#10;&#10;Description automatically generated">
            <a:extLst>
              <a:ext uri="{FF2B5EF4-FFF2-40B4-BE49-F238E27FC236}">
                <a16:creationId xmlns:a16="http://schemas.microsoft.com/office/drawing/2014/main" id="{FD25676D-13E6-C1C0-5C8A-5986F28323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211" y="136525"/>
            <a:ext cx="1359177" cy="670279"/>
          </a:xfrm>
          <a:prstGeom prst="rect">
            <a:avLst/>
          </a:prstGeom>
        </p:spPr>
      </p:pic>
      <p:sp>
        <p:nvSpPr>
          <p:cNvPr id="8" name="Media Placeholder 8">
            <a:extLst>
              <a:ext uri="{FF2B5EF4-FFF2-40B4-BE49-F238E27FC236}">
                <a16:creationId xmlns:a16="http://schemas.microsoft.com/office/drawing/2014/main" id="{F312437F-7809-0AAA-2C7B-8774A55DF303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1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close-up of a pink sign&#10;&#10;Description automatically generated">
            <a:extLst>
              <a:ext uri="{FF2B5EF4-FFF2-40B4-BE49-F238E27FC236}">
                <a16:creationId xmlns:a16="http://schemas.microsoft.com/office/drawing/2014/main" id="{6BAA6382-4CD1-57C8-5CE1-796DB9D5EA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0078" y="136525"/>
            <a:ext cx="1501922" cy="645454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E4E89A89-3CFD-194C-3963-C8547EE8F89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6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pink background with a cartoon character&#10;&#10;Description automatically generated">
            <a:extLst>
              <a:ext uri="{FF2B5EF4-FFF2-40B4-BE49-F238E27FC236}">
                <a16:creationId xmlns:a16="http://schemas.microsoft.com/office/drawing/2014/main" id="{471E7CCF-06E5-C5ED-10F1-3AADDF1B29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4" y="136525"/>
            <a:ext cx="1477096" cy="608216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537CE4E2-4EA9-23E1-026D-E9644C05F12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756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I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A green background with black text&#10;&#10;Description automatically generated">
            <a:extLst>
              <a:ext uri="{FF2B5EF4-FFF2-40B4-BE49-F238E27FC236}">
                <a16:creationId xmlns:a16="http://schemas.microsoft.com/office/drawing/2014/main" id="{0B5E4881-D395-D820-8C55-3FE63D4D97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5" y="136525"/>
            <a:ext cx="1477095" cy="614422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F7EB1FDF-CC20-386A-D505-4F002F47DE9C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4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pink sign&#10;&#10;Description automatically generated">
            <a:extLst>
              <a:ext uri="{FF2B5EF4-FFF2-40B4-BE49-F238E27FC236}">
                <a16:creationId xmlns:a16="http://schemas.microsoft.com/office/drawing/2014/main" id="{6BAA6382-4CD1-57C8-5CE1-796DB9D5EA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0078" y="136525"/>
            <a:ext cx="1501922" cy="64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74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nk background with a cartoon character&#10;&#10;Description automatically generated">
            <a:extLst>
              <a:ext uri="{FF2B5EF4-FFF2-40B4-BE49-F238E27FC236}">
                <a16:creationId xmlns:a16="http://schemas.microsoft.com/office/drawing/2014/main" id="{471E7CCF-06E5-C5ED-10F1-3AADDF1B29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4" y="136525"/>
            <a:ext cx="1477096" cy="60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295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Ind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een background with black text&#10;&#10;Description automatically generated">
            <a:extLst>
              <a:ext uri="{FF2B5EF4-FFF2-40B4-BE49-F238E27FC236}">
                <a16:creationId xmlns:a16="http://schemas.microsoft.com/office/drawing/2014/main" id="{0B5E4881-D395-D820-8C55-3FE63D4D97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5" y="136525"/>
            <a:ext cx="1477095" cy="6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919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846CE7D5-CF57-46EF-B807-FDD0502418D4}" type="datetimeFigureOut">
              <a:rPr lang="en-GB" smtClean="0"/>
              <a:pPr/>
              <a:t>11/07/2026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1677E68B-BB67-F80C-9274-EFB7DAA5AA1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Twinkl Cursive Looped Light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winkl Cursive Looped Light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>
            <a:extLst>
              <a:ext uri="{FF2B5EF4-FFF2-40B4-BE49-F238E27FC236}">
                <a16:creationId xmlns:a16="http://schemas.microsoft.com/office/drawing/2014/main" id="{BF61D6F3-BE72-682F-E1BA-0AD4842F6FA2}"/>
              </a:ext>
            </a:extLst>
          </p:cNvPr>
          <p:cNvSpPr/>
          <p:nvPr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picture containing room&#10;&#10;Description automatically generated">
            <a:extLst>
              <a:ext uri="{FF2B5EF4-FFF2-40B4-BE49-F238E27FC236}">
                <a16:creationId xmlns:a16="http://schemas.microsoft.com/office/drawing/2014/main" id="{FAD1A21A-B21C-B28F-6A5A-7DD1A384AE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978" y="3024044"/>
            <a:ext cx="1179274" cy="171165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BF9ACAE-FFEF-5DEC-6166-CC5E464B0AFF}"/>
              </a:ext>
            </a:extLst>
          </p:cNvPr>
          <p:cNvGrpSpPr/>
          <p:nvPr/>
        </p:nvGrpSpPr>
        <p:grpSpPr>
          <a:xfrm>
            <a:off x="10578232" y="182017"/>
            <a:ext cx="1436056" cy="1418744"/>
            <a:chOff x="9534228" y="92149"/>
            <a:chExt cx="1436056" cy="141874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0A9CF60-091C-5CED-8650-8EBDAE7501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94101" y="92149"/>
              <a:ext cx="676183" cy="67618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E59752E-2F50-7871-E0A3-6C7D27916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228" y="825334"/>
              <a:ext cx="676183" cy="67618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2656D8C-38E7-892E-7284-476FC8A90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229" y="92149"/>
              <a:ext cx="676183" cy="67618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3F08735-A0C9-89CD-B0AE-D7FA38400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294100" y="834710"/>
              <a:ext cx="676183" cy="676183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2B97B53-51A1-78D4-6A2A-1D3630234CE5}"/>
              </a:ext>
            </a:extLst>
          </p:cNvPr>
          <p:cNvSpPr txBox="1"/>
          <p:nvPr/>
        </p:nvSpPr>
        <p:spPr>
          <a:xfrm>
            <a:off x="4511555" y="6250547"/>
            <a:ext cx="2813471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950" b="1" dirty="0">
                <a:latin typeface="Sassoon Primary Rg" panose="02000606020000020004" pitchFamily="2" charset="0"/>
              </a:rPr>
              <a:t>Being a Scientist</a:t>
            </a: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D472920B-3AC3-6962-912A-ECD184C538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684FEC-9863-BED2-4AE1-54E4504ADAA7}"/>
              </a:ext>
            </a:extLst>
          </p:cNvPr>
          <p:cNvSpPr txBox="1"/>
          <p:nvPr/>
        </p:nvSpPr>
        <p:spPr>
          <a:xfrm>
            <a:off x="10412654" y="1600761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>
                <a:latin typeface="Sassoon Infant Rg" panose="02000503030000020003" pitchFamily="2" charset="0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A7AD0B-4409-B039-0E4A-87475B16197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6096000" y="3193166"/>
            <a:ext cx="1750251" cy="21466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F1DACB-B251-7FA9-5939-AB63D05676A6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3007342" y="2841309"/>
            <a:ext cx="1679750" cy="23986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9A040B-DA02-65B0-ED11-81A877B03AE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3237191"/>
            <a:ext cx="1645920" cy="239860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CA1F225-1C05-9920-AEA0-CFCE1FBCB296}"/>
              </a:ext>
            </a:extLst>
          </p:cNvPr>
          <p:cNvGrpSpPr/>
          <p:nvPr/>
        </p:nvGrpSpPr>
        <p:grpSpPr>
          <a:xfrm>
            <a:off x="2649646" y="773796"/>
            <a:ext cx="7344893" cy="2015968"/>
            <a:chOff x="1400000" y="126068"/>
            <a:chExt cx="7344893" cy="2015968"/>
          </a:xfrm>
        </p:grpSpPr>
        <p:pic>
          <p:nvPicPr>
            <p:cNvPr id="16" name="Picture 17">
              <a:extLst>
                <a:ext uri="{FF2B5EF4-FFF2-40B4-BE49-F238E27FC236}">
                  <a16:creationId xmlns:a16="http://schemas.microsoft.com/office/drawing/2014/main" id="{F490CF37-09D8-DA4F-EF1F-F05B636B17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8C20B53-7D9C-E436-8FB4-6401EE398549}"/>
                </a:ext>
              </a:extLst>
            </p:cNvPr>
            <p:cNvSpPr txBox="1"/>
            <p:nvPr/>
          </p:nvSpPr>
          <p:spPr>
            <a:xfrm>
              <a:off x="2901299" y="129668"/>
              <a:ext cx="5843594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50" u="sng">
                  <a:latin typeface="Sassoon Primary Rg" panose="02000606020000020004" pitchFamily="2" charset="0"/>
                </a:rPr>
                <a:t>Can materials change their state?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2987ABF-5516-84B1-DE1C-665E3F133617}"/>
                </a:ext>
              </a:extLst>
            </p:cNvPr>
            <p:cNvSpPr txBox="1"/>
            <p:nvPr/>
          </p:nvSpPr>
          <p:spPr>
            <a:xfrm>
              <a:off x="2933144" y="1249484"/>
              <a:ext cx="3624943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Sassoon Primary Rg" panose="02000606020000020004" pitchFamily="2" charset="0"/>
                </a:defRPr>
              </a:lvl1pPr>
            </a:lstStyle>
            <a:p>
              <a:endParaRPr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450CA01A-EB08-079E-F8F3-26E0CB5E4ABC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576" y="5339852"/>
            <a:ext cx="1104848" cy="85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050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reasOfStud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646612"/>
            <a:ext cx="5796000" cy="5564776"/>
          </a:xfrm>
          <a:prstGeom prst="rect">
            <a:avLst/>
          </a:prstGeom>
        </p:spPr>
      </p:pic>
      <p:pic>
        <p:nvPicPr>
          <p:cNvPr id="3" name="Skil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000" y="408055"/>
            <a:ext cx="5796000" cy="6041890"/>
          </a:xfrm>
          <a:prstGeom prst="rect">
            <a:avLst/>
          </a:prstGeom>
        </p:spPr>
      </p:pic>
      <p:pic>
        <p:nvPicPr>
          <p:cNvPr id="10" name="Scientist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00" y="5948000"/>
            <a:ext cx="1067312" cy="760000"/>
          </a:xfrm>
          <a:prstGeom prst="rect">
            <a:avLst/>
          </a:prstGeom>
        </p:spPr>
      </p:pic>
      <p:sp>
        <p:nvSpPr>
          <p:cNvPr id="11" name="TitleBeing"/>
          <p:cNvSpPr txBox="1"/>
          <p:nvPr/>
        </p:nvSpPr>
        <p:spPr>
          <a:xfrm>
            <a:off x="200000" y="150000"/>
            <a:ext cx="11792000" cy="7000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lang="en-GB" sz="3600" b="1" dirty="0">
                <a:solidFill>
                  <a:srgbClr val="1A5C1A"/>
                </a:solidFill>
                <a:latin typeface="Twinkl Cursive Looped Light" panose="02000000000000000000" pitchFamily="2" charset="77"/>
              </a:rPr>
              <a:t>Being a Scientist</a:t>
            </a:r>
          </a:p>
        </p:txBody>
      </p:sp>
    </p:spTree>
    <p:extLst>
      <p:ext uri="{BB962C8B-B14F-4D97-AF65-F5344CB8AC3E}">
        <p14:creationId xmlns:p14="http://schemas.microsoft.com/office/powerpoint/2010/main" val="2404030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</TotalTime>
  <Words>16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Arial</vt:lpstr>
      <vt:lpstr>Sassoon Infant Rg</vt:lpstr>
      <vt:lpstr>Sassoon Primary Rg</vt:lpstr>
      <vt:lpstr>Twinkl Cursive Looped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innes mclean</cp:lastModifiedBy>
  <cp:revision>12</cp:revision>
  <cp:lastPrinted>2026-03-10T10:00:11Z</cp:lastPrinted>
  <dcterms:created xsi:type="dcterms:W3CDTF">2025-03-06T13:15:34Z</dcterms:created>
  <dcterms:modified xsi:type="dcterms:W3CDTF">2026-07-11T17:17:15Z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0x010100AC71695694772F44B387615DF8DED97F</vt:lpwstr>
  </property>
  <property fmtid="{D5CDD505-2E9C-101B-9397-08002B2CF9AE}" pid="3" name="MediaServiceImageTags">
    <vt:lpwstr/>
  </property>
</Properties>
</file>