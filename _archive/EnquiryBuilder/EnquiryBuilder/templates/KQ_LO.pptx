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7D3E3-4210-AFD4-BD61-1F30148CDB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1EF242-6FE9-6D87-8FBC-807B74A50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BF5E6-0CD0-9B04-924C-27D7E67EF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BB45C-7E65-B24F-BBB0-FC6250AA0C7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D13E0-B037-ACAF-D178-F74001CD8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D5702-4B2F-68BA-76A7-F4580557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051CF-7F42-4C43-A386-CF16B35AD8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77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56FA9-77E1-850B-7B3C-4AC5338A8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9553F-0C48-E48F-E342-9CD481D6A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3365A-75BB-A619-00DA-57CCDF511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BB45C-7E65-B24F-BBB0-FC6250AA0C7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0F843-8EDC-957A-55DA-9CF8C99D2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8768B-1CBF-ACFD-E641-713CC47E9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051CF-7F42-4C43-A386-CF16B35AD8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271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3D953-091B-AF73-DCC7-226D9FEC2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0C696-8608-DCE7-AB24-80C870382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124CE-C465-B21F-38BE-2E5AD726E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BB45C-7E65-B24F-BBB0-FC6250AA0C7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D700F-5299-6772-42B8-89C5D699F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B8E08-120E-2D17-7241-74BA31898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051CF-7F42-4C43-A386-CF16B35AD8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6768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C9780-EBE4-C228-91FA-5B18E8AC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6B0B7-A591-365A-6047-324C563481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061A6-911B-A8F9-4AAA-38386281E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587E7-34EB-6071-81C5-E07BD59D2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BB45C-7E65-B24F-BBB0-FC6250AA0C7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3BAB3-D306-9677-EC67-43A5846BA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AD0D7-14E6-FB84-4DA7-2F57F11C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051CF-7F42-4C43-A386-CF16B35AD8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204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E6495-44EE-A5C8-F21C-E866832DD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2127-2D9F-7ACB-9DF8-DAE3B30C5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154EA-8863-683B-AAA6-A79F4BF65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77C5E3-BB7E-1CD9-E452-03B33769EA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894784-CBC2-F8CF-CD2B-64B390A169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D7F36A-6A71-A5D5-3F37-F8D49377D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BB45C-7E65-B24F-BBB0-FC6250AA0C7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360118-68D8-4FF2-828A-690923797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53519C-A099-DFD9-07C1-7B13494AA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051CF-7F42-4C43-A386-CF16B35AD8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9465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65DEC-FCF7-8AB9-EE26-CAFA09D3A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F1CAC0-0B9B-734B-B840-9BFFCCFFD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BB45C-7E65-B24F-BBB0-FC6250AA0C7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5D1B5E-D905-47B9-6F98-C3A15D876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2CFB6-8B4A-8740-34E3-DA053C818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051CF-7F42-4C43-A386-CF16B35AD8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17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670EE3-9F88-2DEE-CC12-5C54F9F05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BB45C-7E65-B24F-BBB0-FC6250AA0C7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CA4B8E-B393-DDCC-0EA8-125FDA82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97911-F429-9B51-32E3-BDF44EF1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051CF-7F42-4C43-A386-CF16B35AD8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109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44BC0-3BF2-D453-DCEC-7FC3C4BD3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57707-D952-F4E5-86E2-177D390FB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85EEF9-449C-043C-1FD7-ADA1B2C9E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2763E-06D0-DD20-8065-C26123728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BB45C-7E65-B24F-BBB0-FC6250AA0C7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F2911-760E-F3AE-E319-12CA8909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67FAD-99B8-16B1-4FAF-BBBDF1C8E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051CF-7F42-4C43-A386-CF16B35AD8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6045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05091-0D08-E5A2-FA60-346D9F05E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D19226-3C9A-12B2-26C8-E3C39B92E2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28A77-A878-6A9E-2E1E-A7DC287A2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5F3D9-CE23-4901-5176-A5F5DC73E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BB45C-7E65-B24F-BBB0-FC6250AA0C7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78F2F-0089-463B-F29A-6B121639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3C03C-A0B2-0C8B-E43F-F099B3CF7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051CF-7F42-4C43-A386-CF16B35AD8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334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86D00-68DF-AA7C-363D-07DA76509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51439-7699-2E56-B293-4A9E80815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FEE4F-3DB9-1565-C95B-381F2684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BB45C-7E65-B24F-BBB0-FC6250AA0C7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CEABF-C645-831D-303B-86A66480B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9B947-31D1-D82A-3470-BB017F357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051CF-7F42-4C43-A386-CF16B35AD8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966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81EE76-1818-C721-EC4E-9559F0D32F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1CAEA-4FCE-7242-0044-D4C882A83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B9FB9-3042-EB96-4C1A-279963E31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BB45C-7E65-B24F-BBB0-FC6250AA0C7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53ECC-8202-0E3E-BCAA-80676BE2B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7511E-FCB5-FAEB-577F-6B439CE4A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051CF-7F42-4C43-A386-CF16B35AD8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0079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AF494E-C10C-85A6-14EE-7EC08C5AB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EB85B-5F93-EA30-BDEC-31FD51BAB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6C037-E4FB-0EA9-1D48-DC1C20946C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1BB45C-7E65-B24F-BBB0-FC6250AA0C7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B9F2D-E0F1-3B75-B464-6DA9BC4E3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CD9DC-AEAC-CB53-1154-86798D688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7051CF-7F42-4C43-A386-CF16B35AD8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027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7">
            <a:extLst>
              <a:ext uri="{FF2B5EF4-FFF2-40B4-BE49-F238E27FC236}">
                <a16:creationId xmlns:a16="http://schemas.microsoft.com/office/drawing/2014/main" id="{9BDF134B-F7D5-F637-528A-B455AAD40997}"/>
              </a:ext>
            </a:extLst>
          </p:cNvPr>
          <p:cNvSpPr txBox="1">
            <a:spLocks/>
          </p:cNvSpPr>
          <p:nvPr/>
        </p:nvSpPr>
        <p:spPr>
          <a:xfrm>
            <a:off x="1185691" y="252727"/>
            <a:ext cx="10128517" cy="5873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kern="1200">
                <a:solidFill>
                  <a:schemeClr val="tx1"/>
                </a:solidFill>
                <a:latin typeface="Twinkl Cursive Looped" panose="02000000000000000000" pitchFamily="2" charset="77"/>
                <a:ea typeface="+mj-ea"/>
                <a:cs typeface="+mj-cs"/>
              </a:defRPr>
            </a:lvl1pPr>
          </a:lstStyle>
          <a:p>
            <a:pPr algn="l"/>
            <a:r>
              <a:rPr lang="en-GB" dirty="0"/>
              <a:t>Key Question</a:t>
            </a:r>
          </a:p>
        </p:txBody>
      </p:sp>
      <p:pic>
        <p:nvPicPr>
          <p:cNvPr id="5" name="Picture 4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53ECCABA-6F87-1312-9EAE-20F2076FD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420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23">
            <a:extLst>
              <a:ext uri="{FF2B5EF4-FFF2-40B4-BE49-F238E27FC236}">
                <a16:creationId xmlns:a16="http://schemas.microsoft.com/office/drawing/2014/main" id="{765127C5-464C-113A-76DD-C77A59E84637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7" name="Rounded Rectangle 22">
            <a:extLst>
              <a:ext uri="{FF2B5EF4-FFF2-40B4-BE49-F238E27FC236}">
                <a16:creationId xmlns:a16="http://schemas.microsoft.com/office/drawing/2014/main" id="{3E97A664-10AE-1D03-54E0-5E051E49ADCC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8" name="Rounded Rectangle 21">
            <a:extLst>
              <a:ext uri="{FF2B5EF4-FFF2-40B4-BE49-F238E27FC236}">
                <a16:creationId xmlns:a16="http://schemas.microsoft.com/office/drawing/2014/main" id="{F0DFFCB5-6C29-B8F8-67E4-76658DC8BEAE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9" name="Right Arrow 38">
            <a:extLst>
              <a:ext uri="{FF2B5EF4-FFF2-40B4-BE49-F238E27FC236}">
                <a16:creationId xmlns:a16="http://schemas.microsoft.com/office/drawing/2014/main" id="{A9FD63A4-AC1E-325F-4398-B23D2E367748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31E81B32-A4CD-0C7A-7309-23A0B86728E0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11" name="Cloud Callout 14">
            <a:extLst>
              <a:ext uri="{FF2B5EF4-FFF2-40B4-BE49-F238E27FC236}">
                <a16:creationId xmlns:a16="http://schemas.microsoft.com/office/drawing/2014/main" id="{8561E6DA-404D-561C-284E-9B3D5AFB55E7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12" name="Cloud Callout 17">
            <a:extLst>
              <a:ext uri="{FF2B5EF4-FFF2-40B4-BE49-F238E27FC236}">
                <a16:creationId xmlns:a16="http://schemas.microsoft.com/office/drawing/2014/main" id="{C5A160C1-F61E-EF09-7270-FAC43FC43C2F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13" name="Cloud Callout 12">
            <a:extLst>
              <a:ext uri="{FF2B5EF4-FFF2-40B4-BE49-F238E27FC236}">
                <a16:creationId xmlns:a16="http://schemas.microsoft.com/office/drawing/2014/main" id="{02CCAC97-0936-81B6-0752-90629B320614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14" name="Rounded Rectangle 25">
            <a:extLst>
              <a:ext uri="{FF2B5EF4-FFF2-40B4-BE49-F238E27FC236}">
                <a16:creationId xmlns:a16="http://schemas.microsoft.com/office/drawing/2014/main" id="{26CE4661-5CFE-2CC9-6ED4-8CA0775D44B4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F265ECD-0CD3-0157-27FA-7DD3E74B74A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90061EC-14E7-5B0A-AF3C-FB3CEEEE42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4E7C359-439A-DB77-155B-2F89D1E3C65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45C2414-2BC2-BAB1-0204-68F5CBAC2367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7A929D8-88AC-FD66-D354-2D3A8FAFE068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20" name="Text Placeholder 33">
            <a:extLst>
              <a:ext uri="{FF2B5EF4-FFF2-40B4-BE49-F238E27FC236}">
                <a16:creationId xmlns:a16="http://schemas.microsoft.com/office/drawing/2014/main" id="{F52FAF7C-9DB9-F1A3-3D92-12896207E9D9}"/>
              </a:ext>
            </a:extLst>
          </p:cNvPr>
          <p:cNvSpPr txBox="1">
            <a:spLocks/>
          </p:cNvSpPr>
          <p:nvPr/>
        </p:nvSpPr>
        <p:spPr>
          <a:xfrm>
            <a:off x="698500" y="4522788"/>
            <a:ext cx="2559050" cy="1698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9525" indent="-9525" algn="l" defTabSz="914400" rtl="0" eaLnBrk="1" latinLnBrk="0" hangingPunct="1">
              <a:buNone/>
              <a:tabLst/>
              <a:defRPr sz="2400" b="0" i="0" kern="120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Click to edit Master text styles</a:t>
            </a:r>
          </a:p>
        </p:txBody>
      </p:sp>
      <p:sp>
        <p:nvSpPr>
          <p:cNvPr id="21" name="Text Placeholder 33">
            <a:extLst>
              <a:ext uri="{FF2B5EF4-FFF2-40B4-BE49-F238E27FC236}">
                <a16:creationId xmlns:a16="http://schemas.microsoft.com/office/drawing/2014/main" id="{65F6326A-E9EB-D415-EA0A-0D6CEE0C0EB6}"/>
              </a:ext>
            </a:extLst>
          </p:cNvPr>
          <p:cNvSpPr txBox="1">
            <a:spLocks/>
          </p:cNvSpPr>
          <p:nvPr/>
        </p:nvSpPr>
        <p:spPr>
          <a:xfrm>
            <a:off x="4877594" y="4522787"/>
            <a:ext cx="2559050" cy="1698625"/>
          </a:xfrm>
          <a:prstGeom prst="rect">
            <a:avLst/>
          </a:prstGeom>
        </p:spPr>
        <p:txBody>
          <a:bodyPr>
            <a:normAutofit/>
          </a:bodyPr>
          <a:lstStyle>
            <a:lvl1pPr marL="9525" indent="-9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Twinkl Cursive Looped" panose="02000000000000000000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Click to edit Master text styles</a:t>
            </a:r>
          </a:p>
        </p:txBody>
      </p:sp>
      <p:sp>
        <p:nvSpPr>
          <p:cNvPr id="22" name="Text Placeholder 33">
            <a:extLst>
              <a:ext uri="{FF2B5EF4-FFF2-40B4-BE49-F238E27FC236}">
                <a16:creationId xmlns:a16="http://schemas.microsoft.com/office/drawing/2014/main" id="{092B2857-8D0C-3C0F-0932-278D855350EF}"/>
              </a:ext>
            </a:extLst>
          </p:cNvPr>
          <p:cNvSpPr txBox="1">
            <a:spLocks/>
          </p:cNvSpPr>
          <p:nvPr/>
        </p:nvSpPr>
        <p:spPr>
          <a:xfrm>
            <a:off x="8979945" y="4485371"/>
            <a:ext cx="2559050" cy="1698625"/>
          </a:xfrm>
          <a:prstGeom prst="rect">
            <a:avLst/>
          </a:prstGeom>
        </p:spPr>
        <p:txBody>
          <a:bodyPr>
            <a:normAutofit/>
          </a:bodyPr>
          <a:lstStyle>
            <a:lvl1pPr marL="9525" indent="-9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Twinkl Cursive Looped" panose="02000000000000000000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Click to edit Master text styles</a:t>
            </a:r>
          </a:p>
        </p:txBody>
      </p:sp>
      <p:sp>
        <p:nvSpPr>
          <p:cNvPr id="23" name="Rounded Rectangle 23">
            <a:extLst>
              <a:ext uri="{FF2B5EF4-FFF2-40B4-BE49-F238E27FC236}">
                <a16:creationId xmlns:a16="http://schemas.microsoft.com/office/drawing/2014/main" id="{F7050D59-8C61-83AE-9DB5-FFADAE914387}"/>
              </a:ext>
            </a:extLst>
          </p:cNvPr>
          <p:cNvSpPr/>
          <p:nvPr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24" name="Rounded Rectangle 22">
            <a:extLst>
              <a:ext uri="{FF2B5EF4-FFF2-40B4-BE49-F238E27FC236}">
                <a16:creationId xmlns:a16="http://schemas.microsoft.com/office/drawing/2014/main" id="{BC80871D-926E-D442-3AC3-678BD69C771E}"/>
              </a:ext>
            </a:extLst>
          </p:cNvPr>
          <p:cNvSpPr/>
          <p:nvPr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25" name="Rounded Rectangle 21">
            <a:extLst>
              <a:ext uri="{FF2B5EF4-FFF2-40B4-BE49-F238E27FC236}">
                <a16:creationId xmlns:a16="http://schemas.microsoft.com/office/drawing/2014/main" id="{F555DC25-06BD-4B79-3B20-B575F0562AA5}"/>
              </a:ext>
            </a:extLst>
          </p:cNvPr>
          <p:cNvSpPr/>
          <p:nvPr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26" name="Right Arrow 38">
            <a:extLst>
              <a:ext uri="{FF2B5EF4-FFF2-40B4-BE49-F238E27FC236}">
                <a16:creationId xmlns:a16="http://schemas.microsoft.com/office/drawing/2014/main" id="{9AA28F9D-BC5E-ED32-EEB4-92E9FA0E98CA}"/>
              </a:ext>
            </a:extLst>
          </p:cNvPr>
          <p:cNvSpPr/>
          <p:nvPr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27" name="Right Arrow 40">
            <a:extLst>
              <a:ext uri="{FF2B5EF4-FFF2-40B4-BE49-F238E27FC236}">
                <a16:creationId xmlns:a16="http://schemas.microsoft.com/office/drawing/2014/main" id="{C0633AB6-CD88-AD42-B070-B477DE4719EB}"/>
              </a:ext>
            </a:extLst>
          </p:cNvPr>
          <p:cNvSpPr/>
          <p:nvPr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28" name="Cloud Callout 14">
            <a:extLst>
              <a:ext uri="{FF2B5EF4-FFF2-40B4-BE49-F238E27FC236}">
                <a16:creationId xmlns:a16="http://schemas.microsoft.com/office/drawing/2014/main" id="{5C74D7A6-2C15-3A45-C4E3-7F8A3BF1243A}"/>
              </a:ext>
            </a:extLst>
          </p:cNvPr>
          <p:cNvSpPr/>
          <p:nvPr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29" name="Cloud Callout 17">
            <a:extLst>
              <a:ext uri="{FF2B5EF4-FFF2-40B4-BE49-F238E27FC236}">
                <a16:creationId xmlns:a16="http://schemas.microsoft.com/office/drawing/2014/main" id="{AF7D6DAD-2C0D-CB97-15BF-FBDE2C41A7C8}"/>
              </a:ext>
            </a:extLst>
          </p:cNvPr>
          <p:cNvSpPr/>
          <p:nvPr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30" name="Cloud Callout 29">
            <a:extLst>
              <a:ext uri="{FF2B5EF4-FFF2-40B4-BE49-F238E27FC236}">
                <a16:creationId xmlns:a16="http://schemas.microsoft.com/office/drawing/2014/main" id="{465CA858-243E-D2BE-DEA2-4FB518AC9C40}"/>
              </a:ext>
            </a:extLst>
          </p:cNvPr>
          <p:cNvSpPr/>
          <p:nvPr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700" b="0" i="0" dirty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I'm successful?</a:t>
            </a:r>
          </a:p>
        </p:txBody>
      </p:sp>
      <p:sp>
        <p:nvSpPr>
          <p:cNvPr id="31" name="Rounded Rectangle 25">
            <a:extLst>
              <a:ext uri="{FF2B5EF4-FFF2-40B4-BE49-F238E27FC236}">
                <a16:creationId xmlns:a16="http://schemas.microsoft.com/office/drawing/2014/main" id="{29D614CD-7CF2-0B1A-95CE-5E6AEF50990D}"/>
              </a:ext>
            </a:extLst>
          </p:cNvPr>
          <p:cNvSpPr/>
          <p:nvPr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200" b="0" i="0" dirty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2758502-30E4-E7C2-7CD9-C03673A5B9A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A9711D7-4162-DDDA-1D98-4EDF60CE0F5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F070FC8-022E-4B53-B77B-2C9166E08F3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662F3DB-2DC4-D728-3645-2477B77AF4B1}"/>
              </a:ext>
            </a:extLst>
          </p:cNvPr>
          <p:cNvSpPr/>
          <p:nvPr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200" b="0" i="0" dirty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B345293-4DA9-19A8-63F0-C4E2BBD09A5D}"/>
              </a:ext>
            </a:extLst>
          </p:cNvPr>
          <p:cNvSpPr/>
          <p:nvPr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200" b="0" i="0" dirty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800" b="0" i="0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37" name="Picture 17">
            <a:extLst>
              <a:ext uri="{FF2B5EF4-FFF2-40B4-BE49-F238E27FC236}">
                <a16:creationId xmlns:a16="http://schemas.microsoft.com/office/drawing/2014/main" id="{0632CD2E-AFA2-4CFC-B607-B6F333DC8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7" y="140894"/>
            <a:ext cx="885149" cy="7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Frame 37">
            <a:extLst>
              <a:ext uri="{FF2B5EF4-FFF2-40B4-BE49-F238E27FC236}">
                <a16:creationId xmlns:a16="http://schemas.microsoft.com/office/drawing/2014/main" id="{37AFDD29-276F-F635-9B5C-AF73F85411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876EBA-F4D8-82F7-787C-49356E838ED3}"/>
              </a:ext>
            </a:extLst>
          </p:cNvPr>
          <p:cNvSpPr txBox="1"/>
          <p:nvPr/>
        </p:nvSpPr>
        <p:spPr>
          <a:xfrm>
            <a:off x="450937" y="4485370"/>
            <a:ext cx="2968668" cy="1736041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rmAutofit/>
          </a:bodyPr>
          <a:lstStyle/>
          <a:p>
            <a:r>
              <a:rPr lang="en-GB" dirty="0">
                <a:latin typeface="Twinkl Cursive Looped" panose="02000000000000000000" pitchFamily="2" charset="77"/>
              </a:rPr>
              <a:t>Text box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06A4FE-EE62-48A5-7A31-B97B06CB56A1}"/>
              </a:ext>
            </a:extLst>
          </p:cNvPr>
          <p:cNvSpPr txBox="1"/>
          <p:nvPr/>
        </p:nvSpPr>
        <p:spPr>
          <a:xfrm>
            <a:off x="4662305" y="4466662"/>
            <a:ext cx="2968668" cy="1736041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rmAutofit/>
          </a:bodyPr>
          <a:lstStyle/>
          <a:p>
            <a:r>
              <a:rPr lang="en-GB" dirty="0">
                <a:latin typeface="Twinkl Cursive Looped" panose="02000000000000000000" pitchFamily="2" charset="77"/>
              </a:rPr>
              <a:t>Text box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1CA8D7-3CD9-5194-60BE-F3CBED0E8573}"/>
              </a:ext>
            </a:extLst>
          </p:cNvPr>
          <p:cNvSpPr txBox="1"/>
          <p:nvPr/>
        </p:nvSpPr>
        <p:spPr>
          <a:xfrm>
            <a:off x="8785991" y="4447954"/>
            <a:ext cx="2968668" cy="1736041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rmAutofit/>
          </a:bodyPr>
          <a:lstStyle/>
          <a:p>
            <a:r>
              <a:rPr lang="en-GB" dirty="0">
                <a:latin typeface="Twinkl Cursive Looped" panose="02000000000000000000" pitchFamily="2" charset="77"/>
              </a:rPr>
              <a:t>Text box</a:t>
            </a:r>
          </a:p>
        </p:txBody>
      </p:sp>
    </p:spTree>
    <p:extLst>
      <p:ext uri="{BB962C8B-B14F-4D97-AF65-F5344CB8AC3E}">
        <p14:creationId xmlns:p14="http://schemas.microsoft.com/office/powerpoint/2010/main" val="3157046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" presetClass="entr" presetSubtype="0" fill="hold" nodeType="click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95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Twinkl Cursive Looped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innes mclean</dc:creator>
  <cp:lastModifiedBy>innes mclean</cp:lastModifiedBy>
  <cp:revision>1</cp:revision>
  <dcterms:created xsi:type="dcterms:W3CDTF">2026-07-09T15:40:57Z</dcterms:created>
  <dcterms:modified xsi:type="dcterms:W3CDTF">2026-07-09T15:44:25Z</dcterms:modified>
</cp:coreProperties>
</file>