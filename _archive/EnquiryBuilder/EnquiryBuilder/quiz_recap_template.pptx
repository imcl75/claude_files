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64" r:id="rId5"/>
  </p:sldIdLst>
  <p:sldSz cx="12192000" cy="6858000"/>
  <p:notesSz cx="6797675" cy="9926638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D2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2"/>
    <p:restoredTop sz="94658"/>
  </p:normalViewPr>
  <p:slideViewPr>
    <p:cSldViewPr snapToGrid="0">
      <p:cViewPr varScale="1">
        <p:scale>
          <a:sx n="102" d="100"/>
          <a:sy n="102" d="100"/>
        </p:scale>
        <p:origin x="19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0F699-13CA-4A28-B0BE-386DAA6B8EEB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629491-41F3-4D9B-8AFE-07B5E093E5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6804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A close-up of a card&#10;&#10;Description automatically generated">
            <a:extLst>
              <a:ext uri="{FF2B5EF4-FFF2-40B4-BE49-F238E27FC236}">
                <a16:creationId xmlns:a16="http://schemas.microsoft.com/office/drawing/2014/main" id="{FD25676D-13E6-C1C0-5C8A-5986F28323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74211" y="136525"/>
            <a:ext cx="1359177" cy="670279"/>
          </a:xfrm>
          <a:prstGeom prst="rect">
            <a:avLst/>
          </a:prstGeom>
        </p:spPr>
      </p:pic>
      <p:sp>
        <p:nvSpPr>
          <p:cNvPr id="8" name="Media Placeholder 8">
            <a:extLst>
              <a:ext uri="{FF2B5EF4-FFF2-40B4-BE49-F238E27FC236}">
                <a16:creationId xmlns:a16="http://schemas.microsoft.com/office/drawing/2014/main" id="{F312437F-7809-0AAA-2C7B-8774A55DF303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71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 descr="A close-up of a pink sign&#10;&#10;Description automatically generated">
            <a:extLst>
              <a:ext uri="{FF2B5EF4-FFF2-40B4-BE49-F238E27FC236}">
                <a16:creationId xmlns:a16="http://schemas.microsoft.com/office/drawing/2014/main" id="{6BAA6382-4CD1-57C8-5CE1-796DB9D5EA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90078" y="136525"/>
            <a:ext cx="1501922" cy="645454"/>
          </a:xfrm>
          <a:prstGeom prst="rect">
            <a:avLst/>
          </a:prstGeom>
        </p:spPr>
      </p:pic>
      <p:sp>
        <p:nvSpPr>
          <p:cNvPr id="7" name="Media Placeholder 8">
            <a:extLst>
              <a:ext uri="{FF2B5EF4-FFF2-40B4-BE49-F238E27FC236}">
                <a16:creationId xmlns:a16="http://schemas.microsoft.com/office/drawing/2014/main" id="{E4E89A89-3CFD-194C-3963-C8547EE8F89F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76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 descr="A pink background with a cartoon character&#10;&#10;Description automatically generated">
            <a:extLst>
              <a:ext uri="{FF2B5EF4-FFF2-40B4-BE49-F238E27FC236}">
                <a16:creationId xmlns:a16="http://schemas.microsoft.com/office/drawing/2014/main" id="{471E7CCF-06E5-C5ED-10F1-3AADDF1B29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14904" y="136525"/>
            <a:ext cx="1477096" cy="608216"/>
          </a:xfrm>
          <a:prstGeom prst="rect">
            <a:avLst/>
          </a:prstGeom>
        </p:spPr>
      </p:pic>
      <p:sp>
        <p:nvSpPr>
          <p:cNvPr id="7" name="Media Placeholder 8">
            <a:extLst>
              <a:ext uri="{FF2B5EF4-FFF2-40B4-BE49-F238E27FC236}">
                <a16:creationId xmlns:a16="http://schemas.microsoft.com/office/drawing/2014/main" id="{537CE4E2-4EA9-23E1-026D-E9644C05F12F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756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I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 descr="A green background with black text&#10;&#10;Description automatically generated">
            <a:extLst>
              <a:ext uri="{FF2B5EF4-FFF2-40B4-BE49-F238E27FC236}">
                <a16:creationId xmlns:a16="http://schemas.microsoft.com/office/drawing/2014/main" id="{0B5E4881-D395-D820-8C55-3FE63D4D97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14905" y="136525"/>
            <a:ext cx="1477095" cy="614422"/>
          </a:xfrm>
          <a:prstGeom prst="rect">
            <a:avLst/>
          </a:prstGeom>
        </p:spPr>
      </p:pic>
      <p:sp>
        <p:nvSpPr>
          <p:cNvPr id="7" name="Media Placeholder 8">
            <a:extLst>
              <a:ext uri="{FF2B5EF4-FFF2-40B4-BE49-F238E27FC236}">
                <a16:creationId xmlns:a16="http://schemas.microsoft.com/office/drawing/2014/main" id="{F7EB1FDF-CC20-386A-D505-4F002F47DE9C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247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 Do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-up of a card&#10;&#10;Description automatically generated">
            <a:extLst>
              <a:ext uri="{FF2B5EF4-FFF2-40B4-BE49-F238E27FC236}">
                <a16:creationId xmlns:a16="http://schemas.microsoft.com/office/drawing/2014/main" id="{A27BF2D0-CE5F-8C02-9C76-B79D759336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74211" y="136525"/>
            <a:ext cx="1359177" cy="67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50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-up of a pink sign&#10;&#10;Description automatically generated">
            <a:extLst>
              <a:ext uri="{FF2B5EF4-FFF2-40B4-BE49-F238E27FC236}">
                <a16:creationId xmlns:a16="http://schemas.microsoft.com/office/drawing/2014/main" id="{6BAA6382-4CD1-57C8-5CE1-796DB9D5EA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90078" y="136525"/>
            <a:ext cx="1501922" cy="645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574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nk background with a cartoon character&#10;&#10;Description automatically generated">
            <a:extLst>
              <a:ext uri="{FF2B5EF4-FFF2-40B4-BE49-F238E27FC236}">
                <a16:creationId xmlns:a16="http://schemas.microsoft.com/office/drawing/2014/main" id="{471E7CCF-06E5-C5ED-10F1-3AADDF1B29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14904" y="136525"/>
            <a:ext cx="1477096" cy="60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295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Ind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green background with black text&#10;&#10;Description automatically generated">
            <a:extLst>
              <a:ext uri="{FF2B5EF4-FFF2-40B4-BE49-F238E27FC236}">
                <a16:creationId xmlns:a16="http://schemas.microsoft.com/office/drawing/2014/main" id="{0B5E4881-D395-D820-8C55-3FE63D4D97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14905" y="136525"/>
            <a:ext cx="1477095" cy="6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919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Twinkl Cursive Looped Light" panose="02000000000000000000" pitchFamily="2" charset="77"/>
              </a:defRPr>
            </a:lvl1pPr>
          </a:lstStyle>
          <a:p>
            <a:fld id="{846CE7D5-CF57-46EF-B807-FDD0502418D4}" type="datetimeFigureOut">
              <a:rPr lang="en-GB" smtClean="0"/>
              <a:pPr/>
              <a:t>12/07/2026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Twinkl Cursive Looped Light" panose="02000000000000000000" pitchFamily="2" charset="77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Twinkl Cursive Looped Light" panose="02000000000000000000" pitchFamily="2" charset="77"/>
              </a:defRPr>
            </a:lvl1pPr>
          </a:lstStyle>
          <a:p>
            <a:fld id="{330EA680-D336-4FF7-8B7A-9848BB0A1C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1677E68B-BB67-F80C-9274-EFB7DAA5AA1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  <a:latin typeface="Twinkl Cursive Looped Light" panose="02000000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8" r:id="rId2"/>
    <p:sldLayoutId id="2147483689" r:id="rId3"/>
    <p:sldLayoutId id="2147483690" r:id="rId4"/>
    <p:sldLayoutId id="2147483691" r:id="rId5"/>
    <p:sldLayoutId id="2147483672" r:id="rId6"/>
    <p:sldLayoutId id="2147483692" r:id="rId7"/>
    <p:sldLayoutId id="2147483693" r:id="rId8"/>
    <p:sldLayoutId id="2147483694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winkl Cursive Looped Light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69612"/>
          </a:xfrm>
        </p:spPr>
        <p:txBody>
          <a:bodyPr/>
          <a:lstStyle/>
          <a:p>
            <a:r>
              <a:rPr lang="en-GB" dirty="0">
                <a:latin typeface="Twinkl Cursive Looped Light" panose="02000000000000000000" pitchFamily="2" charset="77"/>
              </a:rPr>
              <a:t>Recap – Quiz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AB61A-0E8A-C903-8F9C-ECF6A8E4A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1394"/>
            <a:ext cx="10515600" cy="5225170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What are the three main states of matter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  <a:sym typeface="Wingdings" pitchFamily="2" charset="2"/>
              </a:rPr>
              <a:t> Solid, liquid, gas</a:t>
            </a:r>
          </a:p>
          <a:p>
            <a:pPr marL="0" indent="0">
              <a:buNone/>
            </a:pPr>
            <a:endParaRPr lang="en-GB" dirty="0">
              <a:sym typeface="Wingdings" pitchFamily="2" charset="2"/>
            </a:endParaRPr>
          </a:p>
          <a:p>
            <a:pPr marL="514350" indent="-514350">
              <a:buFont typeface="+mj-lt"/>
              <a:buAutoNum type="arabicPeriod" startAt="2"/>
            </a:pPr>
            <a:r>
              <a:rPr lang="en-GB" dirty="0">
                <a:sym typeface="Wingdings" pitchFamily="2" charset="2"/>
              </a:rPr>
              <a:t>In which state of matter are the molecules completely free to move?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  <a:sym typeface="Wingdings" pitchFamily="2" charset="2"/>
              </a:rPr>
              <a:t> gas</a:t>
            </a:r>
          </a:p>
          <a:p>
            <a:pPr marL="0" indent="0">
              <a:buNone/>
            </a:pPr>
            <a:endParaRPr lang="en-GB" dirty="0">
              <a:sym typeface="Wingdings" pitchFamily="2" charset="2"/>
            </a:endParaRPr>
          </a:p>
          <a:p>
            <a:pPr marL="514350" indent="-514350">
              <a:buFont typeface="+mj-lt"/>
              <a:buAutoNum type="arabicPeriod" startAt="3"/>
            </a:pPr>
            <a:r>
              <a:rPr lang="en-GB" dirty="0">
                <a:sym typeface="Wingdings" pitchFamily="2" charset="2"/>
              </a:rPr>
              <a:t>True or false: sand is a liquid because you can pour it into a container.</a:t>
            </a:r>
          </a:p>
          <a:p>
            <a:pPr>
              <a:buFont typeface="Wingdings" pitchFamily="2" charset="2"/>
              <a:buChar char="à"/>
            </a:pPr>
            <a:r>
              <a:rPr lang="en-GB" b="1" dirty="0">
                <a:solidFill>
                  <a:srgbClr val="00B050"/>
                </a:solidFill>
                <a:sym typeface="Wingdings" pitchFamily="2" charset="2"/>
              </a:rPr>
              <a:t>False, sand is a solid.  In each grain the particles are tightly packed together.</a:t>
            </a:r>
          </a:p>
          <a:p>
            <a:pPr>
              <a:buFont typeface="Wingdings" pitchFamily="2" charset="2"/>
              <a:buChar char="à"/>
            </a:pPr>
            <a:endParaRPr lang="en-GB" dirty="0">
              <a:sym typeface="Wingdings" pitchFamily="2" charset="2"/>
            </a:endParaRPr>
          </a:p>
          <a:p>
            <a:pPr marL="514350" indent="-514350">
              <a:buFont typeface="+mj-lt"/>
              <a:buAutoNum type="arabicPeriod" startAt="4"/>
            </a:pPr>
            <a:r>
              <a:rPr lang="en-GB" dirty="0">
                <a:sym typeface="Wingdings" pitchFamily="2" charset="2"/>
              </a:rPr>
              <a:t>At room temperature, which state of matter is honey? Why.</a:t>
            </a:r>
          </a:p>
          <a:p>
            <a:pPr>
              <a:buFont typeface="Wingdings" pitchFamily="2" charset="2"/>
              <a:buChar char="à"/>
            </a:pPr>
            <a:r>
              <a:rPr lang="en-GB" b="1" dirty="0">
                <a:solidFill>
                  <a:srgbClr val="00B050"/>
                </a:solidFill>
                <a:sym typeface="Wingdings" pitchFamily="2" charset="2"/>
              </a:rPr>
              <a:t>Liquid. The molecules in honey can slide over each other to take the shape of the available space.</a:t>
            </a:r>
          </a:p>
          <a:p>
            <a:pPr>
              <a:buFont typeface="Wingdings" pitchFamily="2" charset="2"/>
              <a:buChar char="à"/>
            </a:pPr>
            <a:endParaRPr lang="en-GB" dirty="0">
              <a:sym typeface="Wingdings" pitchFamily="2" charset="2"/>
            </a:endParaRPr>
          </a:p>
          <a:p>
            <a:pPr marL="514350" indent="-514350">
              <a:buFont typeface="+mj-lt"/>
              <a:buAutoNum type="arabicPeriod" startAt="5"/>
            </a:pPr>
            <a:r>
              <a:rPr lang="en-GB" dirty="0">
                <a:sym typeface="Wingdings" pitchFamily="2" charset="2"/>
              </a:rPr>
              <a:t>True or Fale: steam is a liquid.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  <a:sym typeface="Wingdings" pitchFamily="2" charset="2"/>
              </a:rPr>
              <a:t></a:t>
            </a:r>
            <a:r>
              <a:rPr lang="en-GB" b="1" dirty="0">
                <a:sym typeface="Wingdings" pitchFamily="2" charset="2"/>
              </a:rPr>
              <a:t> </a:t>
            </a:r>
            <a:r>
              <a:rPr lang="en-GB" b="1" dirty="0">
                <a:solidFill>
                  <a:srgbClr val="00B050"/>
                </a:solidFill>
                <a:sym typeface="Wingdings" pitchFamily="2" charset="2"/>
              </a:rPr>
              <a:t>False, steam (water vapour) is a gas.  It occurs when water is heated to allow it to become a gas which has free moving particles.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3D4B68-E932-D4CB-00AD-D3707FDEE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6751" y="906137"/>
            <a:ext cx="1434098" cy="15174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71695694772F44B387615DF8DED97F" ma:contentTypeVersion="16" ma:contentTypeDescription="Create a new document." ma:contentTypeScope="" ma:versionID="6b988a150421d80c99f84aa2bfb3de38">
  <xsd:schema xmlns:xsd="http://www.w3.org/2001/XMLSchema" xmlns:xs="http://www.w3.org/2001/XMLSchema" xmlns:p="http://schemas.microsoft.com/office/2006/metadata/properties" xmlns:ns2="9e6dd442-da5e-411e-833f-0fee7dcd7819" xmlns:ns3="4848fd07-94db-4308-8950-9cb0e230b958" targetNamespace="http://schemas.microsoft.com/office/2006/metadata/properties" ma:root="true" ma:fieldsID="0840e1ae8104f568f88bbc0ee80d0ce2" ns2:_="" ns3:_="">
    <xsd:import namespace="9e6dd442-da5e-411e-833f-0fee7dcd7819"/>
    <xsd:import namespace="4848fd07-94db-4308-8950-9cb0e230b9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6dd442-da5e-411e-833f-0fee7dcd78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3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d08261e-ebf2-489e-9cf5-3c5ddf1ef5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48fd07-94db-4308-8950-9cb0e230b95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0903c9d-9125-4551-886d-abbd3fd64318}" ma:internalName="TaxCatchAll" ma:showField="CatchAllData" ma:web="4848fd07-94db-4308-8950-9cb0e230b9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e6dd442-da5e-411e-833f-0fee7dcd7819">
      <Terms xmlns="http://schemas.microsoft.com/office/infopath/2007/PartnerControls"/>
    </lcf76f155ced4ddcb4097134ff3c332f>
    <TaxCatchAll xmlns="4848fd07-94db-4308-8950-9cb0e230b958" xsi:nil="true"/>
  </documentManagement>
</p:properties>
</file>

<file path=customXml/itemProps1.xml><?xml version="1.0" encoding="utf-8"?>
<ds:datastoreItem xmlns:ds="http://schemas.openxmlformats.org/officeDocument/2006/customXml" ds:itemID="{D5DAA8BE-58F3-4479-9D07-1138F6F9B2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1CF23B6-F760-44EA-841A-02E82FD4F5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6dd442-da5e-411e-833f-0fee7dcd7819"/>
    <ds:schemaRef ds:uri="4848fd07-94db-4308-8950-9cb0e230b9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624A8A7-1B6C-42DA-8F71-2EF4CDBD651B}">
  <ds:schemaRefs>
    <ds:schemaRef ds:uri="http://purl.org/dc/terms/"/>
    <ds:schemaRef ds:uri="http://purl.org/dc/elements/1.1/"/>
    <ds:schemaRef ds:uri="9e6dd442-da5e-411e-833f-0fee7dcd7819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4848fd07-94db-4308-8950-9cb0e230b95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</TotalTime>
  <Words>140</Words>
  <Application>Microsoft Macintosh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Twinkl Cursive Looped Light</vt:lpstr>
      <vt:lpstr>Wingdings</vt:lpstr>
      <vt:lpstr>office theme</vt:lpstr>
      <vt:lpstr>Recap – Quiz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innes mclean</cp:lastModifiedBy>
  <cp:revision>11</cp:revision>
  <cp:lastPrinted>2026-03-10T10:00:11Z</cp:lastPrinted>
  <dcterms:created xsi:type="dcterms:W3CDTF">2025-03-06T13:15:34Z</dcterms:created>
  <dcterms:modified xsi:type="dcterms:W3CDTF">2026-07-12T11:23:34Z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0x010100AC71695694772F44B387615DF8DED97F</vt:lpwstr>
  </property>
  <property fmtid="{D5CDD505-2E9C-101B-9397-08002B2CF9AE}" pid="3" name="MediaServiceImageTags">
    <vt:lpwstr/>
  </property>
</Properties>
</file>