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3.xml" ContentType="application/vnd.openxmlformats-officedocument.them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4.xml" ContentType="application/vnd.openxmlformats-officedocument.them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theme/theme5.xml" ContentType="application/vnd.openxmlformats-officedocument.them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4" r:id="rId4"/>
    <p:sldMasterId id="2147483772" r:id="rId5"/>
    <p:sldMasterId id="2147483676" r:id="rId6"/>
    <p:sldMasterId id="2147483688" r:id="rId7"/>
    <p:sldMasterId id="2147483788" r:id="rId8"/>
    <p:sldMasterId id="2147483770" r:id="rId9"/>
  </p:sldMasterIdLst>
  <p:notesMasterIdLst>
    <p:notesMasterId r:id="rId23"/>
  </p:notesMasterIdLst>
  <p:sldIdLst>
    <p:sldId id="255" r:id="rId28"/>
    <p:sldId id="256" r:id="rId10"/>
    <p:sldId id="257" r:id="rId11"/>
    <p:sldId id="258" r:id="rId12"/>
    <p:sldId id="259" r:id="rId13"/>
    <p:sldId id="260" r:id="rId14"/>
    <p:sldId id="261" r:id="rId15"/>
    <p:sldId id="262" r:id="rId17"/>
    <p:sldId id="263" r:id="rId16"/>
    <p:sldId id="264" r:id="rId18"/>
    <p:sldId id="265" r:id="rId19"/>
    <p:sldId id="266" r:id="rId20"/>
    <p:sldId id="267" r:id="rId21"/>
    <p:sldId id="26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ources" id="{154E198E-0130-A84B-84B2-A60C971BA2A2}">
          <p14:sldIdLst>
            <p14:sldId id="256"/>
            <p14:sldId id="257"/>
            <p14:sldId id="258"/>
            <p14:sldId id="259"/>
          </p14:sldIdLst>
        </p14:section>
        <p14:section name="Slide Deck" id="{66BEB757-3A3E-994B-8B52-AC6FEC5ACC75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FFEEB0"/>
    <a:srgbClr val="4574C4"/>
    <a:srgbClr val="BDD7EF"/>
    <a:srgbClr val="DDEAF8"/>
    <a:srgbClr val="FFEC9F"/>
    <a:srgbClr val="FFF3CC"/>
    <a:srgbClr val="61CCF5"/>
    <a:srgbClr val="B1B1FF"/>
    <a:srgbClr val="FDD6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02" d="100"/>
          <a:sy n="102" d="100"/>
        </p:scale>
        <p:origin x="192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2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7.xml"/><Relationship Id="rId20" Type="http://schemas.openxmlformats.org/officeDocument/2006/relationships/slide" Target="slides/slide1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2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6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tableStyles" Target="tableStyles.xml"/><Relationship Id="rId28" Type="http://schemas.openxmlformats.org/officeDocument/2006/relationships/slide" Target="slides/slide1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C5AC37F-2C6E-4F08-971B-2D4300BA0034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B5B0CF34-2600-46D6-8B75-017CF5458D58}">
      <dgm:prSet phldrT="[Text]"/>
      <dgm:spPr>
        <a:solidFill>
          <a:schemeClr val="accent6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gm:t>
    </dgm:pt>
    <dgm:pt modelId="{8EC2EF94-344F-4799-9CA8-1A1F582701C0}" type="parTrans" cxnId="{23C53151-7C63-46A6-8D7C-3E82E4668D54}">
      <dgm:prSet/>
      <dgm:spPr/>
      <dgm:t>
        <a:bodyPr/>
        <a:lstStyle/>
        <a:p>
          <a:endParaRPr lang="en-GB"/>
        </a:p>
      </dgm:t>
    </dgm:pt>
    <dgm:pt modelId="{80B188ED-24EC-4712-B77C-110F40C0ED93}" type="sibTrans" cxnId="{23C53151-7C63-46A6-8D7C-3E82E4668D54}">
      <dgm:prSet/>
      <dgm:spPr/>
      <dgm:t>
        <a:bodyPr/>
        <a:lstStyle/>
        <a:p>
          <a:endParaRPr lang="en-GB"/>
        </a:p>
      </dgm:t>
    </dgm:pt>
    <dgm:pt modelId="{6BE5B492-07D4-4024-8274-68C45B6A01EC}">
      <dgm:prSet phldrT="[Text]"/>
      <dgm:spPr>
        <a:solidFill>
          <a:schemeClr val="accent5">
            <a:lumMod val="60000"/>
            <a:lumOff val="40000"/>
          </a:schemeClr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gm:t>
    </dgm:pt>
    <dgm:pt modelId="{914C4660-F68B-413A-96D3-70B654E45E7F}" type="sibTrans" cxnId="{F03D0886-7F16-4B56-BE53-FE717A304979}">
      <dgm:prSet/>
      <dgm:spPr/>
      <dgm:t>
        <a:bodyPr/>
        <a:lstStyle/>
        <a:p>
          <a:endParaRPr lang="en-GB"/>
        </a:p>
      </dgm:t>
    </dgm:pt>
    <dgm:pt modelId="{52DBB1B4-6CB6-4C9D-945F-0D8DE9763D0F}" type="parTrans" cxnId="{F03D0886-7F16-4B56-BE53-FE717A304979}">
      <dgm:prSet/>
      <dgm:spPr/>
      <dgm:t>
        <a:bodyPr/>
        <a:lstStyle/>
        <a:p>
          <a:endParaRPr lang="en-GB"/>
        </a:p>
      </dgm:t>
    </dgm:pt>
    <dgm:pt modelId="{DF4AA65E-26A4-4C26-9976-F0B2CD677D3B}">
      <dgm:prSet phldrT="[Text]"/>
      <dgm:spPr>
        <a:solidFill>
          <a:srgbClr val="FFF19F"/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gm:t>
    </dgm:pt>
    <dgm:pt modelId="{A0458991-E933-48EB-9B54-19732A7D7CA3}" type="sibTrans" cxnId="{7D27582D-FC83-463C-BF8D-BEFDC51CD80B}">
      <dgm:prSet/>
      <dgm:spPr/>
      <dgm:t>
        <a:bodyPr/>
        <a:lstStyle/>
        <a:p>
          <a:endParaRPr lang="en-GB"/>
        </a:p>
      </dgm:t>
    </dgm:pt>
    <dgm:pt modelId="{F758932D-5E81-4976-91DD-442B238EDEEF}" type="parTrans" cxnId="{7D27582D-FC83-463C-BF8D-BEFDC51CD80B}">
      <dgm:prSet/>
      <dgm:spPr/>
      <dgm:t>
        <a:bodyPr/>
        <a:lstStyle/>
        <a:p>
          <a:endParaRPr lang="en-GB"/>
        </a:p>
      </dgm:t>
    </dgm:pt>
    <dgm:pt modelId="{13AFCDED-7AD5-4452-9162-2C438199E2AE}">
      <dgm:prSet phldrT="[Text]"/>
      <dgm:spPr>
        <a:solidFill>
          <a:schemeClr val="accent2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gm:t>
    </dgm:pt>
    <dgm:pt modelId="{DB82C7AA-28CC-4ABF-AC85-10CB06920A1C}" type="sibTrans" cxnId="{3B5A05B0-2F81-4BE3-A6D3-18881B342EF7}">
      <dgm:prSet/>
      <dgm:spPr/>
      <dgm:t>
        <a:bodyPr/>
        <a:lstStyle/>
        <a:p>
          <a:endParaRPr lang="en-GB"/>
        </a:p>
      </dgm:t>
    </dgm:pt>
    <dgm:pt modelId="{C6738539-F672-4339-942F-EAA32586076E}" type="parTrans" cxnId="{3B5A05B0-2F81-4BE3-A6D3-18881B342EF7}">
      <dgm:prSet/>
      <dgm:spPr/>
      <dgm:t>
        <a:bodyPr/>
        <a:lstStyle/>
        <a:p>
          <a:endParaRPr lang="en-GB"/>
        </a:p>
      </dgm:t>
    </dgm:pt>
    <dgm:pt modelId="{33EE0DAD-9CE8-F74D-9817-24DC087009A6}">
      <dgm:prSet/>
      <dgm:spPr>
        <a:solidFill>
          <a:schemeClr val="accent4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r>
            <a:rPr lang="en-GB" b="0" i="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b="0" i="0">
            <a:solidFill>
              <a:schemeClr val="tx1"/>
            </a:solidFill>
            <a:latin typeface="Twinkl Cursive Looped" panose="02000000000000000000" pitchFamily="2" charset="77"/>
          </a:endParaRPr>
        </a:p>
      </dgm:t>
    </dgm:pt>
    <dgm:pt modelId="{D1DCB249-DF8A-3044-A43E-1536098E913D}" type="sibTrans" cxnId="{DEB8C310-02F0-B248-AB26-9D1A246E7955}">
      <dgm:prSet/>
      <dgm:spPr/>
      <dgm:t>
        <a:bodyPr/>
        <a:lstStyle/>
        <a:p>
          <a:endParaRPr lang="en-GB"/>
        </a:p>
      </dgm:t>
    </dgm:pt>
    <dgm:pt modelId="{9B63A272-D067-804C-96EB-FFA65D6078C6}" type="parTrans" cxnId="{DEB8C310-02F0-B248-AB26-9D1A246E7955}">
      <dgm:prSet/>
      <dgm:spPr/>
      <dgm:t>
        <a:bodyPr/>
        <a:lstStyle/>
        <a:p>
          <a:endParaRPr lang="en-GB"/>
        </a:p>
      </dgm:t>
    </dgm:pt>
    <dgm:pt modelId="{CC6E1910-1D0B-4841-86F4-9AF0761816CF}" type="pres">
      <dgm:prSet presAssocID="{AC5AC37F-2C6E-4F08-971B-2D4300BA0034}" presName="compositeShape" presStyleCnt="0">
        <dgm:presLayoutVars>
          <dgm:chMax val="7"/>
          <dgm:dir/>
          <dgm:resizeHandles val="exact"/>
        </dgm:presLayoutVars>
      </dgm:prSet>
      <dgm:spPr/>
    </dgm:pt>
    <dgm:pt modelId="{89DC922F-024C-4BDD-AD61-6C4C1382FADE}" type="pres">
      <dgm:prSet presAssocID="{AC5AC37F-2C6E-4F08-971B-2D4300BA0034}" presName="wedge1" presStyleLbl="node1" presStyleIdx="0" presStyleCnt="5" custLinFactNeighborX="-3576" custLinFactNeighborY="4948"/>
      <dgm:spPr/>
    </dgm:pt>
    <dgm:pt modelId="{A1532AD7-411D-468B-B691-71FBDCBC8036}" type="pres">
      <dgm:prSet presAssocID="{AC5AC37F-2C6E-4F08-971B-2D4300BA0034}" presName="wedge1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58936AA0-0B89-4645-91A0-8B9B41F948F1}" type="pres">
      <dgm:prSet presAssocID="{AC5AC37F-2C6E-4F08-971B-2D4300BA0034}" presName="wedge2" presStyleLbl="node1" presStyleIdx="1" presStyleCnt="5"/>
      <dgm:spPr/>
    </dgm:pt>
    <dgm:pt modelId="{2D3B47F9-EF16-4F9D-A4FA-DB899BED48F4}" type="pres">
      <dgm:prSet presAssocID="{AC5AC37F-2C6E-4F08-971B-2D4300BA0034}" presName="wedge2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C516C106-8C6B-4887-B149-4E05A1C61FC6}" type="pres">
      <dgm:prSet presAssocID="{AC5AC37F-2C6E-4F08-971B-2D4300BA0034}" presName="wedge3" presStyleLbl="node1" presStyleIdx="2" presStyleCnt="5"/>
      <dgm:spPr/>
    </dgm:pt>
    <dgm:pt modelId="{181C802E-1803-4BC1-9915-6FB92EEAA124}" type="pres">
      <dgm:prSet presAssocID="{AC5AC37F-2C6E-4F08-971B-2D4300BA0034}" presName="wedge3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28F0A0C-9743-4573-A759-3902FE3CBCFF}" type="pres">
      <dgm:prSet presAssocID="{AC5AC37F-2C6E-4F08-971B-2D4300BA0034}" presName="wedge4" presStyleLbl="node1" presStyleIdx="3" presStyleCnt="5"/>
      <dgm:spPr/>
    </dgm:pt>
    <dgm:pt modelId="{014FD06A-D5A0-4D65-A35E-080C058D5EB3}" type="pres">
      <dgm:prSet presAssocID="{AC5AC37F-2C6E-4F08-971B-2D4300BA0034}" presName="wedge4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CFA47686-B03D-4440-9C22-9202162782D0}" type="pres">
      <dgm:prSet presAssocID="{AC5AC37F-2C6E-4F08-971B-2D4300BA0034}" presName="wedge5" presStyleLbl="node1" presStyleIdx="4" presStyleCnt="5"/>
      <dgm:spPr/>
    </dgm:pt>
    <dgm:pt modelId="{A74B7F9D-4AA6-1147-8A67-D67F75D183AB}" type="pres">
      <dgm:prSet presAssocID="{AC5AC37F-2C6E-4F08-971B-2D4300BA0034}" presName="wedge5Tx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FC3FAF08-79B3-7B4D-B83A-F7451EB4EC25}" type="presOf" srcId="{33EE0DAD-9CE8-F74D-9817-24DC087009A6}" destId="{CFA47686-B03D-4440-9C22-9202162782D0}" srcOrd="0" destOrd="0" presId="urn:microsoft.com/office/officeart/2005/8/layout/chart3"/>
    <dgm:cxn modelId="{DEB8C310-02F0-B248-AB26-9D1A246E7955}" srcId="{AC5AC37F-2C6E-4F08-971B-2D4300BA0034}" destId="{33EE0DAD-9CE8-F74D-9817-24DC087009A6}" srcOrd="4" destOrd="0" parTransId="{9B63A272-D067-804C-96EB-FFA65D6078C6}" sibTransId="{D1DCB249-DF8A-3044-A43E-1536098E913D}"/>
    <dgm:cxn modelId="{80952827-00F7-4588-8F4A-DF4A6235A95F}" type="presOf" srcId="{6BE5B492-07D4-4024-8274-68C45B6A01EC}" destId="{2D3B47F9-EF16-4F9D-A4FA-DB899BED48F4}" srcOrd="1" destOrd="0" presId="urn:microsoft.com/office/officeart/2005/8/layout/chart3"/>
    <dgm:cxn modelId="{7D27582D-FC83-463C-BF8D-BEFDC51CD80B}" srcId="{AC5AC37F-2C6E-4F08-971B-2D4300BA0034}" destId="{DF4AA65E-26A4-4C26-9976-F0B2CD677D3B}" srcOrd="2" destOrd="0" parTransId="{F758932D-5E81-4976-91DD-442B238EDEEF}" sibTransId="{A0458991-E933-48EB-9B54-19732A7D7CA3}"/>
    <dgm:cxn modelId="{1A18AA3E-19E4-4CC8-978C-86A145AFB6E6}" type="presOf" srcId="{AC5AC37F-2C6E-4F08-971B-2D4300BA0034}" destId="{CC6E1910-1D0B-4841-86F4-9AF0761816CF}" srcOrd="0" destOrd="0" presId="urn:microsoft.com/office/officeart/2005/8/layout/chart3"/>
    <dgm:cxn modelId="{12DC0D49-3520-4715-A55C-C71CA8A4B9BF}" type="presOf" srcId="{13AFCDED-7AD5-4452-9162-2C438199E2AE}" destId="{014FD06A-D5A0-4D65-A35E-080C058D5EB3}" srcOrd="1" destOrd="0" presId="urn:microsoft.com/office/officeart/2005/8/layout/chart3"/>
    <dgm:cxn modelId="{23C53151-7C63-46A6-8D7C-3E82E4668D54}" srcId="{AC5AC37F-2C6E-4F08-971B-2D4300BA0034}" destId="{B5B0CF34-2600-46D6-8B75-017CF5458D58}" srcOrd="0" destOrd="0" parTransId="{8EC2EF94-344F-4799-9CA8-1A1F582701C0}" sibTransId="{80B188ED-24EC-4712-B77C-110F40C0ED93}"/>
    <dgm:cxn modelId="{79F6A75A-1D6D-4ED9-9775-C45057AEE72F}" type="presOf" srcId="{B5B0CF34-2600-46D6-8B75-017CF5458D58}" destId="{A1532AD7-411D-468B-B691-71FBDCBC8036}" srcOrd="1" destOrd="0" presId="urn:microsoft.com/office/officeart/2005/8/layout/chart3"/>
    <dgm:cxn modelId="{F03D0886-7F16-4B56-BE53-FE717A304979}" srcId="{AC5AC37F-2C6E-4F08-971B-2D4300BA0034}" destId="{6BE5B492-07D4-4024-8274-68C45B6A01EC}" srcOrd="1" destOrd="0" parTransId="{52DBB1B4-6CB6-4C9D-945F-0D8DE9763D0F}" sibTransId="{914C4660-F68B-413A-96D3-70B654E45E7F}"/>
    <dgm:cxn modelId="{5C7E5598-5072-4096-AF48-07A4F3E92492}" type="presOf" srcId="{B5B0CF34-2600-46D6-8B75-017CF5458D58}" destId="{89DC922F-024C-4BDD-AD61-6C4C1382FADE}" srcOrd="0" destOrd="0" presId="urn:microsoft.com/office/officeart/2005/8/layout/chart3"/>
    <dgm:cxn modelId="{6C59329B-41E2-4E94-803D-70368A937400}" type="presOf" srcId="{DF4AA65E-26A4-4C26-9976-F0B2CD677D3B}" destId="{181C802E-1803-4BC1-9915-6FB92EEAA124}" srcOrd="1" destOrd="0" presId="urn:microsoft.com/office/officeart/2005/8/layout/chart3"/>
    <dgm:cxn modelId="{D562F4A7-8FF9-4C06-B7C8-EA0241F1FD1D}" type="presOf" srcId="{13AFCDED-7AD5-4452-9162-2C438199E2AE}" destId="{A28F0A0C-9743-4573-A759-3902FE3CBCFF}" srcOrd="0" destOrd="0" presId="urn:microsoft.com/office/officeart/2005/8/layout/chart3"/>
    <dgm:cxn modelId="{3B5A05B0-2F81-4BE3-A6D3-18881B342EF7}" srcId="{AC5AC37F-2C6E-4F08-971B-2D4300BA0034}" destId="{13AFCDED-7AD5-4452-9162-2C438199E2AE}" srcOrd="3" destOrd="0" parTransId="{C6738539-F672-4339-942F-EAA32586076E}" sibTransId="{DB82C7AA-28CC-4ABF-AC85-10CB06920A1C}"/>
    <dgm:cxn modelId="{8EAC46C2-60D5-4387-8748-307CD39C649F}" type="presOf" srcId="{6BE5B492-07D4-4024-8274-68C45B6A01EC}" destId="{58936AA0-0B89-4645-91A0-8B9B41F948F1}" srcOrd="0" destOrd="0" presId="urn:microsoft.com/office/officeart/2005/8/layout/chart3"/>
    <dgm:cxn modelId="{B23615CD-CDB0-4BA3-BB8B-87B7B6432F73}" type="presOf" srcId="{DF4AA65E-26A4-4C26-9976-F0B2CD677D3B}" destId="{C516C106-8C6B-4887-B149-4E05A1C61FC6}" srcOrd="0" destOrd="0" presId="urn:microsoft.com/office/officeart/2005/8/layout/chart3"/>
    <dgm:cxn modelId="{1ABAAAFC-1B68-324E-8E00-C197FF47C8A8}" type="presOf" srcId="{33EE0DAD-9CE8-F74D-9817-24DC087009A6}" destId="{A74B7F9D-4AA6-1147-8A67-D67F75D183AB}" srcOrd="1" destOrd="0" presId="urn:microsoft.com/office/officeart/2005/8/layout/chart3"/>
    <dgm:cxn modelId="{F2C101A2-44A3-4E73-8D84-BD6EE80130A5}" type="presParOf" srcId="{CC6E1910-1D0B-4841-86F4-9AF0761816CF}" destId="{89DC922F-024C-4BDD-AD61-6C4C1382FADE}" srcOrd="0" destOrd="0" presId="urn:microsoft.com/office/officeart/2005/8/layout/chart3"/>
    <dgm:cxn modelId="{DD85FD61-08BA-4D19-8391-662506573E6D}" type="presParOf" srcId="{CC6E1910-1D0B-4841-86F4-9AF0761816CF}" destId="{A1532AD7-411D-468B-B691-71FBDCBC8036}" srcOrd="1" destOrd="0" presId="urn:microsoft.com/office/officeart/2005/8/layout/chart3"/>
    <dgm:cxn modelId="{7753B6B9-BC16-4DA2-865A-5442BF31852E}" type="presParOf" srcId="{CC6E1910-1D0B-4841-86F4-9AF0761816CF}" destId="{58936AA0-0B89-4645-91A0-8B9B41F948F1}" srcOrd="2" destOrd="0" presId="urn:microsoft.com/office/officeart/2005/8/layout/chart3"/>
    <dgm:cxn modelId="{3F59F893-F429-4E4D-AF8D-F86641293D87}" type="presParOf" srcId="{CC6E1910-1D0B-4841-86F4-9AF0761816CF}" destId="{2D3B47F9-EF16-4F9D-A4FA-DB899BED48F4}" srcOrd="3" destOrd="0" presId="urn:microsoft.com/office/officeart/2005/8/layout/chart3"/>
    <dgm:cxn modelId="{281F5C53-A513-48FE-82DF-A1E1AD8E6F82}" type="presParOf" srcId="{CC6E1910-1D0B-4841-86F4-9AF0761816CF}" destId="{C516C106-8C6B-4887-B149-4E05A1C61FC6}" srcOrd="4" destOrd="0" presId="urn:microsoft.com/office/officeart/2005/8/layout/chart3"/>
    <dgm:cxn modelId="{219E7A3A-875D-4817-B1ED-B717CACA18EF}" type="presParOf" srcId="{CC6E1910-1D0B-4841-86F4-9AF0761816CF}" destId="{181C802E-1803-4BC1-9915-6FB92EEAA124}" srcOrd="5" destOrd="0" presId="urn:microsoft.com/office/officeart/2005/8/layout/chart3"/>
    <dgm:cxn modelId="{BCE89248-2A1B-43AF-82BF-733902E657A2}" type="presParOf" srcId="{CC6E1910-1D0B-4841-86F4-9AF0761816CF}" destId="{A28F0A0C-9743-4573-A759-3902FE3CBCFF}" srcOrd="6" destOrd="0" presId="urn:microsoft.com/office/officeart/2005/8/layout/chart3"/>
    <dgm:cxn modelId="{95494642-BC9F-465E-8444-6F4809375C6E}" type="presParOf" srcId="{CC6E1910-1D0B-4841-86F4-9AF0761816CF}" destId="{014FD06A-D5A0-4D65-A35E-080C058D5EB3}" srcOrd="7" destOrd="0" presId="urn:microsoft.com/office/officeart/2005/8/layout/chart3"/>
    <dgm:cxn modelId="{51932E89-C8C3-634A-A7E6-6CF40CD6B5C4}" type="presParOf" srcId="{CC6E1910-1D0B-4841-86F4-9AF0761816CF}" destId="{CFA47686-B03D-4440-9C22-9202162782D0}" srcOrd="8" destOrd="0" presId="urn:microsoft.com/office/officeart/2005/8/layout/chart3"/>
    <dgm:cxn modelId="{BE496223-D79F-3246-8333-2A8050260AC8}" type="presParOf" srcId="{CC6E1910-1D0B-4841-86F4-9AF0761816CF}" destId="{A74B7F9D-4AA6-1147-8A67-D67F75D183AB}" srcOrd="9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C5AC37F-2C6E-4F08-971B-2D4300BA0034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B5B0CF34-2600-46D6-8B75-017CF5458D58}">
      <dgm:prSet phldrT="[Text]"/>
      <dgm:spPr>
        <a:solidFill>
          <a:schemeClr val="accent6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gm:t>
    </dgm:pt>
    <dgm:pt modelId="{8EC2EF94-344F-4799-9CA8-1A1F582701C0}" type="parTrans" cxnId="{23C53151-7C63-46A6-8D7C-3E82E4668D54}">
      <dgm:prSet/>
      <dgm:spPr/>
      <dgm:t>
        <a:bodyPr/>
        <a:lstStyle/>
        <a:p>
          <a:endParaRPr lang="en-GB"/>
        </a:p>
      </dgm:t>
    </dgm:pt>
    <dgm:pt modelId="{80B188ED-24EC-4712-B77C-110F40C0ED93}" type="sibTrans" cxnId="{23C53151-7C63-46A6-8D7C-3E82E4668D54}">
      <dgm:prSet/>
      <dgm:spPr/>
      <dgm:t>
        <a:bodyPr/>
        <a:lstStyle/>
        <a:p>
          <a:endParaRPr lang="en-GB"/>
        </a:p>
      </dgm:t>
    </dgm:pt>
    <dgm:pt modelId="{6BE5B492-07D4-4024-8274-68C45B6A01EC}">
      <dgm:prSet phldrT="[Text]"/>
      <dgm:spPr>
        <a:solidFill>
          <a:schemeClr val="accent5">
            <a:lumMod val="60000"/>
            <a:lumOff val="40000"/>
          </a:schemeClr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gm:t>
    </dgm:pt>
    <dgm:pt modelId="{914C4660-F68B-413A-96D3-70B654E45E7F}" type="sibTrans" cxnId="{F03D0886-7F16-4B56-BE53-FE717A304979}">
      <dgm:prSet/>
      <dgm:spPr/>
      <dgm:t>
        <a:bodyPr/>
        <a:lstStyle/>
        <a:p>
          <a:endParaRPr lang="en-GB"/>
        </a:p>
      </dgm:t>
    </dgm:pt>
    <dgm:pt modelId="{52DBB1B4-6CB6-4C9D-945F-0D8DE9763D0F}" type="parTrans" cxnId="{F03D0886-7F16-4B56-BE53-FE717A304979}">
      <dgm:prSet/>
      <dgm:spPr/>
      <dgm:t>
        <a:bodyPr/>
        <a:lstStyle/>
        <a:p>
          <a:endParaRPr lang="en-GB"/>
        </a:p>
      </dgm:t>
    </dgm:pt>
    <dgm:pt modelId="{DF4AA65E-26A4-4C26-9976-F0B2CD677D3B}">
      <dgm:prSet phldrT="[Text]"/>
      <dgm:spPr>
        <a:solidFill>
          <a:srgbClr val="FFF19F"/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gm:t>
    </dgm:pt>
    <dgm:pt modelId="{A0458991-E933-48EB-9B54-19732A7D7CA3}" type="sibTrans" cxnId="{7D27582D-FC83-463C-BF8D-BEFDC51CD80B}">
      <dgm:prSet/>
      <dgm:spPr/>
      <dgm:t>
        <a:bodyPr/>
        <a:lstStyle/>
        <a:p>
          <a:endParaRPr lang="en-GB"/>
        </a:p>
      </dgm:t>
    </dgm:pt>
    <dgm:pt modelId="{F758932D-5E81-4976-91DD-442B238EDEEF}" type="parTrans" cxnId="{7D27582D-FC83-463C-BF8D-BEFDC51CD80B}">
      <dgm:prSet/>
      <dgm:spPr/>
      <dgm:t>
        <a:bodyPr/>
        <a:lstStyle/>
        <a:p>
          <a:endParaRPr lang="en-GB"/>
        </a:p>
      </dgm:t>
    </dgm:pt>
    <dgm:pt modelId="{13AFCDED-7AD5-4452-9162-2C438199E2AE}">
      <dgm:prSet phldrT="[Text]"/>
      <dgm:spPr>
        <a:solidFill>
          <a:schemeClr val="accent2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gm:t>
    </dgm:pt>
    <dgm:pt modelId="{DB82C7AA-28CC-4ABF-AC85-10CB06920A1C}" type="sibTrans" cxnId="{3B5A05B0-2F81-4BE3-A6D3-18881B342EF7}">
      <dgm:prSet/>
      <dgm:spPr/>
      <dgm:t>
        <a:bodyPr/>
        <a:lstStyle/>
        <a:p>
          <a:endParaRPr lang="en-GB"/>
        </a:p>
      </dgm:t>
    </dgm:pt>
    <dgm:pt modelId="{C6738539-F672-4339-942F-EAA32586076E}" type="parTrans" cxnId="{3B5A05B0-2F81-4BE3-A6D3-18881B342EF7}">
      <dgm:prSet/>
      <dgm:spPr/>
      <dgm:t>
        <a:bodyPr/>
        <a:lstStyle/>
        <a:p>
          <a:endParaRPr lang="en-GB"/>
        </a:p>
      </dgm:t>
    </dgm:pt>
    <dgm:pt modelId="{33EE0DAD-9CE8-F74D-9817-24DC087009A6}">
      <dgm:prSet/>
      <dgm:spPr>
        <a:solidFill>
          <a:schemeClr val="accent4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r>
            <a:rPr lang="en-GB" b="0" i="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b="0" i="0">
            <a:solidFill>
              <a:schemeClr val="tx1"/>
            </a:solidFill>
            <a:latin typeface="Twinkl Cursive Looped" panose="02000000000000000000" pitchFamily="2" charset="77"/>
          </a:endParaRPr>
        </a:p>
      </dgm:t>
    </dgm:pt>
    <dgm:pt modelId="{D1DCB249-DF8A-3044-A43E-1536098E913D}" type="sibTrans" cxnId="{DEB8C310-02F0-B248-AB26-9D1A246E7955}">
      <dgm:prSet/>
      <dgm:spPr/>
      <dgm:t>
        <a:bodyPr/>
        <a:lstStyle/>
        <a:p>
          <a:endParaRPr lang="en-GB"/>
        </a:p>
      </dgm:t>
    </dgm:pt>
    <dgm:pt modelId="{9B63A272-D067-804C-96EB-FFA65D6078C6}" type="parTrans" cxnId="{DEB8C310-02F0-B248-AB26-9D1A246E7955}">
      <dgm:prSet/>
      <dgm:spPr/>
      <dgm:t>
        <a:bodyPr/>
        <a:lstStyle/>
        <a:p>
          <a:endParaRPr lang="en-GB"/>
        </a:p>
      </dgm:t>
    </dgm:pt>
    <dgm:pt modelId="{CC6E1910-1D0B-4841-86F4-9AF0761816CF}" type="pres">
      <dgm:prSet presAssocID="{AC5AC37F-2C6E-4F08-971B-2D4300BA0034}" presName="compositeShape" presStyleCnt="0">
        <dgm:presLayoutVars>
          <dgm:chMax val="7"/>
          <dgm:dir/>
          <dgm:resizeHandles val="exact"/>
        </dgm:presLayoutVars>
      </dgm:prSet>
      <dgm:spPr/>
    </dgm:pt>
    <dgm:pt modelId="{89DC922F-024C-4BDD-AD61-6C4C1382FADE}" type="pres">
      <dgm:prSet presAssocID="{AC5AC37F-2C6E-4F08-971B-2D4300BA0034}" presName="wedge1" presStyleLbl="node1" presStyleIdx="0" presStyleCnt="5" custLinFactNeighborX="-3576" custLinFactNeighborY="4948"/>
      <dgm:spPr/>
    </dgm:pt>
    <dgm:pt modelId="{A1532AD7-411D-468B-B691-71FBDCBC8036}" type="pres">
      <dgm:prSet presAssocID="{AC5AC37F-2C6E-4F08-971B-2D4300BA0034}" presName="wedge1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58936AA0-0B89-4645-91A0-8B9B41F948F1}" type="pres">
      <dgm:prSet presAssocID="{AC5AC37F-2C6E-4F08-971B-2D4300BA0034}" presName="wedge2" presStyleLbl="node1" presStyleIdx="1" presStyleCnt="5"/>
      <dgm:spPr/>
    </dgm:pt>
    <dgm:pt modelId="{2D3B47F9-EF16-4F9D-A4FA-DB899BED48F4}" type="pres">
      <dgm:prSet presAssocID="{AC5AC37F-2C6E-4F08-971B-2D4300BA0034}" presName="wedge2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C516C106-8C6B-4887-B149-4E05A1C61FC6}" type="pres">
      <dgm:prSet presAssocID="{AC5AC37F-2C6E-4F08-971B-2D4300BA0034}" presName="wedge3" presStyleLbl="node1" presStyleIdx="2" presStyleCnt="5"/>
      <dgm:spPr/>
    </dgm:pt>
    <dgm:pt modelId="{181C802E-1803-4BC1-9915-6FB92EEAA124}" type="pres">
      <dgm:prSet presAssocID="{AC5AC37F-2C6E-4F08-971B-2D4300BA0034}" presName="wedge3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28F0A0C-9743-4573-A759-3902FE3CBCFF}" type="pres">
      <dgm:prSet presAssocID="{AC5AC37F-2C6E-4F08-971B-2D4300BA0034}" presName="wedge4" presStyleLbl="node1" presStyleIdx="3" presStyleCnt="5"/>
      <dgm:spPr/>
    </dgm:pt>
    <dgm:pt modelId="{014FD06A-D5A0-4D65-A35E-080C058D5EB3}" type="pres">
      <dgm:prSet presAssocID="{AC5AC37F-2C6E-4F08-971B-2D4300BA0034}" presName="wedge4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CFA47686-B03D-4440-9C22-9202162782D0}" type="pres">
      <dgm:prSet presAssocID="{AC5AC37F-2C6E-4F08-971B-2D4300BA0034}" presName="wedge5" presStyleLbl="node1" presStyleIdx="4" presStyleCnt="5"/>
      <dgm:spPr/>
    </dgm:pt>
    <dgm:pt modelId="{A74B7F9D-4AA6-1147-8A67-D67F75D183AB}" type="pres">
      <dgm:prSet presAssocID="{AC5AC37F-2C6E-4F08-971B-2D4300BA0034}" presName="wedge5Tx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FC3FAF08-79B3-7B4D-B83A-F7451EB4EC25}" type="presOf" srcId="{33EE0DAD-9CE8-F74D-9817-24DC087009A6}" destId="{CFA47686-B03D-4440-9C22-9202162782D0}" srcOrd="0" destOrd="0" presId="urn:microsoft.com/office/officeart/2005/8/layout/chart3"/>
    <dgm:cxn modelId="{DEB8C310-02F0-B248-AB26-9D1A246E7955}" srcId="{AC5AC37F-2C6E-4F08-971B-2D4300BA0034}" destId="{33EE0DAD-9CE8-F74D-9817-24DC087009A6}" srcOrd="4" destOrd="0" parTransId="{9B63A272-D067-804C-96EB-FFA65D6078C6}" sibTransId="{D1DCB249-DF8A-3044-A43E-1536098E913D}"/>
    <dgm:cxn modelId="{80952827-00F7-4588-8F4A-DF4A6235A95F}" type="presOf" srcId="{6BE5B492-07D4-4024-8274-68C45B6A01EC}" destId="{2D3B47F9-EF16-4F9D-A4FA-DB899BED48F4}" srcOrd="1" destOrd="0" presId="urn:microsoft.com/office/officeart/2005/8/layout/chart3"/>
    <dgm:cxn modelId="{7D27582D-FC83-463C-BF8D-BEFDC51CD80B}" srcId="{AC5AC37F-2C6E-4F08-971B-2D4300BA0034}" destId="{DF4AA65E-26A4-4C26-9976-F0B2CD677D3B}" srcOrd="2" destOrd="0" parTransId="{F758932D-5E81-4976-91DD-442B238EDEEF}" sibTransId="{A0458991-E933-48EB-9B54-19732A7D7CA3}"/>
    <dgm:cxn modelId="{1A18AA3E-19E4-4CC8-978C-86A145AFB6E6}" type="presOf" srcId="{AC5AC37F-2C6E-4F08-971B-2D4300BA0034}" destId="{CC6E1910-1D0B-4841-86F4-9AF0761816CF}" srcOrd="0" destOrd="0" presId="urn:microsoft.com/office/officeart/2005/8/layout/chart3"/>
    <dgm:cxn modelId="{12DC0D49-3520-4715-A55C-C71CA8A4B9BF}" type="presOf" srcId="{13AFCDED-7AD5-4452-9162-2C438199E2AE}" destId="{014FD06A-D5A0-4D65-A35E-080C058D5EB3}" srcOrd="1" destOrd="0" presId="urn:microsoft.com/office/officeart/2005/8/layout/chart3"/>
    <dgm:cxn modelId="{23C53151-7C63-46A6-8D7C-3E82E4668D54}" srcId="{AC5AC37F-2C6E-4F08-971B-2D4300BA0034}" destId="{B5B0CF34-2600-46D6-8B75-017CF5458D58}" srcOrd="0" destOrd="0" parTransId="{8EC2EF94-344F-4799-9CA8-1A1F582701C0}" sibTransId="{80B188ED-24EC-4712-B77C-110F40C0ED93}"/>
    <dgm:cxn modelId="{79F6A75A-1D6D-4ED9-9775-C45057AEE72F}" type="presOf" srcId="{B5B0CF34-2600-46D6-8B75-017CF5458D58}" destId="{A1532AD7-411D-468B-B691-71FBDCBC8036}" srcOrd="1" destOrd="0" presId="urn:microsoft.com/office/officeart/2005/8/layout/chart3"/>
    <dgm:cxn modelId="{F03D0886-7F16-4B56-BE53-FE717A304979}" srcId="{AC5AC37F-2C6E-4F08-971B-2D4300BA0034}" destId="{6BE5B492-07D4-4024-8274-68C45B6A01EC}" srcOrd="1" destOrd="0" parTransId="{52DBB1B4-6CB6-4C9D-945F-0D8DE9763D0F}" sibTransId="{914C4660-F68B-413A-96D3-70B654E45E7F}"/>
    <dgm:cxn modelId="{5C7E5598-5072-4096-AF48-07A4F3E92492}" type="presOf" srcId="{B5B0CF34-2600-46D6-8B75-017CF5458D58}" destId="{89DC922F-024C-4BDD-AD61-6C4C1382FADE}" srcOrd="0" destOrd="0" presId="urn:microsoft.com/office/officeart/2005/8/layout/chart3"/>
    <dgm:cxn modelId="{6C59329B-41E2-4E94-803D-70368A937400}" type="presOf" srcId="{DF4AA65E-26A4-4C26-9976-F0B2CD677D3B}" destId="{181C802E-1803-4BC1-9915-6FB92EEAA124}" srcOrd="1" destOrd="0" presId="urn:microsoft.com/office/officeart/2005/8/layout/chart3"/>
    <dgm:cxn modelId="{D562F4A7-8FF9-4C06-B7C8-EA0241F1FD1D}" type="presOf" srcId="{13AFCDED-7AD5-4452-9162-2C438199E2AE}" destId="{A28F0A0C-9743-4573-A759-3902FE3CBCFF}" srcOrd="0" destOrd="0" presId="urn:microsoft.com/office/officeart/2005/8/layout/chart3"/>
    <dgm:cxn modelId="{3B5A05B0-2F81-4BE3-A6D3-18881B342EF7}" srcId="{AC5AC37F-2C6E-4F08-971B-2D4300BA0034}" destId="{13AFCDED-7AD5-4452-9162-2C438199E2AE}" srcOrd="3" destOrd="0" parTransId="{C6738539-F672-4339-942F-EAA32586076E}" sibTransId="{DB82C7AA-28CC-4ABF-AC85-10CB06920A1C}"/>
    <dgm:cxn modelId="{8EAC46C2-60D5-4387-8748-307CD39C649F}" type="presOf" srcId="{6BE5B492-07D4-4024-8274-68C45B6A01EC}" destId="{58936AA0-0B89-4645-91A0-8B9B41F948F1}" srcOrd="0" destOrd="0" presId="urn:microsoft.com/office/officeart/2005/8/layout/chart3"/>
    <dgm:cxn modelId="{B23615CD-CDB0-4BA3-BB8B-87B7B6432F73}" type="presOf" srcId="{DF4AA65E-26A4-4C26-9976-F0B2CD677D3B}" destId="{C516C106-8C6B-4887-B149-4E05A1C61FC6}" srcOrd="0" destOrd="0" presId="urn:microsoft.com/office/officeart/2005/8/layout/chart3"/>
    <dgm:cxn modelId="{1ABAAAFC-1B68-324E-8E00-C197FF47C8A8}" type="presOf" srcId="{33EE0DAD-9CE8-F74D-9817-24DC087009A6}" destId="{A74B7F9D-4AA6-1147-8A67-D67F75D183AB}" srcOrd="1" destOrd="0" presId="urn:microsoft.com/office/officeart/2005/8/layout/chart3"/>
    <dgm:cxn modelId="{F2C101A2-44A3-4E73-8D84-BD6EE80130A5}" type="presParOf" srcId="{CC6E1910-1D0B-4841-86F4-9AF0761816CF}" destId="{89DC922F-024C-4BDD-AD61-6C4C1382FADE}" srcOrd="0" destOrd="0" presId="urn:microsoft.com/office/officeart/2005/8/layout/chart3"/>
    <dgm:cxn modelId="{DD85FD61-08BA-4D19-8391-662506573E6D}" type="presParOf" srcId="{CC6E1910-1D0B-4841-86F4-9AF0761816CF}" destId="{A1532AD7-411D-468B-B691-71FBDCBC8036}" srcOrd="1" destOrd="0" presId="urn:microsoft.com/office/officeart/2005/8/layout/chart3"/>
    <dgm:cxn modelId="{7753B6B9-BC16-4DA2-865A-5442BF31852E}" type="presParOf" srcId="{CC6E1910-1D0B-4841-86F4-9AF0761816CF}" destId="{58936AA0-0B89-4645-91A0-8B9B41F948F1}" srcOrd="2" destOrd="0" presId="urn:microsoft.com/office/officeart/2005/8/layout/chart3"/>
    <dgm:cxn modelId="{3F59F893-F429-4E4D-AF8D-F86641293D87}" type="presParOf" srcId="{CC6E1910-1D0B-4841-86F4-9AF0761816CF}" destId="{2D3B47F9-EF16-4F9D-A4FA-DB899BED48F4}" srcOrd="3" destOrd="0" presId="urn:microsoft.com/office/officeart/2005/8/layout/chart3"/>
    <dgm:cxn modelId="{281F5C53-A513-48FE-82DF-A1E1AD8E6F82}" type="presParOf" srcId="{CC6E1910-1D0B-4841-86F4-9AF0761816CF}" destId="{C516C106-8C6B-4887-B149-4E05A1C61FC6}" srcOrd="4" destOrd="0" presId="urn:microsoft.com/office/officeart/2005/8/layout/chart3"/>
    <dgm:cxn modelId="{219E7A3A-875D-4817-B1ED-B717CACA18EF}" type="presParOf" srcId="{CC6E1910-1D0B-4841-86F4-9AF0761816CF}" destId="{181C802E-1803-4BC1-9915-6FB92EEAA124}" srcOrd="5" destOrd="0" presId="urn:microsoft.com/office/officeart/2005/8/layout/chart3"/>
    <dgm:cxn modelId="{BCE89248-2A1B-43AF-82BF-733902E657A2}" type="presParOf" srcId="{CC6E1910-1D0B-4841-86F4-9AF0761816CF}" destId="{A28F0A0C-9743-4573-A759-3902FE3CBCFF}" srcOrd="6" destOrd="0" presId="urn:microsoft.com/office/officeart/2005/8/layout/chart3"/>
    <dgm:cxn modelId="{95494642-BC9F-465E-8444-6F4809375C6E}" type="presParOf" srcId="{CC6E1910-1D0B-4841-86F4-9AF0761816CF}" destId="{014FD06A-D5A0-4D65-A35E-080C058D5EB3}" srcOrd="7" destOrd="0" presId="urn:microsoft.com/office/officeart/2005/8/layout/chart3"/>
    <dgm:cxn modelId="{51932E89-C8C3-634A-A7E6-6CF40CD6B5C4}" type="presParOf" srcId="{CC6E1910-1D0B-4841-86F4-9AF0761816CF}" destId="{CFA47686-B03D-4440-9C22-9202162782D0}" srcOrd="8" destOrd="0" presId="urn:microsoft.com/office/officeart/2005/8/layout/chart3"/>
    <dgm:cxn modelId="{BE496223-D79F-3246-8333-2A8050260AC8}" type="presParOf" srcId="{CC6E1910-1D0B-4841-86F4-9AF0761816CF}" destId="{A74B7F9D-4AA6-1147-8A67-D67F75D183AB}" srcOrd="9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C5AC37F-2C6E-4F08-971B-2D4300BA0034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B5B0CF34-2600-46D6-8B75-017CF5458D58}">
      <dgm:prSet phldrT="[Text]"/>
      <dgm:spPr>
        <a:solidFill>
          <a:schemeClr val="accent6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gm:t>
    </dgm:pt>
    <dgm:pt modelId="{8EC2EF94-344F-4799-9CA8-1A1F582701C0}" type="parTrans" cxnId="{23C53151-7C63-46A6-8D7C-3E82E4668D54}">
      <dgm:prSet/>
      <dgm:spPr/>
      <dgm:t>
        <a:bodyPr/>
        <a:lstStyle/>
        <a:p>
          <a:endParaRPr lang="en-GB"/>
        </a:p>
      </dgm:t>
    </dgm:pt>
    <dgm:pt modelId="{80B188ED-24EC-4712-B77C-110F40C0ED93}" type="sibTrans" cxnId="{23C53151-7C63-46A6-8D7C-3E82E4668D54}">
      <dgm:prSet/>
      <dgm:spPr/>
      <dgm:t>
        <a:bodyPr/>
        <a:lstStyle/>
        <a:p>
          <a:endParaRPr lang="en-GB"/>
        </a:p>
      </dgm:t>
    </dgm:pt>
    <dgm:pt modelId="{6BE5B492-07D4-4024-8274-68C45B6A01EC}">
      <dgm:prSet phldrT="[Text]"/>
      <dgm:spPr>
        <a:solidFill>
          <a:schemeClr val="accent5">
            <a:lumMod val="60000"/>
            <a:lumOff val="40000"/>
          </a:schemeClr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gm:t>
    </dgm:pt>
    <dgm:pt modelId="{914C4660-F68B-413A-96D3-70B654E45E7F}" type="sibTrans" cxnId="{F03D0886-7F16-4B56-BE53-FE717A304979}">
      <dgm:prSet/>
      <dgm:spPr/>
      <dgm:t>
        <a:bodyPr/>
        <a:lstStyle/>
        <a:p>
          <a:endParaRPr lang="en-GB"/>
        </a:p>
      </dgm:t>
    </dgm:pt>
    <dgm:pt modelId="{52DBB1B4-6CB6-4C9D-945F-0D8DE9763D0F}" type="parTrans" cxnId="{F03D0886-7F16-4B56-BE53-FE717A304979}">
      <dgm:prSet/>
      <dgm:spPr/>
      <dgm:t>
        <a:bodyPr/>
        <a:lstStyle/>
        <a:p>
          <a:endParaRPr lang="en-GB"/>
        </a:p>
      </dgm:t>
    </dgm:pt>
    <dgm:pt modelId="{DF4AA65E-26A4-4C26-9976-F0B2CD677D3B}">
      <dgm:prSet phldrT="[Text]"/>
      <dgm:spPr>
        <a:solidFill>
          <a:srgbClr val="FFF19F"/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gm:t>
    </dgm:pt>
    <dgm:pt modelId="{A0458991-E933-48EB-9B54-19732A7D7CA3}" type="sibTrans" cxnId="{7D27582D-FC83-463C-BF8D-BEFDC51CD80B}">
      <dgm:prSet/>
      <dgm:spPr/>
      <dgm:t>
        <a:bodyPr/>
        <a:lstStyle/>
        <a:p>
          <a:endParaRPr lang="en-GB"/>
        </a:p>
      </dgm:t>
    </dgm:pt>
    <dgm:pt modelId="{F758932D-5E81-4976-91DD-442B238EDEEF}" type="parTrans" cxnId="{7D27582D-FC83-463C-BF8D-BEFDC51CD80B}">
      <dgm:prSet/>
      <dgm:spPr/>
      <dgm:t>
        <a:bodyPr/>
        <a:lstStyle/>
        <a:p>
          <a:endParaRPr lang="en-GB"/>
        </a:p>
      </dgm:t>
    </dgm:pt>
    <dgm:pt modelId="{13AFCDED-7AD5-4452-9162-2C438199E2AE}">
      <dgm:prSet phldrT="[Text]"/>
      <dgm:spPr>
        <a:solidFill>
          <a:schemeClr val="accent2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gm:t>
    </dgm:pt>
    <dgm:pt modelId="{DB82C7AA-28CC-4ABF-AC85-10CB06920A1C}" type="sibTrans" cxnId="{3B5A05B0-2F81-4BE3-A6D3-18881B342EF7}">
      <dgm:prSet/>
      <dgm:spPr/>
      <dgm:t>
        <a:bodyPr/>
        <a:lstStyle/>
        <a:p>
          <a:endParaRPr lang="en-GB"/>
        </a:p>
      </dgm:t>
    </dgm:pt>
    <dgm:pt modelId="{C6738539-F672-4339-942F-EAA32586076E}" type="parTrans" cxnId="{3B5A05B0-2F81-4BE3-A6D3-18881B342EF7}">
      <dgm:prSet/>
      <dgm:spPr/>
      <dgm:t>
        <a:bodyPr/>
        <a:lstStyle/>
        <a:p>
          <a:endParaRPr lang="en-GB"/>
        </a:p>
      </dgm:t>
    </dgm:pt>
    <dgm:pt modelId="{33EE0DAD-9CE8-F74D-9817-24DC087009A6}">
      <dgm:prSet/>
      <dgm:spPr>
        <a:solidFill>
          <a:schemeClr val="accent4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r>
            <a:rPr lang="en-GB" b="0" i="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b="0" i="0">
            <a:solidFill>
              <a:schemeClr val="tx1"/>
            </a:solidFill>
            <a:latin typeface="Twinkl Cursive Looped" panose="02000000000000000000" pitchFamily="2" charset="77"/>
          </a:endParaRPr>
        </a:p>
      </dgm:t>
    </dgm:pt>
    <dgm:pt modelId="{D1DCB249-DF8A-3044-A43E-1536098E913D}" type="sibTrans" cxnId="{DEB8C310-02F0-B248-AB26-9D1A246E7955}">
      <dgm:prSet/>
      <dgm:spPr/>
      <dgm:t>
        <a:bodyPr/>
        <a:lstStyle/>
        <a:p>
          <a:endParaRPr lang="en-GB"/>
        </a:p>
      </dgm:t>
    </dgm:pt>
    <dgm:pt modelId="{9B63A272-D067-804C-96EB-FFA65D6078C6}" type="parTrans" cxnId="{DEB8C310-02F0-B248-AB26-9D1A246E7955}">
      <dgm:prSet/>
      <dgm:spPr/>
      <dgm:t>
        <a:bodyPr/>
        <a:lstStyle/>
        <a:p>
          <a:endParaRPr lang="en-GB"/>
        </a:p>
      </dgm:t>
    </dgm:pt>
    <dgm:pt modelId="{CC6E1910-1D0B-4841-86F4-9AF0761816CF}" type="pres">
      <dgm:prSet presAssocID="{AC5AC37F-2C6E-4F08-971B-2D4300BA0034}" presName="compositeShape" presStyleCnt="0">
        <dgm:presLayoutVars>
          <dgm:chMax val="7"/>
          <dgm:dir/>
          <dgm:resizeHandles val="exact"/>
        </dgm:presLayoutVars>
      </dgm:prSet>
      <dgm:spPr/>
    </dgm:pt>
    <dgm:pt modelId="{89DC922F-024C-4BDD-AD61-6C4C1382FADE}" type="pres">
      <dgm:prSet presAssocID="{AC5AC37F-2C6E-4F08-971B-2D4300BA0034}" presName="wedge1" presStyleLbl="node1" presStyleIdx="0" presStyleCnt="5" custLinFactNeighborX="-3576" custLinFactNeighborY="4948"/>
      <dgm:spPr/>
    </dgm:pt>
    <dgm:pt modelId="{A1532AD7-411D-468B-B691-71FBDCBC8036}" type="pres">
      <dgm:prSet presAssocID="{AC5AC37F-2C6E-4F08-971B-2D4300BA0034}" presName="wedge1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58936AA0-0B89-4645-91A0-8B9B41F948F1}" type="pres">
      <dgm:prSet presAssocID="{AC5AC37F-2C6E-4F08-971B-2D4300BA0034}" presName="wedge2" presStyleLbl="node1" presStyleIdx="1" presStyleCnt="5"/>
      <dgm:spPr/>
    </dgm:pt>
    <dgm:pt modelId="{2D3B47F9-EF16-4F9D-A4FA-DB899BED48F4}" type="pres">
      <dgm:prSet presAssocID="{AC5AC37F-2C6E-4F08-971B-2D4300BA0034}" presName="wedge2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C516C106-8C6B-4887-B149-4E05A1C61FC6}" type="pres">
      <dgm:prSet presAssocID="{AC5AC37F-2C6E-4F08-971B-2D4300BA0034}" presName="wedge3" presStyleLbl="node1" presStyleIdx="2" presStyleCnt="5"/>
      <dgm:spPr/>
    </dgm:pt>
    <dgm:pt modelId="{181C802E-1803-4BC1-9915-6FB92EEAA124}" type="pres">
      <dgm:prSet presAssocID="{AC5AC37F-2C6E-4F08-971B-2D4300BA0034}" presName="wedge3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28F0A0C-9743-4573-A759-3902FE3CBCFF}" type="pres">
      <dgm:prSet presAssocID="{AC5AC37F-2C6E-4F08-971B-2D4300BA0034}" presName="wedge4" presStyleLbl="node1" presStyleIdx="3" presStyleCnt="5"/>
      <dgm:spPr/>
    </dgm:pt>
    <dgm:pt modelId="{014FD06A-D5A0-4D65-A35E-080C058D5EB3}" type="pres">
      <dgm:prSet presAssocID="{AC5AC37F-2C6E-4F08-971B-2D4300BA0034}" presName="wedge4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CFA47686-B03D-4440-9C22-9202162782D0}" type="pres">
      <dgm:prSet presAssocID="{AC5AC37F-2C6E-4F08-971B-2D4300BA0034}" presName="wedge5" presStyleLbl="node1" presStyleIdx="4" presStyleCnt="5"/>
      <dgm:spPr/>
    </dgm:pt>
    <dgm:pt modelId="{A74B7F9D-4AA6-1147-8A67-D67F75D183AB}" type="pres">
      <dgm:prSet presAssocID="{AC5AC37F-2C6E-4F08-971B-2D4300BA0034}" presName="wedge5Tx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FC3FAF08-79B3-7B4D-B83A-F7451EB4EC25}" type="presOf" srcId="{33EE0DAD-9CE8-F74D-9817-24DC087009A6}" destId="{CFA47686-B03D-4440-9C22-9202162782D0}" srcOrd="0" destOrd="0" presId="urn:microsoft.com/office/officeart/2005/8/layout/chart3"/>
    <dgm:cxn modelId="{DEB8C310-02F0-B248-AB26-9D1A246E7955}" srcId="{AC5AC37F-2C6E-4F08-971B-2D4300BA0034}" destId="{33EE0DAD-9CE8-F74D-9817-24DC087009A6}" srcOrd="4" destOrd="0" parTransId="{9B63A272-D067-804C-96EB-FFA65D6078C6}" sibTransId="{D1DCB249-DF8A-3044-A43E-1536098E913D}"/>
    <dgm:cxn modelId="{80952827-00F7-4588-8F4A-DF4A6235A95F}" type="presOf" srcId="{6BE5B492-07D4-4024-8274-68C45B6A01EC}" destId="{2D3B47F9-EF16-4F9D-A4FA-DB899BED48F4}" srcOrd="1" destOrd="0" presId="urn:microsoft.com/office/officeart/2005/8/layout/chart3"/>
    <dgm:cxn modelId="{7D27582D-FC83-463C-BF8D-BEFDC51CD80B}" srcId="{AC5AC37F-2C6E-4F08-971B-2D4300BA0034}" destId="{DF4AA65E-26A4-4C26-9976-F0B2CD677D3B}" srcOrd="2" destOrd="0" parTransId="{F758932D-5E81-4976-91DD-442B238EDEEF}" sibTransId="{A0458991-E933-48EB-9B54-19732A7D7CA3}"/>
    <dgm:cxn modelId="{1A18AA3E-19E4-4CC8-978C-86A145AFB6E6}" type="presOf" srcId="{AC5AC37F-2C6E-4F08-971B-2D4300BA0034}" destId="{CC6E1910-1D0B-4841-86F4-9AF0761816CF}" srcOrd="0" destOrd="0" presId="urn:microsoft.com/office/officeart/2005/8/layout/chart3"/>
    <dgm:cxn modelId="{12DC0D49-3520-4715-A55C-C71CA8A4B9BF}" type="presOf" srcId="{13AFCDED-7AD5-4452-9162-2C438199E2AE}" destId="{014FD06A-D5A0-4D65-A35E-080C058D5EB3}" srcOrd="1" destOrd="0" presId="urn:microsoft.com/office/officeart/2005/8/layout/chart3"/>
    <dgm:cxn modelId="{23C53151-7C63-46A6-8D7C-3E82E4668D54}" srcId="{AC5AC37F-2C6E-4F08-971B-2D4300BA0034}" destId="{B5B0CF34-2600-46D6-8B75-017CF5458D58}" srcOrd="0" destOrd="0" parTransId="{8EC2EF94-344F-4799-9CA8-1A1F582701C0}" sibTransId="{80B188ED-24EC-4712-B77C-110F40C0ED93}"/>
    <dgm:cxn modelId="{79F6A75A-1D6D-4ED9-9775-C45057AEE72F}" type="presOf" srcId="{B5B0CF34-2600-46D6-8B75-017CF5458D58}" destId="{A1532AD7-411D-468B-B691-71FBDCBC8036}" srcOrd="1" destOrd="0" presId="urn:microsoft.com/office/officeart/2005/8/layout/chart3"/>
    <dgm:cxn modelId="{F03D0886-7F16-4B56-BE53-FE717A304979}" srcId="{AC5AC37F-2C6E-4F08-971B-2D4300BA0034}" destId="{6BE5B492-07D4-4024-8274-68C45B6A01EC}" srcOrd="1" destOrd="0" parTransId="{52DBB1B4-6CB6-4C9D-945F-0D8DE9763D0F}" sibTransId="{914C4660-F68B-413A-96D3-70B654E45E7F}"/>
    <dgm:cxn modelId="{5C7E5598-5072-4096-AF48-07A4F3E92492}" type="presOf" srcId="{B5B0CF34-2600-46D6-8B75-017CF5458D58}" destId="{89DC922F-024C-4BDD-AD61-6C4C1382FADE}" srcOrd="0" destOrd="0" presId="urn:microsoft.com/office/officeart/2005/8/layout/chart3"/>
    <dgm:cxn modelId="{6C59329B-41E2-4E94-803D-70368A937400}" type="presOf" srcId="{DF4AA65E-26A4-4C26-9976-F0B2CD677D3B}" destId="{181C802E-1803-4BC1-9915-6FB92EEAA124}" srcOrd="1" destOrd="0" presId="urn:microsoft.com/office/officeart/2005/8/layout/chart3"/>
    <dgm:cxn modelId="{D562F4A7-8FF9-4C06-B7C8-EA0241F1FD1D}" type="presOf" srcId="{13AFCDED-7AD5-4452-9162-2C438199E2AE}" destId="{A28F0A0C-9743-4573-A759-3902FE3CBCFF}" srcOrd="0" destOrd="0" presId="urn:microsoft.com/office/officeart/2005/8/layout/chart3"/>
    <dgm:cxn modelId="{3B5A05B0-2F81-4BE3-A6D3-18881B342EF7}" srcId="{AC5AC37F-2C6E-4F08-971B-2D4300BA0034}" destId="{13AFCDED-7AD5-4452-9162-2C438199E2AE}" srcOrd="3" destOrd="0" parTransId="{C6738539-F672-4339-942F-EAA32586076E}" sibTransId="{DB82C7AA-28CC-4ABF-AC85-10CB06920A1C}"/>
    <dgm:cxn modelId="{8EAC46C2-60D5-4387-8748-307CD39C649F}" type="presOf" srcId="{6BE5B492-07D4-4024-8274-68C45B6A01EC}" destId="{58936AA0-0B89-4645-91A0-8B9B41F948F1}" srcOrd="0" destOrd="0" presId="urn:microsoft.com/office/officeart/2005/8/layout/chart3"/>
    <dgm:cxn modelId="{B23615CD-CDB0-4BA3-BB8B-87B7B6432F73}" type="presOf" srcId="{DF4AA65E-26A4-4C26-9976-F0B2CD677D3B}" destId="{C516C106-8C6B-4887-B149-4E05A1C61FC6}" srcOrd="0" destOrd="0" presId="urn:microsoft.com/office/officeart/2005/8/layout/chart3"/>
    <dgm:cxn modelId="{1ABAAAFC-1B68-324E-8E00-C197FF47C8A8}" type="presOf" srcId="{33EE0DAD-9CE8-F74D-9817-24DC087009A6}" destId="{A74B7F9D-4AA6-1147-8A67-D67F75D183AB}" srcOrd="1" destOrd="0" presId="urn:microsoft.com/office/officeart/2005/8/layout/chart3"/>
    <dgm:cxn modelId="{F2C101A2-44A3-4E73-8D84-BD6EE80130A5}" type="presParOf" srcId="{CC6E1910-1D0B-4841-86F4-9AF0761816CF}" destId="{89DC922F-024C-4BDD-AD61-6C4C1382FADE}" srcOrd="0" destOrd="0" presId="urn:microsoft.com/office/officeart/2005/8/layout/chart3"/>
    <dgm:cxn modelId="{DD85FD61-08BA-4D19-8391-662506573E6D}" type="presParOf" srcId="{CC6E1910-1D0B-4841-86F4-9AF0761816CF}" destId="{A1532AD7-411D-468B-B691-71FBDCBC8036}" srcOrd="1" destOrd="0" presId="urn:microsoft.com/office/officeart/2005/8/layout/chart3"/>
    <dgm:cxn modelId="{7753B6B9-BC16-4DA2-865A-5442BF31852E}" type="presParOf" srcId="{CC6E1910-1D0B-4841-86F4-9AF0761816CF}" destId="{58936AA0-0B89-4645-91A0-8B9B41F948F1}" srcOrd="2" destOrd="0" presId="urn:microsoft.com/office/officeart/2005/8/layout/chart3"/>
    <dgm:cxn modelId="{3F59F893-F429-4E4D-AF8D-F86641293D87}" type="presParOf" srcId="{CC6E1910-1D0B-4841-86F4-9AF0761816CF}" destId="{2D3B47F9-EF16-4F9D-A4FA-DB899BED48F4}" srcOrd="3" destOrd="0" presId="urn:microsoft.com/office/officeart/2005/8/layout/chart3"/>
    <dgm:cxn modelId="{281F5C53-A513-48FE-82DF-A1E1AD8E6F82}" type="presParOf" srcId="{CC6E1910-1D0B-4841-86F4-9AF0761816CF}" destId="{C516C106-8C6B-4887-B149-4E05A1C61FC6}" srcOrd="4" destOrd="0" presId="urn:microsoft.com/office/officeart/2005/8/layout/chart3"/>
    <dgm:cxn modelId="{219E7A3A-875D-4817-B1ED-B717CACA18EF}" type="presParOf" srcId="{CC6E1910-1D0B-4841-86F4-9AF0761816CF}" destId="{181C802E-1803-4BC1-9915-6FB92EEAA124}" srcOrd="5" destOrd="0" presId="urn:microsoft.com/office/officeart/2005/8/layout/chart3"/>
    <dgm:cxn modelId="{BCE89248-2A1B-43AF-82BF-733902E657A2}" type="presParOf" srcId="{CC6E1910-1D0B-4841-86F4-9AF0761816CF}" destId="{A28F0A0C-9743-4573-A759-3902FE3CBCFF}" srcOrd="6" destOrd="0" presId="urn:microsoft.com/office/officeart/2005/8/layout/chart3"/>
    <dgm:cxn modelId="{95494642-BC9F-465E-8444-6F4809375C6E}" type="presParOf" srcId="{CC6E1910-1D0B-4841-86F4-9AF0761816CF}" destId="{014FD06A-D5A0-4D65-A35E-080C058D5EB3}" srcOrd="7" destOrd="0" presId="urn:microsoft.com/office/officeart/2005/8/layout/chart3"/>
    <dgm:cxn modelId="{51932E89-C8C3-634A-A7E6-6CF40CD6B5C4}" type="presParOf" srcId="{CC6E1910-1D0B-4841-86F4-9AF0761816CF}" destId="{CFA47686-B03D-4440-9C22-9202162782D0}" srcOrd="8" destOrd="0" presId="urn:microsoft.com/office/officeart/2005/8/layout/chart3"/>
    <dgm:cxn modelId="{BE496223-D79F-3246-8333-2A8050260AC8}" type="presParOf" srcId="{CC6E1910-1D0B-4841-86F4-9AF0761816CF}" destId="{A74B7F9D-4AA6-1147-8A67-D67F75D183AB}" srcOrd="9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C5AC37F-2C6E-4F08-971B-2D4300BA0034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B5B0CF34-2600-46D6-8B75-017CF5458D58}">
      <dgm:prSet phldrT="[Text]"/>
      <dgm:spPr>
        <a:solidFill>
          <a:schemeClr val="accent6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gm:t>
    </dgm:pt>
    <dgm:pt modelId="{8EC2EF94-344F-4799-9CA8-1A1F582701C0}" type="parTrans" cxnId="{23C53151-7C63-46A6-8D7C-3E82E4668D54}">
      <dgm:prSet/>
      <dgm:spPr/>
      <dgm:t>
        <a:bodyPr/>
        <a:lstStyle/>
        <a:p>
          <a:endParaRPr lang="en-GB"/>
        </a:p>
      </dgm:t>
    </dgm:pt>
    <dgm:pt modelId="{80B188ED-24EC-4712-B77C-110F40C0ED93}" type="sibTrans" cxnId="{23C53151-7C63-46A6-8D7C-3E82E4668D54}">
      <dgm:prSet/>
      <dgm:spPr/>
      <dgm:t>
        <a:bodyPr/>
        <a:lstStyle/>
        <a:p>
          <a:endParaRPr lang="en-GB"/>
        </a:p>
      </dgm:t>
    </dgm:pt>
    <dgm:pt modelId="{6BE5B492-07D4-4024-8274-68C45B6A01EC}">
      <dgm:prSet phldrT="[Text]"/>
      <dgm:spPr>
        <a:solidFill>
          <a:schemeClr val="accent5">
            <a:lumMod val="60000"/>
            <a:lumOff val="40000"/>
          </a:schemeClr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gm:t>
    </dgm:pt>
    <dgm:pt modelId="{914C4660-F68B-413A-96D3-70B654E45E7F}" type="sibTrans" cxnId="{F03D0886-7F16-4B56-BE53-FE717A304979}">
      <dgm:prSet/>
      <dgm:spPr/>
      <dgm:t>
        <a:bodyPr/>
        <a:lstStyle/>
        <a:p>
          <a:endParaRPr lang="en-GB"/>
        </a:p>
      </dgm:t>
    </dgm:pt>
    <dgm:pt modelId="{52DBB1B4-6CB6-4C9D-945F-0D8DE9763D0F}" type="parTrans" cxnId="{F03D0886-7F16-4B56-BE53-FE717A304979}">
      <dgm:prSet/>
      <dgm:spPr/>
      <dgm:t>
        <a:bodyPr/>
        <a:lstStyle/>
        <a:p>
          <a:endParaRPr lang="en-GB"/>
        </a:p>
      </dgm:t>
    </dgm:pt>
    <dgm:pt modelId="{DF4AA65E-26A4-4C26-9976-F0B2CD677D3B}">
      <dgm:prSet phldrT="[Text]"/>
      <dgm:spPr>
        <a:solidFill>
          <a:srgbClr val="FFF19F"/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gm:t>
    </dgm:pt>
    <dgm:pt modelId="{A0458991-E933-48EB-9B54-19732A7D7CA3}" type="sibTrans" cxnId="{7D27582D-FC83-463C-BF8D-BEFDC51CD80B}">
      <dgm:prSet/>
      <dgm:spPr/>
      <dgm:t>
        <a:bodyPr/>
        <a:lstStyle/>
        <a:p>
          <a:endParaRPr lang="en-GB"/>
        </a:p>
      </dgm:t>
    </dgm:pt>
    <dgm:pt modelId="{F758932D-5E81-4976-91DD-442B238EDEEF}" type="parTrans" cxnId="{7D27582D-FC83-463C-BF8D-BEFDC51CD80B}">
      <dgm:prSet/>
      <dgm:spPr/>
      <dgm:t>
        <a:bodyPr/>
        <a:lstStyle/>
        <a:p>
          <a:endParaRPr lang="en-GB"/>
        </a:p>
      </dgm:t>
    </dgm:pt>
    <dgm:pt modelId="{13AFCDED-7AD5-4452-9162-2C438199E2AE}">
      <dgm:prSet phldrT="[Text]"/>
      <dgm:spPr>
        <a:solidFill>
          <a:schemeClr val="accent2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gm:t>
    </dgm:pt>
    <dgm:pt modelId="{DB82C7AA-28CC-4ABF-AC85-10CB06920A1C}" type="sibTrans" cxnId="{3B5A05B0-2F81-4BE3-A6D3-18881B342EF7}">
      <dgm:prSet/>
      <dgm:spPr/>
      <dgm:t>
        <a:bodyPr/>
        <a:lstStyle/>
        <a:p>
          <a:endParaRPr lang="en-GB"/>
        </a:p>
      </dgm:t>
    </dgm:pt>
    <dgm:pt modelId="{C6738539-F672-4339-942F-EAA32586076E}" type="parTrans" cxnId="{3B5A05B0-2F81-4BE3-A6D3-18881B342EF7}">
      <dgm:prSet/>
      <dgm:spPr/>
      <dgm:t>
        <a:bodyPr/>
        <a:lstStyle/>
        <a:p>
          <a:endParaRPr lang="en-GB"/>
        </a:p>
      </dgm:t>
    </dgm:pt>
    <dgm:pt modelId="{33EE0DAD-9CE8-F74D-9817-24DC087009A6}">
      <dgm:prSet/>
      <dgm:spPr>
        <a:solidFill>
          <a:schemeClr val="accent4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r>
            <a:rPr lang="en-GB" b="0" i="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b="0" i="0">
            <a:solidFill>
              <a:schemeClr val="tx1"/>
            </a:solidFill>
            <a:latin typeface="Twinkl Cursive Looped" panose="02000000000000000000" pitchFamily="2" charset="77"/>
          </a:endParaRPr>
        </a:p>
      </dgm:t>
    </dgm:pt>
    <dgm:pt modelId="{D1DCB249-DF8A-3044-A43E-1536098E913D}" type="sibTrans" cxnId="{DEB8C310-02F0-B248-AB26-9D1A246E7955}">
      <dgm:prSet/>
      <dgm:spPr/>
      <dgm:t>
        <a:bodyPr/>
        <a:lstStyle/>
        <a:p>
          <a:endParaRPr lang="en-GB"/>
        </a:p>
      </dgm:t>
    </dgm:pt>
    <dgm:pt modelId="{9B63A272-D067-804C-96EB-FFA65D6078C6}" type="parTrans" cxnId="{DEB8C310-02F0-B248-AB26-9D1A246E7955}">
      <dgm:prSet/>
      <dgm:spPr/>
      <dgm:t>
        <a:bodyPr/>
        <a:lstStyle/>
        <a:p>
          <a:endParaRPr lang="en-GB"/>
        </a:p>
      </dgm:t>
    </dgm:pt>
    <dgm:pt modelId="{CC6E1910-1D0B-4841-86F4-9AF0761816CF}" type="pres">
      <dgm:prSet presAssocID="{AC5AC37F-2C6E-4F08-971B-2D4300BA0034}" presName="compositeShape" presStyleCnt="0">
        <dgm:presLayoutVars>
          <dgm:chMax val="7"/>
          <dgm:dir/>
          <dgm:resizeHandles val="exact"/>
        </dgm:presLayoutVars>
      </dgm:prSet>
      <dgm:spPr/>
    </dgm:pt>
    <dgm:pt modelId="{89DC922F-024C-4BDD-AD61-6C4C1382FADE}" type="pres">
      <dgm:prSet presAssocID="{AC5AC37F-2C6E-4F08-971B-2D4300BA0034}" presName="wedge1" presStyleLbl="node1" presStyleIdx="0" presStyleCnt="5" custLinFactNeighborX="-3576" custLinFactNeighborY="4948"/>
      <dgm:spPr/>
    </dgm:pt>
    <dgm:pt modelId="{A1532AD7-411D-468B-B691-71FBDCBC8036}" type="pres">
      <dgm:prSet presAssocID="{AC5AC37F-2C6E-4F08-971B-2D4300BA0034}" presName="wedge1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58936AA0-0B89-4645-91A0-8B9B41F948F1}" type="pres">
      <dgm:prSet presAssocID="{AC5AC37F-2C6E-4F08-971B-2D4300BA0034}" presName="wedge2" presStyleLbl="node1" presStyleIdx="1" presStyleCnt="5"/>
      <dgm:spPr/>
    </dgm:pt>
    <dgm:pt modelId="{2D3B47F9-EF16-4F9D-A4FA-DB899BED48F4}" type="pres">
      <dgm:prSet presAssocID="{AC5AC37F-2C6E-4F08-971B-2D4300BA0034}" presName="wedge2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C516C106-8C6B-4887-B149-4E05A1C61FC6}" type="pres">
      <dgm:prSet presAssocID="{AC5AC37F-2C6E-4F08-971B-2D4300BA0034}" presName="wedge3" presStyleLbl="node1" presStyleIdx="2" presStyleCnt="5"/>
      <dgm:spPr/>
    </dgm:pt>
    <dgm:pt modelId="{181C802E-1803-4BC1-9915-6FB92EEAA124}" type="pres">
      <dgm:prSet presAssocID="{AC5AC37F-2C6E-4F08-971B-2D4300BA0034}" presName="wedge3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28F0A0C-9743-4573-A759-3902FE3CBCFF}" type="pres">
      <dgm:prSet presAssocID="{AC5AC37F-2C6E-4F08-971B-2D4300BA0034}" presName="wedge4" presStyleLbl="node1" presStyleIdx="3" presStyleCnt="5"/>
      <dgm:spPr/>
    </dgm:pt>
    <dgm:pt modelId="{014FD06A-D5A0-4D65-A35E-080C058D5EB3}" type="pres">
      <dgm:prSet presAssocID="{AC5AC37F-2C6E-4F08-971B-2D4300BA0034}" presName="wedge4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CFA47686-B03D-4440-9C22-9202162782D0}" type="pres">
      <dgm:prSet presAssocID="{AC5AC37F-2C6E-4F08-971B-2D4300BA0034}" presName="wedge5" presStyleLbl="node1" presStyleIdx="4" presStyleCnt="5"/>
      <dgm:spPr/>
    </dgm:pt>
    <dgm:pt modelId="{A74B7F9D-4AA6-1147-8A67-D67F75D183AB}" type="pres">
      <dgm:prSet presAssocID="{AC5AC37F-2C6E-4F08-971B-2D4300BA0034}" presName="wedge5Tx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FC3FAF08-79B3-7B4D-B83A-F7451EB4EC25}" type="presOf" srcId="{33EE0DAD-9CE8-F74D-9817-24DC087009A6}" destId="{CFA47686-B03D-4440-9C22-9202162782D0}" srcOrd="0" destOrd="0" presId="urn:microsoft.com/office/officeart/2005/8/layout/chart3"/>
    <dgm:cxn modelId="{DEB8C310-02F0-B248-AB26-9D1A246E7955}" srcId="{AC5AC37F-2C6E-4F08-971B-2D4300BA0034}" destId="{33EE0DAD-9CE8-F74D-9817-24DC087009A6}" srcOrd="4" destOrd="0" parTransId="{9B63A272-D067-804C-96EB-FFA65D6078C6}" sibTransId="{D1DCB249-DF8A-3044-A43E-1536098E913D}"/>
    <dgm:cxn modelId="{80952827-00F7-4588-8F4A-DF4A6235A95F}" type="presOf" srcId="{6BE5B492-07D4-4024-8274-68C45B6A01EC}" destId="{2D3B47F9-EF16-4F9D-A4FA-DB899BED48F4}" srcOrd="1" destOrd="0" presId="urn:microsoft.com/office/officeart/2005/8/layout/chart3"/>
    <dgm:cxn modelId="{7D27582D-FC83-463C-BF8D-BEFDC51CD80B}" srcId="{AC5AC37F-2C6E-4F08-971B-2D4300BA0034}" destId="{DF4AA65E-26A4-4C26-9976-F0B2CD677D3B}" srcOrd="2" destOrd="0" parTransId="{F758932D-5E81-4976-91DD-442B238EDEEF}" sibTransId="{A0458991-E933-48EB-9B54-19732A7D7CA3}"/>
    <dgm:cxn modelId="{1A18AA3E-19E4-4CC8-978C-86A145AFB6E6}" type="presOf" srcId="{AC5AC37F-2C6E-4F08-971B-2D4300BA0034}" destId="{CC6E1910-1D0B-4841-86F4-9AF0761816CF}" srcOrd="0" destOrd="0" presId="urn:microsoft.com/office/officeart/2005/8/layout/chart3"/>
    <dgm:cxn modelId="{12DC0D49-3520-4715-A55C-C71CA8A4B9BF}" type="presOf" srcId="{13AFCDED-7AD5-4452-9162-2C438199E2AE}" destId="{014FD06A-D5A0-4D65-A35E-080C058D5EB3}" srcOrd="1" destOrd="0" presId="urn:microsoft.com/office/officeart/2005/8/layout/chart3"/>
    <dgm:cxn modelId="{23C53151-7C63-46A6-8D7C-3E82E4668D54}" srcId="{AC5AC37F-2C6E-4F08-971B-2D4300BA0034}" destId="{B5B0CF34-2600-46D6-8B75-017CF5458D58}" srcOrd="0" destOrd="0" parTransId="{8EC2EF94-344F-4799-9CA8-1A1F582701C0}" sibTransId="{80B188ED-24EC-4712-B77C-110F40C0ED93}"/>
    <dgm:cxn modelId="{79F6A75A-1D6D-4ED9-9775-C45057AEE72F}" type="presOf" srcId="{B5B0CF34-2600-46D6-8B75-017CF5458D58}" destId="{A1532AD7-411D-468B-B691-71FBDCBC8036}" srcOrd="1" destOrd="0" presId="urn:microsoft.com/office/officeart/2005/8/layout/chart3"/>
    <dgm:cxn modelId="{F03D0886-7F16-4B56-BE53-FE717A304979}" srcId="{AC5AC37F-2C6E-4F08-971B-2D4300BA0034}" destId="{6BE5B492-07D4-4024-8274-68C45B6A01EC}" srcOrd="1" destOrd="0" parTransId="{52DBB1B4-6CB6-4C9D-945F-0D8DE9763D0F}" sibTransId="{914C4660-F68B-413A-96D3-70B654E45E7F}"/>
    <dgm:cxn modelId="{5C7E5598-5072-4096-AF48-07A4F3E92492}" type="presOf" srcId="{B5B0CF34-2600-46D6-8B75-017CF5458D58}" destId="{89DC922F-024C-4BDD-AD61-6C4C1382FADE}" srcOrd="0" destOrd="0" presId="urn:microsoft.com/office/officeart/2005/8/layout/chart3"/>
    <dgm:cxn modelId="{6C59329B-41E2-4E94-803D-70368A937400}" type="presOf" srcId="{DF4AA65E-26A4-4C26-9976-F0B2CD677D3B}" destId="{181C802E-1803-4BC1-9915-6FB92EEAA124}" srcOrd="1" destOrd="0" presId="urn:microsoft.com/office/officeart/2005/8/layout/chart3"/>
    <dgm:cxn modelId="{D562F4A7-8FF9-4C06-B7C8-EA0241F1FD1D}" type="presOf" srcId="{13AFCDED-7AD5-4452-9162-2C438199E2AE}" destId="{A28F0A0C-9743-4573-A759-3902FE3CBCFF}" srcOrd="0" destOrd="0" presId="urn:microsoft.com/office/officeart/2005/8/layout/chart3"/>
    <dgm:cxn modelId="{3B5A05B0-2F81-4BE3-A6D3-18881B342EF7}" srcId="{AC5AC37F-2C6E-4F08-971B-2D4300BA0034}" destId="{13AFCDED-7AD5-4452-9162-2C438199E2AE}" srcOrd="3" destOrd="0" parTransId="{C6738539-F672-4339-942F-EAA32586076E}" sibTransId="{DB82C7AA-28CC-4ABF-AC85-10CB06920A1C}"/>
    <dgm:cxn modelId="{8EAC46C2-60D5-4387-8748-307CD39C649F}" type="presOf" srcId="{6BE5B492-07D4-4024-8274-68C45B6A01EC}" destId="{58936AA0-0B89-4645-91A0-8B9B41F948F1}" srcOrd="0" destOrd="0" presId="urn:microsoft.com/office/officeart/2005/8/layout/chart3"/>
    <dgm:cxn modelId="{B23615CD-CDB0-4BA3-BB8B-87B7B6432F73}" type="presOf" srcId="{DF4AA65E-26A4-4C26-9976-F0B2CD677D3B}" destId="{C516C106-8C6B-4887-B149-4E05A1C61FC6}" srcOrd="0" destOrd="0" presId="urn:microsoft.com/office/officeart/2005/8/layout/chart3"/>
    <dgm:cxn modelId="{1ABAAAFC-1B68-324E-8E00-C197FF47C8A8}" type="presOf" srcId="{33EE0DAD-9CE8-F74D-9817-24DC087009A6}" destId="{A74B7F9D-4AA6-1147-8A67-D67F75D183AB}" srcOrd="1" destOrd="0" presId="urn:microsoft.com/office/officeart/2005/8/layout/chart3"/>
    <dgm:cxn modelId="{F2C101A2-44A3-4E73-8D84-BD6EE80130A5}" type="presParOf" srcId="{CC6E1910-1D0B-4841-86F4-9AF0761816CF}" destId="{89DC922F-024C-4BDD-AD61-6C4C1382FADE}" srcOrd="0" destOrd="0" presId="urn:microsoft.com/office/officeart/2005/8/layout/chart3"/>
    <dgm:cxn modelId="{DD85FD61-08BA-4D19-8391-662506573E6D}" type="presParOf" srcId="{CC6E1910-1D0B-4841-86F4-9AF0761816CF}" destId="{A1532AD7-411D-468B-B691-71FBDCBC8036}" srcOrd="1" destOrd="0" presId="urn:microsoft.com/office/officeart/2005/8/layout/chart3"/>
    <dgm:cxn modelId="{7753B6B9-BC16-4DA2-865A-5442BF31852E}" type="presParOf" srcId="{CC6E1910-1D0B-4841-86F4-9AF0761816CF}" destId="{58936AA0-0B89-4645-91A0-8B9B41F948F1}" srcOrd="2" destOrd="0" presId="urn:microsoft.com/office/officeart/2005/8/layout/chart3"/>
    <dgm:cxn modelId="{3F59F893-F429-4E4D-AF8D-F86641293D87}" type="presParOf" srcId="{CC6E1910-1D0B-4841-86F4-9AF0761816CF}" destId="{2D3B47F9-EF16-4F9D-A4FA-DB899BED48F4}" srcOrd="3" destOrd="0" presId="urn:microsoft.com/office/officeart/2005/8/layout/chart3"/>
    <dgm:cxn modelId="{281F5C53-A513-48FE-82DF-A1E1AD8E6F82}" type="presParOf" srcId="{CC6E1910-1D0B-4841-86F4-9AF0761816CF}" destId="{C516C106-8C6B-4887-B149-4E05A1C61FC6}" srcOrd="4" destOrd="0" presId="urn:microsoft.com/office/officeart/2005/8/layout/chart3"/>
    <dgm:cxn modelId="{219E7A3A-875D-4817-B1ED-B717CACA18EF}" type="presParOf" srcId="{CC6E1910-1D0B-4841-86F4-9AF0761816CF}" destId="{181C802E-1803-4BC1-9915-6FB92EEAA124}" srcOrd="5" destOrd="0" presId="urn:microsoft.com/office/officeart/2005/8/layout/chart3"/>
    <dgm:cxn modelId="{BCE89248-2A1B-43AF-82BF-733902E657A2}" type="presParOf" srcId="{CC6E1910-1D0B-4841-86F4-9AF0761816CF}" destId="{A28F0A0C-9743-4573-A759-3902FE3CBCFF}" srcOrd="6" destOrd="0" presId="urn:microsoft.com/office/officeart/2005/8/layout/chart3"/>
    <dgm:cxn modelId="{95494642-BC9F-465E-8444-6F4809375C6E}" type="presParOf" srcId="{CC6E1910-1D0B-4841-86F4-9AF0761816CF}" destId="{014FD06A-D5A0-4D65-A35E-080C058D5EB3}" srcOrd="7" destOrd="0" presId="urn:microsoft.com/office/officeart/2005/8/layout/chart3"/>
    <dgm:cxn modelId="{51932E89-C8C3-634A-A7E6-6CF40CD6B5C4}" type="presParOf" srcId="{CC6E1910-1D0B-4841-86F4-9AF0761816CF}" destId="{CFA47686-B03D-4440-9C22-9202162782D0}" srcOrd="8" destOrd="0" presId="urn:microsoft.com/office/officeart/2005/8/layout/chart3"/>
    <dgm:cxn modelId="{BE496223-D79F-3246-8333-2A8050260AC8}" type="presParOf" srcId="{CC6E1910-1D0B-4841-86F4-9AF0761816CF}" destId="{A74B7F9D-4AA6-1147-8A67-D67F75D183AB}" srcOrd="9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C5AC37F-2C6E-4F08-971B-2D4300BA0034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B5B0CF34-2600-46D6-8B75-017CF5458D58}">
      <dgm:prSet phldrT="[Text]"/>
      <dgm:spPr>
        <a:solidFill>
          <a:schemeClr val="accent6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gm:t>
    </dgm:pt>
    <dgm:pt modelId="{8EC2EF94-344F-4799-9CA8-1A1F582701C0}" type="parTrans" cxnId="{23C53151-7C63-46A6-8D7C-3E82E4668D54}">
      <dgm:prSet/>
      <dgm:spPr/>
      <dgm:t>
        <a:bodyPr/>
        <a:lstStyle/>
        <a:p>
          <a:endParaRPr lang="en-GB"/>
        </a:p>
      </dgm:t>
    </dgm:pt>
    <dgm:pt modelId="{80B188ED-24EC-4712-B77C-110F40C0ED93}" type="sibTrans" cxnId="{23C53151-7C63-46A6-8D7C-3E82E4668D54}">
      <dgm:prSet/>
      <dgm:spPr/>
      <dgm:t>
        <a:bodyPr/>
        <a:lstStyle/>
        <a:p>
          <a:endParaRPr lang="en-GB"/>
        </a:p>
      </dgm:t>
    </dgm:pt>
    <dgm:pt modelId="{6BE5B492-07D4-4024-8274-68C45B6A01EC}">
      <dgm:prSet phldrT="[Text]"/>
      <dgm:spPr>
        <a:solidFill>
          <a:schemeClr val="accent5">
            <a:lumMod val="60000"/>
            <a:lumOff val="40000"/>
          </a:schemeClr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gm:t>
    </dgm:pt>
    <dgm:pt modelId="{914C4660-F68B-413A-96D3-70B654E45E7F}" type="sibTrans" cxnId="{F03D0886-7F16-4B56-BE53-FE717A304979}">
      <dgm:prSet/>
      <dgm:spPr/>
      <dgm:t>
        <a:bodyPr/>
        <a:lstStyle/>
        <a:p>
          <a:endParaRPr lang="en-GB"/>
        </a:p>
      </dgm:t>
    </dgm:pt>
    <dgm:pt modelId="{52DBB1B4-6CB6-4C9D-945F-0D8DE9763D0F}" type="parTrans" cxnId="{F03D0886-7F16-4B56-BE53-FE717A304979}">
      <dgm:prSet/>
      <dgm:spPr/>
      <dgm:t>
        <a:bodyPr/>
        <a:lstStyle/>
        <a:p>
          <a:endParaRPr lang="en-GB"/>
        </a:p>
      </dgm:t>
    </dgm:pt>
    <dgm:pt modelId="{DF4AA65E-26A4-4C26-9976-F0B2CD677D3B}">
      <dgm:prSet phldrT="[Text]"/>
      <dgm:spPr>
        <a:solidFill>
          <a:srgbClr val="FFF19F"/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gm:t>
    </dgm:pt>
    <dgm:pt modelId="{A0458991-E933-48EB-9B54-19732A7D7CA3}" type="sibTrans" cxnId="{7D27582D-FC83-463C-BF8D-BEFDC51CD80B}">
      <dgm:prSet/>
      <dgm:spPr/>
      <dgm:t>
        <a:bodyPr/>
        <a:lstStyle/>
        <a:p>
          <a:endParaRPr lang="en-GB"/>
        </a:p>
      </dgm:t>
    </dgm:pt>
    <dgm:pt modelId="{F758932D-5E81-4976-91DD-442B238EDEEF}" type="parTrans" cxnId="{7D27582D-FC83-463C-BF8D-BEFDC51CD80B}">
      <dgm:prSet/>
      <dgm:spPr/>
      <dgm:t>
        <a:bodyPr/>
        <a:lstStyle/>
        <a:p>
          <a:endParaRPr lang="en-GB"/>
        </a:p>
      </dgm:t>
    </dgm:pt>
    <dgm:pt modelId="{13AFCDED-7AD5-4452-9162-2C438199E2AE}">
      <dgm:prSet phldrT="[Text]"/>
      <dgm:spPr>
        <a:solidFill>
          <a:schemeClr val="accent2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gm:t>
    </dgm:pt>
    <dgm:pt modelId="{DB82C7AA-28CC-4ABF-AC85-10CB06920A1C}" type="sibTrans" cxnId="{3B5A05B0-2F81-4BE3-A6D3-18881B342EF7}">
      <dgm:prSet/>
      <dgm:spPr/>
      <dgm:t>
        <a:bodyPr/>
        <a:lstStyle/>
        <a:p>
          <a:endParaRPr lang="en-GB"/>
        </a:p>
      </dgm:t>
    </dgm:pt>
    <dgm:pt modelId="{C6738539-F672-4339-942F-EAA32586076E}" type="parTrans" cxnId="{3B5A05B0-2F81-4BE3-A6D3-18881B342EF7}">
      <dgm:prSet/>
      <dgm:spPr/>
      <dgm:t>
        <a:bodyPr/>
        <a:lstStyle/>
        <a:p>
          <a:endParaRPr lang="en-GB"/>
        </a:p>
      </dgm:t>
    </dgm:pt>
    <dgm:pt modelId="{33EE0DAD-9CE8-F74D-9817-24DC087009A6}">
      <dgm:prSet/>
      <dgm:spPr>
        <a:solidFill>
          <a:schemeClr val="accent4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r>
            <a:rPr lang="en-GB" b="0" i="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b="0" i="0">
            <a:solidFill>
              <a:schemeClr val="tx1"/>
            </a:solidFill>
            <a:latin typeface="Twinkl Cursive Looped" panose="02000000000000000000" pitchFamily="2" charset="77"/>
          </a:endParaRPr>
        </a:p>
      </dgm:t>
    </dgm:pt>
    <dgm:pt modelId="{D1DCB249-DF8A-3044-A43E-1536098E913D}" type="sibTrans" cxnId="{DEB8C310-02F0-B248-AB26-9D1A246E7955}">
      <dgm:prSet/>
      <dgm:spPr/>
      <dgm:t>
        <a:bodyPr/>
        <a:lstStyle/>
        <a:p>
          <a:endParaRPr lang="en-GB"/>
        </a:p>
      </dgm:t>
    </dgm:pt>
    <dgm:pt modelId="{9B63A272-D067-804C-96EB-FFA65D6078C6}" type="parTrans" cxnId="{DEB8C310-02F0-B248-AB26-9D1A246E7955}">
      <dgm:prSet/>
      <dgm:spPr/>
      <dgm:t>
        <a:bodyPr/>
        <a:lstStyle/>
        <a:p>
          <a:endParaRPr lang="en-GB"/>
        </a:p>
      </dgm:t>
    </dgm:pt>
    <dgm:pt modelId="{CC6E1910-1D0B-4841-86F4-9AF0761816CF}" type="pres">
      <dgm:prSet presAssocID="{AC5AC37F-2C6E-4F08-971B-2D4300BA0034}" presName="compositeShape" presStyleCnt="0">
        <dgm:presLayoutVars>
          <dgm:chMax val="7"/>
          <dgm:dir/>
          <dgm:resizeHandles val="exact"/>
        </dgm:presLayoutVars>
      </dgm:prSet>
      <dgm:spPr/>
    </dgm:pt>
    <dgm:pt modelId="{89DC922F-024C-4BDD-AD61-6C4C1382FADE}" type="pres">
      <dgm:prSet presAssocID="{AC5AC37F-2C6E-4F08-971B-2D4300BA0034}" presName="wedge1" presStyleLbl="node1" presStyleIdx="0" presStyleCnt="5" custLinFactNeighborX="-3576" custLinFactNeighborY="4948"/>
      <dgm:spPr/>
    </dgm:pt>
    <dgm:pt modelId="{A1532AD7-411D-468B-B691-71FBDCBC8036}" type="pres">
      <dgm:prSet presAssocID="{AC5AC37F-2C6E-4F08-971B-2D4300BA0034}" presName="wedge1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58936AA0-0B89-4645-91A0-8B9B41F948F1}" type="pres">
      <dgm:prSet presAssocID="{AC5AC37F-2C6E-4F08-971B-2D4300BA0034}" presName="wedge2" presStyleLbl="node1" presStyleIdx="1" presStyleCnt="5"/>
      <dgm:spPr/>
    </dgm:pt>
    <dgm:pt modelId="{2D3B47F9-EF16-4F9D-A4FA-DB899BED48F4}" type="pres">
      <dgm:prSet presAssocID="{AC5AC37F-2C6E-4F08-971B-2D4300BA0034}" presName="wedge2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C516C106-8C6B-4887-B149-4E05A1C61FC6}" type="pres">
      <dgm:prSet presAssocID="{AC5AC37F-2C6E-4F08-971B-2D4300BA0034}" presName="wedge3" presStyleLbl="node1" presStyleIdx="2" presStyleCnt="5"/>
      <dgm:spPr/>
    </dgm:pt>
    <dgm:pt modelId="{181C802E-1803-4BC1-9915-6FB92EEAA124}" type="pres">
      <dgm:prSet presAssocID="{AC5AC37F-2C6E-4F08-971B-2D4300BA0034}" presName="wedge3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28F0A0C-9743-4573-A759-3902FE3CBCFF}" type="pres">
      <dgm:prSet presAssocID="{AC5AC37F-2C6E-4F08-971B-2D4300BA0034}" presName="wedge4" presStyleLbl="node1" presStyleIdx="3" presStyleCnt="5"/>
      <dgm:spPr/>
    </dgm:pt>
    <dgm:pt modelId="{014FD06A-D5A0-4D65-A35E-080C058D5EB3}" type="pres">
      <dgm:prSet presAssocID="{AC5AC37F-2C6E-4F08-971B-2D4300BA0034}" presName="wedge4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CFA47686-B03D-4440-9C22-9202162782D0}" type="pres">
      <dgm:prSet presAssocID="{AC5AC37F-2C6E-4F08-971B-2D4300BA0034}" presName="wedge5" presStyleLbl="node1" presStyleIdx="4" presStyleCnt="5"/>
      <dgm:spPr/>
    </dgm:pt>
    <dgm:pt modelId="{A74B7F9D-4AA6-1147-8A67-D67F75D183AB}" type="pres">
      <dgm:prSet presAssocID="{AC5AC37F-2C6E-4F08-971B-2D4300BA0034}" presName="wedge5Tx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FC3FAF08-79B3-7B4D-B83A-F7451EB4EC25}" type="presOf" srcId="{33EE0DAD-9CE8-F74D-9817-24DC087009A6}" destId="{CFA47686-B03D-4440-9C22-9202162782D0}" srcOrd="0" destOrd="0" presId="urn:microsoft.com/office/officeart/2005/8/layout/chart3"/>
    <dgm:cxn modelId="{DEB8C310-02F0-B248-AB26-9D1A246E7955}" srcId="{AC5AC37F-2C6E-4F08-971B-2D4300BA0034}" destId="{33EE0DAD-9CE8-F74D-9817-24DC087009A6}" srcOrd="4" destOrd="0" parTransId="{9B63A272-D067-804C-96EB-FFA65D6078C6}" sibTransId="{D1DCB249-DF8A-3044-A43E-1536098E913D}"/>
    <dgm:cxn modelId="{80952827-00F7-4588-8F4A-DF4A6235A95F}" type="presOf" srcId="{6BE5B492-07D4-4024-8274-68C45B6A01EC}" destId="{2D3B47F9-EF16-4F9D-A4FA-DB899BED48F4}" srcOrd="1" destOrd="0" presId="urn:microsoft.com/office/officeart/2005/8/layout/chart3"/>
    <dgm:cxn modelId="{7D27582D-FC83-463C-BF8D-BEFDC51CD80B}" srcId="{AC5AC37F-2C6E-4F08-971B-2D4300BA0034}" destId="{DF4AA65E-26A4-4C26-9976-F0B2CD677D3B}" srcOrd="2" destOrd="0" parTransId="{F758932D-5E81-4976-91DD-442B238EDEEF}" sibTransId="{A0458991-E933-48EB-9B54-19732A7D7CA3}"/>
    <dgm:cxn modelId="{1A18AA3E-19E4-4CC8-978C-86A145AFB6E6}" type="presOf" srcId="{AC5AC37F-2C6E-4F08-971B-2D4300BA0034}" destId="{CC6E1910-1D0B-4841-86F4-9AF0761816CF}" srcOrd="0" destOrd="0" presId="urn:microsoft.com/office/officeart/2005/8/layout/chart3"/>
    <dgm:cxn modelId="{12DC0D49-3520-4715-A55C-C71CA8A4B9BF}" type="presOf" srcId="{13AFCDED-7AD5-4452-9162-2C438199E2AE}" destId="{014FD06A-D5A0-4D65-A35E-080C058D5EB3}" srcOrd="1" destOrd="0" presId="urn:microsoft.com/office/officeart/2005/8/layout/chart3"/>
    <dgm:cxn modelId="{23C53151-7C63-46A6-8D7C-3E82E4668D54}" srcId="{AC5AC37F-2C6E-4F08-971B-2D4300BA0034}" destId="{B5B0CF34-2600-46D6-8B75-017CF5458D58}" srcOrd="0" destOrd="0" parTransId="{8EC2EF94-344F-4799-9CA8-1A1F582701C0}" sibTransId="{80B188ED-24EC-4712-B77C-110F40C0ED93}"/>
    <dgm:cxn modelId="{79F6A75A-1D6D-4ED9-9775-C45057AEE72F}" type="presOf" srcId="{B5B0CF34-2600-46D6-8B75-017CF5458D58}" destId="{A1532AD7-411D-468B-B691-71FBDCBC8036}" srcOrd="1" destOrd="0" presId="urn:microsoft.com/office/officeart/2005/8/layout/chart3"/>
    <dgm:cxn modelId="{F03D0886-7F16-4B56-BE53-FE717A304979}" srcId="{AC5AC37F-2C6E-4F08-971B-2D4300BA0034}" destId="{6BE5B492-07D4-4024-8274-68C45B6A01EC}" srcOrd="1" destOrd="0" parTransId="{52DBB1B4-6CB6-4C9D-945F-0D8DE9763D0F}" sibTransId="{914C4660-F68B-413A-96D3-70B654E45E7F}"/>
    <dgm:cxn modelId="{5C7E5598-5072-4096-AF48-07A4F3E92492}" type="presOf" srcId="{B5B0CF34-2600-46D6-8B75-017CF5458D58}" destId="{89DC922F-024C-4BDD-AD61-6C4C1382FADE}" srcOrd="0" destOrd="0" presId="urn:microsoft.com/office/officeart/2005/8/layout/chart3"/>
    <dgm:cxn modelId="{6C59329B-41E2-4E94-803D-70368A937400}" type="presOf" srcId="{DF4AA65E-26A4-4C26-9976-F0B2CD677D3B}" destId="{181C802E-1803-4BC1-9915-6FB92EEAA124}" srcOrd="1" destOrd="0" presId="urn:microsoft.com/office/officeart/2005/8/layout/chart3"/>
    <dgm:cxn modelId="{D562F4A7-8FF9-4C06-B7C8-EA0241F1FD1D}" type="presOf" srcId="{13AFCDED-7AD5-4452-9162-2C438199E2AE}" destId="{A28F0A0C-9743-4573-A759-3902FE3CBCFF}" srcOrd="0" destOrd="0" presId="urn:microsoft.com/office/officeart/2005/8/layout/chart3"/>
    <dgm:cxn modelId="{3B5A05B0-2F81-4BE3-A6D3-18881B342EF7}" srcId="{AC5AC37F-2C6E-4F08-971B-2D4300BA0034}" destId="{13AFCDED-7AD5-4452-9162-2C438199E2AE}" srcOrd="3" destOrd="0" parTransId="{C6738539-F672-4339-942F-EAA32586076E}" sibTransId="{DB82C7AA-28CC-4ABF-AC85-10CB06920A1C}"/>
    <dgm:cxn modelId="{8EAC46C2-60D5-4387-8748-307CD39C649F}" type="presOf" srcId="{6BE5B492-07D4-4024-8274-68C45B6A01EC}" destId="{58936AA0-0B89-4645-91A0-8B9B41F948F1}" srcOrd="0" destOrd="0" presId="urn:microsoft.com/office/officeart/2005/8/layout/chart3"/>
    <dgm:cxn modelId="{B23615CD-CDB0-4BA3-BB8B-87B7B6432F73}" type="presOf" srcId="{DF4AA65E-26A4-4C26-9976-F0B2CD677D3B}" destId="{C516C106-8C6B-4887-B149-4E05A1C61FC6}" srcOrd="0" destOrd="0" presId="urn:microsoft.com/office/officeart/2005/8/layout/chart3"/>
    <dgm:cxn modelId="{1ABAAAFC-1B68-324E-8E00-C197FF47C8A8}" type="presOf" srcId="{33EE0DAD-9CE8-F74D-9817-24DC087009A6}" destId="{A74B7F9D-4AA6-1147-8A67-D67F75D183AB}" srcOrd="1" destOrd="0" presId="urn:microsoft.com/office/officeart/2005/8/layout/chart3"/>
    <dgm:cxn modelId="{F2C101A2-44A3-4E73-8D84-BD6EE80130A5}" type="presParOf" srcId="{CC6E1910-1D0B-4841-86F4-9AF0761816CF}" destId="{89DC922F-024C-4BDD-AD61-6C4C1382FADE}" srcOrd="0" destOrd="0" presId="urn:microsoft.com/office/officeart/2005/8/layout/chart3"/>
    <dgm:cxn modelId="{DD85FD61-08BA-4D19-8391-662506573E6D}" type="presParOf" srcId="{CC6E1910-1D0B-4841-86F4-9AF0761816CF}" destId="{A1532AD7-411D-468B-B691-71FBDCBC8036}" srcOrd="1" destOrd="0" presId="urn:microsoft.com/office/officeart/2005/8/layout/chart3"/>
    <dgm:cxn modelId="{7753B6B9-BC16-4DA2-865A-5442BF31852E}" type="presParOf" srcId="{CC6E1910-1D0B-4841-86F4-9AF0761816CF}" destId="{58936AA0-0B89-4645-91A0-8B9B41F948F1}" srcOrd="2" destOrd="0" presId="urn:microsoft.com/office/officeart/2005/8/layout/chart3"/>
    <dgm:cxn modelId="{3F59F893-F429-4E4D-AF8D-F86641293D87}" type="presParOf" srcId="{CC6E1910-1D0B-4841-86F4-9AF0761816CF}" destId="{2D3B47F9-EF16-4F9D-A4FA-DB899BED48F4}" srcOrd="3" destOrd="0" presId="urn:microsoft.com/office/officeart/2005/8/layout/chart3"/>
    <dgm:cxn modelId="{281F5C53-A513-48FE-82DF-A1E1AD8E6F82}" type="presParOf" srcId="{CC6E1910-1D0B-4841-86F4-9AF0761816CF}" destId="{C516C106-8C6B-4887-B149-4E05A1C61FC6}" srcOrd="4" destOrd="0" presId="urn:microsoft.com/office/officeart/2005/8/layout/chart3"/>
    <dgm:cxn modelId="{219E7A3A-875D-4817-B1ED-B717CACA18EF}" type="presParOf" srcId="{CC6E1910-1D0B-4841-86F4-9AF0761816CF}" destId="{181C802E-1803-4BC1-9915-6FB92EEAA124}" srcOrd="5" destOrd="0" presId="urn:microsoft.com/office/officeart/2005/8/layout/chart3"/>
    <dgm:cxn modelId="{BCE89248-2A1B-43AF-82BF-733902E657A2}" type="presParOf" srcId="{CC6E1910-1D0B-4841-86F4-9AF0761816CF}" destId="{A28F0A0C-9743-4573-A759-3902FE3CBCFF}" srcOrd="6" destOrd="0" presId="urn:microsoft.com/office/officeart/2005/8/layout/chart3"/>
    <dgm:cxn modelId="{95494642-BC9F-465E-8444-6F4809375C6E}" type="presParOf" srcId="{CC6E1910-1D0B-4841-86F4-9AF0761816CF}" destId="{014FD06A-D5A0-4D65-A35E-080C058D5EB3}" srcOrd="7" destOrd="0" presId="urn:microsoft.com/office/officeart/2005/8/layout/chart3"/>
    <dgm:cxn modelId="{51932E89-C8C3-634A-A7E6-6CF40CD6B5C4}" type="presParOf" srcId="{CC6E1910-1D0B-4841-86F4-9AF0761816CF}" destId="{CFA47686-B03D-4440-9C22-9202162782D0}" srcOrd="8" destOrd="0" presId="urn:microsoft.com/office/officeart/2005/8/layout/chart3"/>
    <dgm:cxn modelId="{BE496223-D79F-3246-8333-2A8050260AC8}" type="presParOf" srcId="{CC6E1910-1D0B-4841-86F4-9AF0761816CF}" destId="{A74B7F9D-4AA6-1147-8A67-D67F75D183AB}" srcOrd="9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DC922F-024C-4BDD-AD61-6C4C1382FADE}">
      <dsp:nvSpPr>
        <dsp:cNvPr id="0" name=""/>
        <dsp:cNvSpPr/>
      </dsp:nvSpPr>
      <dsp:spPr>
        <a:xfrm>
          <a:off x="1705046" y="548982"/>
          <a:ext cx="4551680" cy="4551680"/>
        </a:xfrm>
        <a:prstGeom prst="pie">
          <a:avLst>
            <a:gd name="adj1" fmla="val 16200000"/>
            <a:gd name="adj2" fmla="val 20520000"/>
          </a:avLst>
        </a:prstGeom>
        <a:solidFill>
          <a:schemeClr val="accent6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sp:txBody>
      <dsp:txXfrm>
        <a:off x="4038324" y="1229025"/>
        <a:ext cx="1544320" cy="1056640"/>
      </dsp:txXfrm>
    </dsp:sp>
    <dsp:sp modelId="{58936AA0-0B89-4645-91A0-8B9B41F948F1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20520000"/>
            <a:gd name="adj2" fmla="val 3240000"/>
          </a:avLst>
        </a:prstGeom>
        <a:solidFill>
          <a:schemeClr val="accent5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sp:txBody>
      <dsp:txXfrm>
        <a:off x="4683353" y="2602314"/>
        <a:ext cx="1354666" cy="1143338"/>
      </dsp:txXfrm>
    </dsp:sp>
    <dsp:sp modelId="{C516C106-8C6B-4887-B149-4E05A1C61FC6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3240000"/>
            <a:gd name="adj2" fmla="val 7560000"/>
          </a:avLst>
        </a:prstGeom>
        <a:solidFill>
          <a:srgbClr val="FFF1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sp:txBody>
      <dsp:txXfrm>
        <a:off x="3171545" y="3956981"/>
        <a:ext cx="1625600" cy="975360"/>
      </dsp:txXfrm>
    </dsp:sp>
    <dsp:sp modelId="{A28F0A0C-9743-4573-A759-3902FE3CBCFF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7560000"/>
            <a:gd name="adj2" fmla="val 11880000"/>
          </a:avLst>
        </a:prstGeom>
        <a:solidFill>
          <a:schemeClr val="accent2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sp:txBody>
      <dsp:txXfrm>
        <a:off x="1925252" y="2602314"/>
        <a:ext cx="1354666" cy="1143338"/>
      </dsp:txXfrm>
    </dsp:sp>
    <dsp:sp modelId="{CFA47686-B03D-4440-9C22-9202162782D0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11880000"/>
            <a:gd name="adj2" fmla="val 16200000"/>
          </a:avLst>
        </a:prstGeom>
        <a:solidFill>
          <a:schemeClr val="accent4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</a:endParaRPr>
        </a:p>
      </dsp:txBody>
      <dsp:txXfrm>
        <a:off x="2372292" y="1236810"/>
        <a:ext cx="1544320" cy="105664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DC922F-024C-4BDD-AD61-6C4C1382FADE}">
      <dsp:nvSpPr>
        <dsp:cNvPr id="0" name=""/>
        <dsp:cNvSpPr/>
      </dsp:nvSpPr>
      <dsp:spPr>
        <a:xfrm>
          <a:off x="1705046" y="548982"/>
          <a:ext cx="4551680" cy="4551680"/>
        </a:xfrm>
        <a:prstGeom prst="pie">
          <a:avLst>
            <a:gd name="adj1" fmla="val 16200000"/>
            <a:gd name="adj2" fmla="val 20520000"/>
          </a:avLst>
        </a:prstGeom>
        <a:solidFill>
          <a:schemeClr val="accent6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sp:txBody>
      <dsp:txXfrm>
        <a:off x="4038324" y="1229025"/>
        <a:ext cx="1544320" cy="1056640"/>
      </dsp:txXfrm>
    </dsp:sp>
    <dsp:sp modelId="{58936AA0-0B89-4645-91A0-8B9B41F948F1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20520000"/>
            <a:gd name="adj2" fmla="val 3240000"/>
          </a:avLst>
        </a:prstGeom>
        <a:solidFill>
          <a:schemeClr val="accent5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sp:txBody>
      <dsp:txXfrm>
        <a:off x="4683353" y="2602314"/>
        <a:ext cx="1354666" cy="1143338"/>
      </dsp:txXfrm>
    </dsp:sp>
    <dsp:sp modelId="{C516C106-8C6B-4887-B149-4E05A1C61FC6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3240000"/>
            <a:gd name="adj2" fmla="val 7560000"/>
          </a:avLst>
        </a:prstGeom>
        <a:solidFill>
          <a:srgbClr val="FFF1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sp:txBody>
      <dsp:txXfrm>
        <a:off x="3171545" y="3956981"/>
        <a:ext cx="1625600" cy="975360"/>
      </dsp:txXfrm>
    </dsp:sp>
    <dsp:sp modelId="{A28F0A0C-9743-4573-A759-3902FE3CBCFF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7560000"/>
            <a:gd name="adj2" fmla="val 11880000"/>
          </a:avLst>
        </a:prstGeom>
        <a:solidFill>
          <a:schemeClr val="accent2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sp:txBody>
      <dsp:txXfrm>
        <a:off x="1925252" y="2602314"/>
        <a:ext cx="1354666" cy="1143338"/>
      </dsp:txXfrm>
    </dsp:sp>
    <dsp:sp modelId="{CFA47686-B03D-4440-9C22-9202162782D0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11880000"/>
            <a:gd name="adj2" fmla="val 16200000"/>
          </a:avLst>
        </a:prstGeom>
        <a:solidFill>
          <a:schemeClr val="accent4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</a:endParaRPr>
        </a:p>
      </dsp:txBody>
      <dsp:txXfrm>
        <a:off x="2372292" y="1236810"/>
        <a:ext cx="1544320" cy="10566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DC922F-024C-4BDD-AD61-6C4C1382FADE}">
      <dsp:nvSpPr>
        <dsp:cNvPr id="0" name=""/>
        <dsp:cNvSpPr/>
      </dsp:nvSpPr>
      <dsp:spPr>
        <a:xfrm>
          <a:off x="1705046" y="548982"/>
          <a:ext cx="4551680" cy="4551680"/>
        </a:xfrm>
        <a:prstGeom prst="pie">
          <a:avLst>
            <a:gd name="adj1" fmla="val 16200000"/>
            <a:gd name="adj2" fmla="val 20520000"/>
          </a:avLst>
        </a:prstGeom>
        <a:solidFill>
          <a:schemeClr val="accent6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sp:txBody>
      <dsp:txXfrm>
        <a:off x="4038324" y="1229025"/>
        <a:ext cx="1544320" cy="1056640"/>
      </dsp:txXfrm>
    </dsp:sp>
    <dsp:sp modelId="{58936AA0-0B89-4645-91A0-8B9B41F948F1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20520000"/>
            <a:gd name="adj2" fmla="val 3240000"/>
          </a:avLst>
        </a:prstGeom>
        <a:solidFill>
          <a:schemeClr val="accent5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sp:txBody>
      <dsp:txXfrm>
        <a:off x="4683353" y="2602314"/>
        <a:ext cx="1354666" cy="1143338"/>
      </dsp:txXfrm>
    </dsp:sp>
    <dsp:sp modelId="{C516C106-8C6B-4887-B149-4E05A1C61FC6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3240000"/>
            <a:gd name="adj2" fmla="val 7560000"/>
          </a:avLst>
        </a:prstGeom>
        <a:solidFill>
          <a:srgbClr val="FFF1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sp:txBody>
      <dsp:txXfrm>
        <a:off x="3171545" y="3956981"/>
        <a:ext cx="1625600" cy="975360"/>
      </dsp:txXfrm>
    </dsp:sp>
    <dsp:sp modelId="{A28F0A0C-9743-4573-A759-3902FE3CBCFF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7560000"/>
            <a:gd name="adj2" fmla="val 11880000"/>
          </a:avLst>
        </a:prstGeom>
        <a:solidFill>
          <a:schemeClr val="accent2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sp:txBody>
      <dsp:txXfrm>
        <a:off x="1925252" y="2602314"/>
        <a:ext cx="1354666" cy="1143338"/>
      </dsp:txXfrm>
    </dsp:sp>
    <dsp:sp modelId="{CFA47686-B03D-4440-9C22-9202162782D0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11880000"/>
            <a:gd name="adj2" fmla="val 16200000"/>
          </a:avLst>
        </a:prstGeom>
        <a:solidFill>
          <a:schemeClr val="accent4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</a:endParaRPr>
        </a:p>
      </dsp:txBody>
      <dsp:txXfrm>
        <a:off x="2372292" y="1236810"/>
        <a:ext cx="1544320" cy="105664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DC922F-024C-4BDD-AD61-6C4C1382FADE}">
      <dsp:nvSpPr>
        <dsp:cNvPr id="0" name=""/>
        <dsp:cNvSpPr/>
      </dsp:nvSpPr>
      <dsp:spPr>
        <a:xfrm>
          <a:off x="1705046" y="548982"/>
          <a:ext cx="4551680" cy="4551680"/>
        </a:xfrm>
        <a:prstGeom prst="pie">
          <a:avLst>
            <a:gd name="adj1" fmla="val 16200000"/>
            <a:gd name="adj2" fmla="val 20520000"/>
          </a:avLst>
        </a:prstGeom>
        <a:solidFill>
          <a:schemeClr val="accent6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sp:txBody>
      <dsp:txXfrm>
        <a:off x="4038324" y="1229025"/>
        <a:ext cx="1544320" cy="1056640"/>
      </dsp:txXfrm>
    </dsp:sp>
    <dsp:sp modelId="{58936AA0-0B89-4645-91A0-8B9B41F948F1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20520000"/>
            <a:gd name="adj2" fmla="val 3240000"/>
          </a:avLst>
        </a:prstGeom>
        <a:solidFill>
          <a:schemeClr val="accent5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sp:txBody>
      <dsp:txXfrm>
        <a:off x="4683353" y="2602314"/>
        <a:ext cx="1354666" cy="1143338"/>
      </dsp:txXfrm>
    </dsp:sp>
    <dsp:sp modelId="{C516C106-8C6B-4887-B149-4E05A1C61FC6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3240000"/>
            <a:gd name="adj2" fmla="val 7560000"/>
          </a:avLst>
        </a:prstGeom>
        <a:solidFill>
          <a:srgbClr val="FFF1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sp:txBody>
      <dsp:txXfrm>
        <a:off x="3171545" y="3956981"/>
        <a:ext cx="1625600" cy="975360"/>
      </dsp:txXfrm>
    </dsp:sp>
    <dsp:sp modelId="{A28F0A0C-9743-4573-A759-3902FE3CBCFF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7560000"/>
            <a:gd name="adj2" fmla="val 11880000"/>
          </a:avLst>
        </a:prstGeom>
        <a:solidFill>
          <a:schemeClr val="accent2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sp:txBody>
      <dsp:txXfrm>
        <a:off x="1925252" y="2602314"/>
        <a:ext cx="1354666" cy="1143338"/>
      </dsp:txXfrm>
    </dsp:sp>
    <dsp:sp modelId="{CFA47686-B03D-4440-9C22-9202162782D0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11880000"/>
            <a:gd name="adj2" fmla="val 16200000"/>
          </a:avLst>
        </a:prstGeom>
        <a:solidFill>
          <a:schemeClr val="accent4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</a:endParaRPr>
        </a:p>
      </dsp:txBody>
      <dsp:txXfrm>
        <a:off x="2372292" y="1236810"/>
        <a:ext cx="1544320" cy="105664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DC922F-024C-4BDD-AD61-6C4C1382FADE}">
      <dsp:nvSpPr>
        <dsp:cNvPr id="0" name=""/>
        <dsp:cNvSpPr/>
      </dsp:nvSpPr>
      <dsp:spPr>
        <a:xfrm>
          <a:off x="1705046" y="548982"/>
          <a:ext cx="4551680" cy="4551680"/>
        </a:xfrm>
        <a:prstGeom prst="pie">
          <a:avLst>
            <a:gd name="adj1" fmla="val 16200000"/>
            <a:gd name="adj2" fmla="val 20520000"/>
          </a:avLst>
        </a:prstGeom>
        <a:solidFill>
          <a:schemeClr val="accent6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sp:txBody>
      <dsp:txXfrm>
        <a:off x="4038324" y="1229025"/>
        <a:ext cx="1544320" cy="1056640"/>
      </dsp:txXfrm>
    </dsp:sp>
    <dsp:sp modelId="{58936AA0-0B89-4645-91A0-8B9B41F948F1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20520000"/>
            <a:gd name="adj2" fmla="val 3240000"/>
          </a:avLst>
        </a:prstGeom>
        <a:solidFill>
          <a:schemeClr val="accent5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sp:txBody>
      <dsp:txXfrm>
        <a:off x="4683353" y="2602314"/>
        <a:ext cx="1354666" cy="1143338"/>
      </dsp:txXfrm>
    </dsp:sp>
    <dsp:sp modelId="{C516C106-8C6B-4887-B149-4E05A1C61FC6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3240000"/>
            <a:gd name="adj2" fmla="val 7560000"/>
          </a:avLst>
        </a:prstGeom>
        <a:solidFill>
          <a:srgbClr val="FFF1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sp:txBody>
      <dsp:txXfrm>
        <a:off x="3171545" y="3956981"/>
        <a:ext cx="1625600" cy="975360"/>
      </dsp:txXfrm>
    </dsp:sp>
    <dsp:sp modelId="{A28F0A0C-9743-4573-A759-3902FE3CBCFF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7560000"/>
            <a:gd name="adj2" fmla="val 11880000"/>
          </a:avLst>
        </a:prstGeom>
        <a:solidFill>
          <a:schemeClr val="accent2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sp:txBody>
      <dsp:txXfrm>
        <a:off x="1925252" y="2602314"/>
        <a:ext cx="1354666" cy="1143338"/>
      </dsp:txXfrm>
    </dsp:sp>
    <dsp:sp modelId="{CFA47686-B03D-4440-9C22-9202162782D0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11880000"/>
            <a:gd name="adj2" fmla="val 16200000"/>
          </a:avLst>
        </a:prstGeom>
        <a:solidFill>
          <a:schemeClr val="accent4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</a:endParaRPr>
        </a:p>
      </dsp:txBody>
      <dsp:txXfrm>
        <a:off x="2372292" y="1236810"/>
        <a:ext cx="1544320" cy="10566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1"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1">
                <a:latin typeface="Twinkl Cursive Looped" panose="02000000000000000000" pitchFamily="2" charset="77"/>
              </a:defRPr>
            </a:lvl1pPr>
          </a:lstStyle>
          <a:p>
            <a:fld id="{48081D9B-5E24-4A44-A38E-60CF0FCB9C87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1"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1">
                <a:latin typeface="Twinkl Cursive Looped" panose="02000000000000000000" pitchFamily="2" charset="77"/>
              </a:defRPr>
            </a:lvl1pPr>
          </a:lstStyle>
          <a:p>
            <a:fld id="{C49D36C8-F0F3-6D40-939B-09DEAE02A2F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483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1" kern="1200">
        <a:solidFill>
          <a:schemeClr val="tx1"/>
        </a:solidFill>
        <a:latin typeface="Twinkl Cursive Looped" panose="02000000000000000000" pitchFamily="2" charset="77"/>
        <a:ea typeface="+mn-ea"/>
        <a:cs typeface="+mn-cs"/>
      </a:defRPr>
    </a:lvl1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:notes"/>
          <p:cNvSpPr txBox="1">
            <a:spLocks noGrp="1"/>
          </p:cNvSpPr>
          <p:nvPr>
            <p:ph type="body" idx="1"/>
          </p:nvPr>
        </p:nvSpPr>
        <p:spPr>
          <a:xfrm>
            <a:off x="1069325" y="5079350"/>
            <a:ext cx="8554700" cy="48120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82763" y="801688"/>
            <a:ext cx="7129462" cy="4010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Layouts/_rels/slideLayout2.xml.rels><?xml version="1.0" encoding="UTF-8"?>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14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13.svg"/><Relationship Id="rId4" Type="http://schemas.openxmlformats.org/officeDocument/2006/relationships/diagramLayout" Target="../diagrams/layout1.xml"/><Relationship Id="rId9" Type="http://schemas.openxmlformats.org/officeDocument/2006/relationships/image" Target="../media/image12.png"/></Relationships>
</file>

<file path=ppt/slideLayouts/_rels/slideLayout3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Layouts/_rels/slideLayout5.xml.rels><?xml version="1.0" encoding="UTF-8"?><Relationships xmlns="http://schemas.openxmlformats.org/package/2006/relationships"><Relationship Id="rId3" Type="http://schemas.microsoft.com/office/2007/relationships/hdphoto" Target="../media/hdphoto2.wdp"/><Relationship Id="rId7" Type="http://schemas.openxmlformats.org/officeDocument/2006/relationships/image" Target="../media/image10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6.xml.rels><?xml version="1.0" encoding="UTF-8"?>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Layouts/_rels/slideLayout7.xml.rels><?xml version="1.0" encoding="UTF-8"?>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?>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28.png"/><Relationship Id="rId3" Type="http://schemas.openxmlformats.org/officeDocument/2006/relationships/image" Target="../media/image17.png"/><Relationship Id="rId7" Type="http://schemas.microsoft.com/office/2007/relationships/hdphoto" Target="../media/hdphoto1.wdp"/><Relationship Id="rId12" Type="http://schemas.openxmlformats.org/officeDocument/2006/relationships/image" Target="../media/image2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11" Type="http://schemas.openxmlformats.org/officeDocument/2006/relationships/image" Target="../media/image26.png"/><Relationship Id="rId5" Type="http://schemas.openxmlformats.org/officeDocument/2006/relationships/image" Target="../media/image19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18.png"/><Relationship Id="rId9" Type="http://schemas.openxmlformats.org/officeDocument/2006/relationships/image" Target="../media/image8.png"/><Relationship Id="rId14" Type="http://schemas.openxmlformats.org/officeDocument/2006/relationships/image" Target="../media/image29.png"/></Relationships>
</file>

<file path=ppt/slideLayouts/_rels/slideLayout14.xml.rels><?xml version="1.0" encoding="UTF-8"?>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28.png"/><Relationship Id="rId3" Type="http://schemas.openxmlformats.org/officeDocument/2006/relationships/image" Target="../media/image17.png"/><Relationship Id="rId7" Type="http://schemas.microsoft.com/office/2007/relationships/hdphoto" Target="../media/hdphoto1.wdp"/><Relationship Id="rId12" Type="http://schemas.openxmlformats.org/officeDocument/2006/relationships/image" Target="../media/image2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11" Type="http://schemas.openxmlformats.org/officeDocument/2006/relationships/image" Target="../media/image26.png"/><Relationship Id="rId5" Type="http://schemas.openxmlformats.org/officeDocument/2006/relationships/image" Target="../media/image19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18.png"/><Relationship Id="rId9" Type="http://schemas.openxmlformats.org/officeDocument/2006/relationships/image" Target="../media/image8.png"/><Relationship Id="rId14" Type="http://schemas.openxmlformats.org/officeDocument/2006/relationships/image" Target="../media/image29.png"/></Relationships>
</file>

<file path=ppt/slideLayouts/_rels/slideLayout15.xml.rels><?xml version="1.0" encoding="UTF-8"?>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37.png"/><Relationship Id="rId3" Type="http://schemas.microsoft.com/office/2007/relationships/hdphoto" Target="../media/hdphoto3.wdp"/><Relationship Id="rId7" Type="http://schemas.openxmlformats.org/officeDocument/2006/relationships/image" Target="../media/image34.png"/><Relationship Id="rId12" Type="http://schemas.microsoft.com/office/2007/relationships/hdphoto" Target="../media/hdphoto7.wdp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1.xml"/><Relationship Id="rId6" Type="http://schemas.microsoft.com/office/2007/relationships/hdphoto" Target="../media/hdphoto4.wdp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0" Type="http://schemas.microsoft.com/office/2007/relationships/hdphoto" Target="../media/hdphoto6.wdp"/><Relationship Id="rId4" Type="http://schemas.openxmlformats.org/officeDocument/2006/relationships/image" Target="../media/image32.svg"/><Relationship Id="rId9" Type="http://schemas.openxmlformats.org/officeDocument/2006/relationships/image" Target="../media/image35.png"/><Relationship Id="rId14" Type="http://schemas.microsoft.com/office/2007/relationships/hdphoto" Target="../media/hdphoto8.wdp"/></Relationships>
</file>

<file path=ppt/slideLayouts/_rels/slideLayout16.xml.rels><?xml version="1.0" encoding="UTF-8"?>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Layouts/_rels/slideLayout17.xml.rels><?xml version="1.0" encoding="UTF-8"?>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4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3.svg"/><Relationship Id="rId4" Type="http://schemas.openxmlformats.org/officeDocument/2006/relationships/diagramLayout" Target="../diagrams/layout2.xml"/><Relationship Id="rId9" Type="http://schemas.openxmlformats.org/officeDocument/2006/relationships/image" Target="../media/image12.png"/></Relationships>
</file>

<file path=ppt/slideLayouts/_rels/slideLayout1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?>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?>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8.emf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Layouts/_rels/slideLayout21.xml.rels><?xml version="1.0" encoding="UTF-8"?>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?>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23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?><Relationships xmlns="http://schemas.openxmlformats.org/package/2006/relationships"><Relationship Id="rId8" Type="http://schemas.openxmlformats.org/officeDocument/2006/relationships/image" Target="../media/image38.emf"/><Relationship Id="rId13" Type="http://schemas.openxmlformats.org/officeDocument/2006/relationships/image" Target="../media/image30.png"/><Relationship Id="rId3" Type="http://schemas.microsoft.com/office/2007/relationships/hdphoto" Target="../media/hdphoto1.wdp"/><Relationship Id="rId7" Type="http://schemas.openxmlformats.org/officeDocument/2006/relationships/image" Target="../media/image10.png"/><Relationship Id="rId12" Type="http://schemas.openxmlformats.org/officeDocument/2006/relationships/image" Target="../media/image29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5.png"/><Relationship Id="rId11" Type="http://schemas.openxmlformats.org/officeDocument/2006/relationships/image" Target="../media/image28.png"/><Relationship Id="rId5" Type="http://schemas.openxmlformats.org/officeDocument/2006/relationships/image" Target="../media/image8.png"/><Relationship Id="rId10" Type="http://schemas.openxmlformats.org/officeDocument/2006/relationships/image" Target="../media/image27.png"/><Relationship Id="rId4" Type="http://schemas.openxmlformats.org/officeDocument/2006/relationships/image" Target="../media/image7.png"/><Relationship Id="rId9" Type="http://schemas.openxmlformats.org/officeDocument/2006/relationships/image" Target="../media/image26.png"/></Relationships>
</file>

<file path=ppt/slideLayouts/_rels/slideLayout29.xml.rels><?xml version="1.0" encoding="UTF-8"?>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8.png"/><Relationship Id="rId3" Type="http://schemas.openxmlformats.org/officeDocument/2006/relationships/image" Target="../media/image10.png"/><Relationship Id="rId7" Type="http://schemas.openxmlformats.org/officeDocument/2006/relationships/image" Target="../media/image28.png"/><Relationship Id="rId12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7.png"/><Relationship Id="rId11" Type="http://schemas.microsoft.com/office/2007/relationships/hdphoto" Target="../media/hdphoto1.wdp"/><Relationship Id="rId5" Type="http://schemas.openxmlformats.org/officeDocument/2006/relationships/image" Target="../media/image26.png"/><Relationship Id="rId10" Type="http://schemas.openxmlformats.org/officeDocument/2006/relationships/image" Target="../media/image6.png"/><Relationship Id="rId4" Type="http://schemas.openxmlformats.org/officeDocument/2006/relationships/image" Target="../media/image38.emf"/><Relationship Id="rId9" Type="http://schemas.openxmlformats.org/officeDocument/2006/relationships/image" Target="../media/image30.png"/></Relationships>
</file>

<file path=ppt/slideLayouts/_rels/slideLayout30.xml.rels><?xml version="1.0" encoding="UTF-8"?>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37.png"/><Relationship Id="rId3" Type="http://schemas.microsoft.com/office/2007/relationships/hdphoto" Target="../media/hdphoto3.wdp"/><Relationship Id="rId7" Type="http://schemas.openxmlformats.org/officeDocument/2006/relationships/image" Target="../media/image34.png"/><Relationship Id="rId12" Type="http://schemas.microsoft.com/office/2007/relationships/hdphoto" Target="../media/hdphoto7.wdp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2.xml"/><Relationship Id="rId6" Type="http://schemas.microsoft.com/office/2007/relationships/hdphoto" Target="../media/hdphoto4.wdp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0" Type="http://schemas.microsoft.com/office/2007/relationships/hdphoto" Target="../media/hdphoto6.wdp"/><Relationship Id="rId4" Type="http://schemas.openxmlformats.org/officeDocument/2006/relationships/image" Target="../media/image32.svg"/><Relationship Id="rId9" Type="http://schemas.openxmlformats.org/officeDocument/2006/relationships/image" Target="../media/image35.png"/><Relationship Id="rId14" Type="http://schemas.microsoft.com/office/2007/relationships/hdphoto" Target="../media/hdphoto8.wdp"/></Relationships>
</file>

<file path=ppt/slideLayouts/_rels/slideLayout31.xml.rels><?xml version="1.0" encoding="UTF-8"?>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Layouts/_rels/slideLayout32.xml.rels><?xml version="1.0" encoding="UTF-8"?>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4.png"/><Relationship Id="rId5" Type="http://schemas.openxmlformats.org/officeDocument/2006/relationships/diagramQuickStyle" Target="../diagrams/quickStyle3.xml"/><Relationship Id="rId10" Type="http://schemas.openxmlformats.org/officeDocument/2006/relationships/image" Target="../media/image13.svg"/><Relationship Id="rId4" Type="http://schemas.openxmlformats.org/officeDocument/2006/relationships/diagramLayout" Target="../diagrams/layout3.xml"/><Relationship Id="rId9" Type="http://schemas.openxmlformats.org/officeDocument/2006/relationships/image" Target="../media/image12.png"/></Relationships>
</file>

<file path=ppt/slideLayouts/_rels/slideLayout33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?>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?>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Layouts/_rels/slideLayout36.xml.rels><?xml version="1.0" encoding="UTF-8"?>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7.xml.rels><?xml version="1.0" encoding="UTF-8"?>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3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3.xml"/></Relationships>
</file>

<file path=ppt/slideLayouts/_rels/slideLayout40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3.xml"/></Relationships>
</file>

<file path=ppt/slideLayouts/_rels/slideLayout41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3.xml"/></Relationships>
</file>

<file path=ppt/slideLayouts/_rels/slideLayout43.xml.rels><?xml version="1.0" encoding="UTF-8"?>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9.png"/><Relationship Id="rId3" Type="http://schemas.microsoft.com/office/2007/relationships/hdphoto" Target="../media/hdphoto1.wdp"/><Relationship Id="rId7" Type="http://schemas.openxmlformats.org/officeDocument/2006/relationships/image" Target="../media/image10.png"/><Relationship Id="rId12" Type="http://schemas.openxmlformats.org/officeDocument/2006/relationships/image" Target="../media/image3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25.png"/><Relationship Id="rId11" Type="http://schemas.openxmlformats.org/officeDocument/2006/relationships/image" Target="../media/image29.png"/><Relationship Id="rId5" Type="http://schemas.openxmlformats.org/officeDocument/2006/relationships/image" Target="../media/image8.png"/><Relationship Id="rId10" Type="http://schemas.openxmlformats.org/officeDocument/2006/relationships/image" Target="../media/image28.png"/><Relationship Id="rId4" Type="http://schemas.openxmlformats.org/officeDocument/2006/relationships/image" Target="../media/image7.png"/><Relationship Id="rId9" Type="http://schemas.openxmlformats.org/officeDocument/2006/relationships/image" Target="../media/image27.png"/></Relationships>
</file>

<file path=ppt/slideLayouts/_rels/slideLayout44.xml.rels><?xml version="1.0" encoding="UTF-8"?>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8.png"/><Relationship Id="rId3" Type="http://schemas.openxmlformats.org/officeDocument/2006/relationships/image" Target="../media/image10.png"/><Relationship Id="rId7" Type="http://schemas.openxmlformats.org/officeDocument/2006/relationships/image" Target="../media/image29.png"/><Relationship Id="rId12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28.png"/><Relationship Id="rId11" Type="http://schemas.microsoft.com/office/2007/relationships/hdphoto" Target="../media/hdphoto1.wdp"/><Relationship Id="rId5" Type="http://schemas.openxmlformats.org/officeDocument/2006/relationships/image" Target="../media/image27.png"/><Relationship Id="rId10" Type="http://schemas.openxmlformats.org/officeDocument/2006/relationships/image" Target="../media/image6.png"/><Relationship Id="rId4" Type="http://schemas.openxmlformats.org/officeDocument/2006/relationships/image" Target="../media/image26.png"/><Relationship Id="rId9" Type="http://schemas.openxmlformats.org/officeDocument/2006/relationships/image" Target="../media/image39.png"/></Relationships>
</file>

<file path=ppt/slideLayouts/_rels/slideLayout45.xml.rels><?xml version="1.0" encoding="UTF-8"?>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37.png"/><Relationship Id="rId3" Type="http://schemas.microsoft.com/office/2007/relationships/hdphoto" Target="../media/hdphoto3.wdp"/><Relationship Id="rId7" Type="http://schemas.openxmlformats.org/officeDocument/2006/relationships/image" Target="../media/image34.png"/><Relationship Id="rId12" Type="http://schemas.microsoft.com/office/2007/relationships/hdphoto" Target="../media/hdphoto7.wdp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3.xml"/><Relationship Id="rId6" Type="http://schemas.microsoft.com/office/2007/relationships/hdphoto" Target="../media/hdphoto4.wdp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0" Type="http://schemas.microsoft.com/office/2007/relationships/hdphoto" Target="../media/hdphoto6.wdp"/><Relationship Id="rId4" Type="http://schemas.openxmlformats.org/officeDocument/2006/relationships/image" Target="../media/image32.svg"/><Relationship Id="rId9" Type="http://schemas.openxmlformats.org/officeDocument/2006/relationships/image" Target="../media/image35.png"/><Relationship Id="rId14" Type="http://schemas.microsoft.com/office/2007/relationships/hdphoto" Target="../media/hdphoto8.wdp"/></Relationships>
</file>

<file path=ppt/slideLayouts/_rels/slideLayout46.xml.rels><?xml version="1.0" encoding="UTF-8"?>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Layouts/_rels/slideLayout47.xml.rels><?xml version="1.0" encoding="UTF-8"?>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12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Relationship Id="rId6" Type="http://schemas.openxmlformats.org/officeDocument/2006/relationships/diagramColors" Target="../diagrams/colors4.xml"/><Relationship Id="rId11" Type="http://schemas.openxmlformats.org/officeDocument/2006/relationships/image" Target="../media/image14.png"/><Relationship Id="rId5" Type="http://schemas.openxmlformats.org/officeDocument/2006/relationships/diagramQuickStyle" Target="../diagrams/quickStyle4.xml"/><Relationship Id="rId10" Type="http://schemas.openxmlformats.org/officeDocument/2006/relationships/image" Target="../media/image13.svg"/><Relationship Id="rId4" Type="http://schemas.openxmlformats.org/officeDocument/2006/relationships/diagramLayout" Target="../diagrams/layout4.xml"/><Relationship Id="rId9" Type="http://schemas.openxmlformats.org/officeDocument/2006/relationships/image" Target="../media/image12.png"/></Relationships>
</file>

<file path=ppt/slideLayouts/_rels/slideLayout4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49.xml.rels><?xml version="1.0" encoding="UTF-8"?>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50.xml.rels><?xml version="1.0" encoding="UTF-8"?>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4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Layouts/_rels/slideLayout51.xml.rels><?xml version="1.0" encoding="UTF-8"?>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52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Layouts/_rels/slideLayout53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54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4.xml"/></Relationships>
</file>

<file path=ppt/slideLayouts/_rels/slideLayout55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4.xml"/></Relationships>
</file>

<file path=ppt/slideLayouts/_rels/slideLayout56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4.xml"/></Relationships>
</file>

<file path=ppt/slideLayouts/_rels/slideLayout57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4.xml"/></Relationships>
</file>

<file path=ppt/slideLayouts/_rels/slideLayout58.xml.rels><?xml version="1.0" encoding="UTF-8"?>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40.png"/><Relationship Id="rId3" Type="http://schemas.microsoft.com/office/2007/relationships/hdphoto" Target="../media/hdphoto1.wdp"/><Relationship Id="rId7" Type="http://schemas.openxmlformats.org/officeDocument/2006/relationships/image" Target="../media/image10.png"/><Relationship Id="rId12" Type="http://schemas.openxmlformats.org/officeDocument/2006/relationships/image" Target="../media/image3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25.png"/><Relationship Id="rId11" Type="http://schemas.openxmlformats.org/officeDocument/2006/relationships/image" Target="../media/image29.png"/><Relationship Id="rId5" Type="http://schemas.openxmlformats.org/officeDocument/2006/relationships/image" Target="../media/image8.png"/><Relationship Id="rId10" Type="http://schemas.openxmlformats.org/officeDocument/2006/relationships/image" Target="../media/image28.png"/><Relationship Id="rId4" Type="http://schemas.openxmlformats.org/officeDocument/2006/relationships/image" Target="../media/image7.png"/><Relationship Id="rId9" Type="http://schemas.openxmlformats.org/officeDocument/2006/relationships/image" Target="../media/image27.png"/></Relationships>
</file>

<file path=ppt/slideLayouts/_rels/slideLayout59.xml.rels><?xml version="1.0" encoding="UTF-8"?>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8.png"/><Relationship Id="rId3" Type="http://schemas.openxmlformats.org/officeDocument/2006/relationships/image" Target="../media/image10.png"/><Relationship Id="rId7" Type="http://schemas.openxmlformats.org/officeDocument/2006/relationships/image" Target="../media/image29.png"/><Relationship Id="rId12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28.png"/><Relationship Id="rId11" Type="http://schemas.microsoft.com/office/2007/relationships/hdphoto" Target="../media/hdphoto1.wdp"/><Relationship Id="rId5" Type="http://schemas.openxmlformats.org/officeDocument/2006/relationships/image" Target="../media/image27.png"/><Relationship Id="rId10" Type="http://schemas.openxmlformats.org/officeDocument/2006/relationships/image" Target="../media/image6.png"/><Relationship Id="rId4" Type="http://schemas.openxmlformats.org/officeDocument/2006/relationships/image" Target="../media/image26.png"/><Relationship Id="rId9" Type="http://schemas.openxmlformats.org/officeDocument/2006/relationships/image" Target="../media/image40.png"/></Relationships>
</file>

<file path=ppt/slideLayouts/_rels/slideLayout60.xml.rels><?xml version="1.0" encoding="UTF-8"?>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37.png"/><Relationship Id="rId3" Type="http://schemas.microsoft.com/office/2007/relationships/hdphoto" Target="../media/hdphoto3.wdp"/><Relationship Id="rId7" Type="http://schemas.openxmlformats.org/officeDocument/2006/relationships/image" Target="../media/image34.png"/><Relationship Id="rId12" Type="http://schemas.microsoft.com/office/2007/relationships/hdphoto" Target="../media/hdphoto7.wdp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4.xml"/><Relationship Id="rId6" Type="http://schemas.microsoft.com/office/2007/relationships/hdphoto" Target="../media/hdphoto4.wdp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0" Type="http://schemas.microsoft.com/office/2007/relationships/hdphoto" Target="../media/hdphoto6.wdp"/><Relationship Id="rId4" Type="http://schemas.openxmlformats.org/officeDocument/2006/relationships/image" Target="../media/image32.svg"/><Relationship Id="rId9" Type="http://schemas.openxmlformats.org/officeDocument/2006/relationships/image" Target="../media/image35.png"/><Relationship Id="rId14" Type="http://schemas.microsoft.com/office/2007/relationships/hdphoto" Target="../media/hdphoto8.wdp"/></Relationships>
</file>

<file path=ppt/slideLayouts/_rels/slideLayout61.xml.rels><?xml version="1.0" encoding="UTF-8"?>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5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Layouts/_rels/slideLayout62.xml.rels><?xml version="1.0" encoding="UTF-8"?>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12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Relationship Id="rId6" Type="http://schemas.openxmlformats.org/officeDocument/2006/relationships/diagramColors" Target="../diagrams/colors5.xml"/><Relationship Id="rId11" Type="http://schemas.openxmlformats.org/officeDocument/2006/relationships/image" Target="../media/image14.png"/><Relationship Id="rId5" Type="http://schemas.openxmlformats.org/officeDocument/2006/relationships/diagramQuickStyle" Target="../diagrams/quickStyle5.xml"/><Relationship Id="rId10" Type="http://schemas.openxmlformats.org/officeDocument/2006/relationships/image" Target="../media/image13.svg"/><Relationship Id="rId4" Type="http://schemas.openxmlformats.org/officeDocument/2006/relationships/diagramLayout" Target="../diagrams/layout5.xml"/><Relationship Id="rId9" Type="http://schemas.openxmlformats.org/officeDocument/2006/relationships/image" Target="../media/image12.png"/></Relationships>
</file>

<file path=ppt/slideLayouts/_rels/slideLayout63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64.xml.rels><?xml version="1.0" encoding="UTF-8"?>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65.xml.rels><?xml version="1.0" encoding="UTF-8"?>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5.xml"/><Relationship Id="rId5" Type="http://schemas.openxmlformats.org/officeDocument/2006/relationships/image" Target="../media/image41.png"/><Relationship Id="rId4" Type="http://schemas.openxmlformats.org/officeDocument/2006/relationships/image" Target="../media/image10.png"/></Relationships>
</file>

<file path=ppt/slideLayouts/_rels/slideLayout66.xml.rels><?xml version="1.0" encoding="UTF-8"?>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67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Layouts/_rels/slideLayout6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69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5.xml"/></Relationships>
</file>

<file path=ppt/slideLayouts/_rels/slideLayout70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5.xml"/></Relationships>
</file>

<file path=ppt/slideLayouts/_rels/slideLayout71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5.xml"/></Relationships>
</file>

<file path=ppt/slideLayouts/_rels/slideLayout72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5.xml"/></Relationships>
</file>

<file path=ppt/slideLayouts/_rels/slideLayout73.xml.rels><?xml version="1.0" encoding="UTF-8"?>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41.png"/><Relationship Id="rId3" Type="http://schemas.microsoft.com/office/2007/relationships/hdphoto" Target="../media/hdphoto1.wdp"/><Relationship Id="rId7" Type="http://schemas.openxmlformats.org/officeDocument/2006/relationships/image" Target="../media/image10.png"/><Relationship Id="rId12" Type="http://schemas.openxmlformats.org/officeDocument/2006/relationships/image" Target="../media/image3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Relationship Id="rId6" Type="http://schemas.openxmlformats.org/officeDocument/2006/relationships/image" Target="../media/image25.png"/><Relationship Id="rId11" Type="http://schemas.openxmlformats.org/officeDocument/2006/relationships/image" Target="../media/image29.png"/><Relationship Id="rId5" Type="http://schemas.openxmlformats.org/officeDocument/2006/relationships/image" Target="../media/image8.png"/><Relationship Id="rId10" Type="http://schemas.openxmlformats.org/officeDocument/2006/relationships/image" Target="../media/image28.png"/><Relationship Id="rId4" Type="http://schemas.openxmlformats.org/officeDocument/2006/relationships/image" Target="../media/image7.png"/><Relationship Id="rId9" Type="http://schemas.openxmlformats.org/officeDocument/2006/relationships/image" Target="../media/image27.png"/></Relationships>
</file>

<file path=ppt/slideLayouts/_rels/slideLayout74.xml.rels><?xml version="1.0" encoding="UTF-8"?>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8.png"/><Relationship Id="rId3" Type="http://schemas.openxmlformats.org/officeDocument/2006/relationships/image" Target="../media/image10.png"/><Relationship Id="rId7" Type="http://schemas.openxmlformats.org/officeDocument/2006/relationships/image" Target="../media/image29.png"/><Relationship Id="rId12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5.xml"/><Relationship Id="rId6" Type="http://schemas.openxmlformats.org/officeDocument/2006/relationships/image" Target="../media/image28.png"/><Relationship Id="rId11" Type="http://schemas.microsoft.com/office/2007/relationships/hdphoto" Target="../media/hdphoto1.wdp"/><Relationship Id="rId5" Type="http://schemas.openxmlformats.org/officeDocument/2006/relationships/image" Target="../media/image27.png"/><Relationship Id="rId10" Type="http://schemas.openxmlformats.org/officeDocument/2006/relationships/image" Target="../media/image6.png"/><Relationship Id="rId4" Type="http://schemas.openxmlformats.org/officeDocument/2006/relationships/image" Target="../media/image26.png"/><Relationship Id="rId9" Type="http://schemas.openxmlformats.org/officeDocument/2006/relationships/image" Target="../media/image41.png"/></Relationships>
</file>

<file path=ppt/slideLayouts/_rels/slideLayout75.xml.rels><?xml version="1.0" encoding="UTF-8"?>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37.png"/><Relationship Id="rId3" Type="http://schemas.microsoft.com/office/2007/relationships/hdphoto" Target="../media/hdphoto3.wdp"/><Relationship Id="rId7" Type="http://schemas.openxmlformats.org/officeDocument/2006/relationships/image" Target="../media/image34.png"/><Relationship Id="rId12" Type="http://schemas.microsoft.com/office/2007/relationships/hdphoto" Target="../media/hdphoto7.wdp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5.xml"/><Relationship Id="rId6" Type="http://schemas.microsoft.com/office/2007/relationships/hdphoto" Target="../media/hdphoto4.wdp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0" Type="http://schemas.microsoft.com/office/2007/relationships/hdphoto" Target="../media/hdphoto6.wdp"/><Relationship Id="rId4" Type="http://schemas.openxmlformats.org/officeDocument/2006/relationships/image" Target="../media/image32.svg"/><Relationship Id="rId9" Type="http://schemas.openxmlformats.org/officeDocument/2006/relationships/image" Target="../media/image35.png"/><Relationship Id="rId14" Type="http://schemas.microsoft.com/office/2007/relationships/hdphoto" Target="../media/hdphoto8.wdp"/></Relationships>
</file>

<file path=ppt/slideLayouts/_rels/slideLayout76.xml.rels><?xml version="1.0" encoding="UTF-8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"1.0" encoding="UTF-8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Key Question 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loud 6">
            <a:extLst>
              <a:ext uri="{FF2B5EF4-FFF2-40B4-BE49-F238E27FC236}">
                <a16:creationId xmlns:a16="http://schemas.microsoft.com/office/drawing/2014/main" id="{B79B11F8-C457-8B5A-7DB2-A0B3822642CF}"/>
              </a:ext>
            </a:extLst>
          </p:cNvPr>
          <p:cNvSpPr/>
          <p:nvPr userDrawn="1"/>
        </p:nvSpPr>
        <p:spPr>
          <a:xfrm>
            <a:off x="1665866" y="215038"/>
            <a:ext cx="8504851" cy="2763090"/>
          </a:xfrm>
          <a:prstGeom prst="cloud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8" name="Picture 7" descr="A picture containing room  Description automatically generated">
            <a:extLst>
              <a:ext uri="{FF2B5EF4-FFF2-40B4-BE49-F238E27FC236}">
                <a16:creationId xmlns:a16="http://schemas.microsoft.com/office/drawing/2014/main" id="{DC7A9518-C555-4E09-54D1-0E22EFD76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900" y="3256317"/>
            <a:ext cx="1179274" cy="17116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5DAF98D-1546-11DC-FCBC-99F15C737598}"/>
              </a:ext>
            </a:extLst>
          </p:cNvPr>
          <p:cNvGrpSpPr/>
          <p:nvPr userDrawn="1"/>
        </p:nvGrpSpPr>
        <p:grpSpPr>
          <a:xfrm>
            <a:off x="10357333" y="154065"/>
            <a:ext cx="1648051" cy="1648051"/>
            <a:chOff x="8847786" y="141950"/>
            <a:chExt cx="1362870" cy="136287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48D769F-92AA-C62C-CEBF-72ACEE790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7786" y="828637"/>
              <a:ext cx="676183" cy="67618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1A96F2E-8EE9-43D4-0408-90BA76134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34473" y="828637"/>
              <a:ext cx="676183" cy="67618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5AF5C3E-FFA9-5539-5462-C4FDA6038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34472" y="141950"/>
              <a:ext cx="676183" cy="676183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71642E4-75DE-1766-9E03-1FB909AE2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47786" y="141950"/>
              <a:ext cx="676183" cy="676183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51F51B4-AEEF-DCBE-D5E3-959BD4FE0BF1}"/>
              </a:ext>
            </a:extLst>
          </p:cNvPr>
          <p:cNvSpPr txBox="1"/>
          <p:nvPr userDrawn="1"/>
        </p:nvSpPr>
        <p:spPr>
          <a:xfrm>
            <a:off x="10344525" y="1771029"/>
            <a:ext cx="1686365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75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21st Century Learning Skills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3F2A77-4134-EC11-46EB-A7AA627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 flipH="1">
            <a:off x="7468236" y="2737060"/>
            <a:ext cx="1750251" cy="21466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9CC78E3-5490-F69B-6984-2E5236E755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 flipH="1">
            <a:off x="3116064" y="2716803"/>
            <a:ext cx="1679750" cy="23986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70DB80A-87E5-2F1D-E192-CBC17CA7F4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4680150" y="2888780"/>
            <a:ext cx="1645920" cy="239860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19857BE-DDFC-D079-6FAD-C084CE926065}"/>
              </a:ext>
            </a:extLst>
          </p:cNvPr>
          <p:cNvGrpSpPr/>
          <p:nvPr userDrawn="1"/>
        </p:nvGrpSpPr>
        <p:grpSpPr>
          <a:xfrm>
            <a:off x="2765609" y="701604"/>
            <a:ext cx="4476397" cy="1473969"/>
            <a:chOff x="1400000" y="126068"/>
            <a:chExt cx="4476397" cy="1473969"/>
          </a:xfrm>
        </p:grpSpPr>
        <p:pic>
          <p:nvPicPr>
            <p:cNvPr id="21" name="Picture 17">
              <a:extLst>
                <a:ext uri="{FF2B5EF4-FFF2-40B4-BE49-F238E27FC236}">
                  <a16:creationId xmlns:a16="http://schemas.microsoft.com/office/drawing/2014/main" id="{8E2B66C8-56E7-D5AC-A43F-D8A64E7DBC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0000" y="126068"/>
              <a:ext cx="1679750" cy="1473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D9AC7F5-F0E5-1321-D781-89CEA212523E}"/>
                </a:ext>
              </a:extLst>
            </p:cNvPr>
            <p:cNvSpPr txBox="1"/>
            <p:nvPr userDrawn="1"/>
          </p:nvSpPr>
          <p:spPr>
            <a:xfrm>
              <a:off x="2072150" y="171993"/>
              <a:ext cx="3804247" cy="59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250" b="0" i="0" u="sng">
                  <a:latin typeface="Twinkl Cursive Looped" panose="02000000000000000000" pitchFamily="2" charset="77"/>
                </a:rPr>
                <a:t>Our Key Question is</a:t>
              </a:r>
            </a:p>
          </p:txBody>
        </p:sp>
      </p:grp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60FAA345-2F4A-20B9-CC7E-40D1186104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7738" y="1309016"/>
            <a:ext cx="525175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Our Key Question is: </a:t>
            </a:r>
          </a:p>
          <a:p>
            <a:r>
              <a:rPr lang="en-GB" sz="2800" b="1"/>
              <a:t>[insert]</a:t>
            </a:r>
            <a:endParaRPr lang="en-GB" sz="2800"/>
          </a:p>
        </p:txBody>
      </p:sp>
      <p:pic>
        <p:nvPicPr>
          <p:cNvPr id="3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CAF885-B994-C933-F003-250AB5A3ED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014" y="4876831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06DC673-9376-9EB1-A76B-31A4D4AFF3EB}"/>
              </a:ext>
            </a:extLst>
          </p:cNvPr>
          <p:cNvSpPr txBox="1"/>
          <p:nvPr userDrawn="1"/>
        </p:nvSpPr>
        <p:spPr>
          <a:xfrm>
            <a:off x="4365817" y="6100827"/>
            <a:ext cx="376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0" i="0">
                <a:latin typeface="Twinkl Cursive Looped" panose="02000000000000000000" pitchFamily="2" charset="77"/>
              </a:rPr>
              <a:t>Being a Geographer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9BAC9FA-D05E-28A1-7F09-6A51F3AF6AE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1293" y="4965784"/>
            <a:ext cx="389311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Insert any other states of being icons for the whole enquiry</a:t>
            </a:r>
          </a:p>
        </p:txBody>
      </p:sp>
    </p:spTree>
    <p:extLst>
      <p:ext uri="{BB962C8B-B14F-4D97-AF65-F5344CB8AC3E}">
        <p14:creationId xmlns:p14="http://schemas.microsoft.com/office/powerpoint/2010/main" val="3658419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s &amp; Skil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B672B1-AC07-685F-26E5-5FE38F1AF523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Being a Geographer</a:t>
            </a:r>
          </a:p>
        </p:txBody>
      </p:sp>
      <p:pic>
        <p:nvPicPr>
          <p:cNvPr id="4" name="Picture 3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9368C0B-8A7A-3819-1CA5-AA42533CF6A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FB0AFE8A-73CC-12A4-8FE1-FF6EC924081B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257948248"/>
              </p:ext>
            </p:extLst>
          </p:nvPr>
        </p:nvGraphicFramePr>
        <p:xfrm>
          <a:off x="5203825" y="96992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F6972451-9FCF-E12E-E2C6-C5AEE9125716}"/>
              </a:ext>
            </a:extLst>
          </p:cNvPr>
          <p:cNvSpPr/>
          <p:nvPr userDrawn="1"/>
        </p:nvSpPr>
        <p:spPr>
          <a:xfrm>
            <a:off x="8638802" y="3169386"/>
            <a:ext cx="1196404" cy="1188720"/>
          </a:xfrm>
          <a:prstGeom prst="ellipse">
            <a:avLst/>
          </a:prstGeom>
          <a:solidFill>
            <a:srgbClr val="DAE3F3"/>
          </a:solidFill>
          <a:ln w="285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C5A300-381A-EE6C-5C2E-02ADDCF9465B}"/>
              </a:ext>
            </a:extLst>
          </p:cNvPr>
          <p:cNvSpPr txBox="1"/>
          <p:nvPr userDrawn="1"/>
        </p:nvSpPr>
        <p:spPr>
          <a:xfrm>
            <a:off x="8828342" y="396209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Skills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DC06F2E-1285-269E-7349-05A96EF1F535}"/>
              </a:ext>
            </a:extLst>
          </p:cNvPr>
          <p:cNvGrpSpPr/>
          <p:nvPr userDrawn="1"/>
        </p:nvGrpSpPr>
        <p:grpSpPr>
          <a:xfrm>
            <a:off x="9356620" y="1938523"/>
            <a:ext cx="1023036" cy="664762"/>
            <a:chOff x="9356620" y="1688266"/>
            <a:chExt cx="1023036" cy="664762"/>
          </a:xfrm>
        </p:grpSpPr>
        <p:pic>
          <p:nvPicPr>
            <p:cNvPr id="22" name="Picture 2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4D2AFD3F-AF4C-0C21-FFF6-473ACA17C82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rcRect b="24830"/>
            <a:stretch>
              <a:fillRect/>
            </a:stretch>
          </p:blipFill>
          <p:spPr>
            <a:xfrm>
              <a:off x="9356620" y="1698853"/>
              <a:ext cx="870269" cy="654175"/>
            </a:xfrm>
            <a:prstGeom prst="rect">
              <a:avLst/>
            </a:prstGeom>
          </p:spPr>
        </p:pic>
        <p:pic>
          <p:nvPicPr>
            <p:cNvPr id="25" name="Picture 24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72D65CA4-6512-DD92-8ED7-526936E9703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/>
            <a:srcRect b="13048"/>
            <a:stretch>
              <a:fillRect/>
            </a:stretch>
          </p:blipFill>
          <p:spPr>
            <a:xfrm flipH="1">
              <a:off x="9791754" y="1688266"/>
              <a:ext cx="587902" cy="511195"/>
            </a:xfrm>
            <a:prstGeom prst="rect">
              <a:avLst/>
            </a:prstGeom>
          </p:spPr>
        </p:pic>
      </p:grpSp>
      <p:pic>
        <p:nvPicPr>
          <p:cNvPr id="27" name="Graphic 26">
            <a:extLst>
              <a:ext uri="{FF2B5EF4-FFF2-40B4-BE49-F238E27FC236}">
                <a16:creationId xmlns:a16="http://schemas.microsoft.com/office/drawing/2014/main" id="{D89F2DD5-B21C-7DBD-7E49-810C107AA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4496" y="4187465"/>
            <a:ext cx="792672" cy="976340"/>
          </a:xfrm>
          <a:prstGeom prst="rect">
            <a:avLst/>
          </a:prstGeom>
        </p:spPr>
      </p:pic>
      <p:pic>
        <p:nvPicPr>
          <p:cNvPr id="28" name="Picture 2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26A933A2-592C-7454-8D1A-96EC6FC9F6BD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b="13693"/>
          <a:stretch>
            <a:fillRect/>
          </a:stretch>
        </p:blipFill>
        <p:spPr>
          <a:xfrm>
            <a:off x="8674875" y="4378343"/>
            <a:ext cx="1038724" cy="896484"/>
          </a:xfrm>
          <a:prstGeom prst="rect">
            <a:avLst/>
          </a:prstGeom>
        </p:spPr>
      </p:pic>
      <p:pic>
        <p:nvPicPr>
          <p:cNvPr id="29" name="Picture 2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1F0FBE62-EBD5-568C-556F-7F6DB434CD9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 b="14104"/>
          <a:stretch>
            <a:fillRect/>
          </a:stretch>
        </p:blipFill>
        <p:spPr>
          <a:xfrm>
            <a:off x="7281524" y="3493860"/>
            <a:ext cx="995670" cy="855239"/>
          </a:xfrm>
          <a:prstGeom prst="rect">
            <a:avLst/>
          </a:prstGeom>
        </p:spPr>
      </p:pic>
      <p:pic>
        <p:nvPicPr>
          <p:cNvPr id="30" name="Picture 29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C0299BBE-0AB0-32A6-23B9-30E78001BEE7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3513"/>
          <a:stretch>
            <a:fillRect/>
          </a:stretch>
        </p:blipFill>
        <p:spPr>
          <a:xfrm>
            <a:off x="7950254" y="1935949"/>
            <a:ext cx="942975" cy="815546"/>
          </a:xfrm>
          <a:prstGeom prst="rect">
            <a:avLst/>
          </a:prstGeom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B63E6F1E-341C-A86C-5E79-0CCBAF40EFA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6004" y="3298255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Block Arc 25">
            <a:extLst>
              <a:ext uri="{FF2B5EF4-FFF2-40B4-BE49-F238E27FC236}">
                <a16:creationId xmlns:a16="http://schemas.microsoft.com/office/drawing/2014/main" id="{D65A4DA7-AE87-EB39-9C76-F0E505405E0D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1880000"/>
              <a:gd name="adj2" fmla="val 1620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2" name="Block Arc 31">
            <a:extLst>
              <a:ext uri="{FF2B5EF4-FFF2-40B4-BE49-F238E27FC236}">
                <a16:creationId xmlns:a16="http://schemas.microsoft.com/office/drawing/2014/main" id="{F7DB73B0-E970-8F1F-5855-A3A70B6077F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7560000"/>
              <a:gd name="adj2" fmla="val 1188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3" name="Block Arc 32">
            <a:extLst>
              <a:ext uri="{FF2B5EF4-FFF2-40B4-BE49-F238E27FC236}">
                <a16:creationId xmlns:a16="http://schemas.microsoft.com/office/drawing/2014/main" id="{AE117020-31D5-CC00-87CA-8035D37D912D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3240000"/>
              <a:gd name="adj2" fmla="val 756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4" name="Block Arc 33">
            <a:extLst>
              <a:ext uri="{FF2B5EF4-FFF2-40B4-BE49-F238E27FC236}">
                <a16:creationId xmlns:a16="http://schemas.microsoft.com/office/drawing/2014/main" id="{C2D54078-E26A-533B-B6EA-5D9ACE39198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20520000"/>
              <a:gd name="adj2" fmla="val 324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5" name="Block Arc 34">
            <a:extLst>
              <a:ext uri="{FF2B5EF4-FFF2-40B4-BE49-F238E27FC236}">
                <a16:creationId xmlns:a16="http://schemas.microsoft.com/office/drawing/2014/main" id="{FF98B4B1-9ACD-D1BA-8AF4-2FDF4CF99F02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6200000"/>
              <a:gd name="adj2" fmla="val 2052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4BC1237A-9E27-686B-64DF-A1D1C62E290B}"/>
              </a:ext>
            </a:extLst>
          </p:cNvPr>
          <p:cNvSpPr/>
          <p:nvPr userDrawn="1"/>
        </p:nvSpPr>
        <p:spPr>
          <a:xfrm>
            <a:off x="2184003" y="2842324"/>
            <a:ext cx="2051843" cy="2051843"/>
          </a:xfrm>
          <a:custGeom>
            <a:avLst/>
            <a:gdLst>
              <a:gd name="csX0" fmla="*/ 0 w 2051843"/>
              <a:gd name="csY0" fmla="*/ 1025922 h 2051843"/>
              <a:gd name="csX1" fmla="*/ 1025922 w 2051843"/>
              <a:gd name="csY1" fmla="*/ 0 h 2051843"/>
              <a:gd name="csX2" fmla="*/ 2051844 w 2051843"/>
              <a:gd name="csY2" fmla="*/ 1025922 h 2051843"/>
              <a:gd name="csX3" fmla="*/ 1025922 w 2051843"/>
              <a:gd name="csY3" fmla="*/ 2051844 h 2051843"/>
              <a:gd name="csX4" fmla="*/ 0 w 2051843"/>
              <a:gd name="csY4" fmla="*/ 1025922 h 20518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51843" h="2051843">
                <a:moveTo>
                  <a:pt x="0" y="1025922"/>
                </a:moveTo>
                <a:cubicBezTo>
                  <a:pt x="0" y="459321"/>
                  <a:pt x="459321" y="0"/>
                  <a:pt x="1025922" y="0"/>
                </a:cubicBezTo>
                <a:cubicBezTo>
                  <a:pt x="1592523" y="0"/>
                  <a:pt x="2051844" y="459321"/>
                  <a:pt x="2051844" y="1025922"/>
                </a:cubicBezTo>
                <a:cubicBezTo>
                  <a:pt x="2051844" y="1592523"/>
                  <a:pt x="1592523" y="2051844"/>
                  <a:pt x="1025922" y="2051844"/>
                </a:cubicBezTo>
                <a:cubicBezTo>
                  <a:pt x="459321" y="2051844"/>
                  <a:pt x="0" y="1592523"/>
                  <a:pt x="0" y="1025922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51285" tIns="351285" rIns="351285" bIns="351285" numCol="1" spcCol="1270" anchor="ctr" anchorCtr="0">
            <a:noAutofit/>
          </a:bodyPr>
          <a:lstStyle/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5AB3D2A-30C3-AE50-86D6-B59B9BFC088C}"/>
              </a:ext>
            </a:extLst>
          </p:cNvPr>
          <p:cNvSpPr txBox="1"/>
          <p:nvPr userDrawn="1"/>
        </p:nvSpPr>
        <p:spPr>
          <a:xfrm rot="16367761">
            <a:off x="2223417" y="2469219"/>
            <a:ext cx="1973014" cy="2366341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8617501"/>
              </a:avLst>
            </a:prstTxWarp>
            <a:spAutoFit/>
          </a:bodyPr>
          <a:lstStyle/>
          <a:p>
            <a:pPr algn="ctr"/>
            <a:r>
              <a:rPr lang="en-GB" sz="3200" b="0">
                <a:solidFill>
                  <a:schemeClr val="accent6">
                    <a:lumMod val="50000"/>
                  </a:schemeClr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Substantive Concepts </a:t>
            </a:r>
          </a:p>
        </p:txBody>
      </p:sp>
      <p:pic>
        <p:nvPicPr>
          <p:cNvPr id="4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5B75D6AF-6141-A4B9-9C20-458D575F482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679" y="3227210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BAEC3D70-8F22-C00B-5CC7-46284A838E40}"/>
              </a:ext>
            </a:extLst>
          </p:cNvPr>
          <p:cNvGrpSpPr/>
          <p:nvPr userDrawn="1"/>
        </p:nvGrpSpPr>
        <p:grpSpPr>
          <a:xfrm>
            <a:off x="860724" y="1490979"/>
            <a:ext cx="4687021" cy="4721323"/>
            <a:chOff x="860724" y="1490979"/>
            <a:chExt cx="4687021" cy="472132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2CFBBB9-A881-A36C-7F66-A59A942FF1CF}"/>
                </a:ext>
              </a:extLst>
            </p:cNvPr>
            <p:cNvGrpSpPr/>
            <p:nvPr userDrawn="1"/>
          </p:nvGrpSpPr>
          <p:grpSpPr>
            <a:xfrm>
              <a:off x="1001696" y="1490979"/>
              <a:ext cx="4479565" cy="4581645"/>
              <a:chOff x="-6827777" y="-4338819"/>
              <a:chExt cx="4479565" cy="4581645"/>
            </a:xfrm>
          </p:grpSpPr>
          <p:sp>
            <p:nvSpPr>
              <p:cNvPr id="99" name="Block Arc 98">
                <a:extLst>
                  <a:ext uri="{FF2B5EF4-FFF2-40B4-BE49-F238E27FC236}">
                    <a16:creationId xmlns:a16="http://schemas.microsoft.com/office/drawing/2014/main" id="{A5D20AB0-5899-4612-9523-6EB7E03C663B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0" name="Block Arc 99">
                <a:extLst>
                  <a:ext uri="{FF2B5EF4-FFF2-40B4-BE49-F238E27FC236}">
                    <a16:creationId xmlns:a16="http://schemas.microsoft.com/office/drawing/2014/main" id="{3C9EB5B4-09DF-35A0-7502-B18217A657B8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1" name="Block Arc 100">
                <a:extLst>
                  <a:ext uri="{FF2B5EF4-FFF2-40B4-BE49-F238E27FC236}">
                    <a16:creationId xmlns:a16="http://schemas.microsoft.com/office/drawing/2014/main" id="{56745FE9-6639-5EA5-A55B-A5724F9429BC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02" name="Group 101">
                <a:extLst>
                  <a:ext uri="{FF2B5EF4-FFF2-40B4-BE49-F238E27FC236}">
                    <a16:creationId xmlns:a16="http://schemas.microsoft.com/office/drawing/2014/main" id="{7D169A7E-D3B0-9117-9935-8618473CBC73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23F59D23-B470-6411-B92B-080DCD434F2E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12" name="Curved Right Arrow 111">
                    <a:extLst>
                      <a:ext uri="{FF2B5EF4-FFF2-40B4-BE49-F238E27FC236}">
                        <a16:creationId xmlns:a16="http://schemas.microsoft.com/office/drawing/2014/main" id="{479902FD-5868-6F87-2667-E043A38B7867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3" name="Curved Right Arrow 112">
                    <a:extLst>
                      <a:ext uri="{FF2B5EF4-FFF2-40B4-BE49-F238E27FC236}">
                        <a16:creationId xmlns:a16="http://schemas.microsoft.com/office/drawing/2014/main" id="{C9541158-7541-8B18-6B36-2310EBAA56B6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4" name="Curved Right Arrow 113">
                    <a:extLst>
                      <a:ext uri="{FF2B5EF4-FFF2-40B4-BE49-F238E27FC236}">
                        <a16:creationId xmlns:a16="http://schemas.microsoft.com/office/drawing/2014/main" id="{D9C015ED-BBE7-9BB8-92C8-5694C8D3A13A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08" name="Group 107">
                  <a:extLst>
                    <a:ext uri="{FF2B5EF4-FFF2-40B4-BE49-F238E27FC236}">
                      <a16:creationId xmlns:a16="http://schemas.microsoft.com/office/drawing/2014/main" id="{4AEF3EF4-FD17-31AE-E78A-D0CAA2F6A211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09" name="Curved Right Arrow 108">
                    <a:extLst>
                      <a:ext uri="{FF2B5EF4-FFF2-40B4-BE49-F238E27FC236}">
                        <a16:creationId xmlns:a16="http://schemas.microsoft.com/office/drawing/2014/main" id="{DFD4F67E-1842-7FF3-432E-630F33ABDF32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0" name="Curved Right Arrow 109">
                    <a:extLst>
                      <a:ext uri="{FF2B5EF4-FFF2-40B4-BE49-F238E27FC236}">
                        <a16:creationId xmlns:a16="http://schemas.microsoft.com/office/drawing/2014/main" id="{C4421B9B-0A42-D845-9C69-9EFCC121FA8C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1" name="Curved Right Arrow 110">
                    <a:extLst>
                      <a:ext uri="{FF2B5EF4-FFF2-40B4-BE49-F238E27FC236}">
                        <a16:creationId xmlns:a16="http://schemas.microsoft.com/office/drawing/2014/main" id="{3E2EC88D-2659-C803-48B3-4EB2000ADB56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03" name="Block Arc 102">
                <a:extLst>
                  <a:ext uri="{FF2B5EF4-FFF2-40B4-BE49-F238E27FC236}">
                    <a16:creationId xmlns:a16="http://schemas.microsoft.com/office/drawing/2014/main" id="{8C71302C-29BC-5890-D7CB-A16038C10082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4" name="Block Arc 103">
                <a:extLst>
                  <a:ext uri="{FF2B5EF4-FFF2-40B4-BE49-F238E27FC236}">
                    <a16:creationId xmlns:a16="http://schemas.microsoft.com/office/drawing/2014/main" id="{30D01548-2DA2-5BB1-2803-A4A2FD541B59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5" name="Block Arc 104">
                <a:extLst>
                  <a:ext uri="{FF2B5EF4-FFF2-40B4-BE49-F238E27FC236}">
                    <a16:creationId xmlns:a16="http://schemas.microsoft.com/office/drawing/2014/main" id="{6F456347-47CE-3CE4-EF29-62F43ED0A2B6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6" name="Block Arc 105">
                <a:extLst>
                  <a:ext uri="{FF2B5EF4-FFF2-40B4-BE49-F238E27FC236}">
                    <a16:creationId xmlns:a16="http://schemas.microsoft.com/office/drawing/2014/main" id="{AEF90A1D-5B59-1545-252B-67061E3710E1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5F21714-6809-7E39-742F-5CAFE0694C58}"/>
                </a:ext>
              </a:extLst>
            </p:cNvPr>
            <p:cNvGrpSpPr/>
            <p:nvPr userDrawn="1"/>
          </p:nvGrpSpPr>
          <p:grpSpPr>
            <a:xfrm rot="17234694">
              <a:off x="911764" y="1577422"/>
              <a:ext cx="4479565" cy="4581645"/>
              <a:chOff x="-6827777" y="-4338819"/>
              <a:chExt cx="4479565" cy="4581645"/>
            </a:xfrm>
          </p:grpSpPr>
          <p:sp>
            <p:nvSpPr>
              <p:cNvPr id="83" name="Block Arc 82">
                <a:extLst>
                  <a:ext uri="{FF2B5EF4-FFF2-40B4-BE49-F238E27FC236}">
                    <a16:creationId xmlns:a16="http://schemas.microsoft.com/office/drawing/2014/main" id="{BCE679E9-D7F0-0530-C962-5800FFE7069D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4" name="Block Arc 83">
                <a:extLst>
                  <a:ext uri="{FF2B5EF4-FFF2-40B4-BE49-F238E27FC236}">
                    <a16:creationId xmlns:a16="http://schemas.microsoft.com/office/drawing/2014/main" id="{CC91828B-3451-0663-75B4-BDD6885F4F32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5" name="Block Arc 84">
                <a:extLst>
                  <a:ext uri="{FF2B5EF4-FFF2-40B4-BE49-F238E27FC236}">
                    <a16:creationId xmlns:a16="http://schemas.microsoft.com/office/drawing/2014/main" id="{6817FBA4-1936-9058-0A8E-234A065DCCBB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86" name="Group 85">
                <a:extLst>
                  <a:ext uri="{FF2B5EF4-FFF2-40B4-BE49-F238E27FC236}">
                    <a16:creationId xmlns:a16="http://schemas.microsoft.com/office/drawing/2014/main" id="{1C6AB123-5B40-9C39-A941-E939C44A65C9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91" name="Group 90">
                  <a:extLst>
                    <a:ext uri="{FF2B5EF4-FFF2-40B4-BE49-F238E27FC236}">
                      <a16:creationId xmlns:a16="http://schemas.microsoft.com/office/drawing/2014/main" id="{834D5FE1-BF48-3712-5A11-908A76176976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96" name="Curved Right Arrow 95">
                    <a:extLst>
                      <a:ext uri="{FF2B5EF4-FFF2-40B4-BE49-F238E27FC236}">
                        <a16:creationId xmlns:a16="http://schemas.microsoft.com/office/drawing/2014/main" id="{CF4B54C6-6A5F-7DFB-0C64-98E6C8BF41F0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Curved Right Arrow 96">
                    <a:extLst>
                      <a:ext uri="{FF2B5EF4-FFF2-40B4-BE49-F238E27FC236}">
                        <a16:creationId xmlns:a16="http://schemas.microsoft.com/office/drawing/2014/main" id="{5767E3BA-8CA3-244B-9033-5C5C03251D89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8" name="Curved Right Arrow 97">
                    <a:extLst>
                      <a:ext uri="{FF2B5EF4-FFF2-40B4-BE49-F238E27FC236}">
                        <a16:creationId xmlns:a16="http://schemas.microsoft.com/office/drawing/2014/main" id="{9ECE95BB-7C6B-D52B-FEB4-25AE7429816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2" name="Group 91">
                  <a:extLst>
                    <a:ext uri="{FF2B5EF4-FFF2-40B4-BE49-F238E27FC236}">
                      <a16:creationId xmlns:a16="http://schemas.microsoft.com/office/drawing/2014/main" id="{26FEF4E7-ADF7-964D-988D-48439EFB476E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93" name="Curved Right Arrow 92">
                    <a:extLst>
                      <a:ext uri="{FF2B5EF4-FFF2-40B4-BE49-F238E27FC236}">
                        <a16:creationId xmlns:a16="http://schemas.microsoft.com/office/drawing/2014/main" id="{E5011BBA-839A-5088-0FE7-3E887A39EF2C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Curved Right Arrow 93">
                    <a:extLst>
                      <a:ext uri="{FF2B5EF4-FFF2-40B4-BE49-F238E27FC236}">
                        <a16:creationId xmlns:a16="http://schemas.microsoft.com/office/drawing/2014/main" id="{20F4B7CF-09DC-BC39-A70E-F69E19F685AD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5" name="Curved Right Arrow 94">
                    <a:extLst>
                      <a:ext uri="{FF2B5EF4-FFF2-40B4-BE49-F238E27FC236}">
                        <a16:creationId xmlns:a16="http://schemas.microsoft.com/office/drawing/2014/main" id="{78C5C760-9501-33AD-B4C2-79AC4E556B54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7" name="Block Arc 86">
                <a:extLst>
                  <a:ext uri="{FF2B5EF4-FFF2-40B4-BE49-F238E27FC236}">
                    <a16:creationId xmlns:a16="http://schemas.microsoft.com/office/drawing/2014/main" id="{D993B034-171B-8C4A-201B-69E143EFD657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8" name="Block Arc 87">
                <a:extLst>
                  <a:ext uri="{FF2B5EF4-FFF2-40B4-BE49-F238E27FC236}">
                    <a16:creationId xmlns:a16="http://schemas.microsoft.com/office/drawing/2014/main" id="{984E0272-E18A-014C-3429-E33DB19D4A64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9" name="Block Arc 88">
                <a:extLst>
                  <a:ext uri="{FF2B5EF4-FFF2-40B4-BE49-F238E27FC236}">
                    <a16:creationId xmlns:a16="http://schemas.microsoft.com/office/drawing/2014/main" id="{E1506918-8165-1002-6D43-1214EF3822EC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90" name="Block Arc 89">
                <a:extLst>
                  <a:ext uri="{FF2B5EF4-FFF2-40B4-BE49-F238E27FC236}">
                    <a16:creationId xmlns:a16="http://schemas.microsoft.com/office/drawing/2014/main" id="{E1CF8784-188F-B9D5-72AC-754A96AD2DE5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3F04211-7FBA-DEDB-6623-718BDBAC7C29}"/>
                </a:ext>
              </a:extLst>
            </p:cNvPr>
            <p:cNvGrpSpPr/>
            <p:nvPr userDrawn="1"/>
          </p:nvGrpSpPr>
          <p:grpSpPr>
            <a:xfrm rot="12830433">
              <a:off x="938298" y="1630657"/>
              <a:ext cx="4479565" cy="4581645"/>
              <a:chOff x="-6827777" y="-4338819"/>
              <a:chExt cx="4479565" cy="4581645"/>
            </a:xfrm>
          </p:grpSpPr>
          <p:sp>
            <p:nvSpPr>
              <p:cNvPr id="67" name="Block Arc 66">
                <a:extLst>
                  <a:ext uri="{FF2B5EF4-FFF2-40B4-BE49-F238E27FC236}">
                    <a16:creationId xmlns:a16="http://schemas.microsoft.com/office/drawing/2014/main" id="{D483C653-F2D0-5A3F-C5F7-459F23962B56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8" name="Block Arc 67">
                <a:extLst>
                  <a:ext uri="{FF2B5EF4-FFF2-40B4-BE49-F238E27FC236}">
                    <a16:creationId xmlns:a16="http://schemas.microsoft.com/office/drawing/2014/main" id="{C531719F-A6E4-9FF9-A349-A025534DB9EB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9" name="Block Arc 68">
                <a:extLst>
                  <a:ext uri="{FF2B5EF4-FFF2-40B4-BE49-F238E27FC236}">
                    <a16:creationId xmlns:a16="http://schemas.microsoft.com/office/drawing/2014/main" id="{C539DD76-98F7-7D0F-1566-16EB1D756670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7D30FD67-0D3E-0DC4-7C49-F82987D2C504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B92093A2-7274-4FD4-A4EF-85DA97356F42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80" name="Curved Right Arrow 79">
                    <a:extLst>
                      <a:ext uri="{FF2B5EF4-FFF2-40B4-BE49-F238E27FC236}">
                        <a16:creationId xmlns:a16="http://schemas.microsoft.com/office/drawing/2014/main" id="{7F5CF7F2-3C07-E28D-A686-9875574F66E4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Curved Right Arrow 80">
                    <a:extLst>
                      <a:ext uri="{FF2B5EF4-FFF2-40B4-BE49-F238E27FC236}">
                        <a16:creationId xmlns:a16="http://schemas.microsoft.com/office/drawing/2014/main" id="{C2609CD3-6F26-2748-2D43-9E803B15CA0A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2" name="Curved Right Arrow 81">
                    <a:extLst>
                      <a:ext uri="{FF2B5EF4-FFF2-40B4-BE49-F238E27FC236}">
                        <a16:creationId xmlns:a16="http://schemas.microsoft.com/office/drawing/2014/main" id="{8E4C3668-762B-10A6-3456-AC5135D88477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76" name="Group 75">
                  <a:extLst>
                    <a:ext uri="{FF2B5EF4-FFF2-40B4-BE49-F238E27FC236}">
                      <a16:creationId xmlns:a16="http://schemas.microsoft.com/office/drawing/2014/main" id="{B5998D09-78D1-BCF2-6715-0BE9B486897D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77" name="Curved Right Arrow 76">
                    <a:extLst>
                      <a:ext uri="{FF2B5EF4-FFF2-40B4-BE49-F238E27FC236}">
                        <a16:creationId xmlns:a16="http://schemas.microsoft.com/office/drawing/2014/main" id="{3B8C9561-1C6F-389B-6230-AFD3A35079FD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8" name="Curved Right Arrow 77">
                    <a:extLst>
                      <a:ext uri="{FF2B5EF4-FFF2-40B4-BE49-F238E27FC236}">
                        <a16:creationId xmlns:a16="http://schemas.microsoft.com/office/drawing/2014/main" id="{64E76E7A-02C8-9EB8-3B8A-3278E8A08EA9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9" name="Curved Right Arrow 78">
                    <a:extLst>
                      <a:ext uri="{FF2B5EF4-FFF2-40B4-BE49-F238E27FC236}">
                        <a16:creationId xmlns:a16="http://schemas.microsoft.com/office/drawing/2014/main" id="{6BFF15C9-4228-FDAB-908F-F21084243B24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71" name="Block Arc 70">
                <a:extLst>
                  <a:ext uri="{FF2B5EF4-FFF2-40B4-BE49-F238E27FC236}">
                    <a16:creationId xmlns:a16="http://schemas.microsoft.com/office/drawing/2014/main" id="{8BDCDB65-EF63-1541-79CD-C1E9467FDEE3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2" name="Block Arc 71">
                <a:extLst>
                  <a:ext uri="{FF2B5EF4-FFF2-40B4-BE49-F238E27FC236}">
                    <a16:creationId xmlns:a16="http://schemas.microsoft.com/office/drawing/2014/main" id="{40C39FB9-F4D4-DB68-1015-42C75C2E1A1A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3" name="Block Arc 72">
                <a:extLst>
                  <a:ext uri="{FF2B5EF4-FFF2-40B4-BE49-F238E27FC236}">
                    <a16:creationId xmlns:a16="http://schemas.microsoft.com/office/drawing/2014/main" id="{DC02CE29-61C4-EB4E-1994-602C3D92C493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4" name="Block Arc 73">
                <a:extLst>
                  <a:ext uri="{FF2B5EF4-FFF2-40B4-BE49-F238E27FC236}">
                    <a16:creationId xmlns:a16="http://schemas.microsoft.com/office/drawing/2014/main" id="{4D332B1E-B105-28ED-9BF7-5922E91C2A55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1393196-721F-EF59-831F-C9DA82A96E42}"/>
                </a:ext>
              </a:extLst>
            </p:cNvPr>
            <p:cNvGrpSpPr/>
            <p:nvPr userDrawn="1"/>
          </p:nvGrpSpPr>
          <p:grpSpPr>
            <a:xfrm rot="8479211">
              <a:off x="1011220" y="1599085"/>
              <a:ext cx="4479565" cy="4581645"/>
              <a:chOff x="-6827777" y="-4338819"/>
              <a:chExt cx="4479565" cy="4581645"/>
            </a:xfrm>
          </p:grpSpPr>
          <p:sp>
            <p:nvSpPr>
              <p:cNvPr id="51" name="Block Arc 50">
                <a:extLst>
                  <a:ext uri="{FF2B5EF4-FFF2-40B4-BE49-F238E27FC236}">
                    <a16:creationId xmlns:a16="http://schemas.microsoft.com/office/drawing/2014/main" id="{4C4569D8-772A-E648-13BF-8CD12D3D154C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2" name="Block Arc 51">
                <a:extLst>
                  <a:ext uri="{FF2B5EF4-FFF2-40B4-BE49-F238E27FC236}">
                    <a16:creationId xmlns:a16="http://schemas.microsoft.com/office/drawing/2014/main" id="{356CDAE7-F8AB-1375-1708-1C86AF23E0A4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3" name="Block Arc 52">
                <a:extLst>
                  <a:ext uri="{FF2B5EF4-FFF2-40B4-BE49-F238E27FC236}">
                    <a16:creationId xmlns:a16="http://schemas.microsoft.com/office/drawing/2014/main" id="{63B6884B-5BDE-1FCE-0D8C-A25B430BA7F3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703F2A8B-AA14-3DFA-99CC-64CC908DE009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A7287A49-D033-B379-58FD-F5DC6B7631FF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64" name="Curved Right Arrow 63">
                    <a:extLst>
                      <a:ext uri="{FF2B5EF4-FFF2-40B4-BE49-F238E27FC236}">
                        <a16:creationId xmlns:a16="http://schemas.microsoft.com/office/drawing/2014/main" id="{21FC3293-CC54-C1B3-858B-A0B14DB0C534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5" name="Curved Right Arrow 64">
                    <a:extLst>
                      <a:ext uri="{FF2B5EF4-FFF2-40B4-BE49-F238E27FC236}">
                        <a16:creationId xmlns:a16="http://schemas.microsoft.com/office/drawing/2014/main" id="{5B153BEE-4F46-3F6E-0C4C-483636001A6E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6" name="Curved Right Arrow 65">
                    <a:extLst>
                      <a:ext uri="{FF2B5EF4-FFF2-40B4-BE49-F238E27FC236}">
                        <a16:creationId xmlns:a16="http://schemas.microsoft.com/office/drawing/2014/main" id="{858D7E0F-BEE2-7D47-B49E-477B111D624B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60" name="Group 59">
                  <a:extLst>
                    <a:ext uri="{FF2B5EF4-FFF2-40B4-BE49-F238E27FC236}">
                      <a16:creationId xmlns:a16="http://schemas.microsoft.com/office/drawing/2014/main" id="{9996504D-CC99-46A7-8059-80A2B6739B08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61" name="Curved Right Arrow 60">
                    <a:extLst>
                      <a:ext uri="{FF2B5EF4-FFF2-40B4-BE49-F238E27FC236}">
                        <a16:creationId xmlns:a16="http://schemas.microsoft.com/office/drawing/2014/main" id="{C12E1D56-79D8-7AA4-AD9D-618FD058398F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Curved Right Arrow 61">
                    <a:extLst>
                      <a:ext uri="{FF2B5EF4-FFF2-40B4-BE49-F238E27FC236}">
                        <a16:creationId xmlns:a16="http://schemas.microsoft.com/office/drawing/2014/main" id="{3ACB0B72-D1D3-6C55-F692-842D133D88EF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3" name="Curved Right Arrow 62">
                    <a:extLst>
                      <a:ext uri="{FF2B5EF4-FFF2-40B4-BE49-F238E27FC236}">
                        <a16:creationId xmlns:a16="http://schemas.microsoft.com/office/drawing/2014/main" id="{D2197F82-7420-30E4-C2B0-314878828DEB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55" name="Block Arc 54">
                <a:extLst>
                  <a:ext uri="{FF2B5EF4-FFF2-40B4-BE49-F238E27FC236}">
                    <a16:creationId xmlns:a16="http://schemas.microsoft.com/office/drawing/2014/main" id="{E70AF7F6-F6B1-7D4A-C3D0-2D5380CD607C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6" name="Block Arc 55">
                <a:extLst>
                  <a:ext uri="{FF2B5EF4-FFF2-40B4-BE49-F238E27FC236}">
                    <a16:creationId xmlns:a16="http://schemas.microsoft.com/office/drawing/2014/main" id="{7ACC680A-FCD9-0A0C-5434-54B3A4CFAA45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7" name="Block Arc 56">
                <a:extLst>
                  <a:ext uri="{FF2B5EF4-FFF2-40B4-BE49-F238E27FC236}">
                    <a16:creationId xmlns:a16="http://schemas.microsoft.com/office/drawing/2014/main" id="{2B463098-4976-396F-198A-2CEC84D271AB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8" name="Block Arc 57">
                <a:extLst>
                  <a:ext uri="{FF2B5EF4-FFF2-40B4-BE49-F238E27FC236}">
                    <a16:creationId xmlns:a16="http://schemas.microsoft.com/office/drawing/2014/main" id="{FB828018-B0A9-3628-672F-40942C20BD08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ABB2B70-4314-64FD-FB26-CE313C409BD2}"/>
                </a:ext>
              </a:extLst>
            </p:cNvPr>
            <p:cNvGrpSpPr/>
            <p:nvPr userDrawn="1"/>
          </p:nvGrpSpPr>
          <p:grpSpPr>
            <a:xfrm rot="4292651">
              <a:off x="1017140" y="1548320"/>
              <a:ext cx="4479565" cy="4581645"/>
              <a:chOff x="-6827777" y="-4338819"/>
              <a:chExt cx="4479565" cy="4581645"/>
            </a:xfrm>
          </p:grpSpPr>
          <p:sp>
            <p:nvSpPr>
              <p:cNvPr id="11" name="Block Arc 10">
                <a:extLst>
                  <a:ext uri="{FF2B5EF4-FFF2-40B4-BE49-F238E27FC236}">
                    <a16:creationId xmlns:a16="http://schemas.microsoft.com/office/drawing/2014/main" id="{E79C49D6-465A-0C75-7594-0B4177292AB3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3" name="Block Arc 12">
                <a:extLst>
                  <a:ext uri="{FF2B5EF4-FFF2-40B4-BE49-F238E27FC236}">
                    <a16:creationId xmlns:a16="http://schemas.microsoft.com/office/drawing/2014/main" id="{1E1B741F-967B-583C-3AEB-029F4F0B0059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4" name="Block Arc 13">
                <a:extLst>
                  <a:ext uri="{FF2B5EF4-FFF2-40B4-BE49-F238E27FC236}">
                    <a16:creationId xmlns:a16="http://schemas.microsoft.com/office/drawing/2014/main" id="{3BAA8DC6-DB35-F31D-7A3F-B1A79D5BC4DC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729F1F60-D121-0F95-A46B-4A28550CDAD4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C10CDF87-C82C-8BDD-A066-BB99E3410A80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48" name="Curved Right Arrow 47">
                    <a:extLst>
                      <a:ext uri="{FF2B5EF4-FFF2-40B4-BE49-F238E27FC236}">
                        <a16:creationId xmlns:a16="http://schemas.microsoft.com/office/drawing/2014/main" id="{BB0F15F4-7BA9-9DFA-9870-DE1416E8C181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Curved Right Arrow 48">
                    <a:extLst>
                      <a:ext uri="{FF2B5EF4-FFF2-40B4-BE49-F238E27FC236}">
                        <a16:creationId xmlns:a16="http://schemas.microsoft.com/office/drawing/2014/main" id="{EAD52C42-6F35-26E3-70FA-A9AAEB6F0292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0" name="Curved Right Arrow 49">
                    <a:extLst>
                      <a:ext uri="{FF2B5EF4-FFF2-40B4-BE49-F238E27FC236}">
                        <a16:creationId xmlns:a16="http://schemas.microsoft.com/office/drawing/2014/main" id="{1912908B-A427-150D-1F84-50DF93EC7247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C83DC12D-6E3F-309A-FA70-05E70C2C6A5C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45" name="Curved Right Arrow 44">
                    <a:extLst>
                      <a:ext uri="{FF2B5EF4-FFF2-40B4-BE49-F238E27FC236}">
                        <a16:creationId xmlns:a16="http://schemas.microsoft.com/office/drawing/2014/main" id="{C80632D3-EB4A-B786-CEF0-92C602FB3895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6" name="Curved Right Arrow 45">
                    <a:extLst>
                      <a:ext uri="{FF2B5EF4-FFF2-40B4-BE49-F238E27FC236}">
                        <a16:creationId xmlns:a16="http://schemas.microsoft.com/office/drawing/2014/main" id="{13DDAFBD-6A9F-7693-3625-C047D7A9F875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7" name="Curved Right Arrow 46">
                    <a:extLst>
                      <a:ext uri="{FF2B5EF4-FFF2-40B4-BE49-F238E27FC236}">
                        <a16:creationId xmlns:a16="http://schemas.microsoft.com/office/drawing/2014/main" id="{B576B5EE-41A6-D3A2-B68B-F80907CBE53A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7" name="Block Arc 16">
                <a:extLst>
                  <a:ext uri="{FF2B5EF4-FFF2-40B4-BE49-F238E27FC236}">
                    <a16:creationId xmlns:a16="http://schemas.microsoft.com/office/drawing/2014/main" id="{23930245-5AC7-D69E-EDE0-9ED4399C9766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9" name="Block Arc 18">
                <a:extLst>
                  <a:ext uri="{FF2B5EF4-FFF2-40B4-BE49-F238E27FC236}">
                    <a16:creationId xmlns:a16="http://schemas.microsoft.com/office/drawing/2014/main" id="{A153AF45-714A-7DF1-6765-1EC13D23BE0A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0" name="Block Arc 19">
                <a:extLst>
                  <a:ext uri="{FF2B5EF4-FFF2-40B4-BE49-F238E27FC236}">
                    <a16:creationId xmlns:a16="http://schemas.microsoft.com/office/drawing/2014/main" id="{AB4ED728-F96D-C718-7CEB-CC8B7DB0EBDD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" name="Block Arc 20">
                <a:extLst>
                  <a:ext uri="{FF2B5EF4-FFF2-40B4-BE49-F238E27FC236}">
                    <a16:creationId xmlns:a16="http://schemas.microsoft.com/office/drawing/2014/main" id="{9A7394EE-594B-DD8E-AC0F-424778C078CB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</p:grpSp>
      <p:sp>
        <p:nvSpPr>
          <p:cNvPr id="115" name="Rectangle 114">
            <a:extLst>
              <a:ext uri="{FF2B5EF4-FFF2-40B4-BE49-F238E27FC236}">
                <a16:creationId xmlns:a16="http://schemas.microsoft.com/office/drawing/2014/main" id="{36583BF4-6930-A2A4-385A-34EA0BF40CEB}"/>
              </a:ext>
            </a:extLst>
          </p:cNvPr>
          <p:cNvSpPr/>
          <p:nvPr userDrawn="1"/>
        </p:nvSpPr>
        <p:spPr>
          <a:xfrm>
            <a:off x="2284992" y="4136928"/>
            <a:ext cx="1836223" cy="986274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prstTxWarp prst="textArchDown">
              <a:avLst>
                <a:gd name="adj" fmla="val 96006"/>
              </a:avLst>
            </a:prstTxWarp>
            <a:spAutoFit/>
          </a:bodyPr>
          <a:lstStyle/>
          <a:p>
            <a:pPr algn="ctr"/>
            <a:r>
              <a:rPr lang="en-GB" sz="1800" b="0" cap="none" spc="0">
                <a:ln w="0"/>
                <a:solidFill>
                  <a:schemeClr val="tx1"/>
                </a:solidFill>
                <a:effectLst/>
                <a:latin typeface="Twinkl Cursive Looped" panose="02000000000000000000" pitchFamily="2" charset="77"/>
              </a:rPr>
              <a:t>Compassion</a:t>
            </a:r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DFB448D8-045C-CB84-C7A7-DF41CD4181C1}"/>
              </a:ext>
            </a:extLst>
          </p:cNvPr>
          <p:cNvSpPr/>
          <p:nvPr userDrawn="1"/>
        </p:nvSpPr>
        <p:spPr>
          <a:xfrm>
            <a:off x="4563705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</a:t>
            </a:r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5E42A1FB-80B3-51C5-0076-233BF3D12C7E}"/>
              </a:ext>
            </a:extLst>
          </p:cNvPr>
          <p:cNvSpPr/>
          <p:nvPr userDrawn="1"/>
        </p:nvSpPr>
        <p:spPr>
          <a:xfrm>
            <a:off x="3772300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CCCCFF"/>
          </a:solidFill>
          <a:ln w="38100">
            <a:solidFill>
              <a:srgbClr val="7030A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5580" tIns="225580" rIns="225580" bIns="225580" numCol="1" spcCol="1270" anchor="ctr" anchorCtr="0">
            <a:noAutofit/>
          </a:bodyPr>
          <a:lstStyle/>
          <a:p>
            <a:pPr marL="0" lvl="0" indent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200" b="0" kern="1200">
                <a:solidFill>
                  <a:srgbClr val="7030A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Environmental Impact &amp; Sustainability</a:t>
            </a:r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F4595039-749F-BE96-0D5E-FEEBB2E6521F}"/>
              </a:ext>
            </a:extLst>
          </p:cNvPr>
          <p:cNvSpPr/>
          <p:nvPr userDrawn="1"/>
        </p:nvSpPr>
        <p:spPr>
          <a:xfrm>
            <a:off x="1211259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CCCC"/>
          </a:solidFill>
          <a:ln w="38100">
            <a:solidFill>
              <a:srgbClr val="C3580C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rgbClr val="C3580C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Human Geography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7D800002-0BFF-BDBE-517D-C47ACC98E67B}"/>
              </a:ext>
            </a:extLst>
          </p:cNvPr>
          <p:cNvSpPr/>
          <p:nvPr userDrawn="1"/>
        </p:nvSpPr>
        <p:spPr>
          <a:xfrm>
            <a:off x="419854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DDEAF8"/>
          </a:solidFill>
          <a:ln w="38100">
            <a:solidFill>
              <a:srgbClr val="4574C4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8120" tIns="228120" rIns="228120" bIns="228120" numCol="1" spcCol="1270" anchor="ctr" anchorCtr="0">
            <a:noAutofit/>
          </a:bodyPr>
          <a:lstStyle/>
          <a:p>
            <a:pPr marL="0" lvl="0" indent="0" algn="ctr" defTabSz="622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400" b="0" kern="1200">
                <a:solidFill>
                  <a:srgbClr val="4574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Cultural awareness &amp; diversity </a:t>
            </a: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9D7BD638-2823-584C-9B68-061561BAC55B}"/>
              </a:ext>
            </a:extLst>
          </p:cNvPr>
          <p:cNvSpPr/>
          <p:nvPr userDrawn="1"/>
        </p:nvSpPr>
        <p:spPr>
          <a:xfrm>
            <a:off x="2491779" y="971549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F2CC"/>
          </a:solidFill>
          <a:ln w="38100"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5740" tIns="235740" rIns="235740" bIns="235740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000" b="0" kern="1200">
                <a:solidFill>
                  <a:srgbClr val="FFC00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Place, Space &amp; Scale</a:t>
            </a:r>
          </a:p>
        </p:txBody>
      </p:sp>
    </p:spTree>
    <p:extLst>
      <p:ext uri="{BB962C8B-B14F-4D97-AF65-F5344CB8AC3E}">
        <p14:creationId xmlns:p14="http://schemas.microsoft.com/office/powerpoint/2010/main" val="2243001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4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  <p:bldP spid="43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vis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5F1B42-8526-1E66-05A7-2E821F42DE7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C4C3142-EB23-8F25-054D-72ACFF70EA01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Revisit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60009FB-A7C6-DA05-9D0E-F6836A2822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8" y="1047750"/>
            <a:ext cx="10950575" cy="50625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60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zzle Pie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18459E9E-2215-95E5-26EB-8C8B74442A1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468346-116A-66E6-812B-38A1A615A19E}"/>
              </a:ext>
            </a:extLst>
          </p:cNvPr>
          <p:cNvSpPr txBox="1"/>
          <p:nvPr userDrawn="1"/>
        </p:nvSpPr>
        <p:spPr>
          <a:xfrm>
            <a:off x="923238" y="808490"/>
            <a:ext cx="286010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Places are spaces that have been defined by a given name. We can describe them by their location, shape, boundaries, features, physical and human characteristics. 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A737784-658A-AD05-8998-BAF2495F66FD}"/>
              </a:ext>
            </a:extLst>
          </p:cNvPr>
          <p:cNvGrpSpPr/>
          <p:nvPr userDrawn="1"/>
        </p:nvGrpSpPr>
        <p:grpSpPr>
          <a:xfrm>
            <a:off x="57580" y="1031926"/>
            <a:ext cx="865658" cy="744149"/>
            <a:chOff x="57580" y="1031926"/>
            <a:chExt cx="865658" cy="744149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F052065-1DDB-E2DC-0F3B-396DB5BB06C8}"/>
                </a:ext>
              </a:extLst>
            </p:cNvPr>
            <p:cNvGrpSpPr/>
            <p:nvPr userDrawn="1"/>
          </p:nvGrpSpPr>
          <p:grpSpPr>
            <a:xfrm>
              <a:off x="269016" y="1031926"/>
              <a:ext cx="500775" cy="483300"/>
              <a:chOff x="182509" y="2709452"/>
              <a:chExt cx="1909033" cy="1842414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96DFED09-CF66-B228-0F68-96827508064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36075"/>
              <a:stretch>
                <a:fillRect/>
              </a:stretch>
            </p:blipFill>
            <p:spPr>
              <a:xfrm>
                <a:off x="306750" y="3420521"/>
                <a:ext cx="1691777" cy="1131345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11DB2582-79EF-90E8-ADCB-2AE7029E691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399765" y="2709452"/>
                <a:ext cx="1691777" cy="39722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90DE7C01-422A-A7BB-1D1B-3A49D84E46E6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82509" y="3047811"/>
                <a:ext cx="958202" cy="397224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1BF84855-F164-7917-D065-84DDE64A51AA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086043" y="3047811"/>
                <a:ext cx="958202" cy="397224"/>
              </a:xfrm>
              <a:prstGeom prst="rect">
                <a:avLst/>
              </a:prstGeom>
            </p:spPr>
          </p:pic>
        </p:grpSp>
        <p:pic>
          <p:nvPicPr>
            <p:cNvPr id="11" name="Picture 10" descr="A black arrow pointing to a line  AI-generated content may be incorrect.">
              <a:extLst>
                <a:ext uri="{FF2B5EF4-FFF2-40B4-BE49-F238E27FC236}">
                  <a16:creationId xmlns:a16="http://schemas.microsoft.com/office/drawing/2014/main" id="{16D06F16-D317-4C08-C147-AFE6431A946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4859" y="1378851"/>
              <a:ext cx="428379" cy="397224"/>
            </a:xfrm>
            <a:prstGeom prst="rect">
              <a:avLst/>
            </a:prstGeom>
          </p:spPr>
        </p:pic>
        <p:pic>
          <p:nvPicPr>
            <p:cNvPr id="12" name="Picture 1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A426F523-D2E6-E414-F47E-F0FCA369517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rcRect b="18880"/>
            <a:stretch>
              <a:fillRect/>
            </a:stretch>
          </p:blipFill>
          <p:spPr>
            <a:xfrm>
              <a:off x="57580" y="1365825"/>
              <a:ext cx="505729" cy="41025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E1CB9C8-816F-DF00-0844-27C1265768A2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Connections</a:t>
            </a:r>
          </a:p>
        </p:txBody>
      </p:sp>
    </p:spTree>
    <p:extLst>
      <p:ext uri="{BB962C8B-B14F-4D97-AF65-F5344CB8AC3E}">
        <p14:creationId xmlns:p14="http://schemas.microsoft.com/office/powerpoint/2010/main" val="3746263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ilding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D572C4D2-64B4-1B32-68D7-DC03C6792927}"/>
              </a:ext>
            </a:extLst>
          </p:cNvPr>
          <p:cNvGrpSpPr/>
          <p:nvPr userDrawn="1"/>
        </p:nvGrpSpPr>
        <p:grpSpPr>
          <a:xfrm>
            <a:off x="3521878" y="3693438"/>
            <a:ext cx="8311989" cy="926097"/>
            <a:chOff x="3464951" y="3693438"/>
            <a:chExt cx="8311989" cy="926097"/>
          </a:xfrm>
        </p:grpSpPr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DD991092-BCCC-E70B-ADBC-A96CF09BB70B}"/>
                </a:ext>
              </a:extLst>
            </p:cNvPr>
            <p:cNvGrpSpPr/>
            <p:nvPr/>
          </p:nvGrpSpPr>
          <p:grpSpPr>
            <a:xfrm>
              <a:off x="3464951" y="3693438"/>
              <a:ext cx="8311989" cy="926097"/>
              <a:chOff x="3507503" y="3693728"/>
              <a:chExt cx="8311989" cy="926097"/>
            </a:xfrm>
          </p:grpSpPr>
          <p:grpSp>
            <p:nvGrpSpPr>
              <p:cNvPr id="121" name="Group 120">
                <a:extLst>
                  <a:ext uri="{FF2B5EF4-FFF2-40B4-BE49-F238E27FC236}">
                    <a16:creationId xmlns:a16="http://schemas.microsoft.com/office/drawing/2014/main" id="{ADA91177-EA61-A14F-48D8-9FDF4FDA3BDF}"/>
                  </a:ext>
                </a:extLst>
              </p:cNvPr>
              <p:cNvGrpSpPr/>
              <p:nvPr/>
            </p:nvGrpSpPr>
            <p:grpSpPr>
              <a:xfrm>
                <a:off x="3507503" y="3693728"/>
                <a:ext cx="8311989" cy="926097"/>
                <a:chOff x="3507503" y="3693728"/>
                <a:chExt cx="8311989" cy="926097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14D384F1-2722-256C-0B84-CA37221FCFDC}"/>
                    </a:ext>
                  </a:extLst>
                </p:cNvPr>
                <p:cNvGrpSpPr/>
                <p:nvPr/>
              </p:nvGrpSpPr>
              <p:grpSpPr>
                <a:xfrm>
                  <a:off x="3518855" y="3719825"/>
                  <a:ext cx="8300637" cy="900000"/>
                  <a:chOff x="3996278" y="1747524"/>
                  <a:chExt cx="1713901" cy="2824471"/>
                </a:xfrm>
              </p:grpSpPr>
              <p:sp>
                <p:nvSpPr>
                  <p:cNvPr id="127" name="Rectangle: Rounded Corners 12">
                    <a:extLst>
                      <a:ext uri="{FF2B5EF4-FFF2-40B4-BE49-F238E27FC236}">
                        <a16:creationId xmlns:a16="http://schemas.microsoft.com/office/drawing/2014/main" id="{D78E21CA-437C-E8E6-D43F-7FB2BDD79DF7}"/>
                      </a:ext>
                    </a:extLst>
                  </p:cNvPr>
                  <p:cNvSpPr/>
                  <p:nvPr/>
                </p:nvSpPr>
                <p:spPr>
                  <a:xfrm>
                    <a:off x="3996278" y="1747524"/>
                    <a:ext cx="1713901" cy="2824471"/>
                  </a:xfrm>
                  <a:prstGeom prst="roundRect">
                    <a:avLst/>
                  </a:prstGeom>
                  <a:solidFill>
                    <a:srgbClr val="F892BB"/>
                  </a:solidFill>
                  <a:ln>
                    <a:solidFill>
                      <a:srgbClr val="F892BB"/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28" name="Rectangle: Rounded Corners 4">
                    <a:extLst>
                      <a:ext uri="{FF2B5EF4-FFF2-40B4-BE49-F238E27FC236}">
                        <a16:creationId xmlns:a16="http://schemas.microsoft.com/office/drawing/2014/main" id="{78EC23C4-1992-220E-873E-902A6715F9E6}"/>
                      </a:ext>
                    </a:extLst>
                  </p:cNvPr>
                  <p:cNvSpPr txBox="1"/>
                  <p:nvPr/>
                </p:nvSpPr>
                <p:spPr>
                  <a:xfrm>
                    <a:off x="4082912" y="1831190"/>
                    <a:ext cx="1546569" cy="2657139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787CDB7E-949B-491F-5C11-1723326B1CA5}"/>
                    </a:ext>
                  </a:extLst>
                </p:cNvPr>
                <p:cNvGrpSpPr/>
                <p:nvPr/>
              </p:nvGrpSpPr>
              <p:grpSpPr>
                <a:xfrm>
                  <a:off x="3507503" y="3693728"/>
                  <a:ext cx="801261" cy="903352"/>
                  <a:chOff x="4389349" y="450020"/>
                  <a:chExt cx="801261" cy="903352"/>
                </a:xfrm>
              </p:grpSpPr>
              <p:pic>
                <p:nvPicPr>
                  <p:cNvPr id="125" name="Picture 124">
                    <a:extLst>
                      <a:ext uri="{FF2B5EF4-FFF2-40B4-BE49-F238E27FC236}">
                        <a16:creationId xmlns:a16="http://schemas.microsoft.com/office/drawing/2014/main" id="{B0216510-CCFD-8238-F8E5-772CFF29E65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89349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26" name="TextBox 125">
                    <a:extLst>
                      <a:ext uri="{FF2B5EF4-FFF2-40B4-BE49-F238E27FC236}">
                        <a16:creationId xmlns:a16="http://schemas.microsoft.com/office/drawing/2014/main" id="{46C3A5F4-3B03-A278-1907-2AB241FAF2E0}"/>
                      </a:ext>
                    </a:extLst>
                  </p:cNvPr>
                  <p:cNvSpPr txBox="1"/>
                  <p:nvPr/>
                </p:nvSpPr>
                <p:spPr>
                  <a:xfrm>
                    <a:off x="4631284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3</a:t>
                    </a:r>
                  </a:p>
                </p:txBody>
              </p:sp>
            </p:grpSp>
          </p:grp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D3DEC776-1FA8-AD8E-F0A6-5A041B4487D6}"/>
                  </a:ext>
                </a:extLst>
              </p:cNvPr>
              <p:cNvSpPr txBox="1"/>
              <p:nvPr/>
            </p:nvSpPr>
            <p:spPr>
              <a:xfrm>
                <a:off x="4378390" y="4015936"/>
                <a:ext cx="2299228" cy="307777"/>
              </a:xfrm>
              <a:prstGeom prst="rect">
                <a:avLst/>
              </a:prstGeom>
              <a:noFill/>
              <a:ln w="28575">
                <a:solidFill>
                  <a:srgbClr val="BA006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Mediterranean</a:t>
                </a:r>
              </a:p>
            </p:txBody>
          </p:sp>
        </p:grp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B850CB8-AFE7-F6FF-4B59-55E6B4ED76C5}"/>
                </a:ext>
              </a:extLst>
            </p:cNvPr>
            <p:cNvSpPr txBox="1"/>
            <p:nvPr/>
          </p:nvSpPr>
          <p:spPr>
            <a:xfrm>
              <a:off x="6767704" y="3786935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</a:t>
              </a: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know I live in South West England and can name some</a:t>
              </a: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 cities </a:t>
              </a: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in the region</a:t>
              </a: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. I can name some countries in Europe and describe a place in the Mediterranean. </a:t>
              </a:r>
            </a:p>
          </p:txBody>
        </p:sp>
      </p:grpSp>
      <p:sp>
        <p:nvSpPr>
          <p:cNvPr id="129" name="TextBox 128">
            <a:extLst>
              <a:ext uri="{FF2B5EF4-FFF2-40B4-BE49-F238E27FC236}">
                <a16:creationId xmlns:a16="http://schemas.microsoft.com/office/drawing/2014/main" id="{23707F62-5BC9-73A8-06FB-B7B94D9CDA14}"/>
              </a:ext>
            </a:extLst>
          </p:cNvPr>
          <p:cNvSpPr txBox="1"/>
          <p:nvPr userDrawn="1"/>
        </p:nvSpPr>
        <p:spPr>
          <a:xfrm>
            <a:off x="583309" y="1869817"/>
            <a:ext cx="2693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Places are areas that have been defined by a given name. </a:t>
            </a:r>
          </a:p>
        </p:txBody>
      </p: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7466AB6B-12CA-B770-FC7A-C9C398FD84B9}"/>
              </a:ext>
            </a:extLst>
          </p:cNvPr>
          <p:cNvGrpSpPr/>
          <p:nvPr userDrawn="1"/>
        </p:nvGrpSpPr>
        <p:grpSpPr>
          <a:xfrm>
            <a:off x="3508831" y="4718397"/>
            <a:ext cx="8325034" cy="920150"/>
            <a:chOff x="3508831" y="4718397"/>
            <a:chExt cx="8325034" cy="920150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CB746930-222B-86B4-89C0-C8DC202EF3EB}"/>
                </a:ext>
              </a:extLst>
            </p:cNvPr>
            <p:cNvGrpSpPr/>
            <p:nvPr/>
          </p:nvGrpSpPr>
          <p:grpSpPr>
            <a:xfrm>
              <a:off x="3508831" y="4718397"/>
              <a:ext cx="8325034" cy="920150"/>
              <a:chOff x="3508831" y="4718397"/>
              <a:chExt cx="8325034" cy="920150"/>
            </a:xfrm>
          </p:grpSpPr>
          <p:grpSp>
            <p:nvGrpSpPr>
              <p:cNvPr id="133" name="Group 132">
                <a:extLst>
                  <a:ext uri="{FF2B5EF4-FFF2-40B4-BE49-F238E27FC236}">
                    <a16:creationId xmlns:a16="http://schemas.microsoft.com/office/drawing/2014/main" id="{46F2FF87-3180-D2B4-D77E-EFD684493CCE}"/>
                  </a:ext>
                </a:extLst>
              </p:cNvPr>
              <p:cNvGrpSpPr/>
              <p:nvPr/>
            </p:nvGrpSpPr>
            <p:grpSpPr>
              <a:xfrm>
                <a:off x="3508831" y="4718397"/>
                <a:ext cx="8325034" cy="920150"/>
                <a:chOff x="3508831" y="4718397"/>
                <a:chExt cx="8325034" cy="920150"/>
              </a:xfrm>
            </p:grpSpPr>
            <p:grpSp>
              <p:nvGrpSpPr>
                <p:cNvPr id="135" name="Group 134">
                  <a:extLst>
                    <a:ext uri="{FF2B5EF4-FFF2-40B4-BE49-F238E27FC236}">
                      <a16:creationId xmlns:a16="http://schemas.microsoft.com/office/drawing/2014/main" id="{04D6BE85-A902-2EBF-1495-D6BA8628D9A9}"/>
                    </a:ext>
                  </a:extLst>
                </p:cNvPr>
                <p:cNvGrpSpPr/>
                <p:nvPr/>
              </p:nvGrpSpPr>
              <p:grpSpPr>
                <a:xfrm>
                  <a:off x="3518854" y="4738547"/>
                  <a:ext cx="8315011" cy="900000"/>
                  <a:chOff x="1996726" y="1717038"/>
                  <a:chExt cx="1716869" cy="2885442"/>
                </a:xfrm>
              </p:grpSpPr>
              <p:sp>
                <p:nvSpPr>
                  <p:cNvPr id="139" name="Rectangle: Rounded Corners 9">
                    <a:extLst>
                      <a:ext uri="{FF2B5EF4-FFF2-40B4-BE49-F238E27FC236}">
                        <a16:creationId xmlns:a16="http://schemas.microsoft.com/office/drawing/2014/main" id="{D7FB5E20-2597-C2F9-9D1F-032BEE084135}"/>
                      </a:ext>
                    </a:extLst>
                  </p:cNvPr>
                  <p:cNvSpPr/>
                  <p:nvPr/>
                </p:nvSpPr>
                <p:spPr>
                  <a:xfrm>
                    <a:off x="1996726" y="1717038"/>
                    <a:ext cx="1716869" cy="2885442"/>
                  </a:xfrm>
                  <a:prstGeom prst="roundRect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0" name="Rectangle: Rounded Corners 4">
                    <a:extLst>
                      <a:ext uri="{FF2B5EF4-FFF2-40B4-BE49-F238E27FC236}">
                        <a16:creationId xmlns:a16="http://schemas.microsoft.com/office/drawing/2014/main" id="{CBAB15B9-D2D2-7071-FE7D-4836909AFF45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360" y="1800704"/>
                    <a:ext cx="1546569" cy="2718110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FEC6F23F-F501-E370-737C-7E5904F01B95}"/>
                    </a:ext>
                  </a:extLst>
                </p:cNvPr>
                <p:cNvGrpSpPr/>
                <p:nvPr/>
              </p:nvGrpSpPr>
              <p:grpSpPr>
                <a:xfrm>
                  <a:off x="3508831" y="4718397"/>
                  <a:ext cx="801261" cy="903352"/>
                  <a:chOff x="4390677" y="450020"/>
                  <a:chExt cx="801261" cy="903352"/>
                </a:xfrm>
              </p:grpSpPr>
              <p:pic>
                <p:nvPicPr>
                  <p:cNvPr id="137" name="Picture 136">
                    <a:extLst>
                      <a:ext uri="{FF2B5EF4-FFF2-40B4-BE49-F238E27FC236}">
                        <a16:creationId xmlns:a16="http://schemas.microsoft.com/office/drawing/2014/main" id="{D9CB490D-D898-A179-70A1-0499A117ECA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90677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38" name="TextBox 137">
                    <a:extLst>
                      <a:ext uri="{FF2B5EF4-FFF2-40B4-BE49-F238E27FC236}">
                        <a16:creationId xmlns:a16="http://schemas.microsoft.com/office/drawing/2014/main" id="{28FD4341-097C-C237-D68D-557B2D3A852E}"/>
                      </a:ext>
                    </a:extLst>
                  </p:cNvPr>
                  <p:cNvSpPr txBox="1"/>
                  <p:nvPr/>
                </p:nvSpPr>
                <p:spPr>
                  <a:xfrm>
                    <a:off x="4632612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2</a:t>
                    </a:r>
                  </a:p>
                </p:txBody>
              </p:sp>
            </p:grpSp>
          </p:grp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7D8EAC55-2763-2E54-A516-F75C56290EB9}"/>
                  </a:ext>
                </a:extLst>
              </p:cNvPr>
              <p:cNvSpPr txBox="1"/>
              <p:nvPr/>
            </p:nvSpPr>
            <p:spPr>
              <a:xfrm>
                <a:off x="4392765" y="4929938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6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Guizhou region, South West China</a:t>
                </a:r>
              </a:p>
            </p:txBody>
          </p:sp>
        </p:grp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3147B050-DCFA-BD81-F8D1-37EAD487D659}"/>
                </a:ext>
              </a:extLst>
            </p:cNvPr>
            <p:cNvSpPr txBox="1"/>
            <p:nvPr/>
          </p:nvSpPr>
          <p:spPr>
            <a:xfrm>
              <a:off x="6824631" y="4798396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use a map to locate the seven continents and five oceans. I know that England is in the continent Europe and China is in the continent Asia.</a:t>
              </a:r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B88E5574-5424-3800-FBBA-A065DAC6D9BA}"/>
              </a:ext>
            </a:extLst>
          </p:cNvPr>
          <p:cNvGrpSpPr/>
          <p:nvPr userDrawn="1"/>
        </p:nvGrpSpPr>
        <p:grpSpPr>
          <a:xfrm>
            <a:off x="3508831" y="5762222"/>
            <a:ext cx="8325034" cy="922745"/>
            <a:chOff x="3508831" y="5762222"/>
            <a:chExt cx="8325034" cy="922745"/>
          </a:xfrm>
        </p:grpSpPr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E794C7E4-08FC-3E62-5385-741FB5A5AE2B}"/>
                </a:ext>
              </a:extLst>
            </p:cNvPr>
            <p:cNvGrpSpPr/>
            <p:nvPr/>
          </p:nvGrpSpPr>
          <p:grpSpPr>
            <a:xfrm>
              <a:off x="3508831" y="5762222"/>
              <a:ext cx="8325034" cy="922745"/>
              <a:chOff x="3552490" y="5836523"/>
              <a:chExt cx="8325034" cy="922745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26D23B01-63B5-9745-6BD4-FF90FDA7FFA3}"/>
                  </a:ext>
                </a:extLst>
              </p:cNvPr>
              <p:cNvGrpSpPr/>
              <p:nvPr/>
            </p:nvGrpSpPr>
            <p:grpSpPr>
              <a:xfrm>
                <a:off x="3552490" y="5836523"/>
                <a:ext cx="8325034" cy="922745"/>
                <a:chOff x="3552490" y="5836523"/>
                <a:chExt cx="8325034" cy="922745"/>
              </a:xfrm>
            </p:grpSpPr>
            <p:sp>
              <p:nvSpPr>
                <p:cNvPr id="146" name="Rectangle: Rounded Corners 3">
                  <a:extLst>
                    <a:ext uri="{FF2B5EF4-FFF2-40B4-BE49-F238E27FC236}">
                      <a16:creationId xmlns:a16="http://schemas.microsoft.com/office/drawing/2014/main" id="{2EDFC930-7F32-8E38-3B3E-B0DCC43E6F33}"/>
                    </a:ext>
                  </a:extLst>
                </p:cNvPr>
                <p:cNvSpPr/>
                <p:nvPr/>
              </p:nvSpPr>
              <p:spPr>
                <a:xfrm>
                  <a:off x="3552490" y="5859268"/>
                  <a:ext cx="8325034" cy="900000"/>
                </a:xfrm>
                <a:prstGeom prst="roundRect">
                  <a:avLst/>
                </a:prstGeom>
                <a:solidFill>
                  <a:srgbClr val="F9D2B5"/>
                </a:solidFill>
                <a:ln>
                  <a:solidFill>
                    <a:srgbClr val="F9D2B5"/>
                  </a:solidFill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47" name="Group 146">
                  <a:extLst>
                    <a:ext uri="{FF2B5EF4-FFF2-40B4-BE49-F238E27FC236}">
                      <a16:creationId xmlns:a16="http://schemas.microsoft.com/office/drawing/2014/main" id="{5C6F202A-9BFF-F6BB-D3B4-FD9992240FC2}"/>
                    </a:ext>
                  </a:extLst>
                </p:cNvPr>
                <p:cNvGrpSpPr/>
                <p:nvPr/>
              </p:nvGrpSpPr>
              <p:grpSpPr>
                <a:xfrm>
                  <a:off x="3562659" y="5836523"/>
                  <a:ext cx="801261" cy="903352"/>
                  <a:chOff x="4444505" y="551736"/>
                  <a:chExt cx="801261" cy="903352"/>
                </a:xfrm>
              </p:grpSpPr>
              <p:pic>
                <p:nvPicPr>
                  <p:cNvPr id="148" name="Picture 147">
                    <a:extLst>
                      <a:ext uri="{FF2B5EF4-FFF2-40B4-BE49-F238E27FC236}">
                        <a16:creationId xmlns:a16="http://schemas.microsoft.com/office/drawing/2014/main" id="{C9B7B796-5F7C-3AF9-11C3-AE48B1EF696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44505" y="551736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B6408EC0-CF69-72D6-22D4-E55345FD11D3}"/>
                      </a:ext>
                    </a:extLst>
                  </p:cNvPr>
                  <p:cNvSpPr txBox="1"/>
                  <p:nvPr/>
                </p:nvSpPr>
                <p:spPr>
                  <a:xfrm>
                    <a:off x="4703335" y="772579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1</a:t>
                    </a:r>
                  </a:p>
                </p:txBody>
              </p:sp>
            </p:grpSp>
          </p:grp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E3972111-5E24-221D-A3AE-4FAF4317106C}"/>
                  </a:ext>
                </a:extLst>
              </p:cNvPr>
              <p:cNvSpPr txBox="1"/>
              <p:nvPr/>
            </p:nvSpPr>
            <p:spPr>
              <a:xfrm>
                <a:off x="4436424" y="6058243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Where I live in the United Kingdom</a:t>
                </a:r>
              </a:p>
            </p:txBody>
          </p: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0D65EB27-4FE8-704E-2D3A-5DDD8D09673C}"/>
                </a:ext>
              </a:extLst>
            </p:cNvPr>
            <p:cNvSpPr txBox="1"/>
            <p:nvPr/>
          </p:nvSpPr>
          <p:spPr>
            <a:xfrm>
              <a:off x="6824631" y="5889684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know where I live and where </a:t>
              </a: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Wallscourt Farm Academy</a:t>
              </a: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 is. I know I live in England and can name the four countries of the United Kingdom. </a:t>
              </a:r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1C51D6F-9B82-78D2-3E56-2CC37064D297}"/>
              </a:ext>
            </a:extLst>
          </p:cNvPr>
          <p:cNvGrpSpPr/>
          <p:nvPr userDrawn="1"/>
        </p:nvGrpSpPr>
        <p:grpSpPr>
          <a:xfrm>
            <a:off x="3525668" y="2707320"/>
            <a:ext cx="8308198" cy="954107"/>
            <a:chOff x="3525668" y="2707320"/>
            <a:chExt cx="8308198" cy="954107"/>
          </a:xfrm>
        </p:grpSpPr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34C84BC7-360F-82FE-D852-17506775C6F8}"/>
                </a:ext>
              </a:extLst>
            </p:cNvPr>
            <p:cNvGrpSpPr/>
            <p:nvPr/>
          </p:nvGrpSpPr>
          <p:grpSpPr>
            <a:xfrm>
              <a:off x="3525668" y="2709975"/>
              <a:ext cx="8308198" cy="912750"/>
              <a:chOff x="3525668" y="2709975"/>
              <a:chExt cx="8308198" cy="912750"/>
            </a:xfrm>
          </p:grpSpPr>
          <p:grpSp>
            <p:nvGrpSpPr>
              <p:cNvPr id="164" name="Group 163">
                <a:extLst>
                  <a:ext uri="{FF2B5EF4-FFF2-40B4-BE49-F238E27FC236}">
                    <a16:creationId xmlns:a16="http://schemas.microsoft.com/office/drawing/2014/main" id="{4C1A94B3-1B9C-2743-32AB-4B83AFF0C3A8}"/>
                  </a:ext>
                </a:extLst>
              </p:cNvPr>
              <p:cNvGrpSpPr/>
              <p:nvPr/>
            </p:nvGrpSpPr>
            <p:grpSpPr>
              <a:xfrm>
                <a:off x="3525668" y="2709975"/>
                <a:ext cx="8308198" cy="912750"/>
                <a:chOff x="3525668" y="2709975"/>
                <a:chExt cx="8308198" cy="912750"/>
              </a:xfrm>
            </p:grpSpPr>
            <p:grpSp>
              <p:nvGrpSpPr>
                <p:cNvPr id="166" name="Group 165">
                  <a:extLst>
                    <a:ext uri="{FF2B5EF4-FFF2-40B4-BE49-F238E27FC236}">
                      <a16:creationId xmlns:a16="http://schemas.microsoft.com/office/drawing/2014/main" id="{3738305E-36B9-41B9-E67E-47F2D1F68F75}"/>
                    </a:ext>
                  </a:extLst>
                </p:cNvPr>
                <p:cNvGrpSpPr/>
                <p:nvPr/>
              </p:nvGrpSpPr>
              <p:grpSpPr>
                <a:xfrm>
                  <a:off x="3533229" y="2722725"/>
                  <a:ext cx="8300637" cy="900000"/>
                  <a:chOff x="5998798" y="1737362"/>
                  <a:chExt cx="1713901" cy="2844795"/>
                </a:xfrm>
              </p:grpSpPr>
              <p:sp>
                <p:nvSpPr>
                  <p:cNvPr id="170" name="Rectangle: Rounded Corners 15">
                    <a:extLst>
                      <a:ext uri="{FF2B5EF4-FFF2-40B4-BE49-F238E27FC236}">
                        <a16:creationId xmlns:a16="http://schemas.microsoft.com/office/drawing/2014/main" id="{750B889C-4590-2233-1B06-6A75B19246CF}"/>
                      </a:ext>
                    </a:extLst>
                  </p:cNvPr>
                  <p:cNvSpPr/>
                  <p:nvPr/>
                </p:nvSpPr>
                <p:spPr>
                  <a:xfrm>
                    <a:off x="5998798" y="1737362"/>
                    <a:ext cx="1713901" cy="2844795"/>
                  </a:xfrm>
                  <a:prstGeom prst="roundRect">
                    <a:avLst/>
                  </a:prstGeom>
                  <a:solidFill>
                    <a:srgbClr val="BDD7EF"/>
                  </a:solidFill>
                  <a:ln>
                    <a:noFill/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1" name="Rectangle: Rounded Corners 4">
                    <a:extLst>
                      <a:ext uri="{FF2B5EF4-FFF2-40B4-BE49-F238E27FC236}">
                        <a16:creationId xmlns:a16="http://schemas.microsoft.com/office/drawing/2014/main" id="{9B6102C5-D823-0B4F-B267-AAD650C9FB01}"/>
                      </a:ext>
                    </a:extLst>
                  </p:cNvPr>
                  <p:cNvSpPr txBox="1"/>
                  <p:nvPr/>
                </p:nvSpPr>
                <p:spPr>
                  <a:xfrm>
                    <a:off x="6082464" y="1821028"/>
                    <a:ext cx="1546569" cy="2344261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4F48F122-E542-6645-1730-8D916B6C940C}"/>
                    </a:ext>
                  </a:extLst>
                </p:cNvPr>
                <p:cNvGrpSpPr/>
                <p:nvPr/>
              </p:nvGrpSpPr>
              <p:grpSpPr>
                <a:xfrm>
                  <a:off x="3525668" y="2709975"/>
                  <a:ext cx="801261" cy="903352"/>
                  <a:chOff x="4462145" y="450020"/>
                  <a:chExt cx="801261" cy="903352"/>
                </a:xfrm>
              </p:grpSpPr>
              <p:pic>
                <p:nvPicPr>
                  <p:cNvPr id="168" name="Picture 167">
                    <a:extLst>
                      <a:ext uri="{FF2B5EF4-FFF2-40B4-BE49-F238E27FC236}">
                        <a16:creationId xmlns:a16="http://schemas.microsoft.com/office/drawing/2014/main" id="{075A870B-9788-88E5-4712-9B7442C1052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62145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55B0069-2F7F-3BDD-7014-7C9EC2D78D63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080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4</a:t>
                    </a:r>
                  </a:p>
                </p:txBody>
              </p:sp>
            </p:grpSp>
          </p:grpSp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E66FC725-A387-28A8-C7D7-4B9A65D69567}"/>
                  </a:ext>
                </a:extLst>
              </p:cNvPr>
              <p:cNvSpPr txBox="1"/>
              <p:nvPr/>
            </p:nvSpPr>
            <p:spPr>
              <a:xfrm>
                <a:off x="4392765" y="2911115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Peru or Brazil in South America</a:t>
                </a:r>
              </a:p>
            </p:txBody>
          </p:sp>
        </p:grp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8AC9B67A-0F15-331A-E781-7F016E8795CF}"/>
                </a:ext>
              </a:extLst>
            </p:cNvPr>
            <p:cNvSpPr txBox="1"/>
            <p:nvPr/>
          </p:nvSpPr>
          <p:spPr>
            <a:xfrm>
              <a:off x="6824631" y="2707320"/>
              <a:ext cx="4882103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use world maps to locate the equator, tropics and  hemispheres and use</a:t>
              </a: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 latitude and longitude to locate places.</a:t>
              </a: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 I can name significant cities in the UK describe a place in South America. </a:t>
              </a:r>
            </a:p>
          </p:txBody>
        </p:sp>
      </p:grpSp>
      <p:sp>
        <p:nvSpPr>
          <p:cNvPr id="183" name="TextBox 182">
            <a:extLst>
              <a:ext uri="{FF2B5EF4-FFF2-40B4-BE49-F238E27FC236}">
                <a16:creationId xmlns:a16="http://schemas.microsoft.com/office/drawing/2014/main" id="{C03EA156-7E21-1D05-39B0-4AA499688BDB}"/>
              </a:ext>
            </a:extLst>
          </p:cNvPr>
          <p:cNvSpPr txBox="1"/>
          <p:nvPr userDrawn="1"/>
        </p:nvSpPr>
        <p:spPr>
          <a:xfrm>
            <a:off x="596419" y="3486712"/>
            <a:ext cx="274000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Scale is when we ‘zoom –in and zoom-out’ to explore local, regional and global patterns and connections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DF084291-0649-F1E8-23A2-23A2A3BF6154}"/>
              </a:ext>
            </a:extLst>
          </p:cNvPr>
          <p:cNvSpPr txBox="1"/>
          <p:nvPr userDrawn="1"/>
        </p:nvSpPr>
        <p:spPr>
          <a:xfrm>
            <a:off x="598388" y="2520074"/>
            <a:ext cx="28054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Space</a:t>
            </a:r>
            <a:r>
              <a:rPr kumimoji="0" lang="en-GB" sz="1400" b="0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 is about the importance of places and the way people organise where we live. 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  <a:cs typeface="+mn-cs"/>
            </a:endParaRPr>
          </a:p>
        </p:txBody>
      </p: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1EEDBCC6-5644-F19A-ADD5-0820C10A8B5F}"/>
              </a:ext>
            </a:extLst>
          </p:cNvPr>
          <p:cNvGrpSpPr/>
          <p:nvPr userDrawn="1"/>
        </p:nvGrpSpPr>
        <p:grpSpPr>
          <a:xfrm>
            <a:off x="272909" y="5585370"/>
            <a:ext cx="1280546" cy="1018597"/>
            <a:chOff x="487294" y="3394800"/>
            <a:chExt cx="1829988" cy="1302126"/>
          </a:xfrm>
          <a:solidFill>
            <a:srgbClr val="FFEEB0"/>
          </a:solidFill>
        </p:grpSpPr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7D343F5F-0310-8BF1-153F-738F244F6B87}"/>
                </a:ext>
              </a:extLst>
            </p:cNvPr>
            <p:cNvGrpSpPr/>
            <p:nvPr/>
          </p:nvGrpSpPr>
          <p:grpSpPr>
            <a:xfrm>
              <a:off x="487294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824A26F8-2EFF-49EE-5959-CE6CD9FD154F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06" name="Rectangle: Top Corners Rounded 71">
                <a:extLst>
                  <a:ext uri="{FF2B5EF4-FFF2-40B4-BE49-F238E27FC236}">
                    <a16:creationId xmlns:a16="http://schemas.microsoft.com/office/drawing/2014/main" id="{0C0B3541-7ACE-E20A-F4B8-275913C1BDD5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7" name="Rectangle: Top Corners Rounded 72">
                <a:extLst>
                  <a:ext uri="{FF2B5EF4-FFF2-40B4-BE49-F238E27FC236}">
                    <a16:creationId xmlns:a16="http://schemas.microsoft.com/office/drawing/2014/main" id="{C6C01646-8B6E-657C-4854-39EB1B4A5965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8" name="Rectangle: Top Corners Rounded 73">
                <a:extLst>
                  <a:ext uri="{FF2B5EF4-FFF2-40B4-BE49-F238E27FC236}">
                    <a16:creationId xmlns:a16="http://schemas.microsoft.com/office/drawing/2014/main" id="{AB185C89-AD94-E1C7-6A02-62FEA46471F7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921A253F-5A1F-44C8-FE26-9851FB495E89}"/>
                </a:ext>
              </a:extLst>
            </p:cNvPr>
            <p:cNvGrpSpPr/>
            <p:nvPr/>
          </p:nvGrpSpPr>
          <p:grpSpPr>
            <a:xfrm>
              <a:off x="1412656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A4226305-104A-0BF5-8BD6-C5DBE225FA64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02" name="Rectangle: Top Corners Rounded 76">
                <a:extLst>
                  <a:ext uri="{FF2B5EF4-FFF2-40B4-BE49-F238E27FC236}">
                    <a16:creationId xmlns:a16="http://schemas.microsoft.com/office/drawing/2014/main" id="{B1C553D7-DF13-9D2C-F8EE-E1887A5973D4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3" name="Rectangle: Top Corners Rounded 77">
                <a:extLst>
                  <a:ext uri="{FF2B5EF4-FFF2-40B4-BE49-F238E27FC236}">
                    <a16:creationId xmlns:a16="http://schemas.microsoft.com/office/drawing/2014/main" id="{F57A6308-5609-D038-7817-D8F816944EBC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4" name="Rectangle: Top Corners Rounded 78">
                <a:extLst>
                  <a:ext uri="{FF2B5EF4-FFF2-40B4-BE49-F238E27FC236}">
                    <a16:creationId xmlns:a16="http://schemas.microsoft.com/office/drawing/2014/main" id="{7AE8B410-CF97-109E-AC73-7EE2E0A3CBC9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79D539B1-633E-3258-46D8-189D057BD239}"/>
                </a:ext>
              </a:extLst>
            </p:cNvPr>
            <p:cNvGrpSpPr/>
            <p:nvPr/>
          </p:nvGrpSpPr>
          <p:grpSpPr>
            <a:xfrm>
              <a:off x="1045881" y="4007047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1D4CA877-08BB-2743-2C91-D772E29BE181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8" name="Rectangle: Top Corners Rounded 81">
                <a:extLst>
                  <a:ext uri="{FF2B5EF4-FFF2-40B4-BE49-F238E27FC236}">
                    <a16:creationId xmlns:a16="http://schemas.microsoft.com/office/drawing/2014/main" id="{388DAA77-D3FE-F8FE-0D0A-C6904438768F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99" name="Rectangle: Top Corners Rounded 82">
                <a:extLst>
                  <a:ext uri="{FF2B5EF4-FFF2-40B4-BE49-F238E27FC236}">
                    <a16:creationId xmlns:a16="http://schemas.microsoft.com/office/drawing/2014/main" id="{7D82C541-F81F-7E02-29B0-6D26AE408383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0" name="Rectangle: Top Corners Rounded 83">
                <a:extLst>
                  <a:ext uri="{FF2B5EF4-FFF2-40B4-BE49-F238E27FC236}">
                    <a16:creationId xmlns:a16="http://schemas.microsoft.com/office/drawing/2014/main" id="{F877950A-A4C0-251B-7352-0C7970A65427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29EA8D5D-939B-B699-5132-D73BAF0FE920}"/>
                </a:ext>
              </a:extLst>
            </p:cNvPr>
            <p:cNvGrpSpPr/>
            <p:nvPr/>
          </p:nvGrpSpPr>
          <p:grpSpPr>
            <a:xfrm>
              <a:off x="1620945" y="3669763"/>
              <a:ext cx="512234" cy="358606"/>
              <a:chOff x="7508240" y="3017519"/>
              <a:chExt cx="3545840" cy="2021841"/>
            </a:xfrm>
            <a:grpFill/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A75FA34F-8591-3BCD-59BB-790571FFBBBC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5" name="Rectangle: Top Corners Rounded 86">
                <a:extLst>
                  <a:ext uri="{FF2B5EF4-FFF2-40B4-BE49-F238E27FC236}">
                    <a16:creationId xmlns:a16="http://schemas.microsoft.com/office/drawing/2014/main" id="{7DDFA530-4D70-7082-0CC8-E44E8EDC0BFF}"/>
                  </a:ext>
                </a:extLst>
              </p:cNvPr>
              <p:cNvSpPr/>
              <p:nvPr/>
            </p:nvSpPr>
            <p:spPr>
              <a:xfrm>
                <a:off x="8406167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96" name="Rectangle: Top Corners Rounded 87">
                <a:extLst>
                  <a:ext uri="{FF2B5EF4-FFF2-40B4-BE49-F238E27FC236}">
                    <a16:creationId xmlns:a16="http://schemas.microsoft.com/office/drawing/2014/main" id="{B1A4774C-F438-3577-C784-C78E58127F7A}"/>
                  </a:ext>
                </a:extLst>
              </p:cNvPr>
              <p:cNvSpPr/>
              <p:nvPr/>
            </p:nvSpPr>
            <p:spPr>
              <a:xfrm>
                <a:off x="9689825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7FA78F10-C2D3-D61B-80D0-2EC3B738D3EA}"/>
                </a:ext>
              </a:extLst>
            </p:cNvPr>
            <p:cNvGrpSpPr/>
            <p:nvPr/>
          </p:nvGrpSpPr>
          <p:grpSpPr>
            <a:xfrm>
              <a:off x="1520357" y="3394800"/>
              <a:ext cx="338160" cy="309951"/>
              <a:chOff x="7508240" y="3017519"/>
              <a:chExt cx="3545840" cy="2021841"/>
            </a:xfrm>
            <a:grpFill/>
          </p:grpSpPr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80FBCE67-BF54-A8F6-6581-421ECE264705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3" name="Rectangle: Top Corners Rounded 91">
                <a:extLst>
                  <a:ext uri="{FF2B5EF4-FFF2-40B4-BE49-F238E27FC236}">
                    <a16:creationId xmlns:a16="http://schemas.microsoft.com/office/drawing/2014/main" id="{0BD5FDF6-5429-7725-8D8F-DEAF1206276D}"/>
                  </a:ext>
                </a:extLst>
              </p:cNvPr>
              <p:cNvSpPr/>
              <p:nvPr/>
            </p:nvSpPr>
            <p:spPr>
              <a:xfrm>
                <a:off x="9045379" y="3017519"/>
                <a:ext cx="589285" cy="274322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E16FC6D-02CF-0369-9BF5-714D19C48255}"/>
              </a:ext>
            </a:extLst>
          </p:cNvPr>
          <p:cNvGrpSpPr/>
          <p:nvPr userDrawn="1"/>
        </p:nvGrpSpPr>
        <p:grpSpPr>
          <a:xfrm>
            <a:off x="79830" y="956034"/>
            <a:ext cx="865658" cy="744149"/>
            <a:chOff x="156589" y="971826"/>
            <a:chExt cx="865658" cy="744149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05F1859-534C-A3B2-1089-FC2963208EAF}"/>
                </a:ext>
              </a:extLst>
            </p:cNvPr>
            <p:cNvGrpSpPr/>
            <p:nvPr userDrawn="1"/>
          </p:nvGrpSpPr>
          <p:grpSpPr>
            <a:xfrm>
              <a:off x="368025" y="971826"/>
              <a:ext cx="500775" cy="483300"/>
              <a:chOff x="182509" y="2709452"/>
              <a:chExt cx="1909033" cy="1842414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74FAF9F7-CFFB-712E-8174-6B08F12753C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36075"/>
              <a:stretch>
                <a:fillRect/>
              </a:stretch>
            </p:blipFill>
            <p:spPr>
              <a:xfrm>
                <a:off x="306750" y="3420521"/>
                <a:ext cx="1691777" cy="1131345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3226DCCE-7F90-3D2D-7B92-68AB3D71E65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399765" y="2709452"/>
                <a:ext cx="1691777" cy="397224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A8FE28DF-CD74-E91F-7E90-9A581130751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82509" y="3047811"/>
                <a:ext cx="958202" cy="397224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2C24270A-47E8-90CC-808D-6468B8BA2DF8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086043" y="3047811"/>
                <a:ext cx="958202" cy="397224"/>
              </a:xfrm>
              <a:prstGeom prst="rect">
                <a:avLst/>
              </a:prstGeom>
            </p:spPr>
          </p:pic>
        </p:grpSp>
        <p:pic>
          <p:nvPicPr>
            <p:cNvPr id="9" name="Picture 8" descr="A black arrow pointing to a line  AI-generated content may be incorrect.">
              <a:extLst>
                <a:ext uri="{FF2B5EF4-FFF2-40B4-BE49-F238E27FC236}">
                  <a16:creationId xmlns:a16="http://schemas.microsoft.com/office/drawing/2014/main" id="{F1BC72FC-661B-8A27-D566-ACE39CD9C0E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93868" y="1318751"/>
              <a:ext cx="428379" cy="397224"/>
            </a:xfrm>
            <a:prstGeom prst="rect">
              <a:avLst/>
            </a:prstGeom>
          </p:spPr>
        </p:pic>
        <p:pic>
          <p:nvPicPr>
            <p:cNvPr id="10" name="Picture 9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89A8F77E-48E5-C692-3290-5C0784924E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/>
            <a:srcRect b="18880"/>
            <a:stretch>
              <a:fillRect/>
            </a:stretch>
          </p:blipFill>
          <p:spPr>
            <a:xfrm>
              <a:off x="156589" y="1305725"/>
              <a:ext cx="505729" cy="410250"/>
            </a:xfrm>
            <a:prstGeom prst="rect">
              <a:avLst/>
            </a:prstGeom>
          </p:spPr>
        </p:pic>
      </p:grpSp>
      <p:pic>
        <p:nvPicPr>
          <p:cNvPr id="2" name="Picture 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857185FD-3197-DAEA-211F-4586140FDFE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b="18880"/>
          <a:stretch>
            <a:fillRect/>
          </a:stretch>
        </p:blipFill>
        <p:spPr>
          <a:xfrm>
            <a:off x="79900" y="1921592"/>
            <a:ext cx="505729" cy="410250"/>
          </a:xfrm>
          <a:prstGeom prst="rect">
            <a:avLst/>
          </a:prstGeom>
        </p:spPr>
      </p:pic>
      <p:pic>
        <p:nvPicPr>
          <p:cNvPr id="3" name="Picture 2" descr="A black arrow pointing to a line  AI-generated content may be incorrect.">
            <a:extLst>
              <a:ext uri="{FF2B5EF4-FFF2-40B4-BE49-F238E27FC236}">
                <a16:creationId xmlns:a16="http://schemas.microsoft.com/office/drawing/2014/main" id="{E4E22923-73F2-85BB-0E14-C1224F23C14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3944" y="3748770"/>
            <a:ext cx="428379" cy="397224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4A8653C-3F9A-E6D1-5387-8F326F19BE14}"/>
              </a:ext>
            </a:extLst>
          </p:cNvPr>
          <p:cNvGrpSpPr/>
          <p:nvPr userDrawn="1"/>
        </p:nvGrpSpPr>
        <p:grpSpPr>
          <a:xfrm>
            <a:off x="89359" y="2684566"/>
            <a:ext cx="500775" cy="483300"/>
            <a:chOff x="182509" y="2709452"/>
            <a:chExt cx="1909033" cy="184241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E4D4E9A-EAB4-AF3B-1D50-3B0BC3C675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36075"/>
            <a:stretch>
              <a:fillRect/>
            </a:stretch>
          </p:blipFill>
          <p:spPr>
            <a:xfrm>
              <a:off x="306750" y="3420521"/>
              <a:ext cx="1691777" cy="1131345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38A1E50-058E-AF3E-F086-478E877820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77556"/>
            <a:stretch>
              <a:fillRect/>
            </a:stretch>
          </p:blipFill>
          <p:spPr>
            <a:xfrm>
              <a:off x="399765" y="2709452"/>
              <a:ext cx="1691777" cy="397224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3BC4737-519C-6B37-5079-5B57CEB56E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77556"/>
            <a:stretch>
              <a:fillRect/>
            </a:stretch>
          </p:blipFill>
          <p:spPr>
            <a:xfrm>
              <a:off x="182509" y="3047811"/>
              <a:ext cx="958202" cy="397224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F6BD36D-B43A-63C8-6538-2A67302326C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77556"/>
            <a:stretch>
              <a:fillRect/>
            </a:stretch>
          </p:blipFill>
          <p:spPr>
            <a:xfrm>
              <a:off x="1086043" y="3047811"/>
              <a:ext cx="958202" cy="397224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6A66D92C-0198-E900-4E7E-627045286571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Place, space and scale</a:t>
            </a:r>
          </a:p>
        </p:txBody>
      </p:sp>
      <p:pic>
        <p:nvPicPr>
          <p:cNvPr id="18" name="Picture 17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E0B62B8-2F8F-2437-D5B8-EB0DB1C1B8F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2408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0"/>
      <p:bldP spid="183" grpId="0"/>
      <p:bldP spid="184" grpId="0"/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cabul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98ABEFC-2956-1CF6-ACE3-0B1AB9860E6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EC238CE-B400-0983-0BF9-3B44B4035F03}"/>
              </a:ext>
            </a:extLst>
          </p:cNvPr>
          <p:cNvGrpSpPr/>
          <p:nvPr userDrawn="1"/>
        </p:nvGrpSpPr>
        <p:grpSpPr>
          <a:xfrm>
            <a:off x="82686" y="980555"/>
            <a:ext cx="865658" cy="744149"/>
            <a:chOff x="57580" y="1031926"/>
            <a:chExt cx="865658" cy="74414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9563A45-CAAE-191F-17FE-ACEE68C8B1DA}"/>
                </a:ext>
              </a:extLst>
            </p:cNvPr>
            <p:cNvGrpSpPr/>
            <p:nvPr userDrawn="1"/>
          </p:nvGrpSpPr>
          <p:grpSpPr>
            <a:xfrm>
              <a:off x="269016" y="1031926"/>
              <a:ext cx="500775" cy="483300"/>
              <a:chOff x="182509" y="2709452"/>
              <a:chExt cx="1909033" cy="184241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CE9DF808-B572-EE16-FE95-3B4E5EF51C2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36075"/>
              <a:stretch>
                <a:fillRect/>
              </a:stretch>
            </p:blipFill>
            <p:spPr>
              <a:xfrm>
                <a:off x="306750" y="3420521"/>
                <a:ext cx="1691777" cy="1131345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EFE14E06-9B26-BAAA-7564-C6574D4AB632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399765" y="2709452"/>
                <a:ext cx="1691777" cy="397224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37776B1-B74D-DB89-E31E-885720CF4EE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82509" y="3047811"/>
                <a:ext cx="958202" cy="397224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0DE3227-DB72-FA77-A40D-5B5D1627457C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086043" y="3047811"/>
                <a:ext cx="958202" cy="397224"/>
              </a:xfrm>
              <a:prstGeom prst="rect">
                <a:avLst/>
              </a:prstGeom>
            </p:spPr>
          </p:pic>
        </p:grpSp>
        <p:pic>
          <p:nvPicPr>
            <p:cNvPr id="5" name="Picture 4" descr="A black arrow pointing to a line  AI-generated content may be incorrect.">
              <a:extLst>
                <a:ext uri="{FF2B5EF4-FFF2-40B4-BE49-F238E27FC236}">
                  <a16:creationId xmlns:a16="http://schemas.microsoft.com/office/drawing/2014/main" id="{42AA8D97-B333-D213-8C94-F85AF598E3E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4859" y="1378851"/>
              <a:ext cx="428379" cy="397224"/>
            </a:xfrm>
            <a:prstGeom prst="rect">
              <a:avLst/>
            </a:prstGeom>
          </p:spPr>
        </p:pic>
        <p:pic>
          <p:nvPicPr>
            <p:cNvPr id="7" name="Picture 6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AD92CD0B-D743-F791-FB62-3836A74C7C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rcRect b="18880"/>
            <a:stretch>
              <a:fillRect/>
            </a:stretch>
          </p:blipFill>
          <p:spPr>
            <a:xfrm>
              <a:off x="57580" y="1365825"/>
              <a:ext cx="505729" cy="410250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9CE78D3-4D6F-90E5-681F-7AB795A4E326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Vocabulary</a:t>
            </a:r>
          </a:p>
        </p:txBody>
      </p:sp>
    </p:spTree>
    <p:extLst>
      <p:ext uri="{BB962C8B-B14F-4D97-AF65-F5344CB8AC3E}">
        <p14:creationId xmlns:p14="http://schemas.microsoft.com/office/powerpoint/2010/main" val="4210443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S2 What, Why, H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23">
            <a:extLst>
              <a:ext uri="{FF2B5EF4-FFF2-40B4-BE49-F238E27FC236}">
                <a16:creationId xmlns:a16="http://schemas.microsoft.com/office/drawing/2014/main" id="{F6D42CA6-462B-65A7-9B5B-3C589F700F86}"/>
              </a:ext>
            </a:extLst>
          </p:cNvPr>
          <p:cNvSpPr/>
          <p:nvPr/>
        </p:nvSpPr>
        <p:spPr>
          <a:xfrm>
            <a:off x="8522617" y="1018745"/>
            <a:ext cx="347370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Rounded Rectangle 22">
            <a:extLst>
              <a:ext uri="{FF2B5EF4-FFF2-40B4-BE49-F238E27FC236}">
                <a16:creationId xmlns:a16="http://schemas.microsoft.com/office/drawing/2014/main" id="{933816E0-3D73-5ED5-6343-3817A0CE1063}"/>
              </a:ext>
            </a:extLst>
          </p:cNvPr>
          <p:cNvSpPr/>
          <p:nvPr/>
        </p:nvSpPr>
        <p:spPr>
          <a:xfrm>
            <a:off x="4410752" y="1052185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6" name="Rounded Rectangle 21">
            <a:extLst>
              <a:ext uri="{FF2B5EF4-FFF2-40B4-BE49-F238E27FC236}">
                <a16:creationId xmlns:a16="http://schemas.microsoft.com/office/drawing/2014/main" id="{F6937F02-EEC3-C298-0063-EDDE7526730B}"/>
              </a:ext>
            </a:extLst>
          </p:cNvPr>
          <p:cNvSpPr/>
          <p:nvPr/>
        </p:nvSpPr>
        <p:spPr>
          <a:xfrm>
            <a:off x="209994" y="1052184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7" name="Right Arrow 38">
            <a:extLst>
              <a:ext uri="{FF2B5EF4-FFF2-40B4-BE49-F238E27FC236}">
                <a16:creationId xmlns:a16="http://schemas.microsoft.com/office/drawing/2014/main" id="{B1CFD2A5-7039-037E-430B-B80B83385DB6}"/>
              </a:ext>
            </a:extLst>
          </p:cNvPr>
          <p:cNvSpPr/>
          <p:nvPr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8" name="Right Arrow 40">
            <a:extLst>
              <a:ext uri="{FF2B5EF4-FFF2-40B4-BE49-F238E27FC236}">
                <a16:creationId xmlns:a16="http://schemas.microsoft.com/office/drawing/2014/main" id="{372AD2D4-1CF6-11D1-3BEA-720CFCFE5006}"/>
              </a:ext>
            </a:extLst>
          </p:cNvPr>
          <p:cNvSpPr/>
          <p:nvPr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9" name="Cloud Callout 14">
            <a:extLst>
              <a:ext uri="{FF2B5EF4-FFF2-40B4-BE49-F238E27FC236}">
                <a16:creationId xmlns:a16="http://schemas.microsoft.com/office/drawing/2014/main" id="{72557F44-26CC-ABAB-3E13-3FFF710EA6C6}"/>
              </a:ext>
            </a:extLst>
          </p:cNvPr>
          <p:cNvSpPr/>
          <p:nvPr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20" name="Cloud Callout 17">
            <a:extLst>
              <a:ext uri="{FF2B5EF4-FFF2-40B4-BE49-F238E27FC236}">
                <a16:creationId xmlns:a16="http://schemas.microsoft.com/office/drawing/2014/main" id="{99034DEB-EBF2-656E-3440-CC2D10A6A536}"/>
              </a:ext>
            </a:extLst>
          </p:cNvPr>
          <p:cNvSpPr/>
          <p:nvPr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21" name="Cloud Callout 20">
            <a:extLst>
              <a:ext uri="{FF2B5EF4-FFF2-40B4-BE49-F238E27FC236}">
                <a16:creationId xmlns:a16="http://schemas.microsoft.com/office/drawing/2014/main" id="{C1DBC0FA-BEBC-DB1B-A07D-B992ACFA9B31}"/>
              </a:ext>
            </a:extLst>
          </p:cNvPr>
          <p:cNvSpPr/>
          <p:nvPr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How will I know when I get there?</a:t>
            </a:r>
          </a:p>
        </p:txBody>
      </p:sp>
      <p:sp>
        <p:nvSpPr>
          <p:cNvPr id="22" name="Rounded Rectangle 25">
            <a:extLst>
              <a:ext uri="{FF2B5EF4-FFF2-40B4-BE49-F238E27FC236}">
                <a16:creationId xmlns:a16="http://schemas.microsoft.com/office/drawing/2014/main" id="{1646F1E1-DCB0-8652-1C01-B27E4DECEB83}"/>
              </a:ext>
            </a:extLst>
          </p:cNvPr>
          <p:cNvSpPr/>
          <p:nvPr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705862-A1AE-7F25-7136-07F0B8B9FD0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DA8159E-6768-ACF9-C38D-6273DAA9B84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11EE97E-6D16-40A1-3A53-1B671DC6713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2CB1FC9-FD58-52C0-23F6-FC4FDB6820AF}"/>
              </a:ext>
            </a:extLst>
          </p:cNvPr>
          <p:cNvSpPr/>
          <p:nvPr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24503B1-BD02-EA02-AE0B-AC487CD2AFD0}"/>
              </a:ext>
            </a:extLst>
          </p:cNvPr>
          <p:cNvSpPr/>
          <p:nvPr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show this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8" name="Title 27">
            <a:extLst>
              <a:ext uri="{FF2B5EF4-FFF2-40B4-BE49-F238E27FC236}">
                <a16:creationId xmlns:a16="http://schemas.microsoft.com/office/drawing/2014/main" id="{AF9E9CD8-FC16-6852-0D5B-1861A37CC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5691" y="252727"/>
            <a:ext cx="10515600" cy="587374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Key Question</a:t>
            </a: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23B7B291-D52D-95B8-84B9-3312C89477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8500" y="4522788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3">
            <a:extLst>
              <a:ext uri="{FF2B5EF4-FFF2-40B4-BE49-F238E27FC236}">
                <a16:creationId xmlns:a16="http://schemas.microsoft.com/office/drawing/2014/main" id="{EC15CAA9-8C92-565C-C8AE-391C0A8CBA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7594" y="4522787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3">
            <a:extLst>
              <a:ext uri="{FF2B5EF4-FFF2-40B4-BE49-F238E27FC236}">
                <a16:creationId xmlns:a16="http://schemas.microsoft.com/office/drawing/2014/main" id="{E591B14A-DBC9-599B-D8C3-00A1930120C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79945" y="4485371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Rounded Rectangle 23">
            <a:extLst>
              <a:ext uri="{FF2B5EF4-FFF2-40B4-BE49-F238E27FC236}">
                <a16:creationId xmlns:a16="http://schemas.microsoft.com/office/drawing/2014/main" id="{DAD70EF2-B389-F6AB-9202-9947727C8EDE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" name="Rounded Rectangle 22">
            <a:extLst>
              <a:ext uri="{FF2B5EF4-FFF2-40B4-BE49-F238E27FC236}">
                <a16:creationId xmlns:a16="http://schemas.microsoft.com/office/drawing/2014/main" id="{D73C95A5-B885-8E18-B952-7E5AF86E696D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" name="Rounded Rectangle 21">
            <a:extLst>
              <a:ext uri="{FF2B5EF4-FFF2-40B4-BE49-F238E27FC236}">
                <a16:creationId xmlns:a16="http://schemas.microsoft.com/office/drawing/2014/main" id="{23C0025D-E14A-72FF-7C65-379ECE5F2737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6" name="Right Arrow 38">
            <a:extLst>
              <a:ext uri="{FF2B5EF4-FFF2-40B4-BE49-F238E27FC236}">
                <a16:creationId xmlns:a16="http://schemas.microsoft.com/office/drawing/2014/main" id="{3D46CA92-9C6A-1EB2-CD19-DFBD4DD8B983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7" name="Right Arrow 40">
            <a:extLst>
              <a:ext uri="{FF2B5EF4-FFF2-40B4-BE49-F238E27FC236}">
                <a16:creationId xmlns:a16="http://schemas.microsoft.com/office/drawing/2014/main" id="{E9982F60-7E6B-FE98-094D-0F4FA10EE523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8" name="Cloud Callout 14">
            <a:extLst>
              <a:ext uri="{FF2B5EF4-FFF2-40B4-BE49-F238E27FC236}">
                <a16:creationId xmlns:a16="http://schemas.microsoft.com/office/drawing/2014/main" id="{F50ADCED-875C-6838-28A6-C82BB08B82A2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rgbClr val="FFF3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9" name="Cloud Callout 17">
            <a:extLst>
              <a:ext uri="{FF2B5EF4-FFF2-40B4-BE49-F238E27FC236}">
                <a16:creationId xmlns:a16="http://schemas.microsoft.com/office/drawing/2014/main" id="{9EB5C331-51E6-1840-11BD-45C81C31DE97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rgbClr val="FFF3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10" name="Cloud Callout 9">
            <a:extLst>
              <a:ext uri="{FF2B5EF4-FFF2-40B4-BE49-F238E27FC236}">
                <a16:creationId xmlns:a16="http://schemas.microsoft.com/office/drawing/2014/main" id="{41F1AAC0-BFF7-8E06-CE36-8B4483C203B0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rgbClr val="FFF3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ysClr val="windowText" lastClr="000000"/>
                </a:solidFill>
                <a:latin typeface="Twinkl Cursive Looped" panose="02000000000000000000" pitchFamily="2" charset="77"/>
              </a:rPr>
              <a:t>How will I know when I'm successful?</a:t>
            </a:r>
          </a:p>
        </p:txBody>
      </p:sp>
      <p:sp>
        <p:nvSpPr>
          <p:cNvPr id="11" name="Rounded Rectangle 25">
            <a:extLst>
              <a:ext uri="{FF2B5EF4-FFF2-40B4-BE49-F238E27FC236}">
                <a16:creationId xmlns:a16="http://schemas.microsoft.com/office/drawing/2014/main" id="{38CFA59B-1241-C90B-9097-3AA56ED96E90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rgbClr val="FFF3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6FADE6-BDC8-4964-257F-496A019EE8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D205D91-B0B4-D7D8-36D2-12B57E5E744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7C74EBA-17CE-389D-DB85-9D1D1F50A3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EEE8F13-34A7-26CF-FFAD-B348960624BA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rgbClr val="FFF3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65D1644-9817-EFA8-570C-FA8D62C945E7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rgbClr val="FFF3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be successful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33" name="Picture 3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E1DAF15-881F-D457-A8BB-5F26B91D14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17">
            <a:extLst>
              <a:ext uri="{FF2B5EF4-FFF2-40B4-BE49-F238E27FC236}">
                <a16:creationId xmlns:a16="http://schemas.microsoft.com/office/drawing/2014/main" id="{D893F5CB-E312-B8E4-9D3B-5A16B80FF8C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247" y="140894"/>
            <a:ext cx="885149" cy="77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0943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420A20-0427-FEBB-94F6-C4193F5D6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3834"/>
            <a:ext cx="11685495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27FA49-916F-6379-73AB-F81F90D63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4334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E4433074-4860-5888-A9EA-F8EC030A0F1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5209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2" name="Picture 11" descr="A close-up of a card  AI-generated content may be incorrect.">
            <a:extLst>
              <a:ext uri="{FF2B5EF4-FFF2-40B4-BE49-F238E27FC236}">
                <a16:creationId xmlns:a16="http://schemas.microsoft.com/office/drawing/2014/main" id="{19C37659-7358-BC03-60AF-B392A7BB2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19" y="119675"/>
            <a:ext cx="1569326" cy="773914"/>
          </a:xfrm>
          <a:prstGeom prst="rect">
            <a:avLst/>
          </a:prstGeom>
        </p:spPr>
      </p:pic>
      <p:pic>
        <p:nvPicPr>
          <p:cNvPr id="6" name="Picture 5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56FEE9A-7A4C-C146-9F2C-AA95D12B1B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4359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5292D3-9B48-D839-900B-BC40E199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8DC9B51-90C5-910F-0E5E-26C8FCDF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close-up of a pink sign  AI-generated content may be incorrect.">
            <a:extLst>
              <a:ext uri="{FF2B5EF4-FFF2-40B4-BE49-F238E27FC236}">
                <a16:creationId xmlns:a16="http://schemas.microsoft.com/office/drawing/2014/main" id="{0B7F0C43-5A32-058E-34EF-2A306950E5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2590" y="120071"/>
            <a:ext cx="1717539" cy="738116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957987D4-A06A-C5CB-651A-0BE75EF416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8196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 T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BA2D6B0-18BA-C1F5-A3CF-A118B5DF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F42BF2B-5700-B0C0-6B69-6699F0F4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pink background with a cartoon character  AI-generated content may be incorrect.">
            <a:extLst>
              <a:ext uri="{FF2B5EF4-FFF2-40B4-BE49-F238E27FC236}">
                <a16:creationId xmlns:a16="http://schemas.microsoft.com/office/drawing/2014/main" id="{CC49C281-BFEE-C448-05E7-67F0CFEF13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9597" y="120460"/>
            <a:ext cx="1691510" cy="696504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B3E5AEB-4433-9811-BFB5-67A78BBCA8D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277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AEF570-F9F4-B149-BF1A-BEF6DEE60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E87AD0-4B3C-76E5-0F15-7F5DFE335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green background with black text  AI-generated content may be incorrect.">
            <a:extLst>
              <a:ext uri="{FF2B5EF4-FFF2-40B4-BE49-F238E27FC236}">
                <a16:creationId xmlns:a16="http://schemas.microsoft.com/office/drawing/2014/main" id="{25F460C6-509E-8D53-E313-AD7B04BB14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1734" y="120459"/>
            <a:ext cx="1691510" cy="703611"/>
          </a:xfrm>
          <a:prstGeom prst="rect">
            <a:avLst/>
          </a:prstGeom>
        </p:spPr>
      </p:pic>
      <p:pic>
        <p:nvPicPr>
          <p:cNvPr id="5" name="Picture 4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5FA9E67-03AE-A0EB-2281-F2B5FE675D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61871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98ABEFC-2956-1CF6-ACE3-0B1AB9860E6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EC238CE-B400-0983-0BF9-3B44B4035F03}"/>
              </a:ext>
            </a:extLst>
          </p:cNvPr>
          <p:cNvGrpSpPr/>
          <p:nvPr userDrawn="1"/>
        </p:nvGrpSpPr>
        <p:grpSpPr>
          <a:xfrm>
            <a:off x="82686" y="980555"/>
            <a:ext cx="865658" cy="744149"/>
            <a:chOff x="57580" y="1031926"/>
            <a:chExt cx="865658" cy="74414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9563A45-CAAE-191F-17FE-ACEE68C8B1DA}"/>
                </a:ext>
              </a:extLst>
            </p:cNvPr>
            <p:cNvGrpSpPr/>
            <p:nvPr userDrawn="1"/>
          </p:nvGrpSpPr>
          <p:grpSpPr>
            <a:xfrm>
              <a:off x="269016" y="1031926"/>
              <a:ext cx="500775" cy="483300"/>
              <a:chOff x="182509" y="2709452"/>
              <a:chExt cx="1909033" cy="184241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CE9DF808-B572-EE16-FE95-3B4E5EF51C2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36075"/>
              <a:stretch>
                <a:fillRect/>
              </a:stretch>
            </p:blipFill>
            <p:spPr>
              <a:xfrm>
                <a:off x="306750" y="3420521"/>
                <a:ext cx="1691777" cy="1131345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EFE14E06-9B26-BAAA-7564-C6574D4AB632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399765" y="2709452"/>
                <a:ext cx="1691777" cy="397224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37776B1-B74D-DB89-E31E-885720CF4EE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82509" y="3047811"/>
                <a:ext cx="958202" cy="397224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0DE3227-DB72-FA77-A40D-5B5D1627457C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086043" y="3047811"/>
                <a:ext cx="958202" cy="397224"/>
              </a:xfrm>
              <a:prstGeom prst="rect">
                <a:avLst/>
              </a:prstGeom>
            </p:spPr>
          </p:pic>
        </p:grpSp>
        <p:pic>
          <p:nvPicPr>
            <p:cNvPr id="5" name="Picture 4" descr="A black arrow pointing to a line  AI-generated content may be incorrect.">
              <a:extLst>
                <a:ext uri="{FF2B5EF4-FFF2-40B4-BE49-F238E27FC236}">
                  <a16:creationId xmlns:a16="http://schemas.microsoft.com/office/drawing/2014/main" id="{42AA8D97-B333-D213-8C94-F85AF598E3E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4859" y="1378851"/>
              <a:ext cx="428379" cy="397224"/>
            </a:xfrm>
            <a:prstGeom prst="rect">
              <a:avLst/>
            </a:prstGeom>
          </p:spPr>
        </p:pic>
        <p:pic>
          <p:nvPicPr>
            <p:cNvPr id="7" name="Picture 6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AD92CD0B-D743-F791-FB62-3836A74C7C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rcRect b="18880"/>
            <a:stretch>
              <a:fillRect/>
            </a:stretch>
          </p:blipFill>
          <p:spPr>
            <a:xfrm>
              <a:off x="57580" y="1365825"/>
              <a:ext cx="505729" cy="410250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5" y="1936003"/>
            <a:ext cx="3925823" cy="919401"/>
          </a:xfrm>
          <a:prstGeom prst="wedgeRoundRectCallout">
            <a:avLst>
              <a:gd name="adj1" fmla="val -17964"/>
              <a:gd name="adj2" fmla="val 104608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Today I found my learning challenging so I…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804868" y="1936003"/>
            <a:ext cx="2938272" cy="919401"/>
          </a:xfrm>
          <a:prstGeom prst="wedgeRoundRectCallout">
            <a:avLst>
              <a:gd name="adj1" fmla="val -10874"/>
              <a:gd name="adj2" fmla="val 148695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During our learning I found …. easy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60" y="1941004"/>
            <a:ext cx="3645408" cy="919401"/>
          </a:xfrm>
          <a:prstGeom prst="wedgeRoundRectCallout">
            <a:avLst>
              <a:gd name="adj1" fmla="val -2104"/>
              <a:gd name="adj2" fmla="val 138087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In my learning I felt confidence because…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Google Shape;65;p1">
            <a:extLst>
              <a:ext uri="{FF2B5EF4-FFF2-40B4-BE49-F238E27FC236}">
                <a16:creationId xmlns:a16="http://schemas.microsoft.com/office/drawing/2014/main" id="{70F7B5CA-EE6F-A068-7B72-62F2CA5032EB}"/>
              </a:ext>
            </a:extLst>
          </p:cNvPr>
          <p:cNvPicPr preferRelativeResize="0"/>
          <p:nvPr userDrawn="1"/>
        </p:nvPicPr>
        <p:blipFill rotWithShape="1">
          <a:blip r:embed="rId11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66;p1">
            <a:extLst>
              <a:ext uri="{FF2B5EF4-FFF2-40B4-BE49-F238E27FC236}">
                <a16:creationId xmlns:a16="http://schemas.microsoft.com/office/drawing/2014/main" id="{92AC3C05-52D8-4BF7-9607-8E5F862A74BD}"/>
              </a:ext>
            </a:extLst>
          </p:cNvPr>
          <p:cNvPicPr preferRelativeResize="0"/>
          <p:nvPr userDrawn="1"/>
        </p:nvPicPr>
        <p:blipFill rotWithShape="1">
          <a:blip r:embed="rId12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681E7730-02B2-601B-5548-0FC454426F11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22" name="Google Shape;68;p1">
              <a:extLst>
                <a:ext uri="{FF2B5EF4-FFF2-40B4-BE49-F238E27FC236}">
                  <a16:creationId xmlns:a16="http://schemas.microsoft.com/office/drawing/2014/main" id="{445F415D-EB9D-F543-FD24-A3833A868445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69;p1">
              <a:extLst>
                <a:ext uri="{FF2B5EF4-FFF2-40B4-BE49-F238E27FC236}">
                  <a16:creationId xmlns:a16="http://schemas.microsoft.com/office/drawing/2014/main" id="{1860890C-EFCC-F246-1D20-8B910D97C2B9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70;p1">
              <a:extLst>
                <a:ext uri="{FF2B5EF4-FFF2-40B4-BE49-F238E27FC236}">
                  <a16:creationId xmlns:a16="http://schemas.microsoft.com/office/drawing/2014/main" id="{D7B84AE3-2C55-AA2C-02EA-EC11470FB80E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1;p1">
              <a:extLst>
                <a:ext uri="{FF2B5EF4-FFF2-40B4-BE49-F238E27FC236}">
                  <a16:creationId xmlns:a16="http://schemas.microsoft.com/office/drawing/2014/main" id="{B84E6DCD-3102-1364-2C6E-BF15B7F0323F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2;p1">
              <a:extLst>
                <a:ext uri="{FF2B5EF4-FFF2-40B4-BE49-F238E27FC236}">
                  <a16:creationId xmlns:a16="http://schemas.microsoft.com/office/drawing/2014/main" id="{EA7A2CE1-6DAD-9D54-6E8E-6D4865CE94CC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73;p1">
              <a:extLst>
                <a:ext uri="{FF2B5EF4-FFF2-40B4-BE49-F238E27FC236}">
                  <a16:creationId xmlns:a16="http://schemas.microsoft.com/office/drawing/2014/main" id="{BADF32B1-6A04-6AD8-A41A-699E8E54EE2E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74;p1">
              <a:extLst>
                <a:ext uri="{FF2B5EF4-FFF2-40B4-BE49-F238E27FC236}">
                  <a16:creationId xmlns:a16="http://schemas.microsoft.com/office/drawing/2014/main" id="{A095AC11-265A-770A-D8AF-0D848BD26642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9" name="Google Shape;75;p1">
              <a:extLst>
                <a:ext uri="{FF2B5EF4-FFF2-40B4-BE49-F238E27FC236}">
                  <a16:creationId xmlns:a16="http://schemas.microsoft.com/office/drawing/2014/main" id="{EBDD7BE9-F4A4-D678-8345-17A17384C5E4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76;p1">
              <a:extLst>
                <a:ext uri="{FF2B5EF4-FFF2-40B4-BE49-F238E27FC236}">
                  <a16:creationId xmlns:a16="http://schemas.microsoft.com/office/drawing/2014/main" id="{FE45251F-A4E7-3A6C-7DA6-23A99EC20B77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Google Shape;77;p1">
              <a:extLst>
                <a:ext uri="{FF2B5EF4-FFF2-40B4-BE49-F238E27FC236}">
                  <a16:creationId xmlns:a16="http://schemas.microsoft.com/office/drawing/2014/main" id="{F3C3A71B-DFE3-BD66-3750-D82A37F5DB4C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78;p1">
              <a:extLst>
                <a:ext uri="{FF2B5EF4-FFF2-40B4-BE49-F238E27FC236}">
                  <a16:creationId xmlns:a16="http://schemas.microsoft.com/office/drawing/2014/main" id="{ED4910A9-AEB3-CF4B-930E-201EDE92EA94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79;p1">
              <a:extLst>
                <a:ext uri="{FF2B5EF4-FFF2-40B4-BE49-F238E27FC236}">
                  <a16:creationId xmlns:a16="http://schemas.microsoft.com/office/drawing/2014/main" id="{9A5D346C-9D40-603B-A8AA-BBB4D48CBDCC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80;p1">
              <a:extLst>
                <a:ext uri="{FF2B5EF4-FFF2-40B4-BE49-F238E27FC236}">
                  <a16:creationId xmlns:a16="http://schemas.microsoft.com/office/drawing/2014/main" id="{A10529B7-8462-D827-FCA9-8A22440D8E38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81;p1">
              <a:extLst>
                <a:ext uri="{FF2B5EF4-FFF2-40B4-BE49-F238E27FC236}">
                  <a16:creationId xmlns:a16="http://schemas.microsoft.com/office/drawing/2014/main" id="{C5EC11F9-9945-DC46-D47F-7E918AC0B2BB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82;p1">
              <a:extLst>
                <a:ext uri="{FF2B5EF4-FFF2-40B4-BE49-F238E27FC236}">
                  <a16:creationId xmlns:a16="http://schemas.microsoft.com/office/drawing/2014/main" id="{6FE8E051-9855-B3B6-DA39-C21CB5ACD7C3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7" name="Google Shape;83;p1">
            <a:extLst>
              <a:ext uri="{FF2B5EF4-FFF2-40B4-BE49-F238E27FC236}">
                <a16:creationId xmlns:a16="http://schemas.microsoft.com/office/drawing/2014/main" id="{C19B36B6-D372-9387-44C2-C0F388D37227}"/>
              </a:ext>
            </a:extLst>
          </p:cNvPr>
          <p:cNvPicPr preferRelativeResize="0"/>
          <p:nvPr userDrawn="1"/>
        </p:nvPicPr>
        <p:blipFill rotWithShape="1">
          <a:blip r:embed="rId15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B3B978E-D37E-23E8-46FB-D4CF990797FD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</p:spTree>
    <p:extLst>
      <p:ext uri="{BB962C8B-B14F-4D97-AF65-F5344CB8AC3E}">
        <p14:creationId xmlns:p14="http://schemas.microsoft.com/office/powerpoint/2010/main" val="32264730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 Edi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98ABEFC-2956-1CF6-ACE3-0B1AB9860E6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EC238CE-B400-0983-0BF9-3B44B4035F03}"/>
              </a:ext>
            </a:extLst>
          </p:cNvPr>
          <p:cNvGrpSpPr/>
          <p:nvPr userDrawn="1"/>
        </p:nvGrpSpPr>
        <p:grpSpPr>
          <a:xfrm>
            <a:off x="82686" y="980555"/>
            <a:ext cx="865658" cy="744149"/>
            <a:chOff x="57580" y="1031926"/>
            <a:chExt cx="865658" cy="74414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9563A45-CAAE-191F-17FE-ACEE68C8B1DA}"/>
                </a:ext>
              </a:extLst>
            </p:cNvPr>
            <p:cNvGrpSpPr/>
            <p:nvPr userDrawn="1"/>
          </p:nvGrpSpPr>
          <p:grpSpPr>
            <a:xfrm>
              <a:off x="269016" y="1031926"/>
              <a:ext cx="500775" cy="483300"/>
              <a:chOff x="182509" y="2709452"/>
              <a:chExt cx="1909033" cy="184241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CE9DF808-B572-EE16-FE95-3B4E5EF51C2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36075"/>
              <a:stretch>
                <a:fillRect/>
              </a:stretch>
            </p:blipFill>
            <p:spPr>
              <a:xfrm>
                <a:off x="306750" y="3420521"/>
                <a:ext cx="1691777" cy="1131345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EFE14E06-9B26-BAAA-7564-C6574D4AB632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399765" y="2709452"/>
                <a:ext cx="1691777" cy="397224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37776B1-B74D-DB89-E31E-885720CF4EE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82509" y="3047811"/>
                <a:ext cx="958202" cy="397224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0DE3227-DB72-FA77-A40D-5B5D1627457C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086043" y="3047811"/>
                <a:ext cx="958202" cy="397224"/>
              </a:xfrm>
              <a:prstGeom prst="rect">
                <a:avLst/>
              </a:prstGeom>
            </p:spPr>
          </p:pic>
        </p:grpSp>
        <p:pic>
          <p:nvPicPr>
            <p:cNvPr id="5" name="Picture 4" descr="A black arrow pointing to a line  AI-generated content may be incorrect.">
              <a:extLst>
                <a:ext uri="{FF2B5EF4-FFF2-40B4-BE49-F238E27FC236}">
                  <a16:creationId xmlns:a16="http://schemas.microsoft.com/office/drawing/2014/main" id="{42AA8D97-B333-D213-8C94-F85AF598E3E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4859" y="1378851"/>
              <a:ext cx="428379" cy="397224"/>
            </a:xfrm>
            <a:prstGeom prst="rect">
              <a:avLst/>
            </a:prstGeom>
          </p:spPr>
        </p:pic>
        <p:pic>
          <p:nvPicPr>
            <p:cNvPr id="7" name="Picture 6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AD92CD0B-D743-F791-FB62-3836A74C7C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rcRect b="18880"/>
            <a:stretch>
              <a:fillRect/>
            </a:stretch>
          </p:blipFill>
          <p:spPr>
            <a:xfrm>
              <a:off x="57580" y="1365825"/>
              <a:ext cx="505729" cy="410250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6" y="1936003"/>
            <a:ext cx="3569816" cy="1328023"/>
          </a:xfrm>
          <a:prstGeom prst="wedgeRoundRectCallout">
            <a:avLst>
              <a:gd name="adj1" fmla="val -14004"/>
              <a:gd name="adj2" fmla="val 72935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355027" y="1925372"/>
            <a:ext cx="3569815" cy="1338654"/>
          </a:xfrm>
          <a:prstGeom prst="wedgeRoundRectCallout">
            <a:avLst>
              <a:gd name="adj1" fmla="val -10589"/>
              <a:gd name="adj2" fmla="val 9329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59" y="1930687"/>
            <a:ext cx="3569815" cy="1328023"/>
          </a:xfrm>
          <a:prstGeom prst="wedgeRoundRectCallout">
            <a:avLst>
              <a:gd name="adj1" fmla="val -7796"/>
              <a:gd name="adj2" fmla="val 95244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Google Shape;65;p1">
            <a:extLst>
              <a:ext uri="{FF2B5EF4-FFF2-40B4-BE49-F238E27FC236}">
                <a16:creationId xmlns:a16="http://schemas.microsoft.com/office/drawing/2014/main" id="{70F7B5CA-EE6F-A068-7B72-62F2CA5032EB}"/>
              </a:ext>
            </a:extLst>
          </p:cNvPr>
          <p:cNvPicPr preferRelativeResize="0"/>
          <p:nvPr userDrawn="1"/>
        </p:nvPicPr>
        <p:blipFill rotWithShape="1">
          <a:blip r:embed="rId11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66;p1">
            <a:extLst>
              <a:ext uri="{FF2B5EF4-FFF2-40B4-BE49-F238E27FC236}">
                <a16:creationId xmlns:a16="http://schemas.microsoft.com/office/drawing/2014/main" id="{92AC3C05-52D8-4BF7-9607-8E5F862A74BD}"/>
              </a:ext>
            </a:extLst>
          </p:cNvPr>
          <p:cNvPicPr preferRelativeResize="0"/>
          <p:nvPr userDrawn="1"/>
        </p:nvPicPr>
        <p:blipFill rotWithShape="1">
          <a:blip r:embed="rId12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681E7730-02B2-601B-5548-0FC454426F11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22" name="Google Shape;68;p1">
              <a:extLst>
                <a:ext uri="{FF2B5EF4-FFF2-40B4-BE49-F238E27FC236}">
                  <a16:creationId xmlns:a16="http://schemas.microsoft.com/office/drawing/2014/main" id="{445F415D-EB9D-F543-FD24-A3833A868445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69;p1">
              <a:extLst>
                <a:ext uri="{FF2B5EF4-FFF2-40B4-BE49-F238E27FC236}">
                  <a16:creationId xmlns:a16="http://schemas.microsoft.com/office/drawing/2014/main" id="{1860890C-EFCC-F246-1D20-8B910D97C2B9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70;p1">
              <a:extLst>
                <a:ext uri="{FF2B5EF4-FFF2-40B4-BE49-F238E27FC236}">
                  <a16:creationId xmlns:a16="http://schemas.microsoft.com/office/drawing/2014/main" id="{D7B84AE3-2C55-AA2C-02EA-EC11470FB80E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1;p1">
              <a:extLst>
                <a:ext uri="{FF2B5EF4-FFF2-40B4-BE49-F238E27FC236}">
                  <a16:creationId xmlns:a16="http://schemas.microsoft.com/office/drawing/2014/main" id="{B84E6DCD-3102-1364-2C6E-BF15B7F0323F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2;p1">
              <a:extLst>
                <a:ext uri="{FF2B5EF4-FFF2-40B4-BE49-F238E27FC236}">
                  <a16:creationId xmlns:a16="http://schemas.microsoft.com/office/drawing/2014/main" id="{EA7A2CE1-6DAD-9D54-6E8E-6D4865CE94CC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73;p1">
              <a:extLst>
                <a:ext uri="{FF2B5EF4-FFF2-40B4-BE49-F238E27FC236}">
                  <a16:creationId xmlns:a16="http://schemas.microsoft.com/office/drawing/2014/main" id="{BADF32B1-6A04-6AD8-A41A-699E8E54EE2E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74;p1">
              <a:extLst>
                <a:ext uri="{FF2B5EF4-FFF2-40B4-BE49-F238E27FC236}">
                  <a16:creationId xmlns:a16="http://schemas.microsoft.com/office/drawing/2014/main" id="{A095AC11-265A-770A-D8AF-0D848BD26642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9" name="Google Shape;75;p1">
              <a:extLst>
                <a:ext uri="{FF2B5EF4-FFF2-40B4-BE49-F238E27FC236}">
                  <a16:creationId xmlns:a16="http://schemas.microsoft.com/office/drawing/2014/main" id="{EBDD7BE9-F4A4-D678-8345-17A17384C5E4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76;p1">
              <a:extLst>
                <a:ext uri="{FF2B5EF4-FFF2-40B4-BE49-F238E27FC236}">
                  <a16:creationId xmlns:a16="http://schemas.microsoft.com/office/drawing/2014/main" id="{FE45251F-A4E7-3A6C-7DA6-23A99EC20B77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Google Shape;77;p1">
              <a:extLst>
                <a:ext uri="{FF2B5EF4-FFF2-40B4-BE49-F238E27FC236}">
                  <a16:creationId xmlns:a16="http://schemas.microsoft.com/office/drawing/2014/main" id="{F3C3A71B-DFE3-BD66-3750-D82A37F5DB4C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78;p1">
              <a:extLst>
                <a:ext uri="{FF2B5EF4-FFF2-40B4-BE49-F238E27FC236}">
                  <a16:creationId xmlns:a16="http://schemas.microsoft.com/office/drawing/2014/main" id="{ED4910A9-AEB3-CF4B-930E-201EDE92EA94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79;p1">
              <a:extLst>
                <a:ext uri="{FF2B5EF4-FFF2-40B4-BE49-F238E27FC236}">
                  <a16:creationId xmlns:a16="http://schemas.microsoft.com/office/drawing/2014/main" id="{9A5D346C-9D40-603B-A8AA-BBB4D48CBDCC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80;p1">
              <a:extLst>
                <a:ext uri="{FF2B5EF4-FFF2-40B4-BE49-F238E27FC236}">
                  <a16:creationId xmlns:a16="http://schemas.microsoft.com/office/drawing/2014/main" id="{A10529B7-8462-D827-FCA9-8A22440D8E38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81;p1">
              <a:extLst>
                <a:ext uri="{FF2B5EF4-FFF2-40B4-BE49-F238E27FC236}">
                  <a16:creationId xmlns:a16="http://schemas.microsoft.com/office/drawing/2014/main" id="{C5EC11F9-9945-DC46-D47F-7E918AC0B2BB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82;p1">
              <a:extLst>
                <a:ext uri="{FF2B5EF4-FFF2-40B4-BE49-F238E27FC236}">
                  <a16:creationId xmlns:a16="http://schemas.microsoft.com/office/drawing/2014/main" id="{6FE8E051-9855-B3B6-DA39-C21CB5ACD7C3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7" name="Google Shape;83;p1">
            <a:extLst>
              <a:ext uri="{FF2B5EF4-FFF2-40B4-BE49-F238E27FC236}">
                <a16:creationId xmlns:a16="http://schemas.microsoft.com/office/drawing/2014/main" id="{C19B36B6-D372-9387-44C2-C0F388D37227}"/>
              </a:ext>
            </a:extLst>
          </p:cNvPr>
          <p:cNvPicPr preferRelativeResize="0"/>
          <p:nvPr userDrawn="1"/>
        </p:nvPicPr>
        <p:blipFill rotWithShape="1">
          <a:blip r:embed="rId15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B3B978E-D37E-23E8-46FB-D4CF990797FD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8A96BDBD-0A8D-C301-4B6D-B2CE4821C0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910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40" name="Text Placeholder 38">
            <a:extLst>
              <a:ext uri="{FF2B5EF4-FFF2-40B4-BE49-F238E27FC236}">
                <a16:creationId xmlns:a16="http://schemas.microsoft.com/office/drawing/2014/main" id="{9682AB36-2705-DE99-3278-5B4C7D6540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424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41" name="Text Placeholder 38">
            <a:extLst>
              <a:ext uri="{FF2B5EF4-FFF2-40B4-BE49-F238E27FC236}">
                <a16:creationId xmlns:a16="http://schemas.microsoft.com/office/drawing/2014/main" id="{2C4081E0-2302-6168-4F67-D9199AFAD87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40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1623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Callout 5">
            <a:extLst>
              <a:ext uri="{FF2B5EF4-FFF2-40B4-BE49-F238E27FC236}">
                <a16:creationId xmlns:a16="http://schemas.microsoft.com/office/drawing/2014/main" id="{A768AC55-9169-CD12-DE1E-DD3AE6B6949A}"/>
              </a:ext>
            </a:extLst>
          </p:cNvPr>
          <p:cNvSpPr/>
          <p:nvPr userDrawn="1"/>
        </p:nvSpPr>
        <p:spPr>
          <a:xfrm>
            <a:off x="8590283" y="1810499"/>
            <a:ext cx="311167" cy="232315"/>
          </a:xfrm>
          <a:prstGeom prst="wedgeEllipseCallout">
            <a:avLst>
              <a:gd name="adj1" fmla="val -30467"/>
              <a:gd name="adj2" fmla="val 7565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362B2-CBA8-FC87-AB4B-C119CAAD3D12}"/>
              </a:ext>
            </a:extLst>
          </p:cNvPr>
          <p:cNvCxnSpPr>
            <a:cxnSpLocks/>
          </p:cNvCxnSpPr>
          <p:nvPr userDrawn="1"/>
        </p:nvCxnSpPr>
        <p:spPr>
          <a:xfrm>
            <a:off x="0" y="3429000"/>
            <a:ext cx="12192000" cy="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6BFA09-C2E0-9EDD-C5AF-A084C1D2E62A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"/>
            <a:ext cx="0" cy="2200275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A93CD5E5-7A63-84D8-216D-6206001D4352}"/>
              </a:ext>
            </a:extLst>
          </p:cNvPr>
          <p:cNvSpPr/>
          <p:nvPr userDrawn="1"/>
        </p:nvSpPr>
        <p:spPr>
          <a:xfrm>
            <a:off x="5295900" y="2647951"/>
            <a:ext cx="1600200" cy="1638300"/>
          </a:xfrm>
          <a:prstGeom prst="ellipse">
            <a:avLst/>
          </a:prstGeom>
          <a:solidFill>
            <a:srgbClr val="FFEEB0"/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949BE8-1DF1-3976-E62D-C362A69DFA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916" b="91293" l="8707" r="90237">
                        <a14:foregroundMark x1="24274" y1="18734" x2="24274" y2="18734"/>
                        <a14:foregroundMark x1="47757" y1="8443" x2="47757" y2="8443"/>
                        <a14:foregroundMark x1="73615" y1="19789" x2="73615" y2="19789"/>
                        <a14:foregroundMark x1="90765" y1="48549" x2="90765" y2="48549"/>
                        <a14:foregroundMark x1="80475" y1="79420" x2="80475" y2="79420"/>
                        <a14:foregroundMark x1="53826" y1="91293" x2="53826" y2="91293"/>
                        <a14:foregroundMark x1="21900" y1="82058" x2="21900" y2="82058"/>
                        <a14:foregroundMark x1="8707" y1="47757" x2="8707" y2="477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72101" y="2724151"/>
            <a:ext cx="1504951" cy="150495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73ABCC3-9C74-F6C7-ACE2-3C6579FF949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19802"/>
          <a:stretch/>
        </p:blipFill>
        <p:spPr>
          <a:xfrm>
            <a:off x="8622691" y="1179808"/>
            <a:ext cx="542923" cy="5487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C88F8-4644-526F-4F11-DDCE2E4B680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50473" y1="61836" x2="50473" y2="6183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73096" y="1175643"/>
            <a:ext cx="757163" cy="4944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C14A703-D40F-6C9F-D411-31A1B97CEB0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222" b="95101" l="9320" r="91940">
                        <a14:foregroundMark x1="22418" y1="13545" x2="22418" y2="13545"/>
                        <a14:foregroundMark x1="41814" y1="15562" x2="41814" y2="15562"/>
                        <a14:foregroundMark x1="66247" y1="13545" x2="66247" y2="13545"/>
                        <a14:foregroundMark x1="92443" y1="19597" x2="92443" y2="19597"/>
                        <a14:foregroundMark x1="12091" y1="37464" x2="12091" y2="37464"/>
                        <a14:foregroundMark x1="20907" y1="46686" x2="20907" y2="46686"/>
                        <a14:foregroundMark x1="23174" y1="55331" x2="23174" y2="55331"/>
                        <a14:foregroundMark x1="23678" y1="65130" x2="23678" y2="65130"/>
                        <a14:foregroundMark x1="24181" y1="74063" x2="24181" y2="74063"/>
                        <a14:foregroundMark x1="48866" y1="95101" x2="48866" y2="95101"/>
                        <a14:foregroundMark x1="9320" y1="58213" x2="9320" y2="5821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116114"/>
            <a:ext cx="844555" cy="738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8C7B50D-C903-4859-1D5E-CE5CB6EF6744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750" b="94250" l="6107" r="94148">
                        <a14:foregroundMark x1="9415" y1="9750" x2="9415" y2="9750"/>
                        <a14:foregroundMark x1="74300" y1="9750" x2="74300" y2="9750"/>
                        <a14:foregroundMark x1="94148" y1="25500" x2="94148" y2="25500"/>
                        <a14:foregroundMark x1="6361" y1="24750" x2="6361" y2="24750"/>
                        <a14:foregroundMark x1="54198" y1="94250" x2="54198" y2="94250"/>
                        <a14:foregroundMark x1="65140" y1="62500" x2="65140" y2="62500"/>
                        <a14:foregroundMark x1="48092" y1="52500" x2="48092" y2="52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3476626"/>
            <a:ext cx="636365" cy="647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B67A7D-BAF3-39CA-92C1-F05C8FF50C2D}"/>
              </a:ext>
            </a:extLst>
          </p:cNvPr>
          <p:cNvSpPr txBox="1"/>
          <p:nvPr userDrawn="1"/>
        </p:nvSpPr>
        <p:spPr>
          <a:xfrm rot="16200000">
            <a:off x="5278050" y="2222012"/>
            <a:ext cx="1673759" cy="2169993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1263557"/>
              </a:avLst>
            </a:prstTxWarp>
            <a:spAutoFit/>
          </a:bodyPr>
          <a:lstStyle/>
          <a:p>
            <a:pPr algn="ctr"/>
            <a:r>
              <a:rPr lang="en-GB" sz="20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Watering Hole</a:t>
            </a:r>
            <a:r>
              <a:rPr lang="en-GB" sz="2000" b="0" i="0">
                <a:solidFill>
                  <a:srgbClr val="0070C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BCDB15-A18F-761C-9D70-5D498C4B281B}"/>
              </a:ext>
            </a:extLst>
          </p:cNvPr>
          <p:cNvSpPr/>
          <p:nvPr userDrawn="1"/>
        </p:nvSpPr>
        <p:spPr>
          <a:xfrm rot="-180000">
            <a:off x="5010272" y="2703555"/>
            <a:ext cx="2190749" cy="1847848"/>
          </a:xfrm>
          <a:prstGeom prst="rect">
            <a:avLst/>
          </a:prstGeom>
          <a:noFill/>
        </p:spPr>
        <p:txBody>
          <a:bodyPr spcFirstLastPara="1" wrap="none" lIns="91440" tIns="45720" rIns="91440" bIns="45720" numCol="1">
            <a:prstTxWarp prst="textArchDown">
              <a:avLst>
                <a:gd name="adj" fmla="val 18174041"/>
              </a:avLst>
            </a:prstTxWarp>
            <a:spAutoFit/>
          </a:bodyPr>
          <a:lstStyle/>
          <a:p>
            <a:pPr algn="ctr"/>
            <a:r>
              <a:rPr lang="en-GB" sz="2000" b="0" i="0">
                <a:ln w="22225">
                  <a:noFill/>
                  <a:prstDash val="solid"/>
                </a:ln>
                <a:latin typeface="Twinkl Cursive Looped" panose="02000000000000000000" pitchFamily="2" charset="77"/>
                <a:ea typeface="Sassoon Infant Rg" panose="02000503030000020003" pitchFamily="2" charset="0"/>
              </a:rPr>
              <a:t>Accessing what we need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EEF32E-84FC-9DD2-1645-162B4C9FAB5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938" b="92857" l="9898" r="89761">
                        <a14:foregroundMark x1="55631" y1="27019" x2="55631" y2="27019"/>
                        <a14:foregroundMark x1="54608" y1="92857" x2="54608" y2="928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15132" y="3622675"/>
            <a:ext cx="650036" cy="71437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158E33F-3765-E12D-EC90-52B96C993A54}"/>
              </a:ext>
            </a:extLst>
          </p:cNvPr>
          <p:cNvSpPr/>
          <p:nvPr userDrawn="1"/>
        </p:nvSpPr>
        <p:spPr>
          <a:xfrm>
            <a:off x="10407364" y="3614830"/>
            <a:ext cx="1665573" cy="313372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A02AE-5FFD-29AD-EBE7-4C38018D5AAF}"/>
              </a:ext>
            </a:extLst>
          </p:cNvPr>
          <p:cNvCxnSpPr>
            <a:cxnSpLocks/>
          </p:cNvCxnSpPr>
          <p:nvPr userDrawn="1"/>
        </p:nvCxnSpPr>
        <p:spPr>
          <a:xfrm>
            <a:off x="9163051" y="59357"/>
            <a:ext cx="0" cy="3369644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61B532-AB76-3FDE-0903-59141D8EB5E2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28548"/>
            <a:ext cx="6067427" cy="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28D7E95B-E86B-132A-8921-6D1CDF0723B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8084" b="92515" l="10000" r="90000">
                        <a14:foregroundMark x1="43429" y1="92814" x2="43429" y2="92814"/>
                        <a14:foregroundMark x1="55714" y1="34731" x2="55714" y2="34731"/>
                        <a14:foregroundMark x1="74571" y1="8084" x2="74571" y2="808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55321" y="1772679"/>
            <a:ext cx="502428" cy="47946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5A5C7A1-569F-D384-461E-747E1FC18D84}"/>
              </a:ext>
            </a:extLst>
          </p:cNvPr>
          <p:cNvSpPr txBox="1"/>
          <p:nvPr userDrawn="1"/>
        </p:nvSpPr>
        <p:spPr>
          <a:xfrm>
            <a:off x="9711276" y="1699665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Carry on - Finish Learning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A6BB55-886C-6BD6-A9CE-0ED258255B7D}"/>
              </a:ext>
            </a:extLst>
          </p:cNvPr>
          <p:cNvSpPr txBox="1"/>
          <p:nvPr userDrawn="1"/>
        </p:nvSpPr>
        <p:spPr>
          <a:xfrm>
            <a:off x="806119" y="3666061"/>
            <a:ext cx="315367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Deepening my learning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8C8C69-A916-A517-279F-F93D4A85E3A5}"/>
              </a:ext>
            </a:extLst>
          </p:cNvPr>
          <p:cNvSpPr txBox="1"/>
          <p:nvPr userDrawn="1"/>
        </p:nvSpPr>
        <p:spPr>
          <a:xfrm>
            <a:off x="6730946" y="1845508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Shared Learning Conversation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CEF66E-0B89-5C3E-A3EA-57F92E7F333F}"/>
              </a:ext>
            </a:extLst>
          </p:cNvPr>
          <p:cNvSpPr txBox="1"/>
          <p:nvPr userDrawn="1"/>
        </p:nvSpPr>
        <p:spPr>
          <a:xfrm>
            <a:off x="9938135" y="1319940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Small Group with an adult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3D8E9C-7FC1-8540-96AE-F9A174C627BC}"/>
              </a:ext>
            </a:extLst>
          </p:cNvPr>
          <p:cNvSpPr txBox="1"/>
          <p:nvPr userDrawn="1"/>
        </p:nvSpPr>
        <p:spPr>
          <a:xfrm>
            <a:off x="7103762" y="1334292"/>
            <a:ext cx="196073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Showcase Lead Learners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E8A13-704A-B295-4296-21A195989C8A}"/>
              </a:ext>
            </a:extLst>
          </p:cNvPr>
          <p:cNvSpPr txBox="1"/>
          <p:nvPr userDrawn="1"/>
        </p:nvSpPr>
        <p:spPr>
          <a:xfrm>
            <a:off x="978825" y="379381"/>
            <a:ext cx="1960735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Whole Class Feedback</a:t>
            </a:r>
          </a:p>
        </p:txBody>
      </p:sp>
      <p:sp>
        <p:nvSpPr>
          <p:cNvPr id="33" name="Oval Callout 32">
            <a:extLst>
              <a:ext uri="{FF2B5EF4-FFF2-40B4-BE49-F238E27FC236}">
                <a16:creationId xmlns:a16="http://schemas.microsoft.com/office/drawing/2014/main" id="{20E8220B-AFF3-E0A1-CAEF-B430A1C7AFF6}"/>
              </a:ext>
            </a:extLst>
          </p:cNvPr>
          <p:cNvSpPr/>
          <p:nvPr userDrawn="1"/>
        </p:nvSpPr>
        <p:spPr>
          <a:xfrm>
            <a:off x="8755466" y="1857693"/>
            <a:ext cx="311167" cy="232315"/>
          </a:xfrm>
          <a:prstGeom prst="wedgeEllipseCallout">
            <a:avLst>
              <a:gd name="adj1" fmla="val 33993"/>
              <a:gd name="adj2" fmla="val 78193"/>
            </a:avLst>
          </a:prstGeom>
          <a:solidFill>
            <a:srgbClr val="FFEEB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C78DA-D2CC-5E55-EC3C-74E0FBD6C5E0}"/>
              </a:ext>
            </a:extLst>
          </p:cNvPr>
          <p:cNvSpPr txBox="1"/>
          <p:nvPr userDrawn="1"/>
        </p:nvSpPr>
        <p:spPr>
          <a:xfrm>
            <a:off x="8708288" y="1869253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b="0" i="0">
                <a:latin typeface="Twinkl Cursive Looped" panose="02000000000000000000" pitchFamily="2" charset="77"/>
              </a:rPr>
              <a:t>SLC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122B806B-421A-D3A0-5273-FB8FEB6F94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" y="903288"/>
            <a:ext cx="4613275" cy="2311400"/>
          </a:xfrm>
        </p:spPr>
        <p:txBody>
          <a:bodyPr/>
          <a:lstStyle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4" name="Text Placeholder 40">
            <a:extLst>
              <a:ext uri="{FF2B5EF4-FFF2-40B4-BE49-F238E27FC236}">
                <a16:creationId xmlns:a16="http://schemas.microsoft.com/office/drawing/2014/main" id="{BFBC48A2-3497-BC71-A0AB-B94D10D2F0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51419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5" name="Text Placeholder 40">
            <a:extLst>
              <a:ext uri="{FF2B5EF4-FFF2-40B4-BE49-F238E27FC236}">
                <a16:creationId xmlns:a16="http://schemas.microsoft.com/office/drawing/2014/main" id="{E26FE762-C006-FAD3-9DB2-248E159C97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13273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EDBB5471-5DC0-3FC7-F0CE-0C2627A79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90946" y="4242234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DCF35568-A367-82E2-075A-2A811FF092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44146" y="2274889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C54F4DB2-38F8-1403-AF81-52DB71B0660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268691" y="2344162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F8A6C5BB-E7AE-DEA7-2BBB-960BAD1DE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407364" y="4353071"/>
            <a:ext cx="1665573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6810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Key Question 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loud 6">
            <a:extLst>
              <a:ext uri="{FF2B5EF4-FFF2-40B4-BE49-F238E27FC236}">
                <a16:creationId xmlns:a16="http://schemas.microsoft.com/office/drawing/2014/main" id="{B79B11F8-C457-8B5A-7DB2-A0B3822642CF}"/>
              </a:ext>
            </a:extLst>
          </p:cNvPr>
          <p:cNvSpPr/>
          <p:nvPr userDrawn="1"/>
        </p:nvSpPr>
        <p:spPr>
          <a:xfrm>
            <a:off x="1665866" y="215038"/>
            <a:ext cx="8504851" cy="2763090"/>
          </a:xfrm>
          <a:prstGeom prst="cloud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8" name="Picture 7" descr="A picture containing room  Description automatically generated">
            <a:extLst>
              <a:ext uri="{FF2B5EF4-FFF2-40B4-BE49-F238E27FC236}">
                <a16:creationId xmlns:a16="http://schemas.microsoft.com/office/drawing/2014/main" id="{DC7A9518-C555-4E09-54D1-0E22EFD76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900" y="3256317"/>
            <a:ext cx="1179274" cy="17116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5DAF98D-1546-11DC-FCBC-99F15C737598}"/>
              </a:ext>
            </a:extLst>
          </p:cNvPr>
          <p:cNvGrpSpPr/>
          <p:nvPr userDrawn="1"/>
        </p:nvGrpSpPr>
        <p:grpSpPr>
          <a:xfrm>
            <a:off x="10357333" y="154065"/>
            <a:ext cx="1648051" cy="1648051"/>
            <a:chOff x="8847786" y="141950"/>
            <a:chExt cx="1362870" cy="136287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48D769F-92AA-C62C-CEBF-72ACEE790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7786" y="828637"/>
              <a:ext cx="676183" cy="67618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1A96F2E-8EE9-43D4-0408-90BA76134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34473" y="828637"/>
              <a:ext cx="676183" cy="67618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5AF5C3E-FFA9-5539-5462-C4FDA6038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34472" y="141950"/>
              <a:ext cx="676183" cy="676183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71642E4-75DE-1766-9E03-1FB909AE2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47786" y="141950"/>
              <a:ext cx="676183" cy="676183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51F51B4-AEEF-DCBE-D5E3-959BD4FE0BF1}"/>
              </a:ext>
            </a:extLst>
          </p:cNvPr>
          <p:cNvSpPr txBox="1"/>
          <p:nvPr userDrawn="1"/>
        </p:nvSpPr>
        <p:spPr>
          <a:xfrm>
            <a:off x="10344525" y="1771029"/>
            <a:ext cx="1686365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75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21st Century Learning Skills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3F2A77-4134-EC11-46EB-A7AA627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 flipH="1">
            <a:off x="7468236" y="2737060"/>
            <a:ext cx="1750251" cy="21466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9CC78E3-5490-F69B-6984-2E5236E755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 flipH="1">
            <a:off x="3116064" y="2716803"/>
            <a:ext cx="1679750" cy="23986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70DB80A-87E5-2F1D-E192-CBC17CA7F4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4680150" y="2888780"/>
            <a:ext cx="1645920" cy="239860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19857BE-DDFC-D079-6FAD-C084CE926065}"/>
              </a:ext>
            </a:extLst>
          </p:cNvPr>
          <p:cNvGrpSpPr/>
          <p:nvPr userDrawn="1"/>
        </p:nvGrpSpPr>
        <p:grpSpPr>
          <a:xfrm>
            <a:off x="2765609" y="701604"/>
            <a:ext cx="4476397" cy="1473969"/>
            <a:chOff x="1400000" y="126068"/>
            <a:chExt cx="4476397" cy="1473969"/>
          </a:xfrm>
        </p:grpSpPr>
        <p:pic>
          <p:nvPicPr>
            <p:cNvPr id="21" name="Picture 17">
              <a:extLst>
                <a:ext uri="{FF2B5EF4-FFF2-40B4-BE49-F238E27FC236}">
                  <a16:creationId xmlns:a16="http://schemas.microsoft.com/office/drawing/2014/main" id="{8E2B66C8-56E7-D5AC-A43F-D8A64E7DBC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0000" y="126068"/>
              <a:ext cx="1679750" cy="1473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D9AC7F5-F0E5-1321-D781-89CEA212523E}"/>
                </a:ext>
              </a:extLst>
            </p:cNvPr>
            <p:cNvSpPr txBox="1"/>
            <p:nvPr userDrawn="1"/>
          </p:nvSpPr>
          <p:spPr>
            <a:xfrm>
              <a:off x="2072150" y="171993"/>
              <a:ext cx="3804247" cy="59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250" b="0" i="0" u="sng">
                  <a:latin typeface="Twinkl Cursive Looped" panose="02000000000000000000" pitchFamily="2" charset="77"/>
                </a:rPr>
                <a:t>Our Key Question is</a:t>
              </a:r>
            </a:p>
          </p:txBody>
        </p:sp>
      </p:grp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60FAA345-2F4A-20B9-CC7E-40D1186104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7738" y="1309016"/>
            <a:ext cx="525175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Our Key Question is: </a:t>
            </a:r>
          </a:p>
          <a:p>
            <a:r>
              <a:rPr lang="en-GB" sz="2800" b="1"/>
              <a:t>[insert]</a:t>
            </a:r>
            <a:endParaRPr lang="en-GB" sz="2800"/>
          </a:p>
        </p:txBody>
      </p:sp>
      <p:pic>
        <p:nvPicPr>
          <p:cNvPr id="3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CAF885-B994-C933-F003-250AB5A3ED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014" y="4876831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06DC673-9376-9EB1-A76B-31A4D4AFF3EB}"/>
              </a:ext>
            </a:extLst>
          </p:cNvPr>
          <p:cNvSpPr txBox="1"/>
          <p:nvPr userDrawn="1"/>
        </p:nvSpPr>
        <p:spPr>
          <a:xfrm>
            <a:off x="4365817" y="6100827"/>
            <a:ext cx="376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0" i="0">
                <a:latin typeface="Twinkl Cursive Looped" panose="02000000000000000000" pitchFamily="2" charset="77"/>
              </a:rPr>
              <a:t>Being a Geographer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9BAC9FA-D05E-28A1-7F09-6A51F3AF6AE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1293" y="4965784"/>
            <a:ext cx="389311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Insert any other states of being icons for the whole enquiry</a:t>
            </a:r>
          </a:p>
        </p:txBody>
      </p:sp>
    </p:spTree>
    <p:extLst>
      <p:ext uri="{BB962C8B-B14F-4D97-AF65-F5344CB8AC3E}">
        <p14:creationId xmlns:p14="http://schemas.microsoft.com/office/powerpoint/2010/main" val="36226400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s &amp; Skil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D3180A-16BA-1B9B-F2DE-A96AA7638A11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Being a Geographer</a:t>
            </a:r>
          </a:p>
        </p:txBody>
      </p:sp>
      <p:pic>
        <p:nvPicPr>
          <p:cNvPr id="4" name="Picture 3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3F8B152-2B26-BF10-7707-76FE1E8873D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A40E08BF-07F8-6DD3-9818-6449AED1403C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204078596"/>
              </p:ext>
            </p:extLst>
          </p:nvPr>
        </p:nvGraphicFramePr>
        <p:xfrm>
          <a:off x="5203825" y="96992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941CE53D-09C2-DFBF-B564-61A87B1BA2AE}"/>
              </a:ext>
            </a:extLst>
          </p:cNvPr>
          <p:cNvSpPr/>
          <p:nvPr userDrawn="1"/>
        </p:nvSpPr>
        <p:spPr>
          <a:xfrm>
            <a:off x="8638802" y="3169386"/>
            <a:ext cx="1196404" cy="1188720"/>
          </a:xfrm>
          <a:prstGeom prst="ellipse">
            <a:avLst/>
          </a:prstGeom>
          <a:solidFill>
            <a:srgbClr val="DAE3F3"/>
          </a:solidFill>
          <a:ln w="285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66711A-1353-0809-C865-04C4006D07D4}"/>
              </a:ext>
            </a:extLst>
          </p:cNvPr>
          <p:cNvSpPr txBox="1"/>
          <p:nvPr userDrawn="1"/>
        </p:nvSpPr>
        <p:spPr>
          <a:xfrm>
            <a:off x="8828342" y="396209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Skills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C30D2AB-4533-A76C-472C-277CB230BDA7}"/>
              </a:ext>
            </a:extLst>
          </p:cNvPr>
          <p:cNvGrpSpPr/>
          <p:nvPr userDrawn="1"/>
        </p:nvGrpSpPr>
        <p:grpSpPr>
          <a:xfrm>
            <a:off x="9356620" y="1938523"/>
            <a:ext cx="1023036" cy="664762"/>
            <a:chOff x="9356620" y="1688266"/>
            <a:chExt cx="1023036" cy="664762"/>
          </a:xfrm>
        </p:grpSpPr>
        <p:pic>
          <p:nvPicPr>
            <p:cNvPr id="22" name="Picture 2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77878E7A-6257-24CE-F404-0501AFE9F1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rcRect b="24830"/>
            <a:stretch>
              <a:fillRect/>
            </a:stretch>
          </p:blipFill>
          <p:spPr>
            <a:xfrm>
              <a:off x="9356620" y="1698853"/>
              <a:ext cx="870269" cy="654175"/>
            </a:xfrm>
            <a:prstGeom prst="rect">
              <a:avLst/>
            </a:prstGeom>
          </p:spPr>
        </p:pic>
        <p:pic>
          <p:nvPicPr>
            <p:cNvPr id="25" name="Picture 24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14BA34B7-7533-1F98-BBDA-544F84971C4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/>
            <a:srcRect b="13048"/>
            <a:stretch>
              <a:fillRect/>
            </a:stretch>
          </p:blipFill>
          <p:spPr>
            <a:xfrm flipH="1">
              <a:off x="9791754" y="1688266"/>
              <a:ext cx="587902" cy="511195"/>
            </a:xfrm>
            <a:prstGeom prst="rect">
              <a:avLst/>
            </a:prstGeom>
          </p:spPr>
        </p:pic>
      </p:grpSp>
      <p:pic>
        <p:nvPicPr>
          <p:cNvPr id="27" name="Graphic 26">
            <a:extLst>
              <a:ext uri="{FF2B5EF4-FFF2-40B4-BE49-F238E27FC236}">
                <a16:creationId xmlns:a16="http://schemas.microsoft.com/office/drawing/2014/main" id="{FAABFA48-9A78-4EFA-4FBC-0F9FF5FD7D8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4496" y="4187465"/>
            <a:ext cx="792672" cy="976340"/>
          </a:xfrm>
          <a:prstGeom prst="rect">
            <a:avLst/>
          </a:prstGeom>
        </p:spPr>
      </p:pic>
      <p:pic>
        <p:nvPicPr>
          <p:cNvPr id="28" name="Picture 2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D0BEDCF0-C236-FFD9-5898-9E1B7DF195C5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b="13693"/>
          <a:stretch>
            <a:fillRect/>
          </a:stretch>
        </p:blipFill>
        <p:spPr>
          <a:xfrm>
            <a:off x="8674875" y="4378343"/>
            <a:ext cx="1038724" cy="896484"/>
          </a:xfrm>
          <a:prstGeom prst="rect">
            <a:avLst/>
          </a:prstGeom>
        </p:spPr>
      </p:pic>
      <p:pic>
        <p:nvPicPr>
          <p:cNvPr id="29" name="Picture 2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2E5F1E08-DC0A-324B-6012-90F369773B0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 b="14104"/>
          <a:stretch>
            <a:fillRect/>
          </a:stretch>
        </p:blipFill>
        <p:spPr>
          <a:xfrm>
            <a:off x="7281524" y="3493860"/>
            <a:ext cx="995670" cy="855239"/>
          </a:xfrm>
          <a:prstGeom prst="rect">
            <a:avLst/>
          </a:prstGeom>
        </p:spPr>
      </p:pic>
      <p:pic>
        <p:nvPicPr>
          <p:cNvPr id="30" name="Picture 29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213B4C4E-FF40-3E1F-3E72-C703DDA27A8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3513"/>
          <a:stretch>
            <a:fillRect/>
          </a:stretch>
        </p:blipFill>
        <p:spPr>
          <a:xfrm>
            <a:off x="7950254" y="1935949"/>
            <a:ext cx="942975" cy="815546"/>
          </a:xfrm>
          <a:prstGeom prst="rect">
            <a:avLst/>
          </a:prstGeom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48A2AC4-E645-06BE-C41B-D7454F19942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6004" y="3298255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C3275E21-FCEB-3946-CBBD-E19507AE9E8F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1880000"/>
              <a:gd name="adj2" fmla="val 1620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5" name="Block Arc 4">
            <a:extLst>
              <a:ext uri="{FF2B5EF4-FFF2-40B4-BE49-F238E27FC236}">
                <a16:creationId xmlns:a16="http://schemas.microsoft.com/office/drawing/2014/main" id="{AFEE6BCE-381F-88CF-6F61-595BCE9B8AE9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7560000"/>
              <a:gd name="adj2" fmla="val 1188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6" name="Block Arc 5">
            <a:extLst>
              <a:ext uri="{FF2B5EF4-FFF2-40B4-BE49-F238E27FC236}">
                <a16:creationId xmlns:a16="http://schemas.microsoft.com/office/drawing/2014/main" id="{EB38116D-E43D-AC5B-B144-04F021C76569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3240000"/>
              <a:gd name="adj2" fmla="val 756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C23EF21F-9FF2-9D27-89B4-6DB6FF0846D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20520000"/>
              <a:gd name="adj2" fmla="val 324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" name="Block Arc 7">
            <a:extLst>
              <a:ext uri="{FF2B5EF4-FFF2-40B4-BE49-F238E27FC236}">
                <a16:creationId xmlns:a16="http://schemas.microsoft.com/office/drawing/2014/main" id="{07B239F0-3478-0C1A-7DFF-116415B1FD70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6200000"/>
              <a:gd name="adj2" fmla="val 2052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D11016F-E7CE-9BBD-A806-58F41B4D3FEE}"/>
              </a:ext>
            </a:extLst>
          </p:cNvPr>
          <p:cNvSpPr/>
          <p:nvPr userDrawn="1"/>
        </p:nvSpPr>
        <p:spPr>
          <a:xfrm>
            <a:off x="2184003" y="2842324"/>
            <a:ext cx="2051843" cy="2051843"/>
          </a:xfrm>
          <a:custGeom>
            <a:avLst/>
            <a:gdLst>
              <a:gd name="csX0" fmla="*/ 0 w 2051843"/>
              <a:gd name="csY0" fmla="*/ 1025922 h 2051843"/>
              <a:gd name="csX1" fmla="*/ 1025922 w 2051843"/>
              <a:gd name="csY1" fmla="*/ 0 h 2051843"/>
              <a:gd name="csX2" fmla="*/ 2051844 w 2051843"/>
              <a:gd name="csY2" fmla="*/ 1025922 h 2051843"/>
              <a:gd name="csX3" fmla="*/ 1025922 w 2051843"/>
              <a:gd name="csY3" fmla="*/ 2051844 h 2051843"/>
              <a:gd name="csX4" fmla="*/ 0 w 2051843"/>
              <a:gd name="csY4" fmla="*/ 1025922 h 20518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51843" h="2051843">
                <a:moveTo>
                  <a:pt x="0" y="1025922"/>
                </a:moveTo>
                <a:cubicBezTo>
                  <a:pt x="0" y="459321"/>
                  <a:pt x="459321" y="0"/>
                  <a:pt x="1025922" y="0"/>
                </a:cubicBezTo>
                <a:cubicBezTo>
                  <a:pt x="1592523" y="0"/>
                  <a:pt x="2051844" y="459321"/>
                  <a:pt x="2051844" y="1025922"/>
                </a:cubicBezTo>
                <a:cubicBezTo>
                  <a:pt x="2051844" y="1592523"/>
                  <a:pt x="1592523" y="2051844"/>
                  <a:pt x="1025922" y="2051844"/>
                </a:cubicBezTo>
                <a:cubicBezTo>
                  <a:pt x="459321" y="2051844"/>
                  <a:pt x="0" y="1592523"/>
                  <a:pt x="0" y="1025922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51285" tIns="351285" rIns="351285" bIns="351285" numCol="1" spcCol="1270" anchor="ctr" anchorCtr="0">
            <a:noAutofit/>
          </a:bodyPr>
          <a:lstStyle/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B81D8F-DF88-9486-FB88-99FCE4353368}"/>
              </a:ext>
            </a:extLst>
          </p:cNvPr>
          <p:cNvSpPr txBox="1"/>
          <p:nvPr userDrawn="1"/>
        </p:nvSpPr>
        <p:spPr>
          <a:xfrm rot="16367761">
            <a:off x="2223417" y="2469219"/>
            <a:ext cx="1973014" cy="2366341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8617501"/>
              </a:avLst>
            </a:prstTxWarp>
            <a:spAutoFit/>
          </a:bodyPr>
          <a:lstStyle/>
          <a:p>
            <a:pPr algn="ctr"/>
            <a:r>
              <a:rPr lang="en-GB" sz="3200" b="0">
                <a:solidFill>
                  <a:schemeClr val="accent6">
                    <a:lumMod val="50000"/>
                  </a:schemeClr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Substantive Concepts </a:t>
            </a:r>
          </a:p>
        </p:txBody>
      </p:sp>
      <p:pic>
        <p:nvPicPr>
          <p:cNvPr id="23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78D58DF-38F4-5388-13D5-717DFAB573D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679" y="3227210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C51791CE-1FE0-7FC3-14DA-B37B07406820}"/>
              </a:ext>
            </a:extLst>
          </p:cNvPr>
          <p:cNvGrpSpPr/>
          <p:nvPr userDrawn="1"/>
        </p:nvGrpSpPr>
        <p:grpSpPr>
          <a:xfrm>
            <a:off x="860724" y="1490979"/>
            <a:ext cx="4687021" cy="4721323"/>
            <a:chOff x="860724" y="1490979"/>
            <a:chExt cx="4687021" cy="4721323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06960DA-3B26-9562-F08B-D031FEC79E40}"/>
                </a:ext>
              </a:extLst>
            </p:cNvPr>
            <p:cNvGrpSpPr/>
            <p:nvPr userDrawn="1"/>
          </p:nvGrpSpPr>
          <p:grpSpPr>
            <a:xfrm>
              <a:off x="1001696" y="1490979"/>
              <a:ext cx="4479565" cy="4581645"/>
              <a:chOff x="-6827777" y="-4338819"/>
              <a:chExt cx="4479565" cy="4581645"/>
            </a:xfrm>
          </p:grpSpPr>
          <p:sp>
            <p:nvSpPr>
              <p:cNvPr id="98" name="Block Arc 97">
                <a:extLst>
                  <a:ext uri="{FF2B5EF4-FFF2-40B4-BE49-F238E27FC236}">
                    <a16:creationId xmlns:a16="http://schemas.microsoft.com/office/drawing/2014/main" id="{19E2E6AF-2C86-027D-77FE-40E7CFB278B4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99" name="Block Arc 98">
                <a:extLst>
                  <a:ext uri="{FF2B5EF4-FFF2-40B4-BE49-F238E27FC236}">
                    <a16:creationId xmlns:a16="http://schemas.microsoft.com/office/drawing/2014/main" id="{BB5CE440-D1BF-33CF-6A4B-7BBD31EE9A04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0" name="Block Arc 99">
                <a:extLst>
                  <a:ext uri="{FF2B5EF4-FFF2-40B4-BE49-F238E27FC236}">
                    <a16:creationId xmlns:a16="http://schemas.microsoft.com/office/drawing/2014/main" id="{5074D96D-6F05-E8F9-0C9C-9E7DE4D6B1CD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A8621D6C-D30A-AF4B-4657-72DE0EB4EB9D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6178D732-8AF7-7EB6-1252-6991BFD3156E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11" name="Curved Right Arrow 110">
                    <a:extLst>
                      <a:ext uri="{FF2B5EF4-FFF2-40B4-BE49-F238E27FC236}">
                        <a16:creationId xmlns:a16="http://schemas.microsoft.com/office/drawing/2014/main" id="{56858E20-9B42-B6D5-72BE-55446B94C540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2" name="Curved Right Arrow 111">
                    <a:extLst>
                      <a:ext uri="{FF2B5EF4-FFF2-40B4-BE49-F238E27FC236}">
                        <a16:creationId xmlns:a16="http://schemas.microsoft.com/office/drawing/2014/main" id="{63C0261C-CBA0-733D-7002-3DF27104F69E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3" name="Curved Right Arrow 112">
                    <a:extLst>
                      <a:ext uri="{FF2B5EF4-FFF2-40B4-BE49-F238E27FC236}">
                        <a16:creationId xmlns:a16="http://schemas.microsoft.com/office/drawing/2014/main" id="{24A0FCA1-A00D-3A4E-840B-BEB90E7CE72E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044E7B68-7A97-727D-B7DB-22E4AFF06793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08" name="Curved Right Arrow 107">
                    <a:extLst>
                      <a:ext uri="{FF2B5EF4-FFF2-40B4-BE49-F238E27FC236}">
                        <a16:creationId xmlns:a16="http://schemas.microsoft.com/office/drawing/2014/main" id="{1056A102-2DDA-6E1B-0451-D5F30AC8F093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9" name="Curved Right Arrow 108">
                    <a:extLst>
                      <a:ext uri="{FF2B5EF4-FFF2-40B4-BE49-F238E27FC236}">
                        <a16:creationId xmlns:a16="http://schemas.microsoft.com/office/drawing/2014/main" id="{24BA38C1-EFD4-915C-5CC4-07BFF22E4DF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0" name="Curved Right Arrow 109">
                    <a:extLst>
                      <a:ext uri="{FF2B5EF4-FFF2-40B4-BE49-F238E27FC236}">
                        <a16:creationId xmlns:a16="http://schemas.microsoft.com/office/drawing/2014/main" id="{6C6A7918-2C21-D384-CB36-F939ED82167E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02" name="Block Arc 101">
                <a:extLst>
                  <a:ext uri="{FF2B5EF4-FFF2-40B4-BE49-F238E27FC236}">
                    <a16:creationId xmlns:a16="http://schemas.microsoft.com/office/drawing/2014/main" id="{8828DFC7-A021-AA73-597B-B1C5053E26A3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3" name="Block Arc 102">
                <a:extLst>
                  <a:ext uri="{FF2B5EF4-FFF2-40B4-BE49-F238E27FC236}">
                    <a16:creationId xmlns:a16="http://schemas.microsoft.com/office/drawing/2014/main" id="{02F5FFD2-E6D4-D35F-5C1C-1BE3ADFA2299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4" name="Block Arc 103">
                <a:extLst>
                  <a:ext uri="{FF2B5EF4-FFF2-40B4-BE49-F238E27FC236}">
                    <a16:creationId xmlns:a16="http://schemas.microsoft.com/office/drawing/2014/main" id="{068C528E-DDC1-4473-9DAA-173BB13C0BED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5" name="Block Arc 104">
                <a:extLst>
                  <a:ext uri="{FF2B5EF4-FFF2-40B4-BE49-F238E27FC236}">
                    <a16:creationId xmlns:a16="http://schemas.microsoft.com/office/drawing/2014/main" id="{4C719156-F574-B974-6835-CA04CBE5FCEE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C170842-B5F4-A074-0A81-C23EC4D03D35}"/>
                </a:ext>
              </a:extLst>
            </p:cNvPr>
            <p:cNvGrpSpPr/>
            <p:nvPr userDrawn="1"/>
          </p:nvGrpSpPr>
          <p:grpSpPr>
            <a:xfrm rot="17234694">
              <a:off x="911764" y="1577422"/>
              <a:ext cx="4479565" cy="4581645"/>
              <a:chOff x="-6827777" y="-4338819"/>
              <a:chExt cx="4479565" cy="4581645"/>
            </a:xfrm>
          </p:grpSpPr>
          <p:sp>
            <p:nvSpPr>
              <p:cNvPr id="82" name="Block Arc 81">
                <a:extLst>
                  <a:ext uri="{FF2B5EF4-FFF2-40B4-BE49-F238E27FC236}">
                    <a16:creationId xmlns:a16="http://schemas.microsoft.com/office/drawing/2014/main" id="{4E641499-81C8-1047-616C-04B3FD752B17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3" name="Block Arc 82">
                <a:extLst>
                  <a:ext uri="{FF2B5EF4-FFF2-40B4-BE49-F238E27FC236}">
                    <a16:creationId xmlns:a16="http://schemas.microsoft.com/office/drawing/2014/main" id="{CA9F1DDC-EA25-C118-1E9F-3E55CDBDBFE7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4" name="Block Arc 83">
                <a:extLst>
                  <a:ext uri="{FF2B5EF4-FFF2-40B4-BE49-F238E27FC236}">
                    <a16:creationId xmlns:a16="http://schemas.microsoft.com/office/drawing/2014/main" id="{476C3250-04F3-A930-32C2-58C2F6FEF07C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89DFDFBC-2ECB-CA4A-479B-483FA7101938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90" name="Group 89">
                  <a:extLst>
                    <a:ext uri="{FF2B5EF4-FFF2-40B4-BE49-F238E27FC236}">
                      <a16:creationId xmlns:a16="http://schemas.microsoft.com/office/drawing/2014/main" id="{1C75C27F-BB00-96B0-74E1-3647600B3FEF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95" name="Curved Right Arrow 94">
                    <a:extLst>
                      <a:ext uri="{FF2B5EF4-FFF2-40B4-BE49-F238E27FC236}">
                        <a16:creationId xmlns:a16="http://schemas.microsoft.com/office/drawing/2014/main" id="{68B5C85F-F7FE-E39C-D8F5-01D1C13847A1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6" name="Curved Right Arrow 95">
                    <a:extLst>
                      <a:ext uri="{FF2B5EF4-FFF2-40B4-BE49-F238E27FC236}">
                        <a16:creationId xmlns:a16="http://schemas.microsoft.com/office/drawing/2014/main" id="{80E46E6A-3287-EBBA-2ED2-C66187BEE73C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Curved Right Arrow 96">
                    <a:extLst>
                      <a:ext uri="{FF2B5EF4-FFF2-40B4-BE49-F238E27FC236}">
                        <a16:creationId xmlns:a16="http://schemas.microsoft.com/office/drawing/2014/main" id="{8AF23A9F-78EB-CD67-197E-A4AFA7FF6A81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1" name="Group 90">
                  <a:extLst>
                    <a:ext uri="{FF2B5EF4-FFF2-40B4-BE49-F238E27FC236}">
                      <a16:creationId xmlns:a16="http://schemas.microsoft.com/office/drawing/2014/main" id="{9006E404-BA53-A589-35CD-6D3B152CCAA4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92" name="Curved Right Arrow 91">
                    <a:extLst>
                      <a:ext uri="{FF2B5EF4-FFF2-40B4-BE49-F238E27FC236}">
                        <a16:creationId xmlns:a16="http://schemas.microsoft.com/office/drawing/2014/main" id="{EC15CCB9-0054-0835-3F23-2941B49AC596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3" name="Curved Right Arrow 92">
                    <a:extLst>
                      <a:ext uri="{FF2B5EF4-FFF2-40B4-BE49-F238E27FC236}">
                        <a16:creationId xmlns:a16="http://schemas.microsoft.com/office/drawing/2014/main" id="{AD7E5DCB-DA90-0867-D4EC-A3C8BFECCB00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Curved Right Arrow 93">
                    <a:extLst>
                      <a:ext uri="{FF2B5EF4-FFF2-40B4-BE49-F238E27FC236}">
                        <a16:creationId xmlns:a16="http://schemas.microsoft.com/office/drawing/2014/main" id="{9B2D63AE-5BE0-01AB-F6C4-69986625921D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6" name="Block Arc 85">
                <a:extLst>
                  <a:ext uri="{FF2B5EF4-FFF2-40B4-BE49-F238E27FC236}">
                    <a16:creationId xmlns:a16="http://schemas.microsoft.com/office/drawing/2014/main" id="{261AC846-8B7C-F692-1B41-C0CF76E89314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7" name="Block Arc 86">
                <a:extLst>
                  <a:ext uri="{FF2B5EF4-FFF2-40B4-BE49-F238E27FC236}">
                    <a16:creationId xmlns:a16="http://schemas.microsoft.com/office/drawing/2014/main" id="{A0F70CA7-88B3-C5ED-DCBD-9EAF7FFBA73C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8" name="Block Arc 87">
                <a:extLst>
                  <a:ext uri="{FF2B5EF4-FFF2-40B4-BE49-F238E27FC236}">
                    <a16:creationId xmlns:a16="http://schemas.microsoft.com/office/drawing/2014/main" id="{9F879593-DEAC-5870-5DEC-DA7C670101A1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9" name="Block Arc 88">
                <a:extLst>
                  <a:ext uri="{FF2B5EF4-FFF2-40B4-BE49-F238E27FC236}">
                    <a16:creationId xmlns:a16="http://schemas.microsoft.com/office/drawing/2014/main" id="{5922FBB7-C333-F930-DECA-46919D2492AD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2AAF2BBF-90CE-A8F0-02C3-9E11C8827EB4}"/>
                </a:ext>
              </a:extLst>
            </p:cNvPr>
            <p:cNvGrpSpPr/>
            <p:nvPr userDrawn="1"/>
          </p:nvGrpSpPr>
          <p:grpSpPr>
            <a:xfrm rot="12830433">
              <a:off x="938298" y="1630657"/>
              <a:ext cx="4479565" cy="4581645"/>
              <a:chOff x="-6827777" y="-4338819"/>
              <a:chExt cx="4479565" cy="4581645"/>
            </a:xfrm>
          </p:grpSpPr>
          <p:sp>
            <p:nvSpPr>
              <p:cNvPr id="66" name="Block Arc 65">
                <a:extLst>
                  <a:ext uri="{FF2B5EF4-FFF2-40B4-BE49-F238E27FC236}">
                    <a16:creationId xmlns:a16="http://schemas.microsoft.com/office/drawing/2014/main" id="{062E1D12-FC4B-1956-F660-B1E7569A1138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7" name="Block Arc 66">
                <a:extLst>
                  <a:ext uri="{FF2B5EF4-FFF2-40B4-BE49-F238E27FC236}">
                    <a16:creationId xmlns:a16="http://schemas.microsoft.com/office/drawing/2014/main" id="{FA7CAE68-9037-FCB7-6C92-D1B662965ABE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8" name="Block Arc 67">
                <a:extLst>
                  <a:ext uri="{FF2B5EF4-FFF2-40B4-BE49-F238E27FC236}">
                    <a16:creationId xmlns:a16="http://schemas.microsoft.com/office/drawing/2014/main" id="{8223A222-CE21-5D4D-AC25-B0ABC2422A0A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92433A96-3506-F628-55D8-EC5F0A85276A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74" name="Group 73">
                  <a:extLst>
                    <a:ext uri="{FF2B5EF4-FFF2-40B4-BE49-F238E27FC236}">
                      <a16:creationId xmlns:a16="http://schemas.microsoft.com/office/drawing/2014/main" id="{E206693D-DED9-22B2-10C0-94DFB802CB6E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79" name="Curved Right Arrow 78">
                    <a:extLst>
                      <a:ext uri="{FF2B5EF4-FFF2-40B4-BE49-F238E27FC236}">
                        <a16:creationId xmlns:a16="http://schemas.microsoft.com/office/drawing/2014/main" id="{BE857825-2E40-ED9B-0270-EB017F346779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0" name="Curved Right Arrow 79">
                    <a:extLst>
                      <a:ext uri="{FF2B5EF4-FFF2-40B4-BE49-F238E27FC236}">
                        <a16:creationId xmlns:a16="http://schemas.microsoft.com/office/drawing/2014/main" id="{E8D27F75-804A-9491-8520-64F6CE1BECD5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Curved Right Arrow 80">
                    <a:extLst>
                      <a:ext uri="{FF2B5EF4-FFF2-40B4-BE49-F238E27FC236}">
                        <a16:creationId xmlns:a16="http://schemas.microsoft.com/office/drawing/2014/main" id="{A6B8BEC8-5B1E-4F91-FF3F-53FAB7CF36CA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4D3FEC54-D359-5EBD-7426-B27E9663697D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76" name="Curved Right Arrow 75">
                    <a:extLst>
                      <a:ext uri="{FF2B5EF4-FFF2-40B4-BE49-F238E27FC236}">
                        <a16:creationId xmlns:a16="http://schemas.microsoft.com/office/drawing/2014/main" id="{554D1E72-B8DC-8D14-7067-DB1D24593A87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7" name="Curved Right Arrow 76">
                    <a:extLst>
                      <a:ext uri="{FF2B5EF4-FFF2-40B4-BE49-F238E27FC236}">
                        <a16:creationId xmlns:a16="http://schemas.microsoft.com/office/drawing/2014/main" id="{5F2A4A39-0960-4706-C8C0-DF3D3249B157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8" name="Curved Right Arrow 77">
                    <a:extLst>
                      <a:ext uri="{FF2B5EF4-FFF2-40B4-BE49-F238E27FC236}">
                        <a16:creationId xmlns:a16="http://schemas.microsoft.com/office/drawing/2014/main" id="{8B7D7D02-38AE-1FFD-96A5-39D2AB197307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70" name="Block Arc 69">
                <a:extLst>
                  <a:ext uri="{FF2B5EF4-FFF2-40B4-BE49-F238E27FC236}">
                    <a16:creationId xmlns:a16="http://schemas.microsoft.com/office/drawing/2014/main" id="{48F60715-7584-39E0-7D5A-9EAF6DF6E355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1" name="Block Arc 70">
                <a:extLst>
                  <a:ext uri="{FF2B5EF4-FFF2-40B4-BE49-F238E27FC236}">
                    <a16:creationId xmlns:a16="http://schemas.microsoft.com/office/drawing/2014/main" id="{0F6EE40F-9ABD-2D05-F947-D355078DC30A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2" name="Block Arc 71">
                <a:extLst>
                  <a:ext uri="{FF2B5EF4-FFF2-40B4-BE49-F238E27FC236}">
                    <a16:creationId xmlns:a16="http://schemas.microsoft.com/office/drawing/2014/main" id="{A31C47EA-38D1-5B06-92E9-6954FF3A0C67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3" name="Block Arc 72">
                <a:extLst>
                  <a:ext uri="{FF2B5EF4-FFF2-40B4-BE49-F238E27FC236}">
                    <a16:creationId xmlns:a16="http://schemas.microsoft.com/office/drawing/2014/main" id="{580A3A83-AFFA-6144-D7EB-51B9106F6081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9F1B8BD-7F10-E1AB-9D9C-55B2FDC3829E}"/>
                </a:ext>
              </a:extLst>
            </p:cNvPr>
            <p:cNvGrpSpPr/>
            <p:nvPr userDrawn="1"/>
          </p:nvGrpSpPr>
          <p:grpSpPr>
            <a:xfrm rot="8479211">
              <a:off x="1011220" y="1599085"/>
              <a:ext cx="4479565" cy="4581645"/>
              <a:chOff x="-6827777" y="-4338819"/>
              <a:chExt cx="4479565" cy="4581645"/>
            </a:xfrm>
          </p:grpSpPr>
          <p:sp>
            <p:nvSpPr>
              <p:cNvPr id="50" name="Block Arc 49">
                <a:extLst>
                  <a:ext uri="{FF2B5EF4-FFF2-40B4-BE49-F238E27FC236}">
                    <a16:creationId xmlns:a16="http://schemas.microsoft.com/office/drawing/2014/main" id="{BA5A3EF2-6D76-EB5E-96F4-1D841D3F2CC1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1" name="Block Arc 50">
                <a:extLst>
                  <a:ext uri="{FF2B5EF4-FFF2-40B4-BE49-F238E27FC236}">
                    <a16:creationId xmlns:a16="http://schemas.microsoft.com/office/drawing/2014/main" id="{38DCB475-4032-7807-6B22-8EC3B63EC592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2" name="Block Arc 51">
                <a:extLst>
                  <a:ext uri="{FF2B5EF4-FFF2-40B4-BE49-F238E27FC236}">
                    <a16:creationId xmlns:a16="http://schemas.microsoft.com/office/drawing/2014/main" id="{13BB38F9-09AA-C0D9-5F88-D9F64FAE09F4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720E8469-F1D0-51F5-3790-532259698461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318653F7-45F0-3502-23C7-DC09197A985C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63" name="Curved Right Arrow 62">
                    <a:extLst>
                      <a:ext uri="{FF2B5EF4-FFF2-40B4-BE49-F238E27FC236}">
                        <a16:creationId xmlns:a16="http://schemas.microsoft.com/office/drawing/2014/main" id="{345BED48-6944-33D3-89DC-4B377D27294F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4" name="Curved Right Arrow 63">
                    <a:extLst>
                      <a:ext uri="{FF2B5EF4-FFF2-40B4-BE49-F238E27FC236}">
                        <a16:creationId xmlns:a16="http://schemas.microsoft.com/office/drawing/2014/main" id="{11CC6D29-41FF-76D3-65EB-EEB91E4E239B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5" name="Curved Right Arrow 64">
                    <a:extLst>
                      <a:ext uri="{FF2B5EF4-FFF2-40B4-BE49-F238E27FC236}">
                        <a16:creationId xmlns:a16="http://schemas.microsoft.com/office/drawing/2014/main" id="{59DBA528-9F14-1F0C-55D2-F862699EF5D8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1E0EC242-8248-D678-0BCE-8452F2EED805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60" name="Curved Right Arrow 59">
                    <a:extLst>
                      <a:ext uri="{FF2B5EF4-FFF2-40B4-BE49-F238E27FC236}">
                        <a16:creationId xmlns:a16="http://schemas.microsoft.com/office/drawing/2014/main" id="{5AB36E4C-B3AB-955C-3A03-188E74FDE5A6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" name="Curved Right Arrow 60">
                    <a:extLst>
                      <a:ext uri="{FF2B5EF4-FFF2-40B4-BE49-F238E27FC236}">
                        <a16:creationId xmlns:a16="http://schemas.microsoft.com/office/drawing/2014/main" id="{BCE0F75C-1291-8360-AD5C-63D4D55EFF6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Curved Right Arrow 61">
                    <a:extLst>
                      <a:ext uri="{FF2B5EF4-FFF2-40B4-BE49-F238E27FC236}">
                        <a16:creationId xmlns:a16="http://schemas.microsoft.com/office/drawing/2014/main" id="{10B5659B-8872-2829-78AC-5ED776409731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54" name="Block Arc 53">
                <a:extLst>
                  <a:ext uri="{FF2B5EF4-FFF2-40B4-BE49-F238E27FC236}">
                    <a16:creationId xmlns:a16="http://schemas.microsoft.com/office/drawing/2014/main" id="{98C87A34-8D3A-C669-FF21-A79404D6D388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5" name="Block Arc 54">
                <a:extLst>
                  <a:ext uri="{FF2B5EF4-FFF2-40B4-BE49-F238E27FC236}">
                    <a16:creationId xmlns:a16="http://schemas.microsoft.com/office/drawing/2014/main" id="{4D46E662-673F-549B-79E5-F3B98B83B492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6" name="Block Arc 55">
                <a:extLst>
                  <a:ext uri="{FF2B5EF4-FFF2-40B4-BE49-F238E27FC236}">
                    <a16:creationId xmlns:a16="http://schemas.microsoft.com/office/drawing/2014/main" id="{A0B840BE-C875-35CB-6542-61656B1183A7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7" name="Block Arc 56">
                <a:extLst>
                  <a:ext uri="{FF2B5EF4-FFF2-40B4-BE49-F238E27FC236}">
                    <a16:creationId xmlns:a16="http://schemas.microsoft.com/office/drawing/2014/main" id="{74EDF90E-9A1A-0723-4E95-EBFD068F3478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768DB74-5B35-7582-A4C1-66D20D33107A}"/>
                </a:ext>
              </a:extLst>
            </p:cNvPr>
            <p:cNvGrpSpPr/>
            <p:nvPr userDrawn="1"/>
          </p:nvGrpSpPr>
          <p:grpSpPr>
            <a:xfrm rot="4292651">
              <a:off x="1017140" y="1548320"/>
              <a:ext cx="4479565" cy="4581645"/>
              <a:chOff x="-6827777" y="-4338819"/>
              <a:chExt cx="4479565" cy="4581645"/>
            </a:xfrm>
          </p:grpSpPr>
          <p:sp>
            <p:nvSpPr>
              <p:cNvPr id="34" name="Block Arc 33">
                <a:extLst>
                  <a:ext uri="{FF2B5EF4-FFF2-40B4-BE49-F238E27FC236}">
                    <a16:creationId xmlns:a16="http://schemas.microsoft.com/office/drawing/2014/main" id="{251BA772-AA21-CA27-D40B-14301C710C49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5" name="Block Arc 34">
                <a:extLst>
                  <a:ext uri="{FF2B5EF4-FFF2-40B4-BE49-F238E27FC236}">
                    <a16:creationId xmlns:a16="http://schemas.microsoft.com/office/drawing/2014/main" id="{1805B651-844F-05FD-FBFA-3E6EF5B9997C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6" name="Block Arc 35">
                <a:extLst>
                  <a:ext uri="{FF2B5EF4-FFF2-40B4-BE49-F238E27FC236}">
                    <a16:creationId xmlns:a16="http://schemas.microsoft.com/office/drawing/2014/main" id="{3FE302F4-6077-FFEA-9DE6-72151166B351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4339E62F-DEAF-8A4F-4435-C2675DA37B82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B815E8CA-11C6-9E5D-B09E-6B27A3DCB6F0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47" name="Curved Right Arrow 46">
                    <a:extLst>
                      <a:ext uri="{FF2B5EF4-FFF2-40B4-BE49-F238E27FC236}">
                        <a16:creationId xmlns:a16="http://schemas.microsoft.com/office/drawing/2014/main" id="{D66BA1BC-E947-87C6-6699-6FB04AF2BC10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8" name="Curved Right Arrow 47">
                    <a:extLst>
                      <a:ext uri="{FF2B5EF4-FFF2-40B4-BE49-F238E27FC236}">
                        <a16:creationId xmlns:a16="http://schemas.microsoft.com/office/drawing/2014/main" id="{6B01D8A0-49EA-D089-593D-9AD8C893C1B2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Curved Right Arrow 48">
                    <a:extLst>
                      <a:ext uri="{FF2B5EF4-FFF2-40B4-BE49-F238E27FC236}">
                        <a16:creationId xmlns:a16="http://schemas.microsoft.com/office/drawing/2014/main" id="{3CFF030E-8030-5093-0FF7-655B2988724D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DB55C770-7B5E-C2A3-E545-60667FA816F1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44" name="Curved Right Arrow 43">
                    <a:extLst>
                      <a:ext uri="{FF2B5EF4-FFF2-40B4-BE49-F238E27FC236}">
                        <a16:creationId xmlns:a16="http://schemas.microsoft.com/office/drawing/2014/main" id="{EB74BCC3-CEC0-7FBC-3ED4-C9E72B79AAB8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5" name="Curved Right Arrow 44">
                    <a:extLst>
                      <a:ext uri="{FF2B5EF4-FFF2-40B4-BE49-F238E27FC236}">
                        <a16:creationId xmlns:a16="http://schemas.microsoft.com/office/drawing/2014/main" id="{6FA6EAFE-263C-D74A-8C37-FB9F39AB1BD1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6" name="Curved Right Arrow 45">
                    <a:extLst>
                      <a:ext uri="{FF2B5EF4-FFF2-40B4-BE49-F238E27FC236}">
                        <a16:creationId xmlns:a16="http://schemas.microsoft.com/office/drawing/2014/main" id="{477DFB65-E282-DF52-0474-192618EADC0F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38" name="Block Arc 37">
                <a:extLst>
                  <a:ext uri="{FF2B5EF4-FFF2-40B4-BE49-F238E27FC236}">
                    <a16:creationId xmlns:a16="http://schemas.microsoft.com/office/drawing/2014/main" id="{0C25866E-FDAC-986D-78A5-9AC23327BAEC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9" name="Block Arc 38">
                <a:extLst>
                  <a:ext uri="{FF2B5EF4-FFF2-40B4-BE49-F238E27FC236}">
                    <a16:creationId xmlns:a16="http://schemas.microsoft.com/office/drawing/2014/main" id="{C9AE04FA-BADA-5973-A998-6587C6FC1904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0" name="Block Arc 39">
                <a:extLst>
                  <a:ext uri="{FF2B5EF4-FFF2-40B4-BE49-F238E27FC236}">
                    <a16:creationId xmlns:a16="http://schemas.microsoft.com/office/drawing/2014/main" id="{6EF14282-095F-2638-484C-5D45AA9AB74B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1" name="Block Arc 40">
                <a:extLst>
                  <a:ext uri="{FF2B5EF4-FFF2-40B4-BE49-F238E27FC236}">
                    <a16:creationId xmlns:a16="http://schemas.microsoft.com/office/drawing/2014/main" id="{04A112B9-B722-6602-F839-8DC7F98111B8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</p:grpSp>
      <p:sp>
        <p:nvSpPr>
          <p:cNvPr id="114" name="Rectangle 113">
            <a:extLst>
              <a:ext uri="{FF2B5EF4-FFF2-40B4-BE49-F238E27FC236}">
                <a16:creationId xmlns:a16="http://schemas.microsoft.com/office/drawing/2014/main" id="{E18E4442-86DC-5635-EAE7-32DA6D457352}"/>
              </a:ext>
            </a:extLst>
          </p:cNvPr>
          <p:cNvSpPr/>
          <p:nvPr userDrawn="1"/>
        </p:nvSpPr>
        <p:spPr>
          <a:xfrm>
            <a:off x="2284992" y="4136928"/>
            <a:ext cx="1836223" cy="986274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prstTxWarp prst="textArchDown">
              <a:avLst>
                <a:gd name="adj" fmla="val 96006"/>
              </a:avLst>
            </a:prstTxWarp>
            <a:spAutoFit/>
          </a:bodyPr>
          <a:lstStyle/>
          <a:p>
            <a:pPr algn="ctr"/>
            <a:r>
              <a:rPr lang="en-GB" sz="1800" b="0" cap="none" spc="0">
                <a:ln w="0"/>
                <a:solidFill>
                  <a:schemeClr val="tx1"/>
                </a:solidFill>
                <a:effectLst/>
                <a:latin typeface="Twinkl Cursive Looped" panose="02000000000000000000" pitchFamily="2" charset="77"/>
              </a:rPr>
              <a:t>Compassion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684FB3A-F3FC-AC6A-9459-0128FA470FC9}"/>
              </a:ext>
            </a:extLst>
          </p:cNvPr>
          <p:cNvSpPr/>
          <p:nvPr userDrawn="1"/>
        </p:nvSpPr>
        <p:spPr>
          <a:xfrm>
            <a:off x="2491779" y="971549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F2CC"/>
          </a:solidFill>
          <a:ln w="38100"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5740" tIns="235740" rIns="235740" bIns="235740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000" b="0" kern="1200">
                <a:solidFill>
                  <a:srgbClr val="FFC00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Place, Space &amp; Scale</a:t>
            </a:r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378C2C0F-EB3B-8732-A309-876384F6AA1B}"/>
              </a:ext>
            </a:extLst>
          </p:cNvPr>
          <p:cNvSpPr/>
          <p:nvPr userDrawn="1"/>
        </p:nvSpPr>
        <p:spPr>
          <a:xfrm>
            <a:off x="4563705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</a:t>
            </a: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BEEACA57-4857-88AB-A700-F9DA91B9BAE2}"/>
              </a:ext>
            </a:extLst>
          </p:cNvPr>
          <p:cNvSpPr/>
          <p:nvPr userDrawn="1"/>
        </p:nvSpPr>
        <p:spPr>
          <a:xfrm>
            <a:off x="3772300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CCCCFF"/>
          </a:solidFill>
          <a:ln w="38100">
            <a:solidFill>
              <a:srgbClr val="7030A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5580" tIns="225580" rIns="225580" bIns="225580" numCol="1" spcCol="1270" anchor="ctr" anchorCtr="0">
            <a:noAutofit/>
          </a:bodyPr>
          <a:lstStyle/>
          <a:p>
            <a:pPr marL="0" lvl="0" indent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200" b="0" kern="1200">
                <a:solidFill>
                  <a:srgbClr val="7030A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Environmental Impact &amp; Sustainability</a:t>
            </a: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4F89A62F-D268-FE62-8066-FFB5BCEC6300}"/>
              </a:ext>
            </a:extLst>
          </p:cNvPr>
          <p:cNvSpPr/>
          <p:nvPr userDrawn="1"/>
        </p:nvSpPr>
        <p:spPr>
          <a:xfrm>
            <a:off x="419854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DDEAF8"/>
          </a:solidFill>
          <a:ln w="38100">
            <a:solidFill>
              <a:srgbClr val="4574C4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8120" tIns="228120" rIns="228120" bIns="228120" numCol="1" spcCol="1270" anchor="ctr" anchorCtr="0">
            <a:noAutofit/>
          </a:bodyPr>
          <a:lstStyle/>
          <a:p>
            <a:pPr marL="0" lvl="0" indent="0" algn="ctr" defTabSz="622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400" b="0" kern="1200">
                <a:solidFill>
                  <a:srgbClr val="4574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Cultural awareness &amp; diversity </a:t>
            </a: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27664619-6C78-3B1B-463B-D36B1D462932}"/>
              </a:ext>
            </a:extLst>
          </p:cNvPr>
          <p:cNvSpPr/>
          <p:nvPr userDrawn="1"/>
        </p:nvSpPr>
        <p:spPr>
          <a:xfrm>
            <a:off x="1211259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CCCC"/>
          </a:solidFill>
          <a:ln w="38100">
            <a:solidFill>
              <a:srgbClr val="C3580C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rgbClr val="C3580C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Human Geography</a:t>
            </a:r>
          </a:p>
        </p:txBody>
      </p:sp>
    </p:spTree>
    <p:extLst>
      <p:ext uri="{BB962C8B-B14F-4D97-AF65-F5344CB8AC3E}">
        <p14:creationId xmlns:p14="http://schemas.microsoft.com/office/powerpoint/2010/main" val="201992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24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/>
      <p:bldP spid="24" grpId="0" animBg="1"/>
    </p:bld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vis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5F1B42-8526-1E66-05A7-2E821F42DE7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AA4C266-4F85-3F09-DE59-533D9948FE9B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Revisit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F5E2CE0-2DCE-F613-5427-F8DA852B9D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8" y="1047750"/>
            <a:ext cx="10950575" cy="50625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11151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zzle Pie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18459E9E-2215-95E5-26EB-8C8B74442A1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A86A2CA-7706-DE44-CA7D-393232DF743C}"/>
              </a:ext>
            </a:extLst>
          </p:cNvPr>
          <p:cNvSpPr txBox="1"/>
          <p:nvPr userDrawn="1"/>
        </p:nvSpPr>
        <p:spPr>
          <a:xfrm>
            <a:off x="923238" y="808490"/>
            <a:ext cx="286010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Human geography is the study of how people live, use and change places, including towns, cities, jobs, transport and how humans affect the environment.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1F81D1-2DFF-7F3B-FA22-10EA11D3952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139278" y="1141596"/>
            <a:ext cx="783960" cy="4411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866B223-D952-E1B4-7E7E-ED9500426968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Connections</a:t>
            </a:r>
          </a:p>
        </p:txBody>
      </p:sp>
    </p:spTree>
    <p:extLst>
      <p:ext uri="{BB962C8B-B14F-4D97-AF65-F5344CB8AC3E}">
        <p14:creationId xmlns:p14="http://schemas.microsoft.com/office/powerpoint/2010/main" val="245161703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ilding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Box 128">
            <a:extLst>
              <a:ext uri="{FF2B5EF4-FFF2-40B4-BE49-F238E27FC236}">
                <a16:creationId xmlns:a16="http://schemas.microsoft.com/office/drawing/2014/main" id="{23707F62-5BC9-73A8-06FB-B7B94D9CDA14}"/>
              </a:ext>
            </a:extLst>
          </p:cNvPr>
          <p:cNvSpPr txBox="1"/>
          <p:nvPr userDrawn="1"/>
        </p:nvSpPr>
        <p:spPr>
          <a:xfrm>
            <a:off x="209565" y="1716741"/>
            <a:ext cx="286010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Human geography is the study of how people live, use and change places. This includes towns, cities, jobs, transport and how humans affect the environment.</a:t>
            </a:r>
          </a:p>
        </p:txBody>
      </p: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1EEDBCC6-5644-F19A-ADD5-0820C10A8B5F}"/>
              </a:ext>
            </a:extLst>
          </p:cNvPr>
          <p:cNvGrpSpPr/>
          <p:nvPr userDrawn="1"/>
        </p:nvGrpSpPr>
        <p:grpSpPr>
          <a:xfrm>
            <a:off x="272909" y="5585370"/>
            <a:ext cx="1280546" cy="1018597"/>
            <a:chOff x="487294" y="3394800"/>
            <a:chExt cx="1829988" cy="1302126"/>
          </a:xfrm>
          <a:solidFill>
            <a:srgbClr val="FFB5B3"/>
          </a:solidFill>
        </p:grpSpPr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7D343F5F-0310-8BF1-153F-738F244F6B87}"/>
                </a:ext>
              </a:extLst>
            </p:cNvPr>
            <p:cNvGrpSpPr/>
            <p:nvPr/>
          </p:nvGrpSpPr>
          <p:grpSpPr>
            <a:xfrm>
              <a:off x="487294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824A26F8-2EFF-49EE-5959-CE6CD9FD154F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06" name="Rectangle: Top Corners Rounded 71">
                <a:extLst>
                  <a:ext uri="{FF2B5EF4-FFF2-40B4-BE49-F238E27FC236}">
                    <a16:creationId xmlns:a16="http://schemas.microsoft.com/office/drawing/2014/main" id="{0C0B3541-7ACE-E20A-F4B8-275913C1BDD5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7" name="Rectangle: Top Corners Rounded 72">
                <a:extLst>
                  <a:ext uri="{FF2B5EF4-FFF2-40B4-BE49-F238E27FC236}">
                    <a16:creationId xmlns:a16="http://schemas.microsoft.com/office/drawing/2014/main" id="{C6C01646-8B6E-657C-4854-39EB1B4A5965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8" name="Rectangle: Top Corners Rounded 73">
                <a:extLst>
                  <a:ext uri="{FF2B5EF4-FFF2-40B4-BE49-F238E27FC236}">
                    <a16:creationId xmlns:a16="http://schemas.microsoft.com/office/drawing/2014/main" id="{AB185C89-AD94-E1C7-6A02-62FEA46471F7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921A253F-5A1F-44C8-FE26-9851FB495E89}"/>
                </a:ext>
              </a:extLst>
            </p:cNvPr>
            <p:cNvGrpSpPr/>
            <p:nvPr/>
          </p:nvGrpSpPr>
          <p:grpSpPr>
            <a:xfrm>
              <a:off x="1412656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A4226305-104A-0BF5-8BD6-C5DBE225FA64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02" name="Rectangle: Top Corners Rounded 76">
                <a:extLst>
                  <a:ext uri="{FF2B5EF4-FFF2-40B4-BE49-F238E27FC236}">
                    <a16:creationId xmlns:a16="http://schemas.microsoft.com/office/drawing/2014/main" id="{B1C553D7-DF13-9D2C-F8EE-E1887A5973D4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3" name="Rectangle: Top Corners Rounded 77">
                <a:extLst>
                  <a:ext uri="{FF2B5EF4-FFF2-40B4-BE49-F238E27FC236}">
                    <a16:creationId xmlns:a16="http://schemas.microsoft.com/office/drawing/2014/main" id="{F57A6308-5609-D038-7817-D8F816944EBC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4" name="Rectangle: Top Corners Rounded 78">
                <a:extLst>
                  <a:ext uri="{FF2B5EF4-FFF2-40B4-BE49-F238E27FC236}">
                    <a16:creationId xmlns:a16="http://schemas.microsoft.com/office/drawing/2014/main" id="{7AE8B410-CF97-109E-AC73-7EE2E0A3CBC9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79D539B1-633E-3258-46D8-189D057BD239}"/>
                </a:ext>
              </a:extLst>
            </p:cNvPr>
            <p:cNvGrpSpPr/>
            <p:nvPr/>
          </p:nvGrpSpPr>
          <p:grpSpPr>
            <a:xfrm>
              <a:off x="1045881" y="4007047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1D4CA877-08BB-2743-2C91-D772E29BE181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8" name="Rectangle: Top Corners Rounded 81">
                <a:extLst>
                  <a:ext uri="{FF2B5EF4-FFF2-40B4-BE49-F238E27FC236}">
                    <a16:creationId xmlns:a16="http://schemas.microsoft.com/office/drawing/2014/main" id="{388DAA77-D3FE-F8FE-0D0A-C6904438768F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99" name="Rectangle: Top Corners Rounded 82">
                <a:extLst>
                  <a:ext uri="{FF2B5EF4-FFF2-40B4-BE49-F238E27FC236}">
                    <a16:creationId xmlns:a16="http://schemas.microsoft.com/office/drawing/2014/main" id="{7D82C541-F81F-7E02-29B0-6D26AE408383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0" name="Rectangle: Top Corners Rounded 83">
                <a:extLst>
                  <a:ext uri="{FF2B5EF4-FFF2-40B4-BE49-F238E27FC236}">
                    <a16:creationId xmlns:a16="http://schemas.microsoft.com/office/drawing/2014/main" id="{F877950A-A4C0-251B-7352-0C7970A65427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29EA8D5D-939B-B699-5132-D73BAF0FE920}"/>
                </a:ext>
              </a:extLst>
            </p:cNvPr>
            <p:cNvGrpSpPr/>
            <p:nvPr/>
          </p:nvGrpSpPr>
          <p:grpSpPr>
            <a:xfrm>
              <a:off x="1620945" y="3669763"/>
              <a:ext cx="512234" cy="358606"/>
              <a:chOff x="7508240" y="3017519"/>
              <a:chExt cx="3545840" cy="2021841"/>
            </a:xfrm>
            <a:grpFill/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A75FA34F-8591-3BCD-59BB-790571FFBBBC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5" name="Rectangle: Top Corners Rounded 86">
                <a:extLst>
                  <a:ext uri="{FF2B5EF4-FFF2-40B4-BE49-F238E27FC236}">
                    <a16:creationId xmlns:a16="http://schemas.microsoft.com/office/drawing/2014/main" id="{7DDFA530-4D70-7082-0CC8-E44E8EDC0BFF}"/>
                  </a:ext>
                </a:extLst>
              </p:cNvPr>
              <p:cNvSpPr/>
              <p:nvPr/>
            </p:nvSpPr>
            <p:spPr>
              <a:xfrm>
                <a:off x="8406167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96" name="Rectangle: Top Corners Rounded 87">
                <a:extLst>
                  <a:ext uri="{FF2B5EF4-FFF2-40B4-BE49-F238E27FC236}">
                    <a16:creationId xmlns:a16="http://schemas.microsoft.com/office/drawing/2014/main" id="{B1A4774C-F438-3577-C784-C78E58127F7A}"/>
                  </a:ext>
                </a:extLst>
              </p:cNvPr>
              <p:cNvSpPr/>
              <p:nvPr/>
            </p:nvSpPr>
            <p:spPr>
              <a:xfrm>
                <a:off x="9689825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7FA78F10-C2D3-D61B-80D0-2EC3B738D3EA}"/>
                </a:ext>
              </a:extLst>
            </p:cNvPr>
            <p:cNvGrpSpPr/>
            <p:nvPr/>
          </p:nvGrpSpPr>
          <p:grpSpPr>
            <a:xfrm>
              <a:off x="1520357" y="3394800"/>
              <a:ext cx="338160" cy="309951"/>
              <a:chOff x="7508240" y="3017519"/>
              <a:chExt cx="3545840" cy="2021841"/>
            </a:xfrm>
            <a:grpFill/>
          </p:grpSpPr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80FBCE67-BF54-A8F6-6581-421ECE264705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3" name="Rectangle: Top Corners Rounded 91">
                <a:extLst>
                  <a:ext uri="{FF2B5EF4-FFF2-40B4-BE49-F238E27FC236}">
                    <a16:creationId xmlns:a16="http://schemas.microsoft.com/office/drawing/2014/main" id="{0BD5FDF6-5429-7725-8D8F-DEAF1206276D}"/>
                  </a:ext>
                </a:extLst>
              </p:cNvPr>
              <p:cNvSpPr/>
              <p:nvPr/>
            </p:nvSpPr>
            <p:spPr>
              <a:xfrm>
                <a:off x="9045379" y="3017519"/>
                <a:ext cx="589285" cy="274322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32FF8227-CDB1-6860-CD50-9A17DBC304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272090" y="939862"/>
            <a:ext cx="1296694" cy="729611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16FC126-FD82-1317-DB8C-FB74C9A9AB37}"/>
              </a:ext>
            </a:extLst>
          </p:cNvPr>
          <p:cNvGrpSpPr/>
          <p:nvPr userDrawn="1"/>
        </p:nvGrpSpPr>
        <p:grpSpPr>
          <a:xfrm>
            <a:off x="3521878" y="3693438"/>
            <a:ext cx="8311989" cy="926097"/>
            <a:chOff x="3464951" y="3693438"/>
            <a:chExt cx="8311989" cy="92609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6202A21-3D36-A70A-AAD4-4B6336CB56EA}"/>
                </a:ext>
              </a:extLst>
            </p:cNvPr>
            <p:cNvGrpSpPr/>
            <p:nvPr/>
          </p:nvGrpSpPr>
          <p:grpSpPr>
            <a:xfrm>
              <a:off x="3464951" y="3693438"/>
              <a:ext cx="8311989" cy="926097"/>
              <a:chOff x="3507503" y="3693728"/>
              <a:chExt cx="8311989" cy="926097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3817E33F-3504-0BE9-05B4-F6A810AE7E60}"/>
                  </a:ext>
                </a:extLst>
              </p:cNvPr>
              <p:cNvGrpSpPr/>
              <p:nvPr/>
            </p:nvGrpSpPr>
            <p:grpSpPr>
              <a:xfrm>
                <a:off x="3507503" y="3693728"/>
                <a:ext cx="8311989" cy="926097"/>
                <a:chOff x="3507503" y="3693728"/>
                <a:chExt cx="8311989" cy="926097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FEA21353-D433-3ADC-D22F-8EFCF7E5CFAF}"/>
                    </a:ext>
                  </a:extLst>
                </p:cNvPr>
                <p:cNvGrpSpPr/>
                <p:nvPr/>
              </p:nvGrpSpPr>
              <p:grpSpPr>
                <a:xfrm>
                  <a:off x="3518855" y="3719825"/>
                  <a:ext cx="8300637" cy="900000"/>
                  <a:chOff x="3996278" y="1747524"/>
                  <a:chExt cx="1713901" cy="2824471"/>
                </a:xfrm>
              </p:grpSpPr>
              <p:sp>
                <p:nvSpPr>
                  <p:cNvPr id="18" name="Rectangle: Rounded Corners 12">
                    <a:extLst>
                      <a:ext uri="{FF2B5EF4-FFF2-40B4-BE49-F238E27FC236}">
                        <a16:creationId xmlns:a16="http://schemas.microsoft.com/office/drawing/2014/main" id="{65ABC842-FD91-5AFC-D204-38D2B5AC5F9A}"/>
                      </a:ext>
                    </a:extLst>
                  </p:cNvPr>
                  <p:cNvSpPr/>
                  <p:nvPr/>
                </p:nvSpPr>
                <p:spPr>
                  <a:xfrm>
                    <a:off x="3996278" y="1747524"/>
                    <a:ext cx="1713901" cy="2824471"/>
                  </a:xfrm>
                  <a:prstGeom prst="roundRect">
                    <a:avLst/>
                  </a:prstGeom>
                  <a:solidFill>
                    <a:srgbClr val="F892BB"/>
                  </a:solidFill>
                  <a:ln>
                    <a:solidFill>
                      <a:srgbClr val="F892BB"/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9" name="Rectangle: Rounded Corners 4">
                    <a:extLst>
                      <a:ext uri="{FF2B5EF4-FFF2-40B4-BE49-F238E27FC236}">
                        <a16:creationId xmlns:a16="http://schemas.microsoft.com/office/drawing/2014/main" id="{79515D7F-4CC7-9E23-554D-78BD4437C718}"/>
                      </a:ext>
                    </a:extLst>
                  </p:cNvPr>
                  <p:cNvSpPr txBox="1"/>
                  <p:nvPr/>
                </p:nvSpPr>
                <p:spPr>
                  <a:xfrm>
                    <a:off x="4082912" y="1831190"/>
                    <a:ext cx="1546569" cy="2657139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6FB2032A-C69A-FE48-D1A0-E11713D3F3F9}"/>
                    </a:ext>
                  </a:extLst>
                </p:cNvPr>
                <p:cNvGrpSpPr/>
                <p:nvPr/>
              </p:nvGrpSpPr>
              <p:grpSpPr>
                <a:xfrm>
                  <a:off x="3507503" y="3693728"/>
                  <a:ext cx="801261" cy="903352"/>
                  <a:chOff x="4389349" y="450020"/>
                  <a:chExt cx="801261" cy="903352"/>
                </a:xfrm>
              </p:grpSpPr>
              <p:pic>
                <p:nvPicPr>
                  <p:cNvPr id="16" name="Picture 15">
                    <a:extLst>
                      <a:ext uri="{FF2B5EF4-FFF2-40B4-BE49-F238E27FC236}">
                        <a16:creationId xmlns:a16="http://schemas.microsoft.com/office/drawing/2014/main" id="{9CEFD77B-B429-872B-E798-DC8809BAE5B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89349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7698F628-B378-9A7A-F75F-60658D6D9E96}"/>
                      </a:ext>
                    </a:extLst>
                  </p:cNvPr>
                  <p:cNvSpPr txBox="1"/>
                  <p:nvPr/>
                </p:nvSpPr>
                <p:spPr>
                  <a:xfrm>
                    <a:off x="4631284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3</a:t>
                    </a:r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0984EDD-7012-A5DD-2FB0-201287FB3372}"/>
                  </a:ext>
                </a:extLst>
              </p:cNvPr>
              <p:cNvSpPr txBox="1"/>
              <p:nvPr/>
            </p:nvSpPr>
            <p:spPr>
              <a:xfrm>
                <a:off x="4378390" y="4015936"/>
                <a:ext cx="2299228" cy="307777"/>
              </a:xfrm>
              <a:prstGeom prst="rect">
                <a:avLst/>
              </a:prstGeom>
              <a:noFill/>
              <a:ln w="28575">
                <a:solidFill>
                  <a:srgbClr val="BA006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Mediterranean</a:t>
                </a:r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BC1FC94-CD87-854D-1AA9-9227C2E7A9ED}"/>
                </a:ext>
              </a:extLst>
            </p:cNvPr>
            <p:cNvSpPr txBox="1"/>
            <p:nvPr/>
          </p:nvSpPr>
          <p:spPr>
            <a:xfrm>
              <a:off x="6767704" y="3825035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describe how people use the land in my region and the Mediterranean. This includes jobs, leisure and transport links. 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95D963C-B4B9-DC5B-1915-5D891F8D0C36}"/>
              </a:ext>
            </a:extLst>
          </p:cNvPr>
          <p:cNvGrpSpPr/>
          <p:nvPr userDrawn="1"/>
        </p:nvGrpSpPr>
        <p:grpSpPr>
          <a:xfrm>
            <a:off x="3508831" y="4718397"/>
            <a:ext cx="8325034" cy="920150"/>
            <a:chOff x="3508831" y="4718397"/>
            <a:chExt cx="8325034" cy="92015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70D541C-C382-33D0-17B5-1EDC0378E0A6}"/>
                </a:ext>
              </a:extLst>
            </p:cNvPr>
            <p:cNvGrpSpPr/>
            <p:nvPr/>
          </p:nvGrpSpPr>
          <p:grpSpPr>
            <a:xfrm>
              <a:off x="3508831" y="4718397"/>
              <a:ext cx="8325034" cy="920150"/>
              <a:chOff x="3508831" y="4718397"/>
              <a:chExt cx="8325034" cy="920150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DEA6B126-1276-28BA-A2F2-B7A2A99AE82D}"/>
                  </a:ext>
                </a:extLst>
              </p:cNvPr>
              <p:cNvGrpSpPr/>
              <p:nvPr/>
            </p:nvGrpSpPr>
            <p:grpSpPr>
              <a:xfrm>
                <a:off x="3508831" y="4718397"/>
                <a:ext cx="8325034" cy="920150"/>
                <a:chOff x="3508831" y="4718397"/>
                <a:chExt cx="8325034" cy="920150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1F10E2EA-B570-721A-9AC0-C18A6558E74E}"/>
                    </a:ext>
                  </a:extLst>
                </p:cNvPr>
                <p:cNvGrpSpPr/>
                <p:nvPr/>
              </p:nvGrpSpPr>
              <p:grpSpPr>
                <a:xfrm>
                  <a:off x="3518854" y="4738547"/>
                  <a:ext cx="8315011" cy="900000"/>
                  <a:chOff x="1996726" y="1717038"/>
                  <a:chExt cx="1716869" cy="2885442"/>
                </a:xfrm>
              </p:grpSpPr>
              <p:sp>
                <p:nvSpPr>
                  <p:cNvPr id="29" name="Rectangle: Rounded Corners 9">
                    <a:extLst>
                      <a:ext uri="{FF2B5EF4-FFF2-40B4-BE49-F238E27FC236}">
                        <a16:creationId xmlns:a16="http://schemas.microsoft.com/office/drawing/2014/main" id="{F0F31D55-95CE-160E-BF9F-A1EC65E9BE22}"/>
                      </a:ext>
                    </a:extLst>
                  </p:cNvPr>
                  <p:cNvSpPr/>
                  <p:nvPr/>
                </p:nvSpPr>
                <p:spPr>
                  <a:xfrm>
                    <a:off x="1996726" y="1717038"/>
                    <a:ext cx="1716869" cy="2885442"/>
                  </a:xfrm>
                  <a:prstGeom prst="roundRect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" name="Rectangle: Rounded Corners 4">
                    <a:extLst>
                      <a:ext uri="{FF2B5EF4-FFF2-40B4-BE49-F238E27FC236}">
                        <a16:creationId xmlns:a16="http://schemas.microsoft.com/office/drawing/2014/main" id="{D4ED4B8C-C6EA-703B-DED8-F1F70EFDE90A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360" y="1800704"/>
                    <a:ext cx="1546569" cy="2718110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508DCDFE-911A-7803-C8A2-4CED6585D52F}"/>
                    </a:ext>
                  </a:extLst>
                </p:cNvPr>
                <p:cNvGrpSpPr/>
                <p:nvPr/>
              </p:nvGrpSpPr>
              <p:grpSpPr>
                <a:xfrm>
                  <a:off x="3508831" y="4718397"/>
                  <a:ext cx="801261" cy="903352"/>
                  <a:chOff x="4390677" y="450020"/>
                  <a:chExt cx="801261" cy="903352"/>
                </a:xfrm>
              </p:grpSpPr>
              <p:pic>
                <p:nvPicPr>
                  <p:cNvPr id="27" name="Picture 26">
                    <a:extLst>
                      <a:ext uri="{FF2B5EF4-FFF2-40B4-BE49-F238E27FC236}">
                        <a16:creationId xmlns:a16="http://schemas.microsoft.com/office/drawing/2014/main" id="{0FCFA404-8758-5D13-7BEE-E9B4B40CFE5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90677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9A4B8FF0-A4B3-AEA7-8625-B29289362064}"/>
                      </a:ext>
                    </a:extLst>
                  </p:cNvPr>
                  <p:cNvSpPr txBox="1"/>
                  <p:nvPr/>
                </p:nvSpPr>
                <p:spPr>
                  <a:xfrm>
                    <a:off x="4632612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2</a:t>
                    </a:r>
                  </a:p>
                </p:txBody>
              </p:sp>
            </p:grpSp>
          </p:grp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6DC5647-75BD-CFBC-F401-547281551DE5}"/>
                  </a:ext>
                </a:extLst>
              </p:cNvPr>
              <p:cNvSpPr txBox="1"/>
              <p:nvPr/>
            </p:nvSpPr>
            <p:spPr>
              <a:xfrm>
                <a:off x="4392765" y="4929938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6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Guizhou region, South West China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52ADC3D-D3EF-6E50-8D54-BDD70E5F9E72}"/>
                </a:ext>
              </a:extLst>
            </p:cNvPr>
            <p:cNvSpPr txBox="1"/>
            <p:nvPr/>
          </p:nvSpPr>
          <p:spPr>
            <a:xfrm>
              <a:off x="6824631" y="4899996"/>
              <a:ext cx="48821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explain similarities and differences between human features in my local area and Guizhou in South West China. 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E0694D1-9829-8011-10D7-64CBFD35DEBF}"/>
              </a:ext>
            </a:extLst>
          </p:cNvPr>
          <p:cNvGrpSpPr/>
          <p:nvPr userDrawn="1"/>
        </p:nvGrpSpPr>
        <p:grpSpPr>
          <a:xfrm>
            <a:off x="3508831" y="5762222"/>
            <a:ext cx="8325034" cy="922745"/>
            <a:chOff x="3508831" y="5762222"/>
            <a:chExt cx="8325034" cy="922745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A5ACA5C-8369-742B-2646-B953ADB8ECA3}"/>
                </a:ext>
              </a:extLst>
            </p:cNvPr>
            <p:cNvGrpSpPr/>
            <p:nvPr/>
          </p:nvGrpSpPr>
          <p:grpSpPr>
            <a:xfrm>
              <a:off x="3508831" y="5762222"/>
              <a:ext cx="8325034" cy="922745"/>
              <a:chOff x="3552490" y="5836523"/>
              <a:chExt cx="8325034" cy="922745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FA7F2370-CBF9-A1C5-107F-8F1ACCB9FF9C}"/>
                  </a:ext>
                </a:extLst>
              </p:cNvPr>
              <p:cNvGrpSpPr/>
              <p:nvPr/>
            </p:nvGrpSpPr>
            <p:grpSpPr>
              <a:xfrm>
                <a:off x="3552490" y="5836523"/>
                <a:ext cx="8325034" cy="922745"/>
                <a:chOff x="3552490" y="5836523"/>
                <a:chExt cx="8325034" cy="922745"/>
              </a:xfrm>
            </p:grpSpPr>
            <p:sp>
              <p:nvSpPr>
                <p:cNvPr id="36" name="Rectangle: Rounded Corners 3">
                  <a:extLst>
                    <a:ext uri="{FF2B5EF4-FFF2-40B4-BE49-F238E27FC236}">
                      <a16:creationId xmlns:a16="http://schemas.microsoft.com/office/drawing/2014/main" id="{B78330E8-6785-F487-6B0B-8EB483580120}"/>
                    </a:ext>
                  </a:extLst>
                </p:cNvPr>
                <p:cNvSpPr/>
                <p:nvPr/>
              </p:nvSpPr>
              <p:spPr>
                <a:xfrm>
                  <a:off x="3552490" y="5859268"/>
                  <a:ext cx="8325034" cy="900000"/>
                </a:xfrm>
                <a:prstGeom prst="roundRect">
                  <a:avLst/>
                </a:prstGeom>
                <a:solidFill>
                  <a:srgbClr val="F9D2B5"/>
                </a:solidFill>
                <a:ln>
                  <a:solidFill>
                    <a:srgbClr val="F9D2B5"/>
                  </a:solidFill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CC2A4B0A-9D16-FFC3-182A-97C980E9020F}"/>
                    </a:ext>
                  </a:extLst>
                </p:cNvPr>
                <p:cNvGrpSpPr/>
                <p:nvPr/>
              </p:nvGrpSpPr>
              <p:grpSpPr>
                <a:xfrm>
                  <a:off x="3562659" y="5836523"/>
                  <a:ext cx="801261" cy="903352"/>
                  <a:chOff x="4444505" y="551736"/>
                  <a:chExt cx="801261" cy="903352"/>
                </a:xfrm>
              </p:grpSpPr>
              <p:pic>
                <p:nvPicPr>
                  <p:cNvPr id="38" name="Picture 37">
                    <a:extLst>
                      <a:ext uri="{FF2B5EF4-FFF2-40B4-BE49-F238E27FC236}">
                        <a16:creationId xmlns:a16="http://schemas.microsoft.com/office/drawing/2014/main" id="{D87461E1-7338-A9F5-15FF-DF1BD48C424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44505" y="551736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426D8057-EEBF-4542-ED22-17CC3E3D1AA6}"/>
                      </a:ext>
                    </a:extLst>
                  </p:cNvPr>
                  <p:cNvSpPr txBox="1"/>
                  <p:nvPr/>
                </p:nvSpPr>
                <p:spPr>
                  <a:xfrm>
                    <a:off x="4703335" y="772579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1</a:t>
                    </a:r>
                  </a:p>
                </p:txBody>
              </p:sp>
            </p:grpSp>
          </p:grp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B339A26-54D6-A3BF-E316-573BDA5305BF}"/>
                  </a:ext>
                </a:extLst>
              </p:cNvPr>
              <p:cNvSpPr txBox="1"/>
              <p:nvPr/>
            </p:nvSpPr>
            <p:spPr>
              <a:xfrm>
                <a:off x="4436424" y="6058243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Where I live in the United Kingdom</a:t>
                </a: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F0E2E54-86B6-EC2A-E811-C38B40137A53}"/>
                </a:ext>
              </a:extLst>
            </p:cNvPr>
            <p:cNvSpPr txBox="1"/>
            <p:nvPr/>
          </p:nvSpPr>
          <p:spPr>
            <a:xfrm>
              <a:off x="6824631" y="5864284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describe my home, my school and the area where I live. I can name different human features and jobs in my local area. 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7B63172-9799-EF95-5E76-1C161E1F42FA}"/>
              </a:ext>
            </a:extLst>
          </p:cNvPr>
          <p:cNvGrpSpPr/>
          <p:nvPr userDrawn="1"/>
        </p:nvGrpSpPr>
        <p:grpSpPr>
          <a:xfrm>
            <a:off x="3525668" y="2709975"/>
            <a:ext cx="8308198" cy="912750"/>
            <a:chOff x="3525668" y="2709975"/>
            <a:chExt cx="8308198" cy="91275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0E1F87DA-AD0E-441D-B862-D4F21F8BF72F}"/>
                </a:ext>
              </a:extLst>
            </p:cNvPr>
            <p:cNvGrpSpPr/>
            <p:nvPr/>
          </p:nvGrpSpPr>
          <p:grpSpPr>
            <a:xfrm>
              <a:off x="3525668" y="2709975"/>
              <a:ext cx="8308198" cy="912750"/>
              <a:chOff x="3525668" y="2709975"/>
              <a:chExt cx="8308198" cy="912750"/>
            </a:xfrm>
          </p:grpSpPr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AAB5D67-279F-260A-29B3-4CEAFF9A6F32}"/>
                  </a:ext>
                </a:extLst>
              </p:cNvPr>
              <p:cNvGrpSpPr/>
              <p:nvPr/>
            </p:nvGrpSpPr>
            <p:grpSpPr>
              <a:xfrm>
                <a:off x="3525668" y="2709975"/>
                <a:ext cx="8308198" cy="912750"/>
                <a:chOff x="3525668" y="2709975"/>
                <a:chExt cx="8308198" cy="912750"/>
              </a:xfrm>
            </p:grpSpPr>
            <p:sp>
              <p:nvSpPr>
                <p:cNvPr id="60" name="Rectangle: Rounded Corners 15">
                  <a:extLst>
                    <a:ext uri="{FF2B5EF4-FFF2-40B4-BE49-F238E27FC236}">
                      <a16:creationId xmlns:a16="http://schemas.microsoft.com/office/drawing/2014/main" id="{A1F9D0EE-7678-1BFD-D27E-C5392E89BA37}"/>
                    </a:ext>
                  </a:extLst>
                </p:cNvPr>
                <p:cNvSpPr/>
                <p:nvPr/>
              </p:nvSpPr>
              <p:spPr>
                <a:xfrm>
                  <a:off x="3533229" y="2722725"/>
                  <a:ext cx="8300637" cy="900000"/>
                </a:xfrm>
                <a:prstGeom prst="roundRect">
                  <a:avLst/>
                </a:prstGeom>
                <a:solidFill>
                  <a:srgbClr val="BDD7EF"/>
                </a:solidFill>
                <a:ln>
                  <a:noFill/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1C475E96-233D-17E8-9592-DDAC8B1B0471}"/>
                    </a:ext>
                  </a:extLst>
                </p:cNvPr>
                <p:cNvGrpSpPr/>
                <p:nvPr/>
              </p:nvGrpSpPr>
              <p:grpSpPr>
                <a:xfrm>
                  <a:off x="3525668" y="2709975"/>
                  <a:ext cx="801261" cy="903352"/>
                  <a:chOff x="4462145" y="450020"/>
                  <a:chExt cx="801261" cy="903352"/>
                </a:xfrm>
              </p:grpSpPr>
              <p:pic>
                <p:nvPicPr>
                  <p:cNvPr id="58" name="Picture 57">
                    <a:extLst>
                      <a:ext uri="{FF2B5EF4-FFF2-40B4-BE49-F238E27FC236}">
                        <a16:creationId xmlns:a16="http://schemas.microsoft.com/office/drawing/2014/main" id="{F2F19F78-0E80-8C67-5132-AA17A1BF1C3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62145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A9E7F21B-ED07-8174-4C9F-4C380FBED5AD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080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4</a:t>
                    </a:r>
                  </a:p>
                </p:txBody>
              </p:sp>
            </p:grpSp>
          </p:grp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4ED4395-13B2-5B6A-F285-0D2D2BAA096D}"/>
                  </a:ext>
                </a:extLst>
              </p:cNvPr>
              <p:cNvSpPr txBox="1"/>
              <p:nvPr/>
            </p:nvSpPr>
            <p:spPr>
              <a:xfrm>
                <a:off x="4392765" y="2911115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Peru or Brazil in South America</a:t>
                </a:r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F1C3216-1E2F-1047-38CA-71DB21BB6542}"/>
                </a:ext>
              </a:extLst>
            </p:cNvPr>
            <p:cNvSpPr txBox="1"/>
            <p:nvPr/>
          </p:nvSpPr>
          <p:spPr>
            <a:xfrm>
              <a:off x="6824631" y="2924121"/>
              <a:ext cx="488210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compare and contrast different land use patterns in the UK and South America. 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8709356-0806-8FCD-FA4C-347A007A245C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Human Geography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44F1D520-8D84-CAD1-9F31-5D33AE989C5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0688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cabul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676B5987-E34B-3374-2D16-1118493B96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0D2AC8D-5B45-FBC6-ED64-5FA76590AD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139278" y="958716"/>
            <a:ext cx="783960" cy="44111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BF02F0-7222-DE82-65FB-CFBE9801A4CE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Vocabulary</a:t>
            </a:r>
          </a:p>
        </p:txBody>
      </p:sp>
    </p:spTree>
    <p:extLst>
      <p:ext uri="{BB962C8B-B14F-4D97-AF65-F5344CB8AC3E}">
        <p14:creationId xmlns:p14="http://schemas.microsoft.com/office/powerpoint/2010/main" val="2975321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S2 What, Why, H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23">
            <a:extLst>
              <a:ext uri="{FF2B5EF4-FFF2-40B4-BE49-F238E27FC236}">
                <a16:creationId xmlns:a16="http://schemas.microsoft.com/office/drawing/2014/main" id="{F6D42CA6-462B-65A7-9B5B-3C589F700F86}"/>
              </a:ext>
            </a:extLst>
          </p:cNvPr>
          <p:cNvSpPr/>
          <p:nvPr/>
        </p:nvSpPr>
        <p:spPr>
          <a:xfrm>
            <a:off x="8522617" y="1018745"/>
            <a:ext cx="347370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Rounded Rectangle 22">
            <a:extLst>
              <a:ext uri="{FF2B5EF4-FFF2-40B4-BE49-F238E27FC236}">
                <a16:creationId xmlns:a16="http://schemas.microsoft.com/office/drawing/2014/main" id="{933816E0-3D73-5ED5-6343-3817A0CE1063}"/>
              </a:ext>
            </a:extLst>
          </p:cNvPr>
          <p:cNvSpPr/>
          <p:nvPr/>
        </p:nvSpPr>
        <p:spPr>
          <a:xfrm>
            <a:off x="4410752" y="1052185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6" name="Rounded Rectangle 21">
            <a:extLst>
              <a:ext uri="{FF2B5EF4-FFF2-40B4-BE49-F238E27FC236}">
                <a16:creationId xmlns:a16="http://schemas.microsoft.com/office/drawing/2014/main" id="{F6937F02-EEC3-C298-0063-EDDE7526730B}"/>
              </a:ext>
            </a:extLst>
          </p:cNvPr>
          <p:cNvSpPr/>
          <p:nvPr/>
        </p:nvSpPr>
        <p:spPr>
          <a:xfrm>
            <a:off x="209994" y="1052184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7" name="Right Arrow 38">
            <a:extLst>
              <a:ext uri="{FF2B5EF4-FFF2-40B4-BE49-F238E27FC236}">
                <a16:creationId xmlns:a16="http://schemas.microsoft.com/office/drawing/2014/main" id="{B1CFD2A5-7039-037E-430B-B80B83385DB6}"/>
              </a:ext>
            </a:extLst>
          </p:cNvPr>
          <p:cNvSpPr/>
          <p:nvPr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8" name="Right Arrow 40">
            <a:extLst>
              <a:ext uri="{FF2B5EF4-FFF2-40B4-BE49-F238E27FC236}">
                <a16:creationId xmlns:a16="http://schemas.microsoft.com/office/drawing/2014/main" id="{372AD2D4-1CF6-11D1-3BEA-720CFCFE5006}"/>
              </a:ext>
            </a:extLst>
          </p:cNvPr>
          <p:cNvSpPr/>
          <p:nvPr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9" name="Cloud Callout 14">
            <a:extLst>
              <a:ext uri="{FF2B5EF4-FFF2-40B4-BE49-F238E27FC236}">
                <a16:creationId xmlns:a16="http://schemas.microsoft.com/office/drawing/2014/main" id="{72557F44-26CC-ABAB-3E13-3FFF710EA6C6}"/>
              </a:ext>
            </a:extLst>
          </p:cNvPr>
          <p:cNvSpPr/>
          <p:nvPr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20" name="Cloud Callout 17">
            <a:extLst>
              <a:ext uri="{FF2B5EF4-FFF2-40B4-BE49-F238E27FC236}">
                <a16:creationId xmlns:a16="http://schemas.microsoft.com/office/drawing/2014/main" id="{99034DEB-EBF2-656E-3440-CC2D10A6A536}"/>
              </a:ext>
            </a:extLst>
          </p:cNvPr>
          <p:cNvSpPr/>
          <p:nvPr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21" name="Cloud Callout 20">
            <a:extLst>
              <a:ext uri="{FF2B5EF4-FFF2-40B4-BE49-F238E27FC236}">
                <a16:creationId xmlns:a16="http://schemas.microsoft.com/office/drawing/2014/main" id="{C1DBC0FA-BEBC-DB1B-A07D-B992ACFA9B31}"/>
              </a:ext>
            </a:extLst>
          </p:cNvPr>
          <p:cNvSpPr/>
          <p:nvPr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How will I know when I get there?</a:t>
            </a:r>
          </a:p>
        </p:txBody>
      </p:sp>
      <p:sp>
        <p:nvSpPr>
          <p:cNvPr id="22" name="Rounded Rectangle 25">
            <a:extLst>
              <a:ext uri="{FF2B5EF4-FFF2-40B4-BE49-F238E27FC236}">
                <a16:creationId xmlns:a16="http://schemas.microsoft.com/office/drawing/2014/main" id="{1646F1E1-DCB0-8652-1C01-B27E4DECEB83}"/>
              </a:ext>
            </a:extLst>
          </p:cNvPr>
          <p:cNvSpPr/>
          <p:nvPr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705862-A1AE-7F25-7136-07F0B8B9FD0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DA8159E-6768-ACF9-C38D-6273DAA9B84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11EE97E-6D16-40A1-3A53-1B671DC6713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2CB1FC9-FD58-52C0-23F6-FC4FDB6820AF}"/>
              </a:ext>
            </a:extLst>
          </p:cNvPr>
          <p:cNvSpPr/>
          <p:nvPr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24503B1-BD02-EA02-AE0B-AC487CD2AFD0}"/>
              </a:ext>
            </a:extLst>
          </p:cNvPr>
          <p:cNvSpPr/>
          <p:nvPr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show this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8" name="Title 27">
            <a:extLst>
              <a:ext uri="{FF2B5EF4-FFF2-40B4-BE49-F238E27FC236}">
                <a16:creationId xmlns:a16="http://schemas.microsoft.com/office/drawing/2014/main" id="{AF9E9CD8-FC16-6852-0D5B-1861A37CC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5691" y="252727"/>
            <a:ext cx="10515600" cy="587374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Key Question</a:t>
            </a: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23B7B291-D52D-95B8-84B9-3312C89477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8500" y="4522788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3">
            <a:extLst>
              <a:ext uri="{FF2B5EF4-FFF2-40B4-BE49-F238E27FC236}">
                <a16:creationId xmlns:a16="http://schemas.microsoft.com/office/drawing/2014/main" id="{EC15CAA9-8C92-565C-C8AE-391C0A8CBA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7594" y="4522787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3">
            <a:extLst>
              <a:ext uri="{FF2B5EF4-FFF2-40B4-BE49-F238E27FC236}">
                <a16:creationId xmlns:a16="http://schemas.microsoft.com/office/drawing/2014/main" id="{E591B14A-DBC9-599B-D8C3-00A1930120C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79945" y="4485371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Rounded Rectangle 23">
            <a:extLst>
              <a:ext uri="{FF2B5EF4-FFF2-40B4-BE49-F238E27FC236}">
                <a16:creationId xmlns:a16="http://schemas.microsoft.com/office/drawing/2014/main" id="{DAD70EF2-B389-F6AB-9202-9947727C8EDE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  <a:solidFill>
            <a:srgbClr val="FFB5B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" name="Rounded Rectangle 22">
            <a:extLst>
              <a:ext uri="{FF2B5EF4-FFF2-40B4-BE49-F238E27FC236}">
                <a16:creationId xmlns:a16="http://schemas.microsoft.com/office/drawing/2014/main" id="{D73C95A5-B885-8E18-B952-7E5AF86E696D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  <a:solidFill>
            <a:srgbClr val="FFB5B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" name="Rounded Rectangle 21">
            <a:extLst>
              <a:ext uri="{FF2B5EF4-FFF2-40B4-BE49-F238E27FC236}">
                <a16:creationId xmlns:a16="http://schemas.microsoft.com/office/drawing/2014/main" id="{23C0025D-E14A-72FF-7C65-379ECE5F2737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  <a:solidFill>
            <a:srgbClr val="FFB5B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6" name="Right Arrow 38">
            <a:extLst>
              <a:ext uri="{FF2B5EF4-FFF2-40B4-BE49-F238E27FC236}">
                <a16:creationId xmlns:a16="http://schemas.microsoft.com/office/drawing/2014/main" id="{3D46CA92-9C6A-1EB2-CD19-DFBD4DD8B983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7" name="Right Arrow 40">
            <a:extLst>
              <a:ext uri="{FF2B5EF4-FFF2-40B4-BE49-F238E27FC236}">
                <a16:creationId xmlns:a16="http://schemas.microsoft.com/office/drawing/2014/main" id="{E9982F60-7E6B-FE98-094D-0F4FA10EE523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8" name="Cloud Callout 14">
            <a:extLst>
              <a:ext uri="{FF2B5EF4-FFF2-40B4-BE49-F238E27FC236}">
                <a16:creationId xmlns:a16="http://schemas.microsoft.com/office/drawing/2014/main" id="{F50ADCED-875C-6838-28A6-C82BB08B82A2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rgbClr val="FFCC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9" name="Cloud Callout 17">
            <a:extLst>
              <a:ext uri="{FF2B5EF4-FFF2-40B4-BE49-F238E27FC236}">
                <a16:creationId xmlns:a16="http://schemas.microsoft.com/office/drawing/2014/main" id="{9EB5C331-51E6-1840-11BD-45C81C31DE97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rgbClr val="FFCC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10" name="Cloud Callout 9">
            <a:extLst>
              <a:ext uri="{FF2B5EF4-FFF2-40B4-BE49-F238E27FC236}">
                <a16:creationId xmlns:a16="http://schemas.microsoft.com/office/drawing/2014/main" id="{41F1AAC0-BFF7-8E06-CE36-8B4483C203B0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rgbClr val="FFCC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ysClr val="windowText" lastClr="000000"/>
                </a:solidFill>
                <a:latin typeface="Twinkl Cursive Looped" panose="02000000000000000000" pitchFamily="2" charset="77"/>
              </a:rPr>
              <a:t>How will I know when I’m successful?</a:t>
            </a:r>
          </a:p>
        </p:txBody>
      </p:sp>
      <p:sp>
        <p:nvSpPr>
          <p:cNvPr id="11" name="Rounded Rectangle 25">
            <a:extLst>
              <a:ext uri="{FF2B5EF4-FFF2-40B4-BE49-F238E27FC236}">
                <a16:creationId xmlns:a16="http://schemas.microsoft.com/office/drawing/2014/main" id="{38CFA59B-1241-C90B-9097-3AA56ED96E90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rgbClr val="FFCC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6FADE6-BDC8-4964-257F-496A019EE8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D205D91-B0B4-D7D8-36D2-12B57E5E744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7C74EBA-17CE-389D-DB85-9D1D1F50A3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EEE8F13-34A7-26CF-FFAD-B348960624BA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rgbClr val="FFCC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65D1644-9817-EFA8-570C-FA8D62C945E7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rgbClr val="FFCC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be successful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33" name="Picture 3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E1DAF15-881F-D457-A8BB-5F26B91D14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17">
            <a:extLst>
              <a:ext uri="{FF2B5EF4-FFF2-40B4-BE49-F238E27FC236}">
                <a16:creationId xmlns:a16="http://schemas.microsoft.com/office/drawing/2014/main" id="{E1FA7D91-B467-DE06-BAEA-1D4513FF488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247" y="140894"/>
            <a:ext cx="885149" cy="77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05302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7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8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420A20-0427-FEBB-94F6-C4193F5D6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3834"/>
            <a:ext cx="11685495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27FA49-916F-6379-73AB-F81F90D63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4334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BB1EB2E-3AEE-0F1F-1115-2ACC63E0D5C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3710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2" name="Picture 11" descr="A close-up of a card  AI-generated content may be incorrect.">
            <a:extLst>
              <a:ext uri="{FF2B5EF4-FFF2-40B4-BE49-F238E27FC236}">
                <a16:creationId xmlns:a16="http://schemas.microsoft.com/office/drawing/2014/main" id="{19C37659-7358-BC03-60AF-B392A7BB2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19" y="119675"/>
            <a:ext cx="1569326" cy="773914"/>
          </a:xfrm>
          <a:prstGeom prst="rect">
            <a:avLst/>
          </a:prstGeom>
        </p:spPr>
      </p:pic>
      <p:pic>
        <p:nvPicPr>
          <p:cNvPr id="6" name="Picture 5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56FEE9A-7A4C-C146-9F2C-AA95D12B1B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16811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5292D3-9B48-D839-900B-BC40E199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8DC9B51-90C5-910F-0E5E-26C8FCDF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close-up of a pink sign  AI-generated content may be incorrect.">
            <a:extLst>
              <a:ext uri="{FF2B5EF4-FFF2-40B4-BE49-F238E27FC236}">
                <a16:creationId xmlns:a16="http://schemas.microsoft.com/office/drawing/2014/main" id="{0B7F0C43-5A32-058E-34EF-2A306950E5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2590" y="120071"/>
            <a:ext cx="1717539" cy="738116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957987D4-A06A-C5CB-651A-0BE75EF416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222840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 T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BA2D6B0-18BA-C1F5-A3CF-A118B5DF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563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F42BF2B-5700-B0C0-6B69-6699F0F4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613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pink background with a cartoon character  AI-generated content may be incorrect.">
            <a:extLst>
              <a:ext uri="{FF2B5EF4-FFF2-40B4-BE49-F238E27FC236}">
                <a16:creationId xmlns:a16="http://schemas.microsoft.com/office/drawing/2014/main" id="{CC49C281-BFEE-C448-05E7-67F0CFEF13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9597" y="130970"/>
            <a:ext cx="1691510" cy="696504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B3E5AEB-4433-9811-BFB5-67A78BBCA8D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80870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607648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AEF570-F9F4-B149-BF1A-BEF6DEE60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E87AD0-4B3C-76E5-0F15-7F5DFE335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green background with black text  AI-generated content may be incorrect.">
            <a:extLst>
              <a:ext uri="{FF2B5EF4-FFF2-40B4-BE49-F238E27FC236}">
                <a16:creationId xmlns:a16="http://schemas.microsoft.com/office/drawing/2014/main" id="{25F460C6-509E-8D53-E313-AD7B04BB14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1734" y="120459"/>
            <a:ext cx="1691510" cy="703611"/>
          </a:xfrm>
          <a:prstGeom prst="rect">
            <a:avLst/>
          </a:prstGeom>
        </p:spPr>
      </p:pic>
      <p:pic>
        <p:nvPicPr>
          <p:cNvPr id="5" name="Picture 4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5FA9E67-03AE-A0EB-2281-F2B5FE675D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183478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5" y="1936003"/>
            <a:ext cx="3925823" cy="919401"/>
          </a:xfrm>
          <a:prstGeom prst="wedgeRoundRectCallout">
            <a:avLst>
              <a:gd name="adj1" fmla="val -17964"/>
              <a:gd name="adj2" fmla="val 104608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Today I found my learning challenging so I…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804868" y="1936003"/>
            <a:ext cx="2938272" cy="919401"/>
          </a:xfrm>
          <a:prstGeom prst="wedgeRoundRectCallout">
            <a:avLst>
              <a:gd name="adj1" fmla="val -10874"/>
              <a:gd name="adj2" fmla="val 148695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During our learning I found …. easy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60" y="1941004"/>
            <a:ext cx="3645408" cy="919401"/>
          </a:xfrm>
          <a:prstGeom prst="wedgeRoundRectCallout">
            <a:avLst>
              <a:gd name="adj1" fmla="val -2104"/>
              <a:gd name="adj2" fmla="val 138087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In my learning I felt confidence because…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548E775-7E5B-D61D-6C7A-30665AFB9D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biLevel thresh="25000"/>
          </a:blip>
          <a:stretch>
            <a:fillRect/>
          </a:stretch>
        </p:blipFill>
        <p:spPr>
          <a:xfrm>
            <a:off x="139278" y="958716"/>
            <a:ext cx="783960" cy="441111"/>
          </a:xfrm>
          <a:prstGeom prst="rect">
            <a:avLst/>
          </a:prstGeom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B258308B-A5EF-27F7-ACFA-C48919113C2E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66;p1">
            <a:extLst>
              <a:ext uri="{FF2B5EF4-FFF2-40B4-BE49-F238E27FC236}">
                <a16:creationId xmlns:a16="http://schemas.microsoft.com/office/drawing/2014/main" id="{F2CC941E-5515-0566-9740-AC813C96565F}"/>
              </a:ext>
            </a:extLst>
          </p:cNvPr>
          <p:cNvPicPr preferRelativeResize="0"/>
          <p:nvPr userDrawn="1"/>
        </p:nvPicPr>
        <p:blipFill rotWithShape="1">
          <a:blip r:embed="rId10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7CB936BF-88E7-1C75-F07B-FF9D8E9A422D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5" name="Google Shape;68;p1">
              <a:extLst>
                <a:ext uri="{FF2B5EF4-FFF2-40B4-BE49-F238E27FC236}">
                  <a16:creationId xmlns:a16="http://schemas.microsoft.com/office/drawing/2014/main" id="{615331AA-E1A6-315E-7ACD-8CCF5F58E0B7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69;p1">
              <a:extLst>
                <a:ext uri="{FF2B5EF4-FFF2-40B4-BE49-F238E27FC236}">
                  <a16:creationId xmlns:a16="http://schemas.microsoft.com/office/drawing/2014/main" id="{81876378-D1AE-3FBA-F022-D41AC4C75EAE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70;p1">
              <a:extLst>
                <a:ext uri="{FF2B5EF4-FFF2-40B4-BE49-F238E27FC236}">
                  <a16:creationId xmlns:a16="http://schemas.microsoft.com/office/drawing/2014/main" id="{23406248-432F-AD3A-3B25-031A3B2B77D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1;p1">
              <a:extLst>
                <a:ext uri="{FF2B5EF4-FFF2-40B4-BE49-F238E27FC236}">
                  <a16:creationId xmlns:a16="http://schemas.microsoft.com/office/drawing/2014/main" id="{2D527684-E785-DE6C-1343-3D4F678F4788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2;p1">
              <a:extLst>
                <a:ext uri="{FF2B5EF4-FFF2-40B4-BE49-F238E27FC236}">
                  <a16:creationId xmlns:a16="http://schemas.microsoft.com/office/drawing/2014/main" id="{3F0CC92C-123A-5DED-71E0-FF2703B6F79A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3;p1">
              <a:extLst>
                <a:ext uri="{FF2B5EF4-FFF2-40B4-BE49-F238E27FC236}">
                  <a16:creationId xmlns:a16="http://schemas.microsoft.com/office/drawing/2014/main" id="{EDA4AD19-39FB-BC92-8D73-078BEB371F0A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8EC4A9D8-318D-C609-5887-AFF178B8EFA4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C0DE7081-898E-C258-45FE-DBF29E383747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BFD8662A-3574-1C8B-83F8-D213AF12C157}"/>
                </a:ext>
              </a:extLst>
            </p:cNvPr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4118246B-2B6E-01DA-756F-68150ED0A14C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7E8ED48D-C345-5FDF-98D4-78681CE9098B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2B162815-248D-79EB-378A-75C57DEB4389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440EF27A-5612-6D8F-4B36-77EDD95A7335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D748184E-5BC6-2CB4-B78F-B871890AEF9A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72380410-F1D8-D35D-9412-59CAE1756FF3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F07F817B-115F-D872-2379-D5FBC6B36666}"/>
              </a:ext>
            </a:extLst>
          </p:cNvPr>
          <p:cNvPicPr preferRelativeResize="0"/>
          <p:nvPr userDrawn="1"/>
        </p:nvPicPr>
        <p:blipFill rotWithShape="1">
          <a:blip r:embed="rId13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59A3D85A-1113-B057-2F54-C699154532FB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</p:spTree>
    <p:extLst>
      <p:ext uri="{BB962C8B-B14F-4D97-AF65-F5344CB8AC3E}">
        <p14:creationId xmlns:p14="http://schemas.microsoft.com/office/powerpoint/2010/main" val="34804199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 Edi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548E775-7E5B-D61D-6C7A-30665AFB9D0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biLevel thresh="25000"/>
          </a:blip>
          <a:stretch>
            <a:fillRect/>
          </a:stretch>
        </p:blipFill>
        <p:spPr>
          <a:xfrm>
            <a:off x="139278" y="958716"/>
            <a:ext cx="783960" cy="441111"/>
          </a:xfrm>
          <a:prstGeom prst="rect">
            <a:avLst/>
          </a:prstGeom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B258308B-A5EF-27F7-ACFA-C48919113C2E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66;p1">
            <a:extLst>
              <a:ext uri="{FF2B5EF4-FFF2-40B4-BE49-F238E27FC236}">
                <a16:creationId xmlns:a16="http://schemas.microsoft.com/office/drawing/2014/main" id="{F2CC941E-5515-0566-9740-AC813C96565F}"/>
              </a:ext>
            </a:extLst>
          </p:cNvPr>
          <p:cNvPicPr preferRelativeResize="0"/>
          <p:nvPr userDrawn="1"/>
        </p:nvPicPr>
        <p:blipFill rotWithShape="1">
          <a:blip r:embed="rId6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7CB936BF-88E7-1C75-F07B-FF9D8E9A422D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5" name="Google Shape;68;p1">
              <a:extLst>
                <a:ext uri="{FF2B5EF4-FFF2-40B4-BE49-F238E27FC236}">
                  <a16:creationId xmlns:a16="http://schemas.microsoft.com/office/drawing/2014/main" id="{615331AA-E1A6-315E-7ACD-8CCF5F58E0B7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69;p1">
              <a:extLst>
                <a:ext uri="{FF2B5EF4-FFF2-40B4-BE49-F238E27FC236}">
                  <a16:creationId xmlns:a16="http://schemas.microsoft.com/office/drawing/2014/main" id="{81876378-D1AE-3FBA-F022-D41AC4C75EAE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70;p1">
              <a:extLst>
                <a:ext uri="{FF2B5EF4-FFF2-40B4-BE49-F238E27FC236}">
                  <a16:creationId xmlns:a16="http://schemas.microsoft.com/office/drawing/2014/main" id="{23406248-432F-AD3A-3B25-031A3B2B77D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1;p1">
              <a:extLst>
                <a:ext uri="{FF2B5EF4-FFF2-40B4-BE49-F238E27FC236}">
                  <a16:creationId xmlns:a16="http://schemas.microsoft.com/office/drawing/2014/main" id="{2D527684-E785-DE6C-1343-3D4F678F4788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2;p1">
              <a:extLst>
                <a:ext uri="{FF2B5EF4-FFF2-40B4-BE49-F238E27FC236}">
                  <a16:creationId xmlns:a16="http://schemas.microsoft.com/office/drawing/2014/main" id="{3F0CC92C-123A-5DED-71E0-FF2703B6F79A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3;p1">
              <a:extLst>
                <a:ext uri="{FF2B5EF4-FFF2-40B4-BE49-F238E27FC236}">
                  <a16:creationId xmlns:a16="http://schemas.microsoft.com/office/drawing/2014/main" id="{EDA4AD19-39FB-BC92-8D73-078BEB371F0A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8EC4A9D8-318D-C609-5887-AFF178B8EFA4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C0DE7081-898E-C258-45FE-DBF29E383747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BFD8662A-3574-1C8B-83F8-D213AF12C157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4118246B-2B6E-01DA-756F-68150ED0A14C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7E8ED48D-C345-5FDF-98D4-78681CE9098B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2B162815-248D-79EB-378A-75C57DEB4389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440EF27A-5612-6D8F-4B36-77EDD95A7335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D748184E-5BC6-2CB4-B78F-B871890AEF9A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72380410-F1D8-D35D-9412-59CAE1756FF3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F07F817B-115F-D872-2379-D5FBC6B36666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59A3D85A-1113-B057-2F54-C699154532FB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1C6021-E34C-20CE-40D1-F8E01C7FE8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56FD54D-6C8A-AFC9-56C1-4C1712A526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C198537-C7C3-0133-D001-8D777FBB27C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783822F-1EEA-F096-6671-4866AC36F7D8}"/>
              </a:ext>
            </a:extLst>
          </p:cNvPr>
          <p:cNvSpPr txBox="1"/>
          <p:nvPr userDrawn="1"/>
        </p:nvSpPr>
        <p:spPr>
          <a:xfrm>
            <a:off x="331626" y="1936003"/>
            <a:ext cx="3569816" cy="1328023"/>
          </a:xfrm>
          <a:prstGeom prst="wedgeRoundRectCallout">
            <a:avLst>
              <a:gd name="adj1" fmla="val -14004"/>
              <a:gd name="adj2" fmla="val 72935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2862739-FA4B-EEA3-CD2F-BFCE5A87560E}"/>
              </a:ext>
            </a:extLst>
          </p:cNvPr>
          <p:cNvSpPr txBox="1"/>
          <p:nvPr userDrawn="1"/>
        </p:nvSpPr>
        <p:spPr>
          <a:xfrm>
            <a:off x="4355027" y="1925372"/>
            <a:ext cx="3569815" cy="1338654"/>
          </a:xfrm>
          <a:prstGeom prst="wedgeRoundRectCallout">
            <a:avLst>
              <a:gd name="adj1" fmla="val -10589"/>
              <a:gd name="adj2" fmla="val 9329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772E8A4-31C5-DBAA-944F-F2DD42A24AB7}"/>
              </a:ext>
            </a:extLst>
          </p:cNvPr>
          <p:cNvSpPr txBox="1"/>
          <p:nvPr userDrawn="1"/>
        </p:nvSpPr>
        <p:spPr>
          <a:xfrm>
            <a:off x="8290559" y="1930687"/>
            <a:ext cx="3569815" cy="1328023"/>
          </a:xfrm>
          <a:prstGeom prst="wedgeRoundRectCallout">
            <a:avLst>
              <a:gd name="adj1" fmla="val -7796"/>
              <a:gd name="adj2" fmla="val 95244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2671F131-8DA2-36F0-6311-BCD322217CA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910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8" name="Text Placeholder 38">
            <a:extLst>
              <a:ext uri="{FF2B5EF4-FFF2-40B4-BE49-F238E27FC236}">
                <a16:creationId xmlns:a16="http://schemas.microsoft.com/office/drawing/2014/main" id="{7EDB6FC2-B0B6-F2D4-105B-D5AACC9F5A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424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BA938BB2-D8F5-EFAF-82D6-E53B74F00C4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40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58727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Callout 5">
            <a:extLst>
              <a:ext uri="{FF2B5EF4-FFF2-40B4-BE49-F238E27FC236}">
                <a16:creationId xmlns:a16="http://schemas.microsoft.com/office/drawing/2014/main" id="{A768AC55-9169-CD12-DE1E-DD3AE6B6949A}"/>
              </a:ext>
            </a:extLst>
          </p:cNvPr>
          <p:cNvSpPr/>
          <p:nvPr userDrawn="1"/>
        </p:nvSpPr>
        <p:spPr>
          <a:xfrm>
            <a:off x="8590283" y="1810499"/>
            <a:ext cx="311167" cy="232315"/>
          </a:xfrm>
          <a:prstGeom prst="wedgeEllipseCallout">
            <a:avLst>
              <a:gd name="adj1" fmla="val -30467"/>
              <a:gd name="adj2" fmla="val 7565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362B2-CBA8-FC87-AB4B-C119CAAD3D12}"/>
              </a:ext>
            </a:extLst>
          </p:cNvPr>
          <p:cNvCxnSpPr>
            <a:cxnSpLocks/>
          </p:cNvCxnSpPr>
          <p:nvPr userDrawn="1"/>
        </p:nvCxnSpPr>
        <p:spPr>
          <a:xfrm>
            <a:off x="0" y="3429000"/>
            <a:ext cx="12192000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6BFA09-C2E0-9EDD-C5AF-A084C1D2E62A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"/>
            <a:ext cx="0" cy="2200275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A93CD5E5-7A63-84D8-216D-6206001D4352}"/>
              </a:ext>
            </a:extLst>
          </p:cNvPr>
          <p:cNvSpPr/>
          <p:nvPr userDrawn="1"/>
        </p:nvSpPr>
        <p:spPr>
          <a:xfrm>
            <a:off x="5295900" y="2647951"/>
            <a:ext cx="1600200" cy="16383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C45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949BE8-1DF1-3976-E62D-C362A69DFA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916" b="91293" l="8707" r="90237">
                        <a14:foregroundMark x1="24274" y1="18734" x2="24274" y2="18734"/>
                        <a14:foregroundMark x1="47757" y1="8443" x2="47757" y2="8443"/>
                        <a14:foregroundMark x1="73615" y1="19789" x2="73615" y2="19789"/>
                        <a14:foregroundMark x1="90765" y1="48549" x2="90765" y2="48549"/>
                        <a14:foregroundMark x1="80475" y1="79420" x2="80475" y2="79420"/>
                        <a14:foregroundMark x1="53826" y1="91293" x2="53826" y2="91293"/>
                        <a14:foregroundMark x1="21900" y1="82058" x2="21900" y2="82058"/>
                        <a14:foregroundMark x1="8707" y1="47757" x2="8707" y2="477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72101" y="2724151"/>
            <a:ext cx="1504951" cy="150495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73ABCC3-9C74-F6C7-ACE2-3C6579FF949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19802"/>
          <a:stretch/>
        </p:blipFill>
        <p:spPr>
          <a:xfrm>
            <a:off x="8622691" y="1179808"/>
            <a:ext cx="542923" cy="5487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C88F8-4644-526F-4F11-DDCE2E4B680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50473" y1="61836" x2="50473" y2="6183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73096" y="1175643"/>
            <a:ext cx="757163" cy="4944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C14A703-D40F-6C9F-D411-31A1B97CEB0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222" b="95101" l="9320" r="91940">
                        <a14:foregroundMark x1="22418" y1="13545" x2="22418" y2="13545"/>
                        <a14:foregroundMark x1="41814" y1="15562" x2="41814" y2="15562"/>
                        <a14:foregroundMark x1="66247" y1="13545" x2="66247" y2="13545"/>
                        <a14:foregroundMark x1="92443" y1="19597" x2="92443" y2="19597"/>
                        <a14:foregroundMark x1="12091" y1="37464" x2="12091" y2="37464"/>
                        <a14:foregroundMark x1="20907" y1="46686" x2="20907" y2="46686"/>
                        <a14:foregroundMark x1="23174" y1="55331" x2="23174" y2="55331"/>
                        <a14:foregroundMark x1="23678" y1="65130" x2="23678" y2="65130"/>
                        <a14:foregroundMark x1="24181" y1="74063" x2="24181" y2="74063"/>
                        <a14:foregroundMark x1="48866" y1="95101" x2="48866" y2="95101"/>
                        <a14:foregroundMark x1="9320" y1="58213" x2="9320" y2="5821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116114"/>
            <a:ext cx="844555" cy="738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8C7B50D-C903-4859-1D5E-CE5CB6EF6744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750" b="94250" l="6107" r="94148">
                        <a14:foregroundMark x1="9415" y1="9750" x2="9415" y2="9750"/>
                        <a14:foregroundMark x1="74300" y1="9750" x2="74300" y2="9750"/>
                        <a14:foregroundMark x1="94148" y1="25500" x2="94148" y2="25500"/>
                        <a14:foregroundMark x1="6361" y1="24750" x2="6361" y2="24750"/>
                        <a14:foregroundMark x1="54198" y1="94250" x2="54198" y2="94250"/>
                        <a14:foregroundMark x1="65140" y1="62500" x2="65140" y2="62500"/>
                        <a14:foregroundMark x1="48092" y1="52500" x2="48092" y2="52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3476626"/>
            <a:ext cx="636365" cy="647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B67A7D-BAF3-39CA-92C1-F05C8FF50C2D}"/>
              </a:ext>
            </a:extLst>
          </p:cNvPr>
          <p:cNvSpPr txBox="1"/>
          <p:nvPr userDrawn="1"/>
        </p:nvSpPr>
        <p:spPr>
          <a:xfrm rot="16200000">
            <a:off x="5278050" y="2222012"/>
            <a:ext cx="1673759" cy="2169993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1263557"/>
              </a:avLst>
            </a:prstTxWarp>
            <a:spAutoFit/>
          </a:bodyPr>
          <a:lstStyle/>
          <a:p>
            <a:pPr algn="ctr"/>
            <a:r>
              <a:rPr lang="en-GB" sz="20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Watering Hole</a:t>
            </a:r>
            <a:r>
              <a:rPr lang="en-GB" sz="2000" b="0" i="0">
                <a:solidFill>
                  <a:srgbClr val="0070C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BCDB15-A18F-761C-9D70-5D498C4B281B}"/>
              </a:ext>
            </a:extLst>
          </p:cNvPr>
          <p:cNvSpPr/>
          <p:nvPr userDrawn="1"/>
        </p:nvSpPr>
        <p:spPr>
          <a:xfrm rot="-180000">
            <a:off x="5010272" y="2703555"/>
            <a:ext cx="2190749" cy="1847848"/>
          </a:xfrm>
          <a:prstGeom prst="rect">
            <a:avLst/>
          </a:prstGeom>
          <a:noFill/>
        </p:spPr>
        <p:txBody>
          <a:bodyPr spcFirstLastPara="1" wrap="none" lIns="91440" tIns="45720" rIns="91440" bIns="45720" numCol="1">
            <a:prstTxWarp prst="textArchDown">
              <a:avLst>
                <a:gd name="adj" fmla="val 18174041"/>
              </a:avLst>
            </a:prstTxWarp>
            <a:spAutoFit/>
          </a:bodyPr>
          <a:lstStyle/>
          <a:p>
            <a:pPr algn="ctr"/>
            <a:r>
              <a:rPr lang="en-GB" sz="2000" b="0" i="0">
                <a:ln w="22225">
                  <a:noFill/>
                  <a:prstDash val="solid"/>
                </a:ln>
                <a:latin typeface="Twinkl Cursive Looped" panose="02000000000000000000" pitchFamily="2" charset="77"/>
                <a:ea typeface="Sassoon Infant Rg" panose="02000503030000020003" pitchFamily="2" charset="0"/>
              </a:rPr>
              <a:t>Accessing what we need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EEF32E-84FC-9DD2-1645-162B4C9FAB5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938" b="92857" l="9898" r="89761">
                        <a14:foregroundMark x1="55631" y1="27019" x2="55631" y2="27019"/>
                        <a14:foregroundMark x1="54608" y1="92857" x2="54608" y2="928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15132" y="3622675"/>
            <a:ext cx="650036" cy="71437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158E33F-3765-E12D-EC90-52B96C993A54}"/>
              </a:ext>
            </a:extLst>
          </p:cNvPr>
          <p:cNvSpPr/>
          <p:nvPr userDrawn="1"/>
        </p:nvSpPr>
        <p:spPr>
          <a:xfrm>
            <a:off x="10407364" y="3614830"/>
            <a:ext cx="1665573" cy="313372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A02AE-5FFD-29AD-EBE7-4C38018D5AAF}"/>
              </a:ext>
            </a:extLst>
          </p:cNvPr>
          <p:cNvCxnSpPr>
            <a:cxnSpLocks/>
          </p:cNvCxnSpPr>
          <p:nvPr userDrawn="1"/>
        </p:nvCxnSpPr>
        <p:spPr>
          <a:xfrm>
            <a:off x="9163051" y="59357"/>
            <a:ext cx="0" cy="336964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61B532-AB76-3FDE-0903-59141D8EB5E2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28548"/>
            <a:ext cx="6067427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28D7E95B-E86B-132A-8921-6D1CDF0723B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8084" b="92515" l="10000" r="90000">
                        <a14:foregroundMark x1="43429" y1="92814" x2="43429" y2="92814"/>
                        <a14:foregroundMark x1="55714" y1="34731" x2="55714" y2="34731"/>
                        <a14:foregroundMark x1="74571" y1="8084" x2="74571" y2="808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55321" y="1772679"/>
            <a:ext cx="502428" cy="47946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5A5C7A1-569F-D384-461E-747E1FC18D84}"/>
              </a:ext>
            </a:extLst>
          </p:cNvPr>
          <p:cNvSpPr txBox="1"/>
          <p:nvPr userDrawn="1"/>
        </p:nvSpPr>
        <p:spPr>
          <a:xfrm>
            <a:off x="9711276" y="1699665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Carry on - Finish Learning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A6BB55-886C-6BD6-A9CE-0ED258255B7D}"/>
              </a:ext>
            </a:extLst>
          </p:cNvPr>
          <p:cNvSpPr txBox="1"/>
          <p:nvPr userDrawn="1"/>
        </p:nvSpPr>
        <p:spPr>
          <a:xfrm>
            <a:off x="806119" y="3666061"/>
            <a:ext cx="315367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Deepening my learning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8C8C69-A916-A517-279F-F93D4A85E3A5}"/>
              </a:ext>
            </a:extLst>
          </p:cNvPr>
          <p:cNvSpPr txBox="1"/>
          <p:nvPr userDrawn="1"/>
        </p:nvSpPr>
        <p:spPr>
          <a:xfrm>
            <a:off x="6730946" y="1845508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Shared Learning Conversation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CEF66E-0B89-5C3E-A3EA-57F92E7F333F}"/>
              </a:ext>
            </a:extLst>
          </p:cNvPr>
          <p:cNvSpPr txBox="1"/>
          <p:nvPr userDrawn="1"/>
        </p:nvSpPr>
        <p:spPr>
          <a:xfrm>
            <a:off x="9938135" y="1319940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Small Group with an adult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3D8E9C-7FC1-8540-96AE-F9A174C627BC}"/>
              </a:ext>
            </a:extLst>
          </p:cNvPr>
          <p:cNvSpPr txBox="1"/>
          <p:nvPr userDrawn="1"/>
        </p:nvSpPr>
        <p:spPr>
          <a:xfrm>
            <a:off x="7103762" y="1334292"/>
            <a:ext cx="196073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Showcase Lead Learners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E8A13-704A-B295-4296-21A195989C8A}"/>
              </a:ext>
            </a:extLst>
          </p:cNvPr>
          <p:cNvSpPr txBox="1"/>
          <p:nvPr userDrawn="1"/>
        </p:nvSpPr>
        <p:spPr>
          <a:xfrm>
            <a:off x="978825" y="379381"/>
            <a:ext cx="1960735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Whole Class Feedback</a:t>
            </a:r>
          </a:p>
        </p:txBody>
      </p:sp>
      <p:sp>
        <p:nvSpPr>
          <p:cNvPr id="33" name="Oval Callout 32">
            <a:extLst>
              <a:ext uri="{FF2B5EF4-FFF2-40B4-BE49-F238E27FC236}">
                <a16:creationId xmlns:a16="http://schemas.microsoft.com/office/drawing/2014/main" id="{20E8220B-AFF3-E0A1-CAEF-B430A1C7AFF6}"/>
              </a:ext>
            </a:extLst>
          </p:cNvPr>
          <p:cNvSpPr/>
          <p:nvPr userDrawn="1"/>
        </p:nvSpPr>
        <p:spPr>
          <a:xfrm>
            <a:off x="8755466" y="1857693"/>
            <a:ext cx="311167" cy="232315"/>
          </a:xfrm>
          <a:prstGeom prst="wedgeEllipseCallout">
            <a:avLst>
              <a:gd name="adj1" fmla="val 33993"/>
              <a:gd name="adj2" fmla="val 78193"/>
            </a:avLst>
          </a:prstGeom>
          <a:solidFill>
            <a:srgbClr val="FCE4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C78DA-D2CC-5E55-EC3C-74E0FBD6C5E0}"/>
              </a:ext>
            </a:extLst>
          </p:cNvPr>
          <p:cNvSpPr txBox="1"/>
          <p:nvPr userDrawn="1"/>
        </p:nvSpPr>
        <p:spPr>
          <a:xfrm>
            <a:off x="8708288" y="1869253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b="0" i="0">
                <a:latin typeface="Twinkl Cursive Looped" panose="02000000000000000000" pitchFamily="2" charset="77"/>
              </a:rPr>
              <a:t>SLC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122B806B-421A-D3A0-5273-FB8FEB6F94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" y="903288"/>
            <a:ext cx="4613275" cy="2311400"/>
          </a:xfrm>
        </p:spPr>
        <p:txBody>
          <a:bodyPr/>
          <a:lstStyle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4" name="Text Placeholder 40">
            <a:extLst>
              <a:ext uri="{FF2B5EF4-FFF2-40B4-BE49-F238E27FC236}">
                <a16:creationId xmlns:a16="http://schemas.microsoft.com/office/drawing/2014/main" id="{BFBC48A2-3497-BC71-A0AB-B94D10D2F0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51419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5" name="Text Placeholder 40">
            <a:extLst>
              <a:ext uri="{FF2B5EF4-FFF2-40B4-BE49-F238E27FC236}">
                <a16:creationId xmlns:a16="http://schemas.microsoft.com/office/drawing/2014/main" id="{E26FE762-C006-FAD3-9DB2-248E159C97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13273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EDBB5471-5DC0-3FC7-F0CE-0C2627A79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90946" y="4242234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DCF35568-A367-82E2-075A-2A811FF092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44146" y="2274889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C54F4DB2-38F8-1403-AF81-52DB71B0660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268691" y="2344162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F8A6C5BB-E7AE-DEA7-2BBB-960BAD1DE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407364" y="4353071"/>
            <a:ext cx="1665573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8714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Key Question 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loud 6">
            <a:extLst>
              <a:ext uri="{FF2B5EF4-FFF2-40B4-BE49-F238E27FC236}">
                <a16:creationId xmlns:a16="http://schemas.microsoft.com/office/drawing/2014/main" id="{B79B11F8-C457-8B5A-7DB2-A0B3822642CF}"/>
              </a:ext>
            </a:extLst>
          </p:cNvPr>
          <p:cNvSpPr/>
          <p:nvPr userDrawn="1"/>
        </p:nvSpPr>
        <p:spPr>
          <a:xfrm>
            <a:off x="1665866" y="215038"/>
            <a:ext cx="8504851" cy="2763090"/>
          </a:xfrm>
          <a:prstGeom prst="cloud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8" name="Picture 7" descr="A picture containing room  Description automatically generated">
            <a:extLst>
              <a:ext uri="{FF2B5EF4-FFF2-40B4-BE49-F238E27FC236}">
                <a16:creationId xmlns:a16="http://schemas.microsoft.com/office/drawing/2014/main" id="{DC7A9518-C555-4E09-54D1-0E22EFD76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900" y="3256317"/>
            <a:ext cx="1179274" cy="17116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5DAF98D-1546-11DC-FCBC-99F15C737598}"/>
              </a:ext>
            </a:extLst>
          </p:cNvPr>
          <p:cNvGrpSpPr/>
          <p:nvPr userDrawn="1"/>
        </p:nvGrpSpPr>
        <p:grpSpPr>
          <a:xfrm>
            <a:off x="10357333" y="154065"/>
            <a:ext cx="1648051" cy="1648051"/>
            <a:chOff x="8847786" y="141950"/>
            <a:chExt cx="1362870" cy="136287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48D769F-92AA-C62C-CEBF-72ACEE790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7786" y="828637"/>
              <a:ext cx="676183" cy="67618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1A96F2E-8EE9-43D4-0408-90BA76134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34473" y="828637"/>
              <a:ext cx="676183" cy="67618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5AF5C3E-FFA9-5539-5462-C4FDA6038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34472" y="141950"/>
              <a:ext cx="676183" cy="676183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71642E4-75DE-1766-9E03-1FB909AE2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47786" y="141950"/>
              <a:ext cx="676183" cy="676183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51F51B4-AEEF-DCBE-D5E3-959BD4FE0BF1}"/>
              </a:ext>
            </a:extLst>
          </p:cNvPr>
          <p:cNvSpPr txBox="1"/>
          <p:nvPr userDrawn="1"/>
        </p:nvSpPr>
        <p:spPr>
          <a:xfrm>
            <a:off x="10344525" y="1771029"/>
            <a:ext cx="1686365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75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21st Century Learning Skills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3F2A77-4134-EC11-46EB-A7AA627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 flipH="1">
            <a:off x="7468236" y="2737060"/>
            <a:ext cx="1750251" cy="21466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9CC78E3-5490-F69B-6984-2E5236E755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 flipH="1">
            <a:off x="3116064" y="2716803"/>
            <a:ext cx="1679750" cy="23986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70DB80A-87E5-2F1D-E192-CBC17CA7F4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4680150" y="2888780"/>
            <a:ext cx="1645920" cy="239860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19857BE-DDFC-D079-6FAD-C084CE926065}"/>
              </a:ext>
            </a:extLst>
          </p:cNvPr>
          <p:cNvGrpSpPr/>
          <p:nvPr userDrawn="1"/>
        </p:nvGrpSpPr>
        <p:grpSpPr>
          <a:xfrm>
            <a:off x="2765609" y="701604"/>
            <a:ext cx="4476397" cy="1473969"/>
            <a:chOff x="1400000" y="126068"/>
            <a:chExt cx="4476397" cy="1473969"/>
          </a:xfrm>
        </p:grpSpPr>
        <p:pic>
          <p:nvPicPr>
            <p:cNvPr id="21" name="Picture 17">
              <a:extLst>
                <a:ext uri="{FF2B5EF4-FFF2-40B4-BE49-F238E27FC236}">
                  <a16:creationId xmlns:a16="http://schemas.microsoft.com/office/drawing/2014/main" id="{8E2B66C8-56E7-D5AC-A43F-D8A64E7DBC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0000" y="126068"/>
              <a:ext cx="1679750" cy="1473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D9AC7F5-F0E5-1321-D781-89CEA212523E}"/>
                </a:ext>
              </a:extLst>
            </p:cNvPr>
            <p:cNvSpPr txBox="1"/>
            <p:nvPr userDrawn="1"/>
          </p:nvSpPr>
          <p:spPr>
            <a:xfrm>
              <a:off x="2072150" y="171993"/>
              <a:ext cx="3804247" cy="59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250" b="0" i="0" u="sng">
                  <a:latin typeface="Twinkl Cursive Looped" panose="02000000000000000000" pitchFamily="2" charset="77"/>
                </a:rPr>
                <a:t>Our Key Question is</a:t>
              </a:r>
            </a:p>
          </p:txBody>
        </p:sp>
      </p:grp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60FAA345-2F4A-20B9-CC7E-40D1186104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7738" y="1309016"/>
            <a:ext cx="525175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Our Key Question is: </a:t>
            </a:r>
          </a:p>
          <a:p>
            <a:r>
              <a:rPr lang="en-GB" sz="2800" b="1"/>
              <a:t>[insert]</a:t>
            </a:r>
            <a:endParaRPr lang="en-GB" sz="2800"/>
          </a:p>
        </p:txBody>
      </p:sp>
      <p:pic>
        <p:nvPicPr>
          <p:cNvPr id="3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CAF885-B994-C933-F003-250AB5A3ED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014" y="4876831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06DC673-9376-9EB1-A76B-31A4D4AFF3EB}"/>
              </a:ext>
            </a:extLst>
          </p:cNvPr>
          <p:cNvSpPr txBox="1"/>
          <p:nvPr userDrawn="1"/>
        </p:nvSpPr>
        <p:spPr>
          <a:xfrm>
            <a:off x="4365817" y="6100827"/>
            <a:ext cx="376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0" i="0">
                <a:latin typeface="Twinkl Cursive Looped" panose="02000000000000000000" pitchFamily="2" charset="77"/>
              </a:rPr>
              <a:t>Being a Geographer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9BAC9FA-D05E-28A1-7F09-6A51F3AF6AE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1293" y="4965784"/>
            <a:ext cx="389311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Insert any other states of being icons for the whole enquiry</a:t>
            </a:r>
          </a:p>
        </p:txBody>
      </p:sp>
    </p:spTree>
    <p:extLst>
      <p:ext uri="{BB962C8B-B14F-4D97-AF65-F5344CB8AC3E}">
        <p14:creationId xmlns:p14="http://schemas.microsoft.com/office/powerpoint/2010/main" val="37421626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s &amp; Skil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0D5788-D6F3-1EF3-52FE-3A9B7F2F7A8B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573C4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Being a Geographer</a:t>
            </a:r>
          </a:p>
        </p:txBody>
      </p:sp>
      <p:pic>
        <p:nvPicPr>
          <p:cNvPr id="7" name="Picture 6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B21F989F-E8F9-972B-C8C1-36FAA615DC8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F40DC4D0-7F7F-C129-518C-69F0172A7BB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832470467"/>
              </p:ext>
            </p:extLst>
          </p:nvPr>
        </p:nvGraphicFramePr>
        <p:xfrm>
          <a:off x="5203825" y="96992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D5622F02-0A76-0D9D-A336-6448DB731649}"/>
              </a:ext>
            </a:extLst>
          </p:cNvPr>
          <p:cNvSpPr/>
          <p:nvPr userDrawn="1"/>
        </p:nvSpPr>
        <p:spPr>
          <a:xfrm>
            <a:off x="8638802" y="3169386"/>
            <a:ext cx="1196404" cy="1188720"/>
          </a:xfrm>
          <a:prstGeom prst="ellipse">
            <a:avLst/>
          </a:prstGeom>
          <a:solidFill>
            <a:srgbClr val="DAE3F3"/>
          </a:solidFill>
          <a:ln w="285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429841-8EEF-7450-D4DA-EB5A4CFB60C7}"/>
              </a:ext>
            </a:extLst>
          </p:cNvPr>
          <p:cNvSpPr txBox="1"/>
          <p:nvPr userDrawn="1"/>
        </p:nvSpPr>
        <p:spPr>
          <a:xfrm>
            <a:off x="8828342" y="396209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Skills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F6B0EBA-659A-9CF9-9A5E-9ED25D444BB7}"/>
              </a:ext>
            </a:extLst>
          </p:cNvPr>
          <p:cNvGrpSpPr/>
          <p:nvPr userDrawn="1"/>
        </p:nvGrpSpPr>
        <p:grpSpPr>
          <a:xfrm>
            <a:off x="9356620" y="1938523"/>
            <a:ext cx="1023036" cy="664762"/>
            <a:chOff x="9356620" y="1688266"/>
            <a:chExt cx="1023036" cy="664762"/>
          </a:xfrm>
        </p:grpSpPr>
        <p:pic>
          <p:nvPicPr>
            <p:cNvPr id="22" name="Picture 2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206E88E3-8214-ED86-2067-2CF76369AE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rcRect b="24830"/>
            <a:stretch>
              <a:fillRect/>
            </a:stretch>
          </p:blipFill>
          <p:spPr>
            <a:xfrm>
              <a:off x="9356620" y="1698853"/>
              <a:ext cx="870269" cy="654175"/>
            </a:xfrm>
            <a:prstGeom prst="rect">
              <a:avLst/>
            </a:prstGeom>
          </p:spPr>
        </p:pic>
        <p:pic>
          <p:nvPicPr>
            <p:cNvPr id="25" name="Picture 24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3709136C-B799-DAFB-3508-3089ABA041B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/>
            <a:srcRect b="13048"/>
            <a:stretch>
              <a:fillRect/>
            </a:stretch>
          </p:blipFill>
          <p:spPr>
            <a:xfrm flipH="1">
              <a:off x="9791754" y="1688266"/>
              <a:ext cx="587902" cy="511195"/>
            </a:xfrm>
            <a:prstGeom prst="rect">
              <a:avLst/>
            </a:prstGeom>
          </p:spPr>
        </p:pic>
      </p:grpSp>
      <p:pic>
        <p:nvPicPr>
          <p:cNvPr id="27" name="Graphic 26">
            <a:extLst>
              <a:ext uri="{FF2B5EF4-FFF2-40B4-BE49-F238E27FC236}">
                <a16:creationId xmlns:a16="http://schemas.microsoft.com/office/drawing/2014/main" id="{561E6138-EE33-5EA7-95EC-CAD48645669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4496" y="4187465"/>
            <a:ext cx="792672" cy="976340"/>
          </a:xfrm>
          <a:prstGeom prst="rect">
            <a:avLst/>
          </a:prstGeom>
        </p:spPr>
      </p:pic>
      <p:pic>
        <p:nvPicPr>
          <p:cNvPr id="28" name="Picture 2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32946585-566C-C88C-3F07-2EF0D4BE0255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b="13693"/>
          <a:stretch>
            <a:fillRect/>
          </a:stretch>
        </p:blipFill>
        <p:spPr>
          <a:xfrm>
            <a:off x="8674875" y="4378343"/>
            <a:ext cx="1038724" cy="896484"/>
          </a:xfrm>
          <a:prstGeom prst="rect">
            <a:avLst/>
          </a:prstGeom>
        </p:spPr>
      </p:pic>
      <p:pic>
        <p:nvPicPr>
          <p:cNvPr id="29" name="Picture 2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9B507417-8285-FFD4-A97B-D64C6B842877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 b="14104"/>
          <a:stretch>
            <a:fillRect/>
          </a:stretch>
        </p:blipFill>
        <p:spPr>
          <a:xfrm>
            <a:off x="7281524" y="3493860"/>
            <a:ext cx="995670" cy="855239"/>
          </a:xfrm>
          <a:prstGeom prst="rect">
            <a:avLst/>
          </a:prstGeom>
        </p:spPr>
      </p:pic>
      <p:pic>
        <p:nvPicPr>
          <p:cNvPr id="30" name="Picture 29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DEF2E511-C50D-E316-407D-1999B51F481C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3513"/>
          <a:stretch>
            <a:fillRect/>
          </a:stretch>
        </p:blipFill>
        <p:spPr>
          <a:xfrm>
            <a:off x="7950254" y="1935949"/>
            <a:ext cx="942975" cy="815546"/>
          </a:xfrm>
          <a:prstGeom prst="rect">
            <a:avLst/>
          </a:prstGeom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E70EF334-2ECA-E645-B345-A6BB56E7A7D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6004" y="3298255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Block Arc 1">
            <a:extLst>
              <a:ext uri="{FF2B5EF4-FFF2-40B4-BE49-F238E27FC236}">
                <a16:creationId xmlns:a16="http://schemas.microsoft.com/office/drawing/2014/main" id="{0F51EE5E-9D96-6377-7AED-A342AC12815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1880000"/>
              <a:gd name="adj2" fmla="val 1620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3" name="Block Arc 2">
            <a:extLst>
              <a:ext uri="{FF2B5EF4-FFF2-40B4-BE49-F238E27FC236}">
                <a16:creationId xmlns:a16="http://schemas.microsoft.com/office/drawing/2014/main" id="{D03FAE61-7929-B3AC-6CF6-32CF93C9ABFE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7560000"/>
              <a:gd name="adj2" fmla="val 1188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5" name="Block Arc 4">
            <a:extLst>
              <a:ext uri="{FF2B5EF4-FFF2-40B4-BE49-F238E27FC236}">
                <a16:creationId xmlns:a16="http://schemas.microsoft.com/office/drawing/2014/main" id="{C689AEDB-A518-F678-F216-5EF82E51A1D4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3240000"/>
              <a:gd name="adj2" fmla="val 756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6" name="Block Arc 5">
            <a:extLst>
              <a:ext uri="{FF2B5EF4-FFF2-40B4-BE49-F238E27FC236}">
                <a16:creationId xmlns:a16="http://schemas.microsoft.com/office/drawing/2014/main" id="{B1424620-BD5D-E330-9E7D-766AFA8443CB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20520000"/>
              <a:gd name="adj2" fmla="val 324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" name="Block Arc 7">
            <a:extLst>
              <a:ext uri="{FF2B5EF4-FFF2-40B4-BE49-F238E27FC236}">
                <a16:creationId xmlns:a16="http://schemas.microsoft.com/office/drawing/2014/main" id="{C9EE6365-EC18-FB26-5239-DFB00ADBECE9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6200000"/>
              <a:gd name="adj2" fmla="val 2052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F3199C1-3AAC-B13A-714D-B458D416B742}"/>
              </a:ext>
            </a:extLst>
          </p:cNvPr>
          <p:cNvSpPr/>
          <p:nvPr userDrawn="1"/>
        </p:nvSpPr>
        <p:spPr>
          <a:xfrm>
            <a:off x="2184003" y="2842324"/>
            <a:ext cx="2051843" cy="2051843"/>
          </a:xfrm>
          <a:custGeom>
            <a:avLst/>
            <a:gdLst>
              <a:gd name="csX0" fmla="*/ 0 w 2051843"/>
              <a:gd name="csY0" fmla="*/ 1025922 h 2051843"/>
              <a:gd name="csX1" fmla="*/ 1025922 w 2051843"/>
              <a:gd name="csY1" fmla="*/ 0 h 2051843"/>
              <a:gd name="csX2" fmla="*/ 2051844 w 2051843"/>
              <a:gd name="csY2" fmla="*/ 1025922 h 2051843"/>
              <a:gd name="csX3" fmla="*/ 1025922 w 2051843"/>
              <a:gd name="csY3" fmla="*/ 2051844 h 2051843"/>
              <a:gd name="csX4" fmla="*/ 0 w 2051843"/>
              <a:gd name="csY4" fmla="*/ 1025922 h 20518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51843" h="2051843">
                <a:moveTo>
                  <a:pt x="0" y="1025922"/>
                </a:moveTo>
                <a:cubicBezTo>
                  <a:pt x="0" y="459321"/>
                  <a:pt x="459321" y="0"/>
                  <a:pt x="1025922" y="0"/>
                </a:cubicBezTo>
                <a:cubicBezTo>
                  <a:pt x="1592523" y="0"/>
                  <a:pt x="2051844" y="459321"/>
                  <a:pt x="2051844" y="1025922"/>
                </a:cubicBezTo>
                <a:cubicBezTo>
                  <a:pt x="2051844" y="1592523"/>
                  <a:pt x="1592523" y="2051844"/>
                  <a:pt x="1025922" y="2051844"/>
                </a:cubicBezTo>
                <a:cubicBezTo>
                  <a:pt x="459321" y="2051844"/>
                  <a:pt x="0" y="1592523"/>
                  <a:pt x="0" y="1025922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51285" tIns="351285" rIns="351285" bIns="351285" numCol="1" spcCol="1270" anchor="ctr" anchorCtr="0">
            <a:noAutofit/>
          </a:bodyPr>
          <a:lstStyle/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2A4B2C-0E02-B6C9-33CB-72689080A10B}"/>
              </a:ext>
            </a:extLst>
          </p:cNvPr>
          <p:cNvSpPr txBox="1"/>
          <p:nvPr userDrawn="1"/>
        </p:nvSpPr>
        <p:spPr>
          <a:xfrm rot="16367761">
            <a:off x="2223417" y="2469219"/>
            <a:ext cx="1973014" cy="2366341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8617501"/>
              </a:avLst>
            </a:prstTxWarp>
            <a:spAutoFit/>
          </a:bodyPr>
          <a:lstStyle/>
          <a:p>
            <a:pPr algn="ctr"/>
            <a:r>
              <a:rPr lang="en-GB" sz="3200" b="0">
                <a:solidFill>
                  <a:schemeClr val="accent6">
                    <a:lumMod val="50000"/>
                  </a:schemeClr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Substantive Concepts </a:t>
            </a:r>
          </a:p>
        </p:txBody>
      </p:sp>
      <p:pic>
        <p:nvPicPr>
          <p:cNvPr id="2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6BFE418-756D-B838-B836-1C17A20E33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679" y="3227210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D8A1CB3-B3B3-5E8D-BFC4-76E8E7000697}"/>
              </a:ext>
            </a:extLst>
          </p:cNvPr>
          <p:cNvGrpSpPr/>
          <p:nvPr userDrawn="1"/>
        </p:nvGrpSpPr>
        <p:grpSpPr>
          <a:xfrm>
            <a:off x="860724" y="1490979"/>
            <a:ext cx="4687021" cy="4721323"/>
            <a:chOff x="860724" y="1490979"/>
            <a:chExt cx="4687021" cy="4721323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796864E-D121-760D-A632-4F99275809A6}"/>
                </a:ext>
              </a:extLst>
            </p:cNvPr>
            <p:cNvGrpSpPr/>
            <p:nvPr userDrawn="1"/>
          </p:nvGrpSpPr>
          <p:grpSpPr>
            <a:xfrm>
              <a:off x="1001696" y="1490979"/>
              <a:ext cx="4479565" cy="4581645"/>
              <a:chOff x="-6827777" y="-4338819"/>
              <a:chExt cx="4479565" cy="4581645"/>
            </a:xfrm>
          </p:grpSpPr>
          <p:sp>
            <p:nvSpPr>
              <p:cNvPr id="98" name="Block Arc 97">
                <a:extLst>
                  <a:ext uri="{FF2B5EF4-FFF2-40B4-BE49-F238E27FC236}">
                    <a16:creationId xmlns:a16="http://schemas.microsoft.com/office/drawing/2014/main" id="{8AECB691-077B-3FA4-C5B1-F494A5A4B795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99" name="Block Arc 98">
                <a:extLst>
                  <a:ext uri="{FF2B5EF4-FFF2-40B4-BE49-F238E27FC236}">
                    <a16:creationId xmlns:a16="http://schemas.microsoft.com/office/drawing/2014/main" id="{48503CD1-38C3-F36F-F16F-FCCA92E03574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0" name="Block Arc 99">
                <a:extLst>
                  <a:ext uri="{FF2B5EF4-FFF2-40B4-BE49-F238E27FC236}">
                    <a16:creationId xmlns:a16="http://schemas.microsoft.com/office/drawing/2014/main" id="{18E2E257-B50B-66EA-C630-37472B8475A1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CDF2B60D-A1EF-D223-89E1-97E2402534D9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1A391B98-7CBF-A005-06BA-5AA445060D87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11" name="Curved Right Arrow 110">
                    <a:extLst>
                      <a:ext uri="{FF2B5EF4-FFF2-40B4-BE49-F238E27FC236}">
                        <a16:creationId xmlns:a16="http://schemas.microsoft.com/office/drawing/2014/main" id="{1BFA9C14-25C0-43FE-56F6-0F692A333BBE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2" name="Curved Right Arrow 111">
                    <a:extLst>
                      <a:ext uri="{FF2B5EF4-FFF2-40B4-BE49-F238E27FC236}">
                        <a16:creationId xmlns:a16="http://schemas.microsoft.com/office/drawing/2014/main" id="{E4B570B4-9762-6C09-62AB-0AFD675C94D0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3" name="Curved Right Arrow 112">
                    <a:extLst>
                      <a:ext uri="{FF2B5EF4-FFF2-40B4-BE49-F238E27FC236}">
                        <a16:creationId xmlns:a16="http://schemas.microsoft.com/office/drawing/2014/main" id="{EB93CAC3-002D-C035-1C6B-0B908ECF6018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05BB272E-53FD-5428-95AB-3F843787DAB9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08" name="Curved Right Arrow 107">
                    <a:extLst>
                      <a:ext uri="{FF2B5EF4-FFF2-40B4-BE49-F238E27FC236}">
                        <a16:creationId xmlns:a16="http://schemas.microsoft.com/office/drawing/2014/main" id="{E6D3D01C-824F-FDFF-AE13-673FC71C3458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9" name="Curved Right Arrow 108">
                    <a:extLst>
                      <a:ext uri="{FF2B5EF4-FFF2-40B4-BE49-F238E27FC236}">
                        <a16:creationId xmlns:a16="http://schemas.microsoft.com/office/drawing/2014/main" id="{12FF4A7E-FB7F-E153-7CD0-B49BB4D44007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0" name="Curved Right Arrow 109">
                    <a:extLst>
                      <a:ext uri="{FF2B5EF4-FFF2-40B4-BE49-F238E27FC236}">
                        <a16:creationId xmlns:a16="http://schemas.microsoft.com/office/drawing/2014/main" id="{B5E4BC4C-43F3-89F2-A49B-4D81B08CEAE6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02" name="Block Arc 101">
                <a:extLst>
                  <a:ext uri="{FF2B5EF4-FFF2-40B4-BE49-F238E27FC236}">
                    <a16:creationId xmlns:a16="http://schemas.microsoft.com/office/drawing/2014/main" id="{31D5E86E-CA23-B468-7006-87762C5E2195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3" name="Block Arc 102">
                <a:extLst>
                  <a:ext uri="{FF2B5EF4-FFF2-40B4-BE49-F238E27FC236}">
                    <a16:creationId xmlns:a16="http://schemas.microsoft.com/office/drawing/2014/main" id="{89C3DC5E-43D2-5D9F-E420-95C65E543A86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4" name="Block Arc 103">
                <a:extLst>
                  <a:ext uri="{FF2B5EF4-FFF2-40B4-BE49-F238E27FC236}">
                    <a16:creationId xmlns:a16="http://schemas.microsoft.com/office/drawing/2014/main" id="{4123B444-2A36-6505-F15C-370B7E885C57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5" name="Block Arc 104">
                <a:extLst>
                  <a:ext uri="{FF2B5EF4-FFF2-40B4-BE49-F238E27FC236}">
                    <a16:creationId xmlns:a16="http://schemas.microsoft.com/office/drawing/2014/main" id="{88D74EA2-F281-B45B-446A-29D9FAE959F8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F6C9A15-03F6-D320-BA53-C345A9DD0654}"/>
                </a:ext>
              </a:extLst>
            </p:cNvPr>
            <p:cNvGrpSpPr/>
            <p:nvPr userDrawn="1"/>
          </p:nvGrpSpPr>
          <p:grpSpPr>
            <a:xfrm rot="17234694">
              <a:off x="911764" y="1577422"/>
              <a:ext cx="4479565" cy="4581645"/>
              <a:chOff x="-6827777" y="-4338819"/>
              <a:chExt cx="4479565" cy="4581645"/>
            </a:xfrm>
          </p:grpSpPr>
          <p:sp>
            <p:nvSpPr>
              <p:cNvPr id="82" name="Block Arc 81">
                <a:extLst>
                  <a:ext uri="{FF2B5EF4-FFF2-40B4-BE49-F238E27FC236}">
                    <a16:creationId xmlns:a16="http://schemas.microsoft.com/office/drawing/2014/main" id="{6C93855F-14C2-1EE0-1E5B-8B0C07F79FD7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3" name="Block Arc 82">
                <a:extLst>
                  <a:ext uri="{FF2B5EF4-FFF2-40B4-BE49-F238E27FC236}">
                    <a16:creationId xmlns:a16="http://schemas.microsoft.com/office/drawing/2014/main" id="{0564580F-B1CB-CC13-8334-C4DCD13DD3B0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4" name="Block Arc 83">
                <a:extLst>
                  <a:ext uri="{FF2B5EF4-FFF2-40B4-BE49-F238E27FC236}">
                    <a16:creationId xmlns:a16="http://schemas.microsoft.com/office/drawing/2014/main" id="{8DA7B546-DFAB-E72E-80F8-47A4DCB33030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5BE492A8-8B0F-EBDF-DF2D-A89C3981B1C9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90" name="Group 89">
                  <a:extLst>
                    <a:ext uri="{FF2B5EF4-FFF2-40B4-BE49-F238E27FC236}">
                      <a16:creationId xmlns:a16="http://schemas.microsoft.com/office/drawing/2014/main" id="{AA5ACEB5-0609-0F2C-3A5C-57CDD29818C3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95" name="Curved Right Arrow 94">
                    <a:extLst>
                      <a:ext uri="{FF2B5EF4-FFF2-40B4-BE49-F238E27FC236}">
                        <a16:creationId xmlns:a16="http://schemas.microsoft.com/office/drawing/2014/main" id="{BD0B8E33-45C5-408C-DE89-3E76C0145D7E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6" name="Curved Right Arrow 95">
                    <a:extLst>
                      <a:ext uri="{FF2B5EF4-FFF2-40B4-BE49-F238E27FC236}">
                        <a16:creationId xmlns:a16="http://schemas.microsoft.com/office/drawing/2014/main" id="{9FD00B0C-DC1F-187F-3E66-6BE5079DD1A4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Curved Right Arrow 96">
                    <a:extLst>
                      <a:ext uri="{FF2B5EF4-FFF2-40B4-BE49-F238E27FC236}">
                        <a16:creationId xmlns:a16="http://schemas.microsoft.com/office/drawing/2014/main" id="{3A3A5818-0C20-FA92-9260-62B9CC328008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1" name="Group 90">
                  <a:extLst>
                    <a:ext uri="{FF2B5EF4-FFF2-40B4-BE49-F238E27FC236}">
                      <a16:creationId xmlns:a16="http://schemas.microsoft.com/office/drawing/2014/main" id="{CEEFA341-493F-09E0-1173-D275D9AE23AA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92" name="Curved Right Arrow 91">
                    <a:extLst>
                      <a:ext uri="{FF2B5EF4-FFF2-40B4-BE49-F238E27FC236}">
                        <a16:creationId xmlns:a16="http://schemas.microsoft.com/office/drawing/2014/main" id="{F9079747-78FD-77C9-F596-E424F0620017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3" name="Curved Right Arrow 92">
                    <a:extLst>
                      <a:ext uri="{FF2B5EF4-FFF2-40B4-BE49-F238E27FC236}">
                        <a16:creationId xmlns:a16="http://schemas.microsoft.com/office/drawing/2014/main" id="{CC264D0B-A62D-1EF1-7857-8531432CAE23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Curved Right Arrow 93">
                    <a:extLst>
                      <a:ext uri="{FF2B5EF4-FFF2-40B4-BE49-F238E27FC236}">
                        <a16:creationId xmlns:a16="http://schemas.microsoft.com/office/drawing/2014/main" id="{DCB75A3D-251E-B47C-C41E-C191150ECD99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6" name="Block Arc 85">
                <a:extLst>
                  <a:ext uri="{FF2B5EF4-FFF2-40B4-BE49-F238E27FC236}">
                    <a16:creationId xmlns:a16="http://schemas.microsoft.com/office/drawing/2014/main" id="{4C7B514F-AE9B-F50F-996B-90DA327DD2FC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7" name="Block Arc 86">
                <a:extLst>
                  <a:ext uri="{FF2B5EF4-FFF2-40B4-BE49-F238E27FC236}">
                    <a16:creationId xmlns:a16="http://schemas.microsoft.com/office/drawing/2014/main" id="{EA5E121D-2ED7-57DA-DAE4-21FB0BBF4BDF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8" name="Block Arc 87">
                <a:extLst>
                  <a:ext uri="{FF2B5EF4-FFF2-40B4-BE49-F238E27FC236}">
                    <a16:creationId xmlns:a16="http://schemas.microsoft.com/office/drawing/2014/main" id="{38DE2AE4-D7CF-CFCA-9295-0004D7C6F5AF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9" name="Block Arc 88">
                <a:extLst>
                  <a:ext uri="{FF2B5EF4-FFF2-40B4-BE49-F238E27FC236}">
                    <a16:creationId xmlns:a16="http://schemas.microsoft.com/office/drawing/2014/main" id="{59C7B0A4-0742-5609-5C82-ED68C9E0E5BD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C183EF3-D455-DCF1-9335-242571A6764B}"/>
                </a:ext>
              </a:extLst>
            </p:cNvPr>
            <p:cNvGrpSpPr/>
            <p:nvPr userDrawn="1"/>
          </p:nvGrpSpPr>
          <p:grpSpPr>
            <a:xfrm rot="12830433">
              <a:off x="938298" y="1630657"/>
              <a:ext cx="4479565" cy="4581645"/>
              <a:chOff x="-6827777" y="-4338819"/>
              <a:chExt cx="4479565" cy="4581645"/>
            </a:xfrm>
          </p:grpSpPr>
          <p:sp>
            <p:nvSpPr>
              <p:cNvPr id="66" name="Block Arc 65">
                <a:extLst>
                  <a:ext uri="{FF2B5EF4-FFF2-40B4-BE49-F238E27FC236}">
                    <a16:creationId xmlns:a16="http://schemas.microsoft.com/office/drawing/2014/main" id="{C217F4A7-F72A-9879-C36B-A1DA8C34D8EA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7" name="Block Arc 66">
                <a:extLst>
                  <a:ext uri="{FF2B5EF4-FFF2-40B4-BE49-F238E27FC236}">
                    <a16:creationId xmlns:a16="http://schemas.microsoft.com/office/drawing/2014/main" id="{ECA2C6C5-CCA4-08A3-6BEB-1555A98DC7D2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8" name="Block Arc 67">
                <a:extLst>
                  <a:ext uri="{FF2B5EF4-FFF2-40B4-BE49-F238E27FC236}">
                    <a16:creationId xmlns:a16="http://schemas.microsoft.com/office/drawing/2014/main" id="{AB37D42E-4FC2-EE49-D88A-234235D154EF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2FF6CB3F-C17C-6EDA-EA4D-9DE1476423A9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74" name="Group 73">
                  <a:extLst>
                    <a:ext uri="{FF2B5EF4-FFF2-40B4-BE49-F238E27FC236}">
                      <a16:creationId xmlns:a16="http://schemas.microsoft.com/office/drawing/2014/main" id="{4B3CAE91-4184-06C8-F0B2-96E5FB497BE0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79" name="Curved Right Arrow 78">
                    <a:extLst>
                      <a:ext uri="{FF2B5EF4-FFF2-40B4-BE49-F238E27FC236}">
                        <a16:creationId xmlns:a16="http://schemas.microsoft.com/office/drawing/2014/main" id="{924FAA4A-1DDB-B72A-7BC0-20ABE8B82161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0" name="Curved Right Arrow 79">
                    <a:extLst>
                      <a:ext uri="{FF2B5EF4-FFF2-40B4-BE49-F238E27FC236}">
                        <a16:creationId xmlns:a16="http://schemas.microsoft.com/office/drawing/2014/main" id="{571B54EC-8E89-D1EF-1805-93840BBF2FC0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Curved Right Arrow 80">
                    <a:extLst>
                      <a:ext uri="{FF2B5EF4-FFF2-40B4-BE49-F238E27FC236}">
                        <a16:creationId xmlns:a16="http://schemas.microsoft.com/office/drawing/2014/main" id="{928FF976-CB79-D57E-37D3-73CB8B09AB6A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FA47923F-BBEB-0238-9891-24085D8CF89F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76" name="Curved Right Arrow 75">
                    <a:extLst>
                      <a:ext uri="{FF2B5EF4-FFF2-40B4-BE49-F238E27FC236}">
                        <a16:creationId xmlns:a16="http://schemas.microsoft.com/office/drawing/2014/main" id="{2667CE29-0C9F-2AB9-2A60-EC12F6457A9A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7" name="Curved Right Arrow 76">
                    <a:extLst>
                      <a:ext uri="{FF2B5EF4-FFF2-40B4-BE49-F238E27FC236}">
                        <a16:creationId xmlns:a16="http://schemas.microsoft.com/office/drawing/2014/main" id="{6DD59758-B2B7-CA19-DC0A-61CA897DB5F1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8" name="Curved Right Arrow 77">
                    <a:extLst>
                      <a:ext uri="{FF2B5EF4-FFF2-40B4-BE49-F238E27FC236}">
                        <a16:creationId xmlns:a16="http://schemas.microsoft.com/office/drawing/2014/main" id="{79C78309-E4EA-E8D4-B357-7E3A67933D63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70" name="Block Arc 69">
                <a:extLst>
                  <a:ext uri="{FF2B5EF4-FFF2-40B4-BE49-F238E27FC236}">
                    <a16:creationId xmlns:a16="http://schemas.microsoft.com/office/drawing/2014/main" id="{3C62EAF6-A862-612B-C498-A7826F63DBA1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1" name="Block Arc 70">
                <a:extLst>
                  <a:ext uri="{FF2B5EF4-FFF2-40B4-BE49-F238E27FC236}">
                    <a16:creationId xmlns:a16="http://schemas.microsoft.com/office/drawing/2014/main" id="{3C3157BB-6CE3-39FC-96E3-8985FC63085C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2" name="Block Arc 71">
                <a:extLst>
                  <a:ext uri="{FF2B5EF4-FFF2-40B4-BE49-F238E27FC236}">
                    <a16:creationId xmlns:a16="http://schemas.microsoft.com/office/drawing/2014/main" id="{CEEB70F4-6602-96E8-2E53-73CAB4292C12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3" name="Block Arc 72">
                <a:extLst>
                  <a:ext uri="{FF2B5EF4-FFF2-40B4-BE49-F238E27FC236}">
                    <a16:creationId xmlns:a16="http://schemas.microsoft.com/office/drawing/2014/main" id="{3E41C02F-114B-4F16-DD1D-707DEA50C8A5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F596A70-92A1-2EFC-88AE-A35E80B5D906}"/>
                </a:ext>
              </a:extLst>
            </p:cNvPr>
            <p:cNvGrpSpPr/>
            <p:nvPr userDrawn="1"/>
          </p:nvGrpSpPr>
          <p:grpSpPr>
            <a:xfrm rot="8479211">
              <a:off x="1011220" y="1599085"/>
              <a:ext cx="4479565" cy="4581645"/>
              <a:chOff x="-6827777" y="-4338819"/>
              <a:chExt cx="4479565" cy="4581645"/>
            </a:xfrm>
          </p:grpSpPr>
          <p:sp>
            <p:nvSpPr>
              <p:cNvPr id="50" name="Block Arc 49">
                <a:extLst>
                  <a:ext uri="{FF2B5EF4-FFF2-40B4-BE49-F238E27FC236}">
                    <a16:creationId xmlns:a16="http://schemas.microsoft.com/office/drawing/2014/main" id="{C74448D0-D736-7050-742E-54380E1E2F49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1" name="Block Arc 50">
                <a:extLst>
                  <a:ext uri="{FF2B5EF4-FFF2-40B4-BE49-F238E27FC236}">
                    <a16:creationId xmlns:a16="http://schemas.microsoft.com/office/drawing/2014/main" id="{7C0554FE-45E1-039E-EB88-C0D9B4E490C5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2" name="Block Arc 51">
                <a:extLst>
                  <a:ext uri="{FF2B5EF4-FFF2-40B4-BE49-F238E27FC236}">
                    <a16:creationId xmlns:a16="http://schemas.microsoft.com/office/drawing/2014/main" id="{6D9A027A-1772-9976-3861-8FCAB9919B1E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D375B6E2-3335-0B17-D5AB-F318740C0248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890F2705-3804-52B8-B9C8-24B59F62F4F1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63" name="Curved Right Arrow 62">
                    <a:extLst>
                      <a:ext uri="{FF2B5EF4-FFF2-40B4-BE49-F238E27FC236}">
                        <a16:creationId xmlns:a16="http://schemas.microsoft.com/office/drawing/2014/main" id="{35E72163-BB0B-F7BC-DC5C-775F3B1B7F55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4" name="Curved Right Arrow 63">
                    <a:extLst>
                      <a:ext uri="{FF2B5EF4-FFF2-40B4-BE49-F238E27FC236}">
                        <a16:creationId xmlns:a16="http://schemas.microsoft.com/office/drawing/2014/main" id="{32B3A1C3-78E3-D201-CD88-4DF2158DFBE6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5" name="Curved Right Arrow 64">
                    <a:extLst>
                      <a:ext uri="{FF2B5EF4-FFF2-40B4-BE49-F238E27FC236}">
                        <a16:creationId xmlns:a16="http://schemas.microsoft.com/office/drawing/2014/main" id="{C2A2160D-79F4-61B8-A787-DDA43B0F7282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C18E4770-C62F-27B6-F160-27041C7C9E5C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60" name="Curved Right Arrow 59">
                    <a:extLst>
                      <a:ext uri="{FF2B5EF4-FFF2-40B4-BE49-F238E27FC236}">
                        <a16:creationId xmlns:a16="http://schemas.microsoft.com/office/drawing/2014/main" id="{178C0ADD-C366-4D18-C6B8-674112B718C1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" name="Curved Right Arrow 60">
                    <a:extLst>
                      <a:ext uri="{FF2B5EF4-FFF2-40B4-BE49-F238E27FC236}">
                        <a16:creationId xmlns:a16="http://schemas.microsoft.com/office/drawing/2014/main" id="{7F41EF1F-9E95-8570-FE09-D87BF1DE7350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Curved Right Arrow 61">
                    <a:extLst>
                      <a:ext uri="{FF2B5EF4-FFF2-40B4-BE49-F238E27FC236}">
                        <a16:creationId xmlns:a16="http://schemas.microsoft.com/office/drawing/2014/main" id="{9B8D4519-0E5D-E113-C869-B04FC3B94997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54" name="Block Arc 53">
                <a:extLst>
                  <a:ext uri="{FF2B5EF4-FFF2-40B4-BE49-F238E27FC236}">
                    <a16:creationId xmlns:a16="http://schemas.microsoft.com/office/drawing/2014/main" id="{18B76D7A-ED0D-974D-C7B6-DF9C04854CC1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5" name="Block Arc 54">
                <a:extLst>
                  <a:ext uri="{FF2B5EF4-FFF2-40B4-BE49-F238E27FC236}">
                    <a16:creationId xmlns:a16="http://schemas.microsoft.com/office/drawing/2014/main" id="{D01748A2-A701-AFE4-B794-485E4EEFEC0B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6" name="Block Arc 55">
                <a:extLst>
                  <a:ext uri="{FF2B5EF4-FFF2-40B4-BE49-F238E27FC236}">
                    <a16:creationId xmlns:a16="http://schemas.microsoft.com/office/drawing/2014/main" id="{9A65E1D8-9732-AEDF-572C-480EF145CDFF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7" name="Block Arc 56">
                <a:extLst>
                  <a:ext uri="{FF2B5EF4-FFF2-40B4-BE49-F238E27FC236}">
                    <a16:creationId xmlns:a16="http://schemas.microsoft.com/office/drawing/2014/main" id="{A73370D0-B87E-FA79-0664-EB7C531BB957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881A54F7-B6F0-53C2-011C-B23C51B7B7C2}"/>
                </a:ext>
              </a:extLst>
            </p:cNvPr>
            <p:cNvGrpSpPr/>
            <p:nvPr userDrawn="1"/>
          </p:nvGrpSpPr>
          <p:grpSpPr>
            <a:xfrm rot="4292651">
              <a:off x="1017140" y="1548320"/>
              <a:ext cx="4479565" cy="4581645"/>
              <a:chOff x="-6827777" y="-4338819"/>
              <a:chExt cx="4479565" cy="4581645"/>
            </a:xfrm>
          </p:grpSpPr>
          <p:sp>
            <p:nvSpPr>
              <p:cNvPr id="34" name="Block Arc 33">
                <a:extLst>
                  <a:ext uri="{FF2B5EF4-FFF2-40B4-BE49-F238E27FC236}">
                    <a16:creationId xmlns:a16="http://schemas.microsoft.com/office/drawing/2014/main" id="{4E5A45AE-4D8B-4A81-D3CF-DC9A365257FA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5" name="Block Arc 34">
                <a:extLst>
                  <a:ext uri="{FF2B5EF4-FFF2-40B4-BE49-F238E27FC236}">
                    <a16:creationId xmlns:a16="http://schemas.microsoft.com/office/drawing/2014/main" id="{66CB90F3-FA57-E1C8-212D-8C0CDB6E4EAB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6" name="Block Arc 35">
                <a:extLst>
                  <a:ext uri="{FF2B5EF4-FFF2-40B4-BE49-F238E27FC236}">
                    <a16:creationId xmlns:a16="http://schemas.microsoft.com/office/drawing/2014/main" id="{9744E677-8921-387D-14FD-C219F0CD049C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6BC00184-C8AB-0213-097B-0C881196B315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A37D4CFA-F8E3-9D1F-86FA-74484453B411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47" name="Curved Right Arrow 46">
                    <a:extLst>
                      <a:ext uri="{FF2B5EF4-FFF2-40B4-BE49-F238E27FC236}">
                        <a16:creationId xmlns:a16="http://schemas.microsoft.com/office/drawing/2014/main" id="{6F5712B0-380A-204A-B649-394B0312D140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8" name="Curved Right Arrow 47">
                    <a:extLst>
                      <a:ext uri="{FF2B5EF4-FFF2-40B4-BE49-F238E27FC236}">
                        <a16:creationId xmlns:a16="http://schemas.microsoft.com/office/drawing/2014/main" id="{00A79808-134F-6B80-993F-D50EEB3971E4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Curved Right Arrow 48">
                    <a:extLst>
                      <a:ext uri="{FF2B5EF4-FFF2-40B4-BE49-F238E27FC236}">
                        <a16:creationId xmlns:a16="http://schemas.microsoft.com/office/drawing/2014/main" id="{5C7A3783-CB8E-2E83-D695-F1643CFDAD68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7B3FAF48-4BAA-A58D-B654-D57D156D5A1B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44" name="Curved Right Arrow 43">
                    <a:extLst>
                      <a:ext uri="{FF2B5EF4-FFF2-40B4-BE49-F238E27FC236}">
                        <a16:creationId xmlns:a16="http://schemas.microsoft.com/office/drawing/2014/main" id="{A4CEBF0E-8BFB-9AF1-F1FC-C3900BC08C97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5" name="Curved Right Arrow 44">
                    <a:extLst>
                      <a:ext uri="{FF2B5EF4-FFF2-40B4-BE49-F238E27FC236}">
                        <a16:creationId xmlns:a16="http://schemas.microsoft.com/office/drawing/2014/main" id="{1AE4C85E-921D-CBEC-F034-9CCA4CFF88A5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6" name="Curved Right Arrow 45">
                    <a:extLst>
                      <a:ext uri="{FF2B5EF4-FFF2-40B4-BE49-F238E27FC236}">
                        <a16:creationId xmlns:a16="http://schemas.microsoft.com/office/drawing/2014/main" id="{BCB465E8-281C-F422-6FFE-D272EAEA6E43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38" name="Block Arc 37">
                <a:extLst>
                  <a:ext uri="{FF2B5EF4-FFF2-40B4-BE49-F238E27FC236}">
                    <a16:creationId xmlns:a16="http://schemas.microsoft.com/office/drawing/2014/main" id="{7EE8FD02-66C8-DE51-01BD-4F0AEFD478BD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9" name="Block Arc 38">
                <a:extLst>
                  <a:ext uri="{FF2B5EF4-FFF2-40B4-BE49-F238E27FC236}">
                    <a16:creationId xmlns:a16="http://schemas.microsoft.com/office/drawing/2014/main" id="{6579A704-1A70-6063-CF97-53D272D13290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0" name="Block Arc 39">
                <a:extLst>
                  <a:ext uri="{FF2B5EF4-FFF2-40B4-BE49-F238E27FC236}">
                    <a16:creationId xmlns:a16="http://schemas.microsoft.com/office/drawing/2014/main" id="{CEB989CD-231F-02F6-CC64-A025E22828BA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1" name="Block Arc 40">
                <a:extLst>
                  <a:ext uri="{FF2B5EF4-FFF2-40B4-BE49-F238E27FC236}">
                    <a16:creationId xmlns:a16="http://schemas.microsoft.com/office/drawing/2014/main" id="{16DCA297-438F-51C4-7DCE-98D81001C992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</p:grp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589D9C6-522E-655E-F69F-7F68BA3F9333}"/>
              </a:ext>
            </a:extLst>
          </p:cNvPr>
          <p:cNvSpPr/>
          <p:nvPr userDrawn="1"/>
        </p:nvSpPr>
        <p:spPr>
          <a:xfrm>
            <a:off x="2284992" y="4136928"/>
            <a:ext cx="1836223" cy="986274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prstTxWarp prst="textArchDown">
              <a:avLst>
                <a:gd name="adj" fmla="val 96006"/>
              </a:avLst>
            </a:prstTxWarp>
            <a:spAutoFit/>
          </a:bodyPr>
          <a:lstStyle/>
          <a:p>
            <a:pPr algn="ctr"/>
            <a:r>
              <a:rPr lang="en-GB" sz="1800" b="0" cap="none" spc="0">
                <a:ln w="0"/>
                <a:solidFill>
                  <a:schemeClr val="tx1"/>
                </a:solidFill>
                <a:effectLst/>
                <a:latin typeface="Twinkl Cursive Looped" panose="02000000000000000000" pitchFamily="2" charset="77"/>
              </a:rPr>
              <a:t>Compassion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D09668D-62B7-E404-9599-BF61879B86DD}"/>
              </a:ext>
            </a:extLst>
          </p:cNvPr>
          <p:cNvSpPr/>
          <p:nvPr userDrawn="1"/>
        </p:nvSpPr>
        <p:spPr>
          <a:xfrm>
            <a:off x="2491779" y="971549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F2CC"/>
          </a:solidFill>
          <a:ln w="38100"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5740" tIns="235740" rIns="235740" bIns="235740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000" b="0" kern="1200">
                <a:solidFill>
                  <a:srgbClr val="FFC00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Place, Space &amp; Scale</a:t>
            </a:r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203991A6-1118-399B-F345-0421EB64FD75}"/>
              </a:ext>
            </a:extLst>
          </p:cNvPr>
          <p:cNvSpPr/>
          <p:nvPr userDrawn="1"/>
        </p:nvSpPr>
        <p:spPr>
          <a:xfrm>
            <a:off x="4563705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</a:t>
            </a: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C66660D-829B-5AFE-C514-7D3A89C2A499}"/>
              </a:ext>
            </a:extLst>
          </p:cNvPr>
          <p:cNvSpPr/>
          <p:nvPr userDrawn="1"/>
        </p:nvSpPr>
        <p:spPr>
          <a:xfrm>
            <a:off x="3772300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CCCCFF"/>
          </a:solidFill>
          <a:ln w="38100">
            <a:solidFill>
              <a:srgbClr val="7030A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5580" tIns="225580" rIns="225580" bIns="225580" numCol="1" spcCol="1270" anchor="ctr" anchorCtr="0">
            <a:noAutofit/>
          </a:bodyPr>
          <a:lstStyle/>
          <a:p>
            <a:pPr marL="0" lvl="0" indent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200" b="0" kern="1200">
                <a:solidFill>
                  <a:srgbClr val="7030A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Environmental Impact &amp; Sustainability</a:t>
            </a: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14A1144-922B-6BB7-497A-81BBF7A94FB0}"/>
              </a:ext>
            </a:extLst>
          </p:cNvPr>
          <p:cNvSpPr/>
          <p:nvPr userDrawn="1"/>
        </p:nvSpPr>
        <p:spPr>
          <a:xfrm>
            <a:off x="1211259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CCCC"/>
          </a:solidFill>
          <a:ln w="38100">
            <a:solidFill>
              <a:srgbClr val="C3580C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rgbClr val="C3580C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Human Geography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01CDB80E-BE6E-B498-4C54-4BC9526BBFC4}"/>
              </a:ext>
            </a:extLst>
          </p:cNvPr>
          <p:cNvSpPr/>
          <p:nvPr userDrawn="1"/>
        </p:nvSpPr>
        <p:spPr>
          <a:xfrm>
            <a:off x="419854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DDEAF8"/>
          </a:solidFill>
          <a:ln w="38100">
            <a:solidFill>
              <a:srgbClr val="4574C4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8120" tIns="228120" rIns="228120" bIns="228120" numCol="1" spcCol="1270" anchor="ctr" anchorCtr="0">
            <a:noAutofit/>
          </a:bodyPr>
          <a:lstStyle/>
          <a:p>
            <a:pPr marL="0" lvl="0" indent="0" algn="ctr" defTabSz="622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400" b="0" kern="1200">
                <a:solidFill>
                  <a:srgbClr val="4574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Cultural awareness &amp; diversity </a:t>
            </a:r>
          </a:p>
        </p:txBody>
      </p:sp>
    </p:spTree>
    <p:extLst>
      <p:ext uri="{BB962C8B-B14F-4D97-AF65-F5344CB8AC3E}">
        <p14:creationId xmlns:p14="http://schemas.microsoft.com/office/powerpoint/2010/main" val="3387283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2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/>
      <p:bldP spid="21" grpId="0" animBg="1"/>
    </p:bld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vis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5F1B42-8526-1E66-05A7-2E821F42DE7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A18B94-3BC6-2B80-8733-0D19E7534BFD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573C4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Revisit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933B3F1-5FED-3378-CB38-EAC98CD50E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8" y="1047750"/>
            <a:ext cx="10950575" cy="50625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69486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zzle Pie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18459E9E-2215-95E5-26EB-8C8B74442A1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F208491-7D4F-DF12-CFE1-84A861DF3329}"/>
              </a:ext>
            </a:extLst>
          </p:cNvPr>
          <p:cNvSpPr txBox="1"/>
          <p:nvPr userDrawn="1"/>
        </p:nvSpPr>
        <p:spPr>
          <a:xfrm>
            <a:off x="923238" y="1014230"/>
            <a:ext cx="286010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Culture is the ideas, customs, behaviours and way of life of a group of people. 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</a:endParaRPr>
          </a:p>
        </p:txBody>
      </p:sp>
      <p:pic>
        <p:nvPicPr>
          <p:cNvPr id="11" name="Picture 10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50AABF0A-7E21-F779-B0D9-F8EF959FAB1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259"/>
          <a:stretch>
            <a:fillRect/>
          </a:stretch>
        </p:blipFill>
        <p:spPr>
          <a:xfrm>
            <a:off x="96080" y="975198"/>
            <a:ext cx="907028" cy="77769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625CF3-DBA2-15E8-2E8D-C0F15A3016AA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573C4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Connections</a:t>
            </a:r>
          </a:p>
        </p:txBody>
      </p:sp>
    </p:spTree>
    <p:extLst>
      <p:ext uri="{BB962C8B-B14F-4D97-AF65-F5344CB8AC3E}">
        <p14:creationId xmlns:p14="http://schemas.microsoft.com/office/powerpoint/2010/main" val="53945880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ilding Blocks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4DA16B8-0D53-26E4-13D0-85D328DA6C9D}"/>
              </a:ext>
            </a:extLst>
          </p:cNvPr>
          <p:cNvGrpSpPr/>
          <p:nvPr userDrawn="1"/>
        </p:nvGrpSpPr>
        <p:grpSpPr>
          <a:xfrm>
            <a:off x="272909" y="5585370"/>
            <a:ext cx="1280546" cy="1018597"/>
            <a:chOff x="487294" y="3394800"/>
            <a:chExt cx="1829988" cy="1302126"/>
          </a:xfrm>
          <a:solidFill>
            <a:schemeClr val="tx2">
              <a:lumMod val="25000"/>
              <a:lumOff val="75000"/>
            </a:schemeClr>
          </a:solidFill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5CC82D9-AC82-7D2D-52E8-760A3E59551F}"/>
                </a:ext>
              </a:extLst>
            </p:cNvPr>
            <p:cNvGrpSpPr/>
            <p:nvPr/>
          </p:nvGrpSpPr>
          <p:grpSpPr>
            <a:xfrm>
              <a:off x="487294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1198173-860F-0935-2EEC-F634E844497F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5" name="Rectangle: Top Corners Rounded 71">
                <a:extLst>
                  <a:ext uri="{FF2B5EF4-FFF2-40B4-BE49-F238E27FC236}">
                    <a16:creationId xmlns:a16="http://schemas.microsoft.com/office/drawing/2014/main" id="{4180F89A-13CE-C870-2BED-3882A448102E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6" name="Rectangle: Top Corners Rounded 72">
                <a:extLst>
                  <a:ext uri="{FF2B5EF4-FFF2-40B4-BE49-F238E27FC236}">
                    <a16:creationId xmlns:a16="http://schemas.microsoft.com/office/drawing/2014/main" id="{7A717861-E11F-FFD5-B57F-A446D7E6E2A3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7" name="Rectangle: Top Corners Rounded 73">
                <a:extLst>
                  <a:ext uri="{FF2B5EF4-FFF2-40B4-BE49-F238E27FC236}">
                    <a16:creationId xmlns:a16="http://schemas.microsoft.com/office/drawing/2014/main" id="{89C49B47-0AA7-4D4D-D90B-398040F6F956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42C6130-44AD-6318-D2BE-D6D0819BF12A}"/>
                </a:ext>
              </a:extLst>
            </p:cNvPr>
            <p:cNvGrpSpPr/>
            <p:nvPr/>
          </p:nvGrpSpPr>
          <p:grpSpPr>
            <a:xfrm>
              <a:off x="1412656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8F4CF979-CAEC-3BC2-8DC3-0259E87FD5BA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1" name="Rectangle: Top Corners Rounded 76">
                <a:extLst>
                  <a:ext uri="{FF2B5EF4-FFF2-40B4-BE49-F238E27FC236}">
                    <a16:creationId xmlns:a16="http://schemas.microsoft.com/office/drawing/2014/main" id="{503F8540-AC01-3468-1A7F-FCF10E23048A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2" name="Rectangle: Top Corners Rounded 77">
                <a:extLst>
                  <a:ext uri="{FF2B5EF4-FFF2-40B4-BE49-F238E27FC236}">
                    <a16:creationId xmlns:a16="http://schemas.microsoft.com/office/drawing/2014/main" id="{95657FBD-BAC0-6B7E-A1D1-E236D957E4EF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3" name="Rectangle: Top Corners Rounded 78">
                <a:extLst>
                  <a:ext uri="{FF2B5EF4-FFF2-40B4-BE49-F238E27FC236}">
                    <a16:creationId xmlns:a16="http://schemas.microsoft.com/office/drawing/2014/main" id="{BCA5C02A-FF91-55DD-668C-41F415D6B560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EDF64CE-B085-7386-F376-D4BD9F3A2154}"/>
                </a:ext>
              </a:extLst>
            </p:cNvPr>
            <p:cNvGrpSpPr/>
            <p:nvPr/>
          </p:nvGrpSpPr>
          <p:grpSpPr>
            <a:xfrm>
              <a:off x="1045881" y="4007047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D85CE1F-B891-17A6-8BE1-E4B6E8FD3110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7" name="Rectangle: Top Corners Rounded 81">
                <a:extLst>
                  <a:ext uri="{FF2B5EF4-FFF2-40B4-BE49-F238E27FC236}">
                    <a16:creationId xmlns:a16="http://schemas.microsoft.com/office/drawing/2014/main" id="{25724C3D-76C1-2069-9E42-AEB53814A0A9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8" name="Rectangle: Top Corners Rounded 82">
                <a:extLst>
                  <a:ext uri="{FF2B5EF4-FFF2-40B4-BE49-F238E27FC236}">
                    <a16:creationId xmlns:a16="http://schemas.microsoft.com/office/drawing/2014/main" id="{C6707F1F-2185-DD9E-D15E-7035417EFB88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9" name="Rectangle: Top Corners Rounded 83">
                <a:extLst>
                  <a:ext uri="{FF2B5EF4-FFF2-40B4-BE49-F238E27FC236}">
                    <a16:creationId xmlns:a16="http://schemas.microsoft.com/office/drawing/2014/main" id="{F06399A0-D714-31F2-3B90-BC870E009E4A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0DF3EF4-5491-C1F1-71EC-5CDBDA1D848B}"/>
                </a:ext>
              </a:extLst>
            </p:cNvPr>
            <p:cNvGrpSpPr/>
            <p:nvPr/>
          </p:nvGrpSpPr>
          <p:grpSpPr>
            <a:xfrm>
              <a:off x="1620945" y="3669763"/>
              <a:ext cx="512234" cy="358606"/>
              <a:chOff x="7508240" y="3017519"/>
              <a:chExt cx="3545840" cy="2021841"/>
            </a:xfrm>
            <a:grpFill/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EA6C0F8-1BD9-DEBD-0E39-08874D9803CB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4" name="Rectangle: Top Corners Rounded 86">
                <a:extLst>
                  <a:ext uri="{FF2B5EF4-FFF2-40B4-BE49-F238E27FC236}">
                    <a16:creationId xmlns:a16="http://schemas.microsoft.com/office/drawing/2014/main" id="{08D82B7D-23AE-CE8E-01F0-51A516DB2383}"/>
                  </a:ext>
                </a:extLst>
              </p:cNvPr>
              <p:cNvSpPr/>
              <p:nvPr/>
            </p:nvSpPr>
            <p:spPr>
              <a:xfrm>
                <a:off x="8406167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5" name="Rectangle: Top Corners Rounded 87">
                <a:extLst>
                  <a:ext uri="{FF2B5EF4-FFF2-40B4-BE49-F238E27FC236}">
                    <a16:creationId xmlns:a16="http://schemas.microsoft.com/office/drawing/2014/main" id="{120F725D-181E-DDB7-E85B-2396573E5B7D}"/>
                  </a:ext>
                </a:extLst>
              </p:cNvPr>
              <p:cNvSpPr/>
              <p:nvPr/>
            </p:nvSpPr>
            <p:spPr>
              <a:xfrm>
                <a:off x="9689825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336102-BCE0-17B6-24BD-B59E7D678762}"/>
                </a:ext>
              </a:extLst>
            </p:cNvPr>
            <p:cNvGrpSpPr/>
            <p:nvPr/>
          </p:nvGrpSpPr>
          <p:grpSpPr>
            <a:xfrm>
              <a:off x="1520357" y="3394800"/>
              <a:ext cx="338160" cy="309951"/>
              <a:chOff x="7508240" y="3017519"/>
              <a:chExt cx="3545840" cy="2021841"/>
            </a:xfrm>
            <a:grpFill/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EF7DE92-7163-24AE-760B-6FAE943FAB35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2" name="Rectangle: Top Corners Rounded 91">
                <a:extLst>
                  <a:ext uri="{FF2B5EF4-FFF2-40B4-BE49-F238E27FC236}">
                    <a16:creationId xmlns:a16="http://schemas.microsoft.com/office/drawing/2014/main" id="{D008C889-CDBA-F9BF-BBCE-D55D02365D1F}"/>
                  </a:ext>
                </a:extLst>
              </p:cNvPr>
              <p:cNvSpPr/>
              <p:nvPr/>
            </p:nvSpPr>
            <p:spPr>
              <a:xfrm>
                <a:off x="9045379" y="3017519"/>
                <a:ext cx="589285" cy="274322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C8BF6DC9-4879-BFDE-6EAD-2048D1CB9783}"/>
              </a:ext>
            </a:extLst>
          </p:cNvPr>
          <p:cNvSpPr txBox="1"/>
          <p:nvPr userDrawn="1"/>
        </p:nvSpPr>
        <p:spPr>
          <a:xfrm>
            <a:off x="105741" y="1697448"/>
            <a:ext cx="32055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Culture is the ideas, customs, behaviours and way of life of a group of people. 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9AF734A-10FE-70CD-AF99-9AF7547E84EC}"/>
              </a:ext>
            </a:extLst>
          </p:cNvPr>
          <p:cNvSpPr txBox="1"/>
          <p:nvPr userDrawn="1"/>
        </p:nvSpPr>
        <p:spPr>
          <a:xfrm>
            <a:off x="100582" y="2536175"/>
            <a:ext cx="32055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We can make links between the physical and human geography of a place and how this affects the culture of the people living there. 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</a:endParaRPr>
          </a:p>
        </p:txBody>
      </p:sp>
      <p:pic>
        <p:nvPicPr>
          <p:cNvPr id="98" name="Picture 9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47240A49-8CEB-0760-E2CE-D638C0D3B0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4259"/>
          <a:stretch>
            <a:fillRect/>
          </a:stretch>
        </p:blipFill>
        <p:spPr>
          <a:xfrm>
            <a:off x="75692" y="904454"/>
            <a:ext cx="819314" cy="702489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E2A5BD02-2ABD-339B-D4FE-C954EF27AA2D}"/>
              </a:ext>
            </a:extLst>
          </p:cNvPr>
          <p:cNvGrpSpPr/>
          <p:nvPr userDrawn="1"/>
        </p:nvGrpSpPr>
        <p:grpSpPr>
          <a:xfrm>
            <a:off x="3521878" y="3693438"/>
            <a:ext cx="8311989" cy="926097"/>
            <a:chOff x="3464951" y="3693438"/>
            <a:chExt cx="8311989" cy="926097"/>
          </a:xfrm>
        </p:grpSpPr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1C54AB1-890B-8155-8020-C83CAD4D534D}"/>
                </a:ext>
              </a:extLst>
            </p:cNvPr>
            <p:cNvGrpSpPr/>
            <p:nvPr/>
          </p:nvGrpSpPr>
          <p:grpSpPr>
            <a:xfrm>
              <a:off x="3464951" y="3693438"/>
              <a:ext cx="8311989" cy="926097"/>
              <a:chOff x="3507503" y="3693728"/>
              <a:chExt cx="8311989" cy="926097"/>
            </a:xfrm>
          </p:grpSpPr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35AC154A-7405-B3CB-1FF5-D12C183AE710}"/>
                  </a:ext>
                </a:extLst>
              </p:cNvPr>
              <p:cNvGrpSpPr/>
              <p:nvPr/>
            </p:nvGrpSpPr>
            <p:grpSpPr>
              <a:xfrm>
                <a:off x="3507503" y="3693728"/>
                <a:ext cx="8311989" cy="926097"/>
                <a:chOff x="3507503" y="3693728"/>
                <a:chExt cx="8311989" cy="926097"/>
              </a:xfrm>
            </p:grpSpPr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A440A67D-62E4-3B3F-2150-E1CC98870307}"/>
                    </a:ext>
                  </a:extLst>
                </p:cNvPr>
                <p:cNvGrpSpPr/>
                <p:nvPr/>
              </p:nvGrpSpPr>
              <p:grpSpPr>
                <a:xfrm>
                  <a:off x="3518855" y="3719825"/>
                  <a:ext cx="8300637" cy="900000"/>
                  <a:chOff x="3996278" y="1747524"/>
                  <a:chExt cx="1713901" cy="2824471"/>
                </a:xfrm>
              </p:grpSpPr>
              <p:sp>
                <p:nvSpPr>
                  <p:cNvPr id="104" name="Rectangle: Rounded Corners 12">
                    <a:extLst>
                      <a:ext uri="{FF2B5EF4-FFF2-40B4-BE49-F238E27FC236}">
                        <a16:creationId xmlns:a16="http://schemas.microsoft.com/office/drawing/2014/main" id="{9D734C61-CAA5-618C-A66F-EAF3892E6480}"/>
                      </a:ext>
                    </a:extLst>
                  </p:cNvPr>
                  <p:cNvSpPr/>
                  <p:nvPr/>
                </p:nvSpPr>
                <p:spPr>
                  <a:xfrm>
                    <a:off x="3996278" y="1747524"/>
                    <a:ext cx="1713901" cy="2824471"/>
                  </a:xfrm>
                  <a:prstGeom prst="roundRect">
                    <a:avLst/>
                  </a:prstGeom>
                  <a:solidFill>
                    <a:srgbClr val="F892BB"/>
                  </a:solidFill>
                  <a:ln>
                    <a:solidFill>
                      <a:srgbClr val="F892BB"/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5" name="Rectangle: Rounded Corners 4">
                    <a:extLst>
                      <a:ext uri="{FF2B5EF4-FFF2-40B4-BE49-F238E27FC236}">
                        <a16:creationId xmlns:a16="http://schemas.microsoft.com/office/drawing/2014/main" id="{3386500E-1CE7-B8C3-BF6C-830B34E6D25F}"/>
                      </a:ext>
                    </a:extLst>
                  </p:cNvPr>
                  <p:cNvSpPr txBox="1"/>
                  <p:nvPr/>
                </p:nvSpPr>
                <p:spPr>
                  <a:xfrm>
                    <a:off x="4082912" y="1831190"/>
                    <a:ext cx="1546569" cy="2657139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01" name="Group 100">
                  <a:extLst>
                    <a:ext uri="{FF2B5EF4-FFF2-40B4-BE49-F238E27FC236}">
                      <a16:creationId xmlns:a16="http://schemas.microsoft.com/office/drawing/2014/main" id="{6C81FABF-2A4B-46AA-2AF7-82EC10906F8D}"/>
                    </a:ext>
                  </a:extLst>
                </p:cNvPr>
                <p:cNvGrpSpPr/>
                <p:nvPr/>
              </p:nvGrpSpPr>
              <p:grpSpPr>
                <a:xfrm>
                  <a:off x="3507503" y="3693728"/>
                  <a:ext cx="801261" cy="903352"/>
                  <a:chOff x="4389349" y="450020"/>
                  <a:chExt cx="801261" cy="903352"/>
                </a:xfrm>
              </p:grpSpPr>
              <p:pic>
                <p:nvPicPr>
                  <p:cNvPr id="102" name="Picture 101">
                    <a:extLst>
                      <a:ext uri="{FF2B5EF4-FFF2-40B4-BE49-F238E27FC236}">
                        <a16:creationId xmlns:a16="http://schemas.microsoft.com/office/drawing/2014/main" id="{FBFF1364-3FEE-EF67-2907-211411F8BA9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89349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03" name="TextBox 102">
                    <a:extLst>
                      <a:ext uri="{FF2B5EF4-FFF2-40B4-BE49-F238E27FC236}">
                        <a16:creationId xmlns:a16="http://schemas.microsoft.com/office/drawing/2014/main" id="{5FB7DB65-D848-5490-073E-D52A9A65C7F2}"/>
                      </a:ext>
                    </a:extLst>
                  </p:cNvPr>
                  <p:cNvSpPr txBox="1"/>
                  <p:nvPr/>
                </p:nvSpPr>
                <p:spPr>
                  <a:xfrm>
                    <a:off x="4631284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3</a:t>
                    </a:r>
                  </a:p>
                </p:txBody>
              </p:sp>
            </p:grpSp>
          </p:grp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B6C111E-44F8-BE02-E3A1-4593968F2369}"/>
                  </a:ext>
                </a:extLst>
              </p:cNvPr>
              <p:cNvSpPr txBox="1"/>
              <p:nvPr/>
            </p:nvSpPr>
            <p:spPr>
              <a:xfrm>
                <a:off x="4378390" y="4015936"/>
                <a:ext cx="2299228" cy="307777"/>
              </a:xfrm>
              <a:prstGeom prst="rect">
                <a:avLst/>
              </a:prstGeom>
              <a:noFill/>
              <a:ln w="28575">
                <a:solidFill>
                  <a:srgbClr val="BA006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Mediterranean</a:t>
                </a:r>
              </a:p>
            </p:txBody>
          </p:sp>
        </p:grp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2043D60-F0CC-30DD-8067-C1FD931F6A76}"/>
                </a:ext>
              </a:extLst>
            </p:cNvPr>
            <p:cNvSpPr txBox="1"/>
            <p:nvPr/>
          </p:nvSpPr>
          <p:spPr>
            <a:xfrm>
              <a:off x="6767704" y="3895375"/>
              <a:ext cx="488210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make links between the physical geography, human geography and culture in the Mediterranean. 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C4178A9-F41E-222F-246F-159870BAB92F}"/>
              </a:ext>
            </a:extLst>
          </p:cNvPr>
          <p:cNvGrpSpPr/>
          <p:nvPr userDrawn="1"/>
        </p:nvGrpSpPr>
        <p:grpSpPr>
          <a:xfrm>
            <a:off x="3508831" y="4718397"/>
            <a:ext cx="8325034" cy="920150"/>
            <a:chOff x="3508831" y="4718397"/>
            <a:chExt cx="8325034" cy="92015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1CD0691E-F0BE-2A65-2D56-3FE4A5981DE7}"/>
                </a:ext>
              </a:extLst>
            </p:cNvPr>
            <p:cNvGrpSpPr/>
            <p:nvPr/>
          </p:nvGrpSpPr>
          <p:grpSpPr>
            <a:xfrm>
              <a:off x="3508831" y="4718397"/>
              <a:ext cx="8325034" cy="920150"/>
              <a:chOff x="3508831" y="4718397"/>
              <a:chExt cx="8325034" cy="920150"/>
            </a:xfrm>
          </p:grpSpPr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C64B9DD4-75BA-5FBA-C0B5-E7E621A5AFD6}"/>
                  </a:ext>
                </a:extLst>
              </p:cNvPr>
              <p:cNvGrpSpPr/>
              <p:nvPr/>
            </p:nvGrpSpPr>
            <p:grpSpPr>
              <a:xfrm>
                <a:off x="3508831" y="4718397"/>
                <a:ext cx="8325034" cy="920150"/>
                <a:chOff x="3508831" y="4718397"/>
                <a:chExt cx="8325034" cy="920150"/>
              </a:xfrm>
            </p:grpSpPr>
            <p:grpSp>
              <p:nvGrpSpPr>
                <p:cNvPr id="111" name="Group 110">
                  <a:extLst>
                    <a:ext uri="{FF2B5EF4-FFF2-40B4-BE49-F238E27FC236}">
                      <a16:creationId xmlns:a16="http://schemas.microsoft.com/office/drawing/2014/main" id="{A21F9263-BABA-FD45-12F5-4D203291E992}"/>
                    </a:ext>
                  </a:extLst>
                </p:cNvPr>
                <p:cNvGrpSpPr/>
                <p:nvPr/>
              </p:nvGrpSpPr>
              <p:grpSpPr>
                <a:xfrm>
                  <a:off x="3518854" y="4738547"/>
                  <a:ext cx="8315011" cy="900000"/>
                  <a:chOff x="1996726" y="1717038"/>
                  <a:chExt cx="1716869" cy="2885442"/>
                </a:xfrm>
              </p:grpSpPr>
              <p:sp>
                <p:nvSpPr>
                  <p:cNvPr id="115" name="Rectangle: Rounded Corners 9">
                    <a:extLst>
                      <a:ext uri="{FF2B5EF4-FFF2-40B4-BE49-F238E27FC236}">
                        <a16:creationId xmlns:a16="http://schemas.microsoft.com/office/drawing/2014/main" id="{AEFB0A30-E10C-8D1A-3041-6E5883ABE2E0}"/>
                      </a:ext>
                    </a:extLst>
                  </p:cNvPr>
                  <p:cNvSpPr/>
                  <p:nvPr/>
                </p:nvSpPr>
                <p:spPr>
                  <a:xfrm>
                    <a:off x="1996726" y="1717038"/>
                    <a:ext cx="1716869" cy="2885442"/>
                  </a:xfrm>
                  <a:prstGeom prst="roundRect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6" name="Rectangle: Rounded Corners 4">
                    <a:extLst>
                      <a:ext uri="{FF2B5EF4-FFF2-40B4-BE49-F238E27FC236}">
                        <a16:creationId xmlns:a16="http://schemas.microsoft.com/office/drawing/2014/main" id="{DF7C6A30-18F1-7530-4C14-F489703DE5B8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360" y="1800704"/>
                    <a:ext cx="1546569" cy="2718110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4E5C9BD5-11C9-4B1D-91E1-6229B0486C77}"/>
                    </a:ext>
                  </a:extLst>
                </p:cNvPr>
                <p:cNvGrpSpPr/>
                <p:nvPr/>
              </p:nvGrpSpPr>
              <p:grpSpPr>
                <a:xfrm>
                  <a:off x="3508831" y="4718397"/>
                  <a:ext cx="801261" cy="903352"/>
                  <a:chOff x="4390677" y="450020"/>
                  <a:chExt cx="801261" cy="903352"/>
                </a:xfrm>
              </p:grpSpPr>
              <p:pic>
                <p:nvPicPr>
                  <p:cNvPr id="113" name="Picture 112">
                    <a:extLst>
                      <a:ext uri="{FF2B5EF4-FFF2-40B4-BE49-F238E27FC236}">
                        <a16:creationId xmlns:a16="http://schemas.microsoft.com/office/drawing/2014/main" id="{D9EDFD36-373E-B34F-13F8-3626F1ACB33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90677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14" name="TextBox 113">
                    <a:extLst>
                      <a:ext uri="{FF2B5EF4-FFF2-40B4-BE49-F238E27FC236}">
                        <a16:creationId xmlns:a16="http://schemas.microsoft.com/office/drawing/2014/main" id="{1DF21842-FC53-C46C-CD59-25F1718B5AE0}"/>
                      </a:ext>
                    </a:extLst>
                  </p:cNvPr>
                  <p:cNvSpPr txBox="1"/>
                  <p:nvPr/>
                </p:nvSpPr>
                <p:spPr>
                  <a:xfrm>
                    <a:off x="4632612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2</a:t>
                    </a:r>
                  </a:p>
                </p:txBody>
              </p:sp>
            </p:grpSp>
          </p:grp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B8B35A7-2DB4-92EB-F10D-5FD04B43A80B}"/>
                  </a:ext>
                </a:extLst>
              </p:cNvPr>
              <p:cNvSpPr txBox="1"/>
              <p:nvPr/>
            </p:nvSpPr>
            <p:spPr>
              <a:xfrm>
                <a:off x="4392765" y="4929938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6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Guizhou region, South West China</a:t>
                </a:r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66A5AC59-EF7C-0106-DE8A-39321E258CED}"/>
                </a:ext>
              </a:extLst>
            </p:cNvPr>
            <p:cNvSpPr txBox="1"/>
            <p:nvPr/>
          </p:nvSpPr>
          <p:spPr>
            <a:xfrm>
              <a:off x="6824631" y="4829656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explain the similarities and differences in culture where I live in the United Kingdom and in Guizhou region in South West China. 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CDFB1D6E-5FE5-AACA-EBE1-D1E650535C72}"/>
              </a:ext>
            </a:extLst>
          </p:cNvPr>
          <p:cNvGrpSpPr/>
          <p:nvPr userDrawn="1"/>
        </p:nvGrpSpPr>
        <p:grpSpPr>
          <a:xfrm>
            <a:off x="3508831" y="5762222"/>
            <a:ext cx="8325034" cy="922745"/>
            <a:chOff x="3508831" y="5762222"/>
            <a:chExt cx="8325034" cy="922745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B3EDE152-7C0F-D137-5FFF-A46E24409617}"/>
                </a:ext>
              </a:extLst>
            </p:cNvPr>
            <p:cNvGrpSpPr/>
            <p:nvPr/>
          </p:nvGrpSpPr>
          <p:grpSpPr>
            <a:xfrm>
              <a:off x="3508831" y="5762222"/>
              <a:ext cx="8325034" cy="922745"/>
              <a:chOff x="3552490" y="5836523"/>
              <a:chExt cx="8325034" cy="922745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ECA858FC-45BE-5821-7A04-F91C656C2A13}"/>
                  </a:ext>
                </a:extLst>
              </p:cNvPr>
              <p:cNvGrpSpPr/>
              <p:nvPr/>
            </p:nvGrpSpPr>
            <p:grpSpPr>
              <a:xfrm>
                <a:off x="3552490" y="5836523"/>
                <a:ext cx="8325034" cy="922745"/>
                <a:chOff x="3552490" y="5836523"/>
                <a:chExt cx="8325034" cy="922745"/>
              </a:xfrm>
            </p:grpSpPr>
            <p:sp>
              <p:nvSpPr>
                <p:cNvPr id="122" name="Rectangle: Rounded Corners 3">
                  <a:extLst>
                    <a:ext uri="{FF2B5EF4-FFF2-40B4-BE49-F238E27FC236}">
                      <a16:creationId xmlns:a16="http://schemas.microsoft.com/office/drawing/2014/main" id="{F90FAE8F-E73A-5EB8-960A-D6787FE3D5CB}"/>
                    </a:ext>
                  </a:extLst>
                </p:cNvPr>
                <p:cNvSpPr/>
                <p:nvPr/>
              </p:nvSpPr>
              <p:spPr>
                <a:xfrm>
                  <a:off x="3552490" y="5859268"/>
                  <a:ext cx="8325034" cy="900000"/>
                </a:xfrm>
                <a:prstGeom prst="roundRect">
                  <a:avLst/>
                </a:prstGeom>
                <a:solidFill>
                  <a:srgbClr val="F9D2B5"/>
                </a:solidFill>
                <a:ln>
                  <a:solidFill>
                    <a:srgbClr val="F9D2B5"/>
                  </a:solidFill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B78DE608-63BC-8143-3015-0A9E81C4E71A}"/>
                    </a:ext>
                  </a:extLst>
                </p:cNvPr>
                <p:cNvGrpSpPr/>
                <p:nvPr/>
              </p:nvGrpSpPr>
              <p:grpSpPr>
                <a:xfrm>
                  <a:off x="3562659" y="5836523"/>
                  <a:ext cx="801261" cy="903352"/>
                  <a:chOff x="4444505" y="551736"/>
                  <a:chExt cx="801261" cy="903352"/>
                </a:xfrm>
              </p:grpSpPr>
              <p:pic>
                <p:nvPicPr>
                  <p:cNvPr id="124" name="Picture 123">
                    <a:extLst>
                      <a:ext uri="{FF2B5EF4-FFF2-40B4-BE49-F238E27FC236}">
                        <a16:creationId xmlns:a16="http://schemas.microsoft.com/office/drawing/2014/main" id="{B73B8142-91D1-DB2A-D67D-A90E791DB77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44505" y="551736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25" name="TextBox 124">
                    <a:extLst>
                      <a:ext uri="{FF2B5EF4-FFF2-40B4-BE49-F238E27FC236}">
                        <a16:creationId xmlns:a16="http://schemas.microsoft.com/office/drawing/2014/main" id="{4F424B14-D548-76DE-56C2-19C2486EED38}"/>
                      </a:ext>
                    </a:extLst>
                  </p:cNvPr>
                  <p:cNvSpPr txBox="1"/>
                  <p:nvPr/>
                </p:nvSpPr>
                <p:spPr>
                  <a:xfrm>
                    <a:off x="4703335" y="772579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1</a:t>
                    </a:r>
                  </a:p>
                </p:txBody>
              </p:sp>
            </p:grpSp>
          </p:grp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5D83EF1-D711-C42E-31D1-0AC5F8097132}"/>
                  </a:ext>
                </a:extLst>
              </p:cNvPr>
              <p:cNvSpPr txBox="1"/>
              <p:nvPr/>
            </p:nvSpPr>
            <p:spPr>
              <a:xfrm>
                <a:off x="4436424" y="6058243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Where I live in the United Kingdom</a:t>
                </a:r>
              </a:p>
            </p:txBody>
          </p:sp>
        </p:grp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B2D7F9D6-E21E-751B-AA90-38F97F44AD11}"/>
                </a:ext>
              </a:extLst>
            </p:cNvPr>
            <p:cNvSpPr txBox="1"/>
            <p:nvPr/>
          </p:nvSpPr>
          <p:spPr>
            <a:xfrm>
              <a:off x="6824631" y="5878352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/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know that culture means the way of life of a group of people. I can talk about the different people, jobs and landmarks in my local area. </a:t>
              </a:r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6D5C4F10-7879-58F2-1D60-FEB4CC3988EC}"/>
              </a:ext>
            </a:extLst>
          </p:cNvPr>
          <p:cNvGrpSpPr/>
          <p:nvPr userDrawn="1"/>
        </p:nvGrpSpPr>
        <p:grpSpPr>
          <a:xfrm>
            <a:off x="3525668" y="2709975"/>
            <a:ext cx="8308198" cy="912750"/>
            <a:chOff x="3525668" y="2709975"/>
            <a:chExt cx="8308198" cy="912750"/>
          </a:xfrm>
        </p:grpSpPr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4EA1DE59-E551-BCE6-3048-2019ECF7A4E1}"/>
                </a:ext>
              </a:extLst>
            </p:cNvPr>
            <p:cNvGrpSpPr/>
            <p:nvPr/>
          </p:nvGrpSpPr>
          <p:grpSpPr>
            <a:xfrm>
              <a:off x="3525668" y="2709975"/>
              <a:ext cx="8308198" cy="912750"/>
              <a:chOff x="3525668" y="2709975"/>
              <a:chExt cx="8308198" cy="912750"/>
            </a:xfrm>
          </p:grpSpPr>
          <p:grpSp>
            <p:nvGrpSpPr>
              <p:cNvPr id="140" name="Group 139">
                <a:extLst>
                  <a:ext uri="{FF2B5EF4-FFF2-40B4-BE49-F238E27FC236}">
                    <a16:creationId xmlns:a16="http://schemas.microsoft.com/office/drawing/2014/main" id="{74F7FBA9-111E-45B7-0BA8-B6431491B9DA}"/>
                  </a:ext>
                </a:extLst>
              </p:cNvPr>
              <p:cNvGrpSpPr/>
              <p:nvPr/>
            </p:nvGrpSpPr>
            <p:grpSpPr>
              <a:xfrm>
                <a:off x="3525668" y="2709975"/>
                <a:ext cx="8308198" cy="912750"/>
                <a:chOff x="3525668" y="2709975"/>
                <a:chExt cx="8308198" cy="912750"/>
              </a:xfrm>
            </p:grpSpPr>
            <p:sp>
              <p:nvSpPr>
                <p:cNvPr id="142" name="Rectangle: Rounded Corners 15">
                  <a:extLst>
                    <a:ext uri="{FF2B5EF4-FFF2-40B4-BE49-F238E27FC236}">
                      <a16:creationId xmlns:a16="http://schemas.microsoft.com/office/drawing/2014/main" id="{05CF309E-DCC1-5D56-6DC4-6BBFFAD71AA8}"/>
                    </a:ext>
                  </a:extLst>
                </p:cNvPr>
                <p:cNvSpPr/>
                <p:nvPr/>
              </p:nvSpPr>
              <p:spPr>
                <a:xfrm>
                  <a:off x="3533229" y="2722725"/>
                  <a:ext cx="8300637" cy="900000"/>
                </a:xfrm>
                <a:prstGeom prst="roundRect">
                  <a:avLst/>
                </a:prstGeom>
                <a:solidFill>
                  <a:srgbClr val="BDD7EF"/>
                </a:solidFill>
                <a:ln>
                  <a:noFill/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43" name="Group 142">
                  <a:extLst>
                    <a:ext uri="{FF2B5EF4-FFF2-40B4-BE49-F238E27FC236}">
                      <a16:creationId xmlns:a16="http://schemas.microsoft.com/office/drawing/2014/main" id="{AF0581E7-C97C-B1F7-165D-2382B94DFED3}"/>
                    </a:ext>
                  </a:extLst>
                </p:cNvPr>
                <p:cNvGrpSpPr/>
                <p:nvPr/>
              </p:nvGrpSpPr>
              <p:grpSpPr>
                <a:xfrm>
                  <a:off x="3525668" y="2709975"/>
                  <a:ext cx="801261" cy="903352"/>
                  <a:chOff x="4462145" y="450020"/>
                  <a:chExt cx="801261" cy="903352"/>
                </a:xfrm>
              </p:grpSpPr>
              <p:pic>
                <p:nvPicPr>
                  <p:cNvPr id="144" name="Picture 143">
                    <a:extLst>
                      <a:ext uri="{FF2B5EF4-FFF2-40B4-BE49-F238E27FC236}">
                        <a16:creationId xmlns:a16="http://schemas.microsoft.com/office/drawing/2014/main" id="{3E32F10A-5F31-DD7A-FB94-AC970FCDCB5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62145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2339432D-B2CF-50C9-AB21-97EC561BB5C1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080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4</a:t>
                    </a:r>
                  </a:p>
                </p:txBody>
              </p:sp>
            </p:grpSp>
          </p:grp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DE578201-4E89-1051-7197-9B61870A5C64}"/>
                  </a:ext>
                </a:extLst>
              </p:cNvPr>
              <p:cNvSpPr txBox="1"/>
              <p:nvPr/>
            </p:nvSpPr>
            <p:spPr>
              <a:xfrm>
                <a:off x="4392765" y="2911115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Peru or Brazil in South America</a:t>
                </a:r>
              </a:p>
            </p:txBody>
          </p:sp>
        </p:grp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E52D4432-96B0-6C7C-ED06-407C6E793917}"/>
                </a:ext>
              </a:extLst>
            </p:cNvPr>
            <p:cNvSpPr txBox="1"/>
            <p:nvPr/>
          </p:nvSpPr>
          <p:spPr>
            <a:xfrm>
              <a:off x="6824631" y="2924121"/>
              <a:ext cx="488210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make links between the physical geography, human geography and culture in South America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75B7A67-87DA-CD98-0E72-A3ED1AB3DE02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573C4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Cultural awareness &amp; diversity</a:t>
            </a:r>
          </a:p>
        </p:txBody>
      </p:sp>
      <p:pic>
        <p:nvPicPr>
          <p:cNvPr id="8" name="Picture 7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F5FB5CF-05B9-B200-9085-D29357F06A9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3942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93" grpId="0"/>
    </p:bld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cabulary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F80A4B6-DBA2-D228-5E62-DC28674BE8A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79E28B79-F94C-7819-45A7-F129CBA2F1A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259"/>
          <a:stretch>
            <a:fillRect/>
          </a:stretch>
        </p:blipFill>
        <p:spPr>
          <a:xfrm>
            <a:off x="75692" y="904454"/>
            <a:ext cx="819314" cy="70248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A49868-55C0-C948-8F46-8AFCF36233F9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rgbClr val="4573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Vocabulary</a:t>
            </a:r>
          </a:p>
        </p:txBody>
      </p:sp>
    </p:spTree>
    <p:extLst>
      <p:ext uri="{BB962C8B-B14F-4D97-AF65-F5344CB8AC3E}">
        <p14:creationId xmlns:p14="http://schemas.microsoft.com/office/powerpoint/2010/main" val="265814544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at, Why, H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23">
            <a:extLst>
              <a:ext uri="{FF2B5EF4-FFF2-40B4-BE49-F238E27FC236}">
                <a16:creationId xmlns:a16="http://schemas.microsoft.com/office/drawing/2014/main" id="{F6D42CA6-462B-65A7-9B5B-3C589F700F86}"/>
              </a:ext>
            </a:extLst>
          </p:cNvPr>
          <p:cNvSpPr/>
          <p:nvPr/>
        </p:nvSpPr>
        <p:spPr>
          <a:xfrm>
            <a:off x="8522617" y="1018745"/>
            <a:ext cx="347370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Rounded Rectangle 22">
            <a:extLst>
              <a:ext uri="{FF2B5EF4-FFF2-40B4-BE49-F238E27FC236}">
                <a16:creationId xmlns:a16="http://schemas.microsoft.com/office/drawing/2014/main" id="{933816E0-3D73-5ED5-6343-3817A0CE1063}"/>
              </a:ext>
            </a:extLst>
          </p:cNvPr>
          <p:cNvSpPr/>
          <p:nvPr/>
        </p:nvSpPr>
        <p:spPr>
          <a:xfrm>
            <a:off x="4410752" y="1052185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6" name="Rounded Rectangle 21">
            <a:extLst>
              <a:ext uri="{FF2B5EF4-FFF2-40B4-BE49-F238E27FC236}">
                <a16:creationId xmlns:a16="http://schemas.microsoft.com/office/drawing/2014/main" id="{F6937F02-EEC3-C298-0063-EDDE7526730B}"/>
              </a:ext>
            </a:extLst>
          </p:cNvPr>
          <p:cNvSpPr/>
          <p:nvPr/>
        </p:nvSpPr>
        <p:spPr>
          <a:xfrm>
            <a:off x="209994" y="1052184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7" name="Right Arrow 38">
            <a:extLst>
              <a:ext uri="{FF2B5EF4-FFF2-40B4-BE49-F238E27FC236}">
                <a16:creationId xmlns:a16="http://schemas.microsoft.com/office/drawing/2014/main" id="{B1CFD2A5-7039-037E-430B-B80B83385DB6}"/>
              </a:ext>
            </a:extLst>
          </p:cNvPr>
          <p:cNvSpPr/>
          <p:nvPr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8" name="Right Arrow 40">
            <a:extLst>
              <a:ext uri="{FF2B5EF4-FFF2-40B4-BE49-F238E27FC236}">
                <a16:creationId xmlns:a16="http://schemas.microsoft.com/office/drawing/2014/main" id="{372AD2D4-1CF6-11D1-3BEA-720CFCFE5006}"/>
              </a:ext>
            </a:extLst>
          </p:cNvPr>
          <p:cNvSpPr/>
          <p:nvPr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9" name="Cloud Callout 14">
            <a:extLst>
              <a:ext uri="{FF2B5EF4-FFF2-40B4-BE49-F238E27FC236}">
                <a16:creationId xmlns:a16="http://schemas.microsoft.com/office/drawing/2014/main" id="{72557F44-26CC-ABAB-3E13-3FFF710EA6C6}"/>
              </a:ext>
            </a:extLst>
          </p:cNvPr>
          <p:cNvSpPr/>
          <p:nvPr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20" name="Cloud Callout 17">
            <a:extLst>
              <a:ext uri="{FF2B5EF4-FFF2-40B4-BE49-F238E27FC236}">
                <a16:creationId xmlns:a16="http://schemas.microsoft.com/office/drawing/2014/main" id="{99034DEB-EBF2-656E-3440-CC2D10A6A536}"/>
              </a:ext>
            </a:extLst>
          </p:cNvPr>
          <p:cNvSpPr/>
          <p:nvPr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21" name="Cloud Callout 20">
            <a:extLst>
              <a:ext uri="{FF2B5EF4-FFF2-40B4-BE49-F238E27FC236}">
                <a16:creationId xmlns:a16="http://schemas.microsoft.com/office/drawing/2014/main" id="{C1DBC0FA-BEBC-DB1B-A07D-B992ACFA9B31}"/>
              </a:ext>
            </a:extLst>
          </p:cNvPr>
          <p:cNvSpPr/>
          <p:nvPr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How will I know when I get there?</a:t>
            </a:r>
          </a:p>
        </p:txBody>
      </p:sp>
      <p:sp>
        <p:nvSpPr>
          <p:cNvPr id="22" name="Rounded Rectangle 25">
            <a:extLst>
              <a:ext uri="{FF2B5EF4-FFF2-40B4-BE49-F238E27FC236}">
                <a16:creationId xmlns:a16="http://schemas.microsoft.com/office/drawing/2014/main" id="{1646F1E1-DCB0-8652-1C01-B27E4DECEB83}"/>
              </a:ext>
            </a:extLst>
          </p:cNvPr>
          <p:cNvSpPr/>
          <p:nvPr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705862-A1AE-7F25-7136-07F0B8B9FD0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DA8159E-6768-ACF9-C38D-6273DAA9B84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11EE97E-6D16-40A1-3A53-1B671DC6713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2CB1FC9-FD58-52C0-23F6-FC4FDB6820AF}"/>
              </a:ext>
            </a:extLst>
          </p:cNvPr>
          <p:cNvSpPr/>
          <p:nvPr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24503B1-BD02-EA02-AE0B-AC487CD2AFD0}"/>
              </a:ext>
            </a:extLst>
          </p:cNvPr>
          <p:cNvSpPr/>
          <p:nvPr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show this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8" name="Title 27">
            <a:extLst>
              <a:ext uri="{FF2B5EF4-FFF2-40B4-BE49-F238E27FC236}">
                <a16:creationId xmlns:a16="http://schemas.microsoft.com/office/drawing/2014/main" id="{AF9E9CD8-FC16-6852-0D5B-1861A37CC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5691" y="252727"/>
            <a:ext cx="10515600" cy="587374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Key Question</a:t>
            </a: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23B7B291-D52D-95B8-84B9-3312C89477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8500" y="4522788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3">
            <a:extLst>
              <a:ext uri="{FF2B5EF4-FFF2-40B4-BE49-F238E27FC236}">
                <a16:creationId xmlns:a16="http://schemas.microsoft.com/office/drawing/2014/main" id="{EC15CAA9-8C92-565C-C8AE-391C0A8CBA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7594" y="4522787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3">
            <a:extLst>
              <a:ext uri="{FF2B5EF4-FFF2-40B4-BE49-F238E27FC236}">
                <a16:creationId xmlns:a16="http://schemas.microsoft.com/office/drawing/2014/main" id="{E591B14A-DBC9-599B-D8C3-00A1930120C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79945" y="4485371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Rounded Rectangle 23">
            <a:extLst>
              <a:ext uri="{FF2B5EF4-FFF2-40B4-BE49-F238E27FC236}">
                <a16:creationId xmlns:a16="http://schemas.microsoft.com/office/drawing/2014/main" id="{DAD70EF2-B389-F6AB-9202-9947727C8EDE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" name="Rounded Rectangle 22">
            <a:extLst>
              <a:ext uri="{FF2B5EF4-FFF2-40B4-BE49-F238E27FC236}">
                <a16:creationId xmlns:a16="http://schemas.microsoft.com/office/drawing/2014/main" id="{D73C95A5-B885-8E18-B952-7E5AF86E696D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" name="Rounded Rectangle 21">
            <a:extLst>
              <a:ext uri="{FF2B5EF4-FFF2-40B4-BE49-F238E27FC236}">
                <a16:creationId xmlns:a16="http://schemas.microsoft.com/office/drawing/2014/main" id="{23C0025D-E14A-72FF-7C65-379ECE5F2737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6" name="Right Arrow 38">
            <a:extLst>
              <a:ext uri="{FF2B5EF4-FFF2-40B4-BE49-F238E27FC236}">
                <a16:creationId xmlns:a16="http://schemas.microsoft.com/office/drawing/2014/main" id="{3D46CA92-9C6A-1EB2-CD19-DFBD4DD8B983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7" name="Right Arrow 40">
            <a:extLst>
              <a:ext uri="{FF2B5EF4-FFF2-40B4-BE49-F238E27FC236}">
                <a16:creationId xmlns:a16="http://schemas.microsoft.com/office/drawing/2014/main" id="{E9982F60-7E6B-FE98-094D-0F4FA10EE523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8" name="Cloud Callout 14">
            <a:extLst>
              <a:ext uri="{FF2B5EF4-FFF2-40B4-BE49-F238E27FC236}">
                <a16:creationId xmlns:a16="http://schemas.microsoft.com/office/drawing/2014/main" id="{F50ADCED-875C-6838-28A6-C82BB08B82A2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9" name="Cloud Callout 17">
            <a:extLst>
              <a:ext uri="{FF2B5EF4-FFF2-40B4-BE49-F238E27FC236}">
                <a16:creationId xmlns:a16="http://schemas.microsoft.com/office/drawing/2014/main" id="{9EB5C331-51E6-1840-11BD-45C81C31DE97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10" name="Cloud Callout 9">
            <a:extLst>
              <a:ext uri="{FF2B5EF4-FFF2-40B4-BE49-F238E27FC236}">
                <a16:creationId xmlns:a16="http://schemas.microsoft.com/office/drawing/2014/main" id="{41F1AAC0-BFF7-8E06-CE36-8B4483C203B0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How will I know when I'm successful?</a:t>
            </a:r>
          </a:p>
        </p:txBody>
      </p:sp>
      <p:sp>
        <p:nvSpPr>
          <p:cNvPr id="11" name="Rounded Rectangle 25">
            <a:extLst>
              <a:ext uri="{FF2B5EF4-FFF2-40B4-BE49-F238E27FC236}">
                <a16:creationId xmlns:a16="http://schemas.microsoft.com/office/drawing/2014/main" id="{38CFA59B-1241-C90B-9097-3AA56ED96E90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6FADE6-BDC8-4964-257F-496A019EE8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D205D91-B0B4-D7D8-36D2-12B57E5E744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7C74EBA-17CE-389D-DB85-9D1D1F50A3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EEE8F13-34A7-26CF-FFAD-B348960624BA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65D1644-9817-EFA8-570C-FA8D62C945E7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be successful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33" name="Picture 3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543666C-A10F-2BF0-F787-B3A0D5E5F6F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17">
            <a:extLst>
              <a:ext uri="{FF2B5EF4-FFF2-40B4-BE49-F238E27FC236}">
                <a16:creationId xmlns:a16="http://schemas.microsoft.com/office/drawing/2014/main" id="{F5E13AFA-3970-5633-8869-613679954DD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247" y="140894"/>
            <a:ext cx="885149" cy="77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5834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7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8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420A20-0427-FEBB-94F6-C4193F5D6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3834"/>
            <a:ext cx="11685495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27FA49-916F-6379-73AB-F81F90D63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4334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2D282E2-C594-7769-1AA9-A48C71FC4D9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863311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2" name="Picture 11" descr="A close-up of a card  AI-generated content may be incorrect.">
            <a:extLst>
              <a:ext uri="{FF2B5EF4-FFF2-40B4-BE49-F238E27FC236}">
                <a16:creationId xmlns:a16="http://schemas.microsoft.com/office/drawing/2014/main" id="{19C37659-7358-BC03-60AF-B392A7BB2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19" y="119675"/>
            <a:ext cx="1569326" cy="773914"/>
          </a:xfrm>
          <a:prstGeom prst="rect">
            <a:avLst/>
          </a:prstGeom>
        </p:spPr>
      </p:pic>
      <p:pic>
        <p:nvPicPr>
          <p:cNvPr id="6" name="Picture 5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56FEE9A-7A4C-C146-9F2C-AA95D12B1B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067568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5292D3-9B48-D839-900B-BC40E199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8DC9B51-90C5-910F-0E5E-26C8FCDF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close-up of a pink sign  AI-generated content may be incorrect.">
            <a:extLst>
              <a:ext uri="{FF2B5EF4-FFF2-40B4-BE49-F238E27FC236}">
                <a16:creationId xmlns:a16="http://schemas.microsoft.com/office/drawing/2014/main" id="{0B7F0C43-5A32-058E-34EF-2A306950E5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2590" y="120071"/>
            <a:ext cx="1717539" cy="738116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957987D4-A06A-C5CB-651A-0BE75EF416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469155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 T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BA2D6B0-18BA-C1F5-A3CF-A118B5DF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F42BF2B-5700-B0C0-6B69-6699F0F4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pink background with a cartoon character  AI-generated content may be incorrect.">
            <a:extLst>
              <a:ext uri="{FF2B5EF4-FFF2-40B4-BE49-F238E27FC236}">
                <a16:creationId xmlns:a16="http://schemas.microsoft.com/office/drawing/2014/main" id="{CC49C281-BFEE-C448-05E7-67F0CFEF13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9597" y="120460"/>
            <a:ext cx="1691510" cy="696504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B3E5AEB-4433-9811-BFB5-67A78BBCA8D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659335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AEF570-F9F4-B149-BF1A-BEF6DEE60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E87AD0-4B3C-76E5-0F15-7F5DFE335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green background with black text  AI-generated content may be incorrect.">
            <a:extLst>
              <a:ext uri="{FF2B5EF4-FFF2-40B4-BE49-F238E27FC236}">
                <a16:creationId xmlns:a16="http://schemas.microsoft.com/office/drawing/2014/main" id="{25F460C6-509E-8D53-E313-AD7B04BB14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1734" y="120459"/>
            <a:ext cx="1691510" cy="703611"/>
          </a:xfrm>
          <a:prstGeom prst="rect">
            <a:avLst/>
          </a:prstGeom>
        </p:spPr>
      </p:pic>
      <p:pic>
        <p:nvPicPr>
          <p:cNvPr id="5" name="Picture 4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5FA9E67-03AE-A0EB-2281-F2B5FE675D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936431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5" y="1936003"/>
            <a:ext cx="3925823" cy="919401"/>
          </a:xfrm>
          <a:prstGeom prst="wedgeRoundRectCallout">
            <a:avLst>
              <a:gd name="adj1" fmla="val -17964"/>
              <a:gd name="adj2" fmla="val 104608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Today I found my learning challenging so I…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804868" y="1936003"/>
            <a:ext cx="2938272" cy="919401"/>
          </a:xfrm>
          <a:prstGeom prst="wedgeRoundRectCallout">
            <a:avLst>
              <a:gd name="adj1" fmla="val -10874"/>
              <a:gd name="adj2" fmla="val 148695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During our learning I found …. easy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60" y="1941004"/>
            <a:ext cx="3645408" cy="919401"/>
          </a:xfrm>
          <a:prstGeom prst="wedgeRoundRectCallout">
            <a:avLst>
              <a:gd name="adj1" fmla="val -2104"/>
              <a:gd name="adj2" fmla="val 138087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In my learning I felt confidence because…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B8784DBF-A5BF-8E8C-33D6-8D848534089B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66;p1">
            <a:extLst>
              <a:ext uri="{FF2B5EF4-FFF2-40B4-BE49-F238E27FC236}">
                <a16:creationId xmlns:a16="http://schemas.microsoft.com/office/drawing/2014/main" id="{B79F7C4B-7C6C-3712-DE99-A417AA8226C9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D8A5ABD-72B1-8FCC-D2E3-AFF72A1EA39A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5" name="Google Shape;68;p1">
              <a:extLst>
                <a:ext uri="{FF2B5EF4-FFF2-40B4-BE49-F238E27FC236}">
                  <a16:creationId xmlns:a16="http://schemas.microsoft.com/office/drawing/2014/main" id="{E90BE148-4E8D-2CEC-9ED0-3A226AFAD140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69;p1">
              <a:extLst>
                <a:ext uri="{FF2B5EF4-FFF2-40B4-BE49-F238E27FC236}">
                  <a16:creationId xmlns:a16="http://schemas.microsoft.com/office/drawing/2014/main" id="{8CFEDBD4-C58D-96F6-5713-49A597758780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70;p1">
              <a:extLst>
                <a:ext uri="{FF2B5EF4-FFF2-40B4-BE49-F238E27FC236}">
                  <a16:creationId xmlns:a16="http://schemas.microsoft.com/office/drawing/2014/main" id="{23C9B120-59A6-FB6E-BCA7-04B388EB521F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1;p1">
              <a:extLst>
                <a:ext uri="{FF2B5EF4-FFF2-40B4-BE49-F238E27FC236}">
                  <a16:creationId xmlns:a16="http://schemas.microsoft.com/office/drawing/2014/main" id="{071E9B71-1D6B-A658-51A8-6BF85EE3C843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2;p1">
              <a:extLst>
                <a:ext uri="{FF2B5EF4-FFF2-40B4-BE49-F238E27FC236}">
                  <a16:creationId xmlns:a16="http://schemas.microsoft.com/office/drawing/2014/main" id="{BA6A7AAB-4D0E-E3C6-97F0-0198F06F9F8A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3;p1">
              <a:extLst>
                <a:ext uri="{FF2B5EF4-FFF2-40B4-BE49-F238E27FC236}">
                  <a16:creationId xmlns:a16="http://schemas.microsoft.com/office/drawing/2014/main" id="{309C4563-8B5F-3C62-C199-9C3F9A0BD832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9D2D681E-6C63-11A9-642B-6DD202388EAA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A818638E-7FF2-9FE7-0538-3F399E39CF82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0D4557AC-2E2A-6A8D-7083-C24467D8E297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A0D971E6-B3A0-5841-E864-46972A675BE8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D4624AC3-A4E0-C52D-7DB6-AB8579E3D843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9905BC2D-B4E0-8CFB-4745-6E4703B1D522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44C62CB1-8159-EB1E-2AB8-95B5CED9F045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A3738056-49A2-088E-EE8F-5388331993D9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82B818FC-AA86-C7B3-CF06-C03FC4E4833E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40CD6A64-190F-2562-F14C-76305F732AF8}"/>
              </a:ext>
            </a:extLst>
          </p:cNvPr>
          <p:cNvPicPr preferRelativeResize="0"/>
          <p:nvPr userDrawn="1"/>
        </p:nvPicPr>
        <p:blipFill rotWithShape="1">
          <a:blip r:embed="rId12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AF2E4F4E-C2C0-5BC3-61DC-A80B23F68F26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rgbClr val="4573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Learning Review</a:t>
            </a:r>
          </a:p>
        </p:txBody>
      </p:sp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F6E15BD8-067F-5777-5819-3CAC1F2D6A9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4259"/>
          <a:stretch>
            <a:fillRect/>
          </a:stretch>
        </p:blipFill>
        <p:spPr>
          <a:xfrm>
            <a:off x="75692" y="904454"/>
            <a:ext cx="819314" cy="702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36049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 Edi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B8784DBF-A5BF-8E8C-33D6-8D848534089B}"/>
              </a:ext>
            </a:extLst>
          </p:cNvPr>
          <p:cNvPicPr preferRelativeResize="0"/>
          <p:nvPr userDrawn="1"/>
        </p:nvPicPr>
        <p:blipFill rotWithShape="1">
          <a:blip r:embed="rId4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66;p1">
            <a:extLst>
              <a:ext uri="{FF2B5EF4-FFF2-40B4-BE49-F238E27FC236}">
                <a16:creationId xmlns:a16="http://schemas.microsoft.com/office/drawing/2014/main" id="{B79F7C4B-7C6C-3712-DE99-A417AA8226C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D8A5ABD-72B1-8FCC-D2E3-AFF72A1EA39A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5" name="Google Shape;68;p1">
              <a:extLst>
                <a:ext uri="{FF2B5EF4-FFF2-40B4-BE49-F238E27FC236}">
                  <a16:creationId xmlns:a16="http://schemas.microsoft.com/office/drawing/2014/main" id="{E90BE148-4E8D-2CEC-9ED0-3A226AFAD140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69;p1">
              <a:extLst>
                <a:ext uri="{FF2B5EF4-FFF2-40B4-BE49-F238E27FC236}">
                  <a16:creationId xmlns:a16="http://schemas.microsoft.com/office/drawing/2014/main" id="{8CFEDBD4-C58D-96F6-5713-49A597758780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70;p1">
              <a:extLst>
                <a:ext uri="{FF2B5EF4-FFF2-40B4-BE49-F238E27FC236}">
                  <a16:creationId xmlns:a16="http://schemas.microsoft.com/office/drawing/2014/main" id="{23C9B120-59A6-FB6E-BCA7-04B388EB521F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1;p1">
              <a:extLst>
                <a:ext uri="{FF2B5EF4-FFF2-40B4-BE49-F238E27FC236}">
                  <a16:creationId xmlns:a16="http://schemas.microsoft.com/office/drawing/2014/main" id="{071E9B71-1D6B-A658-51A8-6BF85EE3C843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2;p1">
              <a:extLst>
                <a:ext uri="{FF2B5EF4-FFF2-40B4-BE49-F238E27FC236}">
                  <a16:creationId xmlns:a16="http://schemas.microsoft.com/office/drawing/2014/main" id="{BA6A7AAB-4D0E-E3C6-97F0-0198F06F9F8A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3;p1">
              <a:extLst>
                <a:ext uri="{FF2B5EF4-FFF2-40B4-BE49-F238E27FC236}">
                  <a16:creationId xmlns:a16="http://schemas.microsoft.com/office/drawing/2014/main" id="{309C4563-8B5F-3C62-C199-9C3F9A0BD832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9D2D681E-6C63-11A9-642B-6DD202388EAA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A818638E-7FF2-9FE7-0538-3F399E39CF82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0D4557AC-2E2A-6A8D-7083-C24467D8E297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A0D971E6-B3A0-5841-E864-46972A675BE8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D4624AC3-A4E0-C52D-7DB6-AB8579E3D843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9905BC2D-B4E0-8CFB-4745-6E4703B1D522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44C62CB1-8159-EB1E-2AB8-95B5CED9F045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A3738056-49A2-088E-EE8F-5388331993D9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82B818FC-AA86-C7B3-CF06-C03FC4E4833E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40CD6A64-190F-2562-F14C-76305F732AF8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AF2E4F4E-C2C0-5BC3-61DC-A80B23F68F26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rgbClr val="4573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Learning Review</a:t>
            </a:r>
          </a:p>
        </p:txBody>
      </p:sp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F6E15BD8-067F-5777-5819-3CAC1F2D6A95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rcRect b="14259"/>
          <a:stretch>
            <a:fillRect/>
          </a:stretch>
        </p:blipFill>
        <p:spPr>
          <a:xfrm>
            <a:off x="75692" y="904454"/>
            <a:ext cx="819314" cy="7024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10F729-013A-63E2-0214-1ED40F1427D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8500ED0-92C3-76B7-A98C-25AE755D9CD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FF592F4-2BCB-5EAB-A130-75D137594C5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F1BFD2F-BDEB-870D-A592-57DB317404BB}"/>
              </a:ext>
            </a:extLst>
          </p:cNvPr>
          <p:cNvSpPr txBox="1"/>
          <p:nvPr userDrawn="1"/>
        </p:nvSpPr>
        <p:spPr>
          <a:xfrm>
            <a:off x="331626" y="1936003"/>
            <a:ext cx="3569816" cy="1328023"/>
          </a:xfrm>
          <a:prstGeom prst="wedgeRoundRectCallout">
            <a:avLst>
              <a:gd name="adj1" fmla="val -14004"/>
              <a:gd name="adj2" fmla="val 72935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8E24C5-732E-FB6C-FB21-5938A2ECB0BC}"/>
              </a:ext>
            </a:extLst>
          </p:cNvPr>
          <p:cNvSpPr txBox="1"/>
          <p:nvPr userDrawn="1"/>
        </p:nvSpPr>
        <p:spPr>
          <a:xfrm>
            <a:off x="4355027" y="1925372"/>
            <a:ext cx="3569815" cy="1338654"/>
          </a:xfrm>
          <a:prstGeom prst="wedgeRoundRectCallout">
            <a:avLst>
              <a:gd name="adj1" fmla="val -10589"/>
              <a:gd name="adj2" fmla="val 9329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A97946-BA60-699D-D8E2-BB99BE443572}"/>
              </a:ext>
            </a:extLst>
          </p:cNvPr>
          <p:cNvSpPr txBox="1"/>
          <p:nvPr userDrawn="1"/>
        </p:nvSpPr>
        <p:spPr>
          <a:xfrm>
            <a:off x="8290559" y="1930687"/>
            <a:ext cx="3569815" cy="1328023"/>
          </a:xfrm>
          <a:prstGeom prst="wedgeRoundRectCallout">
            <a:avLst>
              <a:gd name="adj1" fmla="val -7796"/>
              <a:gd name="adj2" fmla="val 95244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B1965D64-3352-1DA8-13E4-D16ACCAA899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910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8" name="Text Placeholder 38">
            <a:extLst>
              <a:ext uri="{FF2B5EF4-FFF2-40B4-BE49-F238E27FC236}">
                <a16:creationId xmlns:a16="http://schemas.microsoft.com/office/drawing/2014/main" id="{00867787-551F-CF0C-BC20-2470D10961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424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18FBB344-85B5-76A3-3AAC-250B1EC04D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40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72221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Callout 5">
            <a:extLst>
              <a:ext uri="{FF2B5EF4-FFF2-40B4-BE49-F238E27FC236}">
                <a16:creationId xmlns:a16="http://schemas.microsoft.com/office/drawing/2014/main" id="{A768AC55-9169-CD12-DE1E-DD3AE6B6949A}"/>
              </a:ext>
            </a:extLst>
          </p:cNvPr>
          <p:cNvSpPr/>
          <p:nvPr userDrawn="1"/>
        </p:nvSpPr>
        <p:spPr>
          <a:xfrm>
            <a:off x="8590283" y="1810499"/>
            <a:ext cx="311167" cy="232315"/>
          </a:xfrm>
          <a:prstGeom prst="wedgeEllipseCallout">
            <a:avLst>
              <a:gd name="adj1" fmla="val -30467"/>
              <a:gd name="adj2" fmla="val 7565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362B2-CBA8-FC87-AB4B-C119CAAD3D12}"/>
              </a:ext>
            </a:extLst>
          </p:cNvPr>
          <p:cNvCxnSpPr>
            <a:cxnSpLocks/>
          </p:cNvCxnSpPr>
          <p:nvPr userDrawn="1"/>
        </p:nvCxnSpPr>
        <p:spPr>
          <a:xfrm>
            <a:off x="0" y="3429000"/>
            <a:ext cx="12192000" cy="0"/>
          </a:xfrm>
          <a:prstGeom prst="line">
            <a:avLst/>
          </a:prstGeom>
          <a:ln w="28575">
            <a:solidFill>
              <a:srgbClr val="4573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6BFA09-C2E0-9EDD-C5AF-A084C1D2E62A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"/>
            <a:ext cx="0" cy="2200275"/>
          </a:xfrm>
          <a:prstGeom prst="line">
            <a:avLst/>
          </a:prstGeom>
          <a:ln w="28575">
            <a:solidFill>
              <a:srgbClr val="4573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A93CD5E5-7A63-84D8-216D-6206001D4352}"/>
              </a:ext>
            </a:extLst>
          </p:cNvPr>
          <p:cNvSpPr/>
          <p:nvPr userDrawn="1"/>
        </p:nvSpPr>
        <p:spPr>
          <a:xfrm>
            <a:off x="5295900" y="2647951"/>
            <a:ext cx="1600200" cy="163830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28575">
            <a:solidFill>
              <a:srgbClr val="4573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949BE8-1DF1-3976-E62D-C362A69DFA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916" b="91293" l="8707" r="90237">
                        <a14:foregroundMark x1="24274" y1="18734" x2="24274" y2="18734"/>
                        <a14:foregroundMark x1="47757" y1="8443" x2="47757" y2="8443"/>
                        <a14:foregroundMark x1="73615" y1="19789" x2="73615" y2="19789"/>
                        <a14:foregroundMark x1="90765" y1="48549" x2="90765" y2="48549"/>
                        <a14:foregroundMark x1="80475" y1="79420" x2="80475" y2="79420"/>
                        <a14:foregroundMark x1="53826" y1="91293" x2="53826" y2="91293"/>
                        <a14:foregroundMark x1="21900" y1="82058" x2="21900" y2="82058"/>
                        <a14:foregroundMark x1="8707" y1="47757" x2="8707" y2="477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72101" y="2724151"/>
            <a:ext cx="1504951" cy="150495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73ABCC3-9C74-F6C7-ACE2-3C6579FF949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19802"/>
          <a:stretch/>
        </p:blipFill>
        <p:spPr>
          <a:xfrm>
            <a:off x="8622691" y="1179808"/>
            <a:ext cx="542923" cy="5487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C88F8-4644-526F-4F11-DDCE2E4B680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50473" y1="61836" x2="50473" y2="6183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73096" y="1175643"/>
            <a:ext cx="757163" cy="4944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C14A703-D40F-6C9F-D411-31A1B97CEB0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222" b="95101" l="9320" r="91940">
                        <a14:foregroundMark x1="22418" y1="13545" x2="22418" y2="13545"/>
                        <a14:foregroundMark x1="41814" y1="15562" x2="41814" y2="15562"/>
                        <a14:foregroundMark x1="66247" y1="13545" x2="66247" y2="13545"/>
                        <a14:foregroundMark x1="92443" y1="19597" x2="92443" y2="19597"/>
                        <a14:foregroundMark x1="12091" y1="37464" x2="12091" y2="37464"/>
                        <a14:foregroundMark x1="20907" y1="46686" x2="20907" y2="46686"/>
                        <a14:foregroundMark x1="23174" y1="55331" x2="23174" y2="55331"/>
                        <a14:foregroundMark x1="23678" y1="65130" x2="23678" y2="65130"/>
                        <a14:foregroundMark x1="24181" y1="74063" x2="24181" y2="74063"/>
                        <a14:foregroundMark x1="48866" y1="95101" x2="48866" y2="95101"/>
                        <a14:foregroundMark x1="9320" y1="58213" x2="9320" y2="5821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116114"/>
            <a:ext cx="844555" cy="738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8C7B50D-C903-4859-1D5E-CE5CB6EF6744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750" b="94250" l="6107" r="94148">
                        <a14:foregroundMark x1="9415" y1="9750" x2="9415" y2="9750"/>
                        <a14:foregroundMark x1="74300" y1="9750" x2="74300" y2="9750"/>
                        <a14:foregroundMark x1="94148" y1="25500" x2="94148" y2="25500"/>
                        <a14:foregroundMark x1="6361" y1="24750" x2="6361" y2="24750"/>
                        <a14:foregroundMark x1="54198" y1="94250" x2="54198" y2="94250"/>
                        <a14:foregroundMark x1="65140" y1="62500" x2="65140" y2="62500"/>
                        <a14:foregroundMark x1="48092" y1="52500" x2="48092" y2="52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3476626"/>
            <a:ext cx="636365" cy="647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B67A7D-BAF3-39CA-92C1-F05C8FF50C2D}"/>
              </a:ext>
            </a:extLst>
          </p:cNvPr>
          <p:cNvSpPr txBox="1"/>
          <p:nvPr userDrawn="1"/>
        </p:nvSpPr>
        <p:spPr>
          <a:xfrm rot="16200000">
            <a:off x="5278050" y="2222012"/>
            <a:ext cx="1673759" cy="2169993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1263557"/>
              </a:avLst>
            </a:prstTxWarp>
            <a:spAutoFit/>
          </a:bodyPr>
          <a:lstStyle/>
          <a:p>
            <a:pPr algn="ctr"/>
            <a:r>
              <a:rPr lang="en-GB" sz="20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Watering Hole</a:t>
            </a:r>
            <a:r>
              <a:rPr lang="en-GB" sz="2000" b="0" i="0">
                <a:solidFill>
                  <a:srgbClr val="0070C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BCDB15-A18F-761C-9D70-5D498C4B281B}"/>
              </a:ext>
            </a:extLst>
          </p:cNvPr>
          <p:cNvSpPr/>
          <p:nvPr userDrawn="1"/>
        </p:nvSpPr>
        <p:spPr>
          <a:xfrm rot="-180000">
            <a:off x="5010272" y="2703555"/>
            <a:ext cx="2190749" cy="1847848"/>
          </a:xfrm>
          <a:prstGeom prst="rect">
            <a:avLst/>
          </a:prstGeom>
          <a:noFill/>
        </p:spPr>
        <p:txBody>
          <a:bodyPr spcFirstLastPara="1" wrap="none" lIns="91440" tIns="45720" rIns="91440" bIns="45720" numCol="1">
            <a:prstTxWarp prst="textArchDown">
              <a:avLst>
                <a:gd name="adj" fmla="val 18174041"/>
              </a:avLst>
            </a:prstTxWarp>
            <a:spAutoFit/>
          </a:bodyPr>
          <a:lstStyle/>
          <a:p>
            <a:pPr algn="ctr"/>
            <a:r>
              <a:rPr lang="en-GB" sz="2000" b="0" i="0">
                <a:ln w="22225">
                  <a:noFill/>
                  <a:prstDash val="solid"/>
                </a:ln>
                <a:latin typeface="Twinkl Cursive Looped" panose="02000000000000000000" pitchFamily="2" charset="77"/>
                <a:ea typeface="Sassoon Infant Rg" panose="02000503030000020003" pitchFamily="2" charset="0"/>
              </a:rPr>
              <a:t>Accessing what we need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EEF32E-84FC-9DD2-1645-162B4C9FAB5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938" b="92857" l="9898" r="89761">
                        <a14:foregroundMark x1="55631" y1="27019" x2="55631" y2="27019"/>
                        <a14:foregroundMark x1="54608" y1="92857" x2="54608" y2="928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15132" y="3622675"/>
            <a:ext cx="650036" cy="71437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158E33F-3765-E12D-EC90-52B96C993A54}"/>
              </a:ext>
            </a:extLst>
          </p:cNvPr>
          <p:cNvSpPr/>
          <p:nvPr userDrawn="1"/>
        </p:nvSpPr>
        <p:spPr>
          <a:xfrm>
            <a:off x="10407364" y="3602076"/>
            <a:ext cx="1665573" cy="3133725"/>
          </a:xfrm>
          <a:prstGeom prst="rect">
            <a:avLst/>
          </a:prstGeom>
          <a:noFill/>
          <a:ln>
            <a:solidFill>
              <a:srgbClr val="4573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A02AE-5FFD-29AD-EBE7-4C38018D5AAF}"/>
              </a:ext>
            </a:extLst>
          </p:cNvPr>
          <p:cNvCxnSpPr>
            <a:cxnSpLocks/>
          </p:cNvCxnSpPr>
          <p:nvPr userDrawn="1"/>
        </p:nvCxnSpPr>
        <p:spPr>
          <a:xfrm>
            <a:off x="9163051" y="59357"/>
            <a:ext cx="0" cy="3369644"/>
          </a:xfrm>
          <a:prstGeom prst="line">
            <a:avLst/>
          </a:prstGeom>
          <a:ln w="28575">
            <a:solidFill>
              <a:srgbClr val="4573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61B532-AB76-3FDE-0903-59141D8EB5E2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28548"/>
            <a:ext cx="6067427" cy="0"/>
          </a:xfrm>
          <a:prstGeom prst="line">
            <a:avLst/>
          </a:prstGeom>
          <a:ln w="28575">
            <a:solidFill>
              <a:srgbClr val="4573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28D7E95B-E86B-132A-8921-6D1CDF0723B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8084" b="92515" l="10000" r="90000">
                        <a14:foregroundMark x1="43429" y1="92814" x2="43429" y2="92814"/>
                        <a14:foregroundMark x1="55714" y1="34731" x2="55714" y2="34731"/>
                        <a14:foregroundMark x1="74571" y1="8084" x2="74571" y2="808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55321" y="1772679"/>
            <a:ext cx="502428" cy="47946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5A5C7A1-569F-D384-461E-747E1FC18D84}"/>
              </a:ext>
            </a:extLst>
          </p:cNvPr>
          <p:cNvSpPr txBox="1"/>
          <p:nvPr userDrawn="1"/>
        </p:nvSpPr>
        <p:spPr>
          <a:xfrm>
            <a:off x="9711276" y="1699665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Carry on - Finish Learning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A6BB55-886C-6BD6-A9CE-0ED258255B7D}"/>
              </a:ext>
            </a:extLst>
          </p:cNvPr>
          <p:cNvSpPr txBox="1"/>
          <p:nvPr userDrawn="1"/>
        </p:nvSpPr>
        <p:spPr>
          <a:xfrm>
            <a:off x="806119" y="3666061"/>
            <a:ext cx="315367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Deepening my learning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8C8C69-A916-A517-279F-F93D4A85E3A5}"/>
              </a:ext>
            </a:extLst>
          </p:cNvPr>
          <p:cNvSpPr txBox="1"/>
          <p:nvPr userDrawn="1"/>
        </p:nvSpPr>
        <p:spPr>
          <a:xfrm>
            <a:off x="6730946" y="1845508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Shared Learning Conversation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CEF66E-0B89-5C3E-A3EA-57F92E7F333F}"/>
              </a:ext>
            </a:extLst>
          </p:cNvPr>
          <p:cNvSpPr txBox="1"/>
          <p:nvPr userDrawn="1"/>
        </p:nvSpPr>
        <p:spPr>
          <a:xfrm>
            <a:off x="9938135" y="1319940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Small Group with an adult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3D8E9C-7FC1-8540-96AE-F9A174C627BC}"/>
              </a:ext>
            </a:extLst>
          </p:cNvPr>
          <p:cNvSpPr txBox="1"/>
          <p:nvPr userDrawn="1"/>
        </p:nvSpPr>
        <p:spPr>
          <a:xfrm>
            <a:off x="7103762" y="1334292"/>
            <a:ext cx="196073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Showcase Lead Learners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E8A13-704A-B295-4296-21A195989C8A}"/>
              </a:ext>
            </a:extLst>
          </p:cNvPr>
          <p:cNvSpPr txBox="1"/>
          <p:nvPr userDrawn="1"/>
        </p:nvSpPr>
        <p:spPr>
          <a:xfrm>
            <a:off x="978825" y="379381"/>
            <a:ext cx="1960735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Whole Class Feedback</a:t>
            </a:r>
          </a:p>
        </p:txBody>
      </p:sp>
      <p:sp>
        <p:nvSpPr>
          <p:cNvPr id="33" name="Oval Callout 32">
            <a:extLst>
              <a:ext uri="{FF2B5EF4-FFF2-40B4-BE49-F238E27FC236}">
                <a16:creationId xmlns:a16="http://schemas.microsoft.com/office/drawing/2014/main" id="{20E8220B-AFF3-E0A1-CAEF-B430A1C7AFF6}"/>
              </a:ext>
            </a:extLst>
          </p:cNvPr>
          <p:cNvSpPr/>
          <p:nvPr userDrawn="1"/>
        </p:nvSpPr>
        <p:spPr>
          <a:xfrm>
            <a:off x="8755466" y="1857693"/>
            <a:ext cx="311167" cy="232315"/>
          </a:xfrm>
          <a:prstGeom prst="wedgeEllipseCallout">
            <a:avLst>
              <a:gd name="adj1" fmla="val 33993"/>
              <a:gd name="adj2" fmla="val 78193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C78DA-D2CC-5E55-EC3C-74E0FBD6C5E0}"/>
              </a:ext>
            </a:extLst>
          </p:cNvPr>
          <p:cNvSpPr txBox="1"/>
          <p:nvPr userDrawn="1"/>
        </p:nvSpPr>
        <p:spPr>
          <a:xfrm>
            <a:off x="8708288" y="1869253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b="0" i="0">
                <a:latin typeface="Twinkl Cursive Looped" panose="02000000000000000000" pitchFamily="2" charset="77"/>
              </a:rPr>
              <a:t>SLC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122B806B-421A-D3A0-5273-FB8FEB6F94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" y="903288"/>
            <a:ext cx="4613275" cy="2311400"/>
          </a:xfrm>
        </p:spPr>
        <p:txBody>
          <a:bodyPr/>
          <a:lstStyle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4" name="Text Placeholder 40">
            <a:extLst>
              <a:ext uri="{FF2B5EF4-FFF2-40B4-BE49-F238E27FC236}">
                <a16:creationId xmlns:a16="http://schemas.microsoft.com/office/drawing/2014/main" id="{BFBC48A2-3497-BC71-A0AB-B94D10D2F0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51419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5" name="Text Placeholder 40">
            <a:extLst>
              <a:ext uri="{FF2B5EF4-FFF2-40B4-BE49-F238E27FC236}">
                <a16:creationId xmlns:a16="http://schemas.microsoft.com/office/drawing/2014/main" id="{E26FE762-C006-FAD3-9DB2-248E159C97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13273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EDBB5471-5DC0-3FC7-F0CE-0C2627A79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90946" y="4242234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DCF35568-A367-82E2-075A-2A811FF092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44146" y="2274889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C54F4DB2-38F8-1403-AF81-52DB71B0660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268691" y="2344162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F8A6C5BB-E7AE-DEA7-2BBB-960BAD1DE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407364" y="4353071"/>
            <a:ext cx="1665573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9624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Key Question 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loud 6">
            <a:extLst>
              <a:ext uri="{FF2B5EF4-FFF2-40B4-BE49-F238E27FC236}">
                <a16:creationId xmlns:a16="http://schemas.microsoft.com/office/drawing/2014/main" id="{B79B11F8-C457-8B5A-7DB2-A0B3822642CF}"/>
              </a:ext>
            </a:extLst>
          </p:cNvPr>
          <p:cNvSpPr/>
          <p:nvPr userDrawn="1"/>
        </p:nvSpPr>
        <p:spPr>
          <a:xfrm>
            <a:off x="1665866" y="215038"/>
            <a:ext cx="8504851" cy="2763090"/>
          </a:xfrm>
          <a:prstGeom prst="cloud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8" name="Picture 7" descr="A picture containing room  Description automatically generated">
            <a:extLst>
              <a:ext uri="{FF2B5EF4-FFF2-40B4-BE49-F238E27FC236}">
                <a16:creationId xmlns:a16="http://schemas.microsoft.com/office/drawing/2014/main" id="{DC7A9518-C555-4E09-54D1-0E22EFD76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900" y="3256317"/>
            <a:ext cx="1179274" cy="17116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5DAF98D-1546-11DC-FCBC-99F15C737598}"/>
              </a:ext>
            </a:extLst>
          </p:cNvPr>
          <p:cNvGrpSpPr/>
          <p:nvPr userDrawn="1"/>
        </p:nvGrpSpPr>
        <p:grpSpPr>
          <a:xfrm>
            <a:off x="10357333" y="154065"/>
            <a:ext cx="1648051" cy="1648051"/>
            <a:chOff x="8847786" y="141950"/>
            <a:chExt cx="1362870" cy="136287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48D769F-92AA-C62C-CEBF-72ACEE790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7786" y="828637"/>
              <a:ext cx="676183" cy="67618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1A96F2E-8EE9-43D4-0408-90BA76134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34473" y="828637"/>
              <a:ext cx="676183" cy="67618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5AF5C3E-FFA9-5539-5462-C4FDA6038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34472" y="141950"/>
              <a:ext cx="676183" cy="676183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71642E4-75DE-1766-9E03-1FB909AE2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47786" y="141950"/>
              <a:ext cx="676183" cy="676183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51F51B4-AEEF-DCBE-D5E3-959BD4FE0BF1}"/>
              </a:ext>
            </a:extLst>
          </p:cNvPr>
          <p:cNvSpPr txBox="1"/>
          <p:nvPr userDrawn="1"/>
        </p:nvSpPr>
        <p:spPr>
          <a:xfrm>
            <a:off x="10344525" y="1771029"/>
            <a:ext cx="1686365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75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21st Century Learning Skills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3F2A77-4134-EC11-46EB-A7AA627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 flipH="1">
            <a:off x="7468236" y="2737060"/>
            <a:ext cx="1750251" cy="21466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9CC78E3-5490-F69B-6984-2E5236E755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 flipH="1">
            <a:off x="3116064" y="2716803"/>
            <a:ext cx="1679750" cy="23986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70DB80A-87E5-2F1D-E192-CBC17CA7F4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4680150" y="2888780"/>
            <a:ext cx="1645920" cy="239860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19857BE-DDFC-D079-6FAD-C084CE926065}"/>
              </a:ext>
            </a:extLst>
          </p:cNvPr>
          <p:cNvGrpSpPr/>
          <p:nvPr userDrawn="1"/>
        </p:nvGrpSpPr>
        <p:grpSpPr>
          <a:xfrm>
            <a:off x="2765609" y="701604"/>
            <a:ext cx="4476397" cy="1473969"/>
            <a:chOff x="1400000" y="126068"/>
            <a:chExt cx="4476397" cy="1473969"/>
          </a:xfrm>
        </p:grpSpPr>
        <p:pic>
          <p:nvPicPr>
            <p:cNvPr id="21" name="Picture 17">
              <a:extLst>
                <a:ext uri="{FF2B5EF4-FFF2-40B4-BE49-F238E27FC236}">
                  <a16:creationId xmlns:a16="http://schemas.microsoft.com/office/drawing/2014/main" id="{8E2B66C8-56E7-D5AC-A43F-D8A64E7DBC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0000" y="126068"/>
              <a:ext cx="1679750" cy="1473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D9AC7F5-F0E5-1321-D781-89CEA212523E}"/>
                </a:ext>
              </a:extLst>
            </p:cNvPr>
            <p:cNvSpPr txBox="1"/>
            <p:nvPr userDrawn="1"/>
          </p:nvSpPr>
          <p:spPr>
            <a:xfrm>
              <a:off x="2072150" y="171993"/>
              <a:ext cx="3804247" cy="59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250" b="0" i="0" u="sng">
                  <a:latin typeface="Twinkl Cursive Looped" panose="02000000000000000000" pitchFamily="2" charset="77"/>
                </a:rPr>
                <a:t>Our Key Question is</a:t>
              </a:r>
            </a:p>
          </p:txBody>
        </p:sp>
      </p:grp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60FAA345-2F4A-20B9-CC7E-40D1186104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7738" y="1309016"/>
            <a:ext cx="525175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Our Key Question is: </a:t>
            </a:r>
          </a:p>
          <a:p>
            <a:r>
              <a:rPr lang="en-GB" sz="2800" b="1"/>
              <a:t>[insert]</a:t>
            </a:r>
            <a:endParaRPr lang="en-GB" sz="2800"/>
          </a:p>
        </p:txBody>
      </p:sp>
      <p:pic>
        <p:nvPicPr>
          <p:cNvPr id="3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CAF885-B994-C933-F003-250AB5A3ED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014" y="4876831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06DC673-9376-9EB1-A76B-31A4D4AFF3EB}"/>
              </a:ext>
            </a:extLst>
          </p:cNvPr>
          <p:cNvSpPr txBox="1"/>
          <p:nvPr userDrawn="1"/>
        </p:nvSpPr>
        <p:spPr>
          <a:xfrm>
            <a:off x="4365817" y="6100827"/>
            <a:ext cx="376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0" i="0">
                <a:latin typeface="Twinkl Cursive Looped" panose="02000000000000000000" pitchFamily="2" charset="77"/>
              </a:rPr>
              <a:t>Being a Geographer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9BAC9FA-D05E-28A1-7F09-6A51F3AF6AE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1293" y="4965784"/>
            <a:ext cx="389311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Insert any other states of being icons for the whole enquiry</a:t>
            </a:r>
          </a:p>
        </p:txBody>
      </p:sp>
    </p:spTree>
    <p:extLst>
      <p:ext uri="{BB962C8B-B14F-4D97-AF65-F5344CB8AC3E}">
        <p14:creationId xmlns:p14="http://schemas.microsoft.com/office/powerpoint/2010/main" val="223241688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s &amp; Skil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D7AD81-E14F-C5B1-6D8B-66EEBD8EFDFD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CA72E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Being a Geographer</a:t>
            </a:r>
          </a:p>
        </p:txBody>
      </p:sp>
      <p:pic>
        <p:nvPicPr>
          <p:cNvPr id="7" name="Picture 6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B18EE7AE-F359-0788-9079-EAE09AB5E88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96ED62E6-0F84-E11D-B1EC-BA5BFB160799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574847764"/>
              </p:ext>
            </p:extLst>
          </p:nvPr>
        </p:nvGraphicFramePr>
        <p:xfrm>
          <a:off x="5203825" y="96992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DE170A29-0188-94A9-F182-937A573B3790}"/>
              </a:ext>
            </a:extLst>
          </p:cNvPr>
          <p:cNvSpPr/>
          <p:nvPr userDrawn="1"/>
        </p:nvSpPr>
        <p:spPr>
          <a:xfrm>
            <a:off x="8638802" y="3169386"/>
            <a:ext cx="1196404" cy="1188720"/>
          </a:xfrm>
          <a:prstGeom prst="ellipse">
            <a:avLst/>
          </a:prstGeom>
          <a:solidFill>
            <a:srgbClr val="DAE3F3"/>
          </a:solidFill>
          <a:ln w="285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DA3FB8-60ED-F533-1982-023664F2BF6C}"/>
              </a:ext>
            </a:extLst>
          </p:cNvPr>
          <p:cNvSpPr txBox="1"/>
          <p:nvPr userDrawn="1"/>
        </p:nvSpPr>
        <p:spPr>
          <a:xfrm>
            <a:off x="8828342" y="396209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Skills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3CD7773-EC2D-86EE-E145-DFDEC740729C}"/>
              </a:ext>
            </a:extLst>
          </p:cNvPr>
          <p:cNvGrpSpPr/>
          <p:nvPr userDrawn="1"/>
        </p:nvGrpSpPr>
        <p:grpSpPr>
          <a:xfrm>
            <a:off x="9356620" y="1938523"/>
            <a:ext cx="1023036" cy="664762"/>
            <a:chOff x="9356620" y="1688266"/>
            <a:chExt cx="1023036" cy="664762"/>
          </a:xfrm>
        </p:grpSpPr>
        <p:pic>
          <p:nvPicPr>
            <p:cNvPr id="22" name="Picture 2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B03F5A25-1A0B-89B4-2245-31069814643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rcRect b="24830"/>
            <a:stretch>
              <a:fillRect/>
            </a:stretch>
          </p:blipFill>
          <p:spPr>
            <a:xfrm>
              <a:off x="9356620" y="1698853"/>
              <a:ext cx="870269" cy="654175"/>
            </a:xfrm>
            <a:prstGeom prst="rect">
              <a:avLst/>
            </a:prstGeom>
          </p:spPr>
        </p:pic>
        <p:pic>
          <p:nvPicPr>
            <p:cNvPr id="25" name="Picture 24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262DCC48-74D4-B523-2864-FD952EADFE6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/>
            <a:srcRect b="13048"/>
            <a:stretch>
              <a:fillRect/>
            </a:stretch>
          </p:blipFill>
          <p:spPr>
            <a:xfrm flipH="1">
              <a:off x="9791754" y="1688266"/>
              <a:ext cx="587902" cy="511195"/>
            </a:xfrm>
            <a:prstGeom prst="rect">
              <a:avLst/>
            </a:prstGeom>
          </p:spPr>
        </p:pic>
      </p:grpSp>
      <p:pic>
        <p:nvPicPr>
          <p:cNvPr id="27" name="Graphic 26">
            <a:extLst>
              <a:ext uri="{FF2B5EF4-FFF2-40B4-BE49-F238E27FC236}">
                <a16:creationId xmlns:a16="http://schemas.microsoft.com/office/drawing/2014/main" id="{D7D13343-B9CD-4CF7-A83E-223EDC84B2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4496" y="4187465"/>
            <a:ext cx="792672" cy="976340"/>
          </a:xfrm>
          <a:prstGeom prst="rect">
            <a:avLst/>
          </a:prstGeom>
        </p:spPr>
      </p:pic>
      <p:pic>
        <p:nvPicPr>
          <p:cNvPr id="28" name="Picture 2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C87E4F36-1F41-5CE4-ECA5-90EFD76E533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b="13693"/>
          <a:stretch>
            <a:fillRect/>
          </a:stretch>
        </p:blipFill>
        <p:spPr>
          <a:xfrm>
            <a:off x="8674875" y="4378343"/>
            <a:ext cx="1038724" cy="896484"/>
          </a:xfrm>
          <a:prstGeom prst="rect">
            <a:avLst/>
          </a:prstGeom>
        </p:spPr>
      </p:pic>
      <p:pic>
        <p:nvPicPr>
          <p:cNvPr id="29" name="Picture 2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BBC8A87E-6746-3BE4-1B3F-2AC6FC2692FE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 b="14104"/>
          <a:stretch>
            <a:fillRect/>
          </a:stretch>
        </p:blipFill>
        <p:spPr>
          <a:xfrm>
            <a:off x="7281524" y="3493860"/>
            <a:ext cx="995670" cy="855239"/>
          </a:xfrm>
          <a:prstGeom prst="rect">
            <a:avLst/>
          </a:prstGeom>
        </p:spPr>
      </p:pic>
      <p:pic>
        <p:nvPicPr>
          <p:cNvPr id="30" name="Picture 29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E4C5D60D-0F5C-5399-9F11-068B6A27A0F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3513"/>
          <a:stretch>
            <a:fillRect/>
          </a:stretch>
        </p:blipFill>
        <p:spPr>
          <a:xfrm>
            <a:off x="7950254" y="1935949"/>
            <a:ext cx="942975" cy="815546"/>
          </a:xfrm>
          <a:prstGeom prst="rect">
            <a:avLst/>
          </a:prstGeom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4AD6C44A-EE0A-682D-1D05-D90148B7AE5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6004" y="3298255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Block Arc 1">
            <a:extLst>
              <a:ext uri="{FF2B5EF4-FFF2-40B4-BE49-F238E27FC236}">
                <a16:creationId xmlns:a16="http://schemas.microsoft.com/office/drawing/2014/main" id="{7050BFD6-6884-2822-C1D2-6EB91C8073D1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1880000"/>
              <a:gd name="adj2" fmla="val 1620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" name="Block Arc 2">
            <a:extLst>
              <a:ext uri="{FF2B5EF4-FFF2-40B4-BE49-F238E27FC236}">
                <a16:creationId xmlns:a16="http://schemas.microsoft.com/office/drawing/2014/main" id="{92C628F0-42EA-A630-DA64-2A91A917973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7560000"/>
              <a:gd name="adj2" fmla="val 1188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5" name="Block Arc 4">
            <a:extLst>
              <a:ext uri="{FF2B5EF4-FFF2-40B4-BE49-F238E27FC236}">
                <a16:creationId xmlns:a16="http://schemas.microsoft.com/office/drawing/2014/main" id="{E175ABA4-EFD0-6819-D204-66055A08F636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3240000"/>
              <a:gd name="adj2" fmla="val 756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6" name="Block Arc 5">
            <a:extLst>
              <a:ext uri="{FF2B5EF4-FFF2-40B4-BE49-F238E27FC236}">
                <a16:creationId xmlns:a16="http://schemas.microsoft.com/office/drawing/2014/main" id="{EE6D1E83-96B8-FCE9-0949-1F15638ACCB3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20520000"/>
              <a:gd name="adj2" fmla="val 324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8" name="Block Arc 7">
            <a:extLst>
              <a:ext uri="{FF2B5EF4-FFF2-40B4-BE49-F238E27FC236}">
                <a16:creationId xmlns:a16="http://schemas.microsoft.com/office/drawing/2014/main" id="{D5C05C96-E554-FC5B-5CC4-C0E7904F1013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6200000"/>
              <a:gd name="adj2" fmla="val 2052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59A530-A046-9C8B-DA70-208E39864755}"/>
              </a:ext>
            </a:extLst>
          </p:cNvPr>
          <p:cNvSpPr/>
          <p:nvPr userDrawn="1"/>
        </p:nvSpPr>
        <p:spPr>
          <a:xfrm>
            <a:off x="2184003" y="2842324"/>
            <a:ext cx="2051843" cy="2051843"/>
          </a:xfrm>
          <a:custGeom>
            <a:avLst/>
            <a:gdLst>
              <a:gd name="csX0" fmla="*/ 0 w 2051843"/>
              <a:gd name="csY0" fmla="*/ 1025922 h 2051843"/>
              <a:gd name="csX1" fmla="*/ 1025922 w 2051843"/>
              <a:gd name="csY1" fmla="*/ 0 h 2051843"/>
              <a:gd name="csX2" fmla="*/ 2051844 w 2051843"/>
              <a:gd name="csY2" fmla="*/ 1025922 h 2051843"/>
              <a:gd name="csX3" fmla="*/ 1025922 w 2051843"/>
              <a:gd name="csY3" fmla="*/ 2051844 h 2051843"/>
              <a:gd name="csX4" fmla="*/ 0 w 2051843"/>
              <a:gd name="csY4" fmla="*/ 1025922 h 20518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51843" h="2051843">
                <a:moveTo>
                  <a:pt x="0" y="1025922"/>
                </a:moveTo>
                <a:cubicBezTo>
                  <a:pt x="0" y="459321"/>
                  <a:pt x="459321" y="0"/>
                  <a:pt x="1025922" y="0"/>
                </a:cubicBezTo>
                <a:cubicBezTo>
                  <a:pt x="1592523" y="0"/>
                  <a:pt x="2051844" y="459321"/>
                  <a:pt x="2051844" y="1025922"/>
                </a:cubicBezTo>
                <a:cubicBezTo>
                  <a:pt x="2051844" y="1592523"/>
                  <a:pt x="1592523" y="2051844"/>
                  <a:pt x="1025922" y="2051844"/>
                </a:cubicBezTo>
                <a:cubicBezTo>
                  <a:pt x="459321" y="2051844"/>
                  <a:pt x="0" y="1592523"/>
                  <a:pt x="0" y="1025922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51285" tIns="351285" rIns="351285" bIns="351285" numCol="1" spcCol="1270" anchor="ctr" anchorCtr="0">
            <a:noAutofit/>
          </a:bodyPr>
          <a:lstStyle/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2AD1F0-555B-3630-98EE-D34ED0EFFB9E}"/>
              </a:ext>
            </a:extLst>
          </p:cNvPr>
          <p:cNvSpPr txBox="1"/>
          <p:nvPr userDrawn="1"/>
        </p:nvSpPr>
        <p:spPr>
          <a:xfrm rot="16367761">
            <a:off x="2223417" y="2469219"/>
            <a:ext cx="1973014" cy="2366341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8617501"/>
              </a:avLst>
            </a:prstTxWarp>
            <a:spAutoFit/>
          </a:bodyPr>
          <a:lstStyle/>
          <a:p>
            <a:pPr algn="ctr"/>
            <a:r>
              <a:rPr lang="en-GB" sz="3200" b="0">
                <a:solidFill>
                  <a:schemeClr val="accent6">
                    <a:lumMod val="50000"/>
                  </a:schemeClr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Substantive Concepts </a:t>
            </a:r>
          </a:p>
        </p:txBody>
      </p:sp>
      <p:pic>
        <p:nvPicPr>
          <p:cNvPr id="2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7994353-7443-FA35-1A04-FEEAD0CEC5D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679" y="3227210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89D8855B-33DF-88C0-10CD-4FC26712878E}"/>
              </a:ext>
            </a:extLst>
          </p:cNvPr>
          <p:cNvGrpSpPr/>
          <p:nvPr userDrawn="1"/>
        </p:nvGrpSpPr>
        <p:grpSpPr>
          <a:xfrm>
            <a:off x="860724" y="1490979"/>
            <a:ext cx="4687021" cy="4721323"/>
            <a:chOff x="860724" y="1490979"/>
            <a:chExt cx="4687021" cy="4721323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BA8295F-40E3-0EC3-2948-7BE3656FF259}"/>
                </a:ext>
              </a:extLst>
            </p:cNvPr>
            <p:cNvGrpSpPr/>
            <p:nvPr userDrawn="1"/>
          </p:nvGrpSpPr>
          <p:grpSpPr>
            <a:xfrm>
              <a:off x="1001696" y="1490979"/>
              <a:ext cx="4479565" cy="4581645"/>
              <a:chOff x="-6827777" y="-4338819"/>
              <a:chExt cx="4479565" cy="4581645"/>
            </a:xfrm>
          </p:grpSpPr>
          <p:sp>
            <p:nvSpPr>
              <p:cNvPr id="98" name="Block Arc 97">
                <a:extLst>
                  <a:ext uri="{FF2B5EF4-FFF2-40B4-BE49-F238E27FC236}">
                    <a16:creationId xmlns:a16="http://schemas.microsoft.com/office/drawing/2014/main" id="{FF463DD2-0FCB-E45B-B39E-22C0812C6CC5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99" name="Block Arc 98">
                <a:extLst>
                  <a:ext uri="{FF2B5EF4-FFF2-40B4-BE49-F238E27FC236}">
                    <a16:creationId xmlns:a16="http://schemas.microsoft.com/office/drawing/2014/main" id="{5FB8E2CB-4857-3CF9-52F0-7E4E5D77192E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0" name="Block Arc 99">
                <a:extLst>
                  <a:ext uri="{FF2B5EF4-FFF2-40B4-BE49-F238E27FC236}">
                    <a16:creationId xmlns:a16="http://schemas.microsoft.com/office/drawing/2014/main" id="{CE2DCF82-F1AD-C3F4-9DE1-9FD5D364AFF1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BC18AF30-456F-92C7-1344-194E87AEDC68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3D7B7A3E-053C-54F9-A40F-40609E49DE76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11" name="Curved Right Arrow 110">
                    <a:extLst>
                      <a:ext uri="{FF2B5EF4-FFF2-40B4-BE49-F238E27FC236}">
                        <a16:creationId xmlns:a16="http://schemas.microsoft.com/office/drawing/2014/main" id="{6A9647B9-F4BD-F675-FAB0-921A24EFC571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2" name="Curved Right Arrow 111">
                    <a:extLst>
                      <a:ext uri="{FF2B5EF4-FFF2-40B4-BE49-F238E27FC236}">
                        <a16:creationId xmlns:a16="http://schemas.microsoft.com/office/drawing/2014/main" id="{509B42AB-EFD3-BA68-08B3-AAECF2663962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3" name="Curved Right Arrow 112">
                    <a:extLst>
                      <a:ext uri="{FF2B5EF4-FFF2-40B4-BE49-F238E27FC236}">
                        <a16:creationId xmlns:a16="http://schemas.microsoft.com/office/drawing/2014/main" id="{995F4CEF-96FC-2797-9583-78C85C69AF86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6881F713-E45D-3833-9CDA-EECDB0694C52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08" name="Curved Right Arrow 107">
                    <a:extLst>
                      <a:ext uri="{FF2B5EF4-FFF2-40B4-BE49-F238E27FC236}">
                        <a16:creationId xmlns:a16="http://schemas.microsoft.com/office/drawing/2014/main" id="{6F512785-E71D-C05D-8148-17AFDD32BD2E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9" name="Curved Right Arrow 108">
                    <a:extLst>
                      <a:ext uri="{FF2B5EF4-FFF2-40B4-BE49-F238E27FC236}">
                        <a16:creationId xmlns:a16="http://schemas.microsoft.com/office/drawing/2014/main" id="{E056A0FF-BC19-06E5-5824-9C1F460F6DBC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0" name="Curved Right Arrow 109">
                    <a:extLst>
                      <a:ext uri="{FF2B5EF4-FFF2-40B4-BE49-F238E27FC236}">
                        <a16:creationId xmlns:a16="http://schemas.microsoft.com/office/drawing/2014/main" id="{A755CE52-E83C-EB92-F226-5478B2EDDD56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02" name="Block Arc 101">
                <a:extLst>
                  <a:ext uri="{FF2B5EF4-FFF2-40B4-BE49-F238E27FC236}">
                    <a16:creationId xmlns:a16="http://schemas.microsoft.com/office/drawing/2014/main" id="{04F526DB-B08E-2B10-4068-D964A6B32E24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3" name="Block Arc 102">
                <a:extLst>
                  <a:ext uri="{FF2B5EF4-FFF2-40B4-BE49-F238E27FC236}">
                    <a16:creationId xmlns:a16="http://schemas.microsoft.com/office/drawing/2014/main" id="{475D0189-B593-CAD2-02C3-3D6482612801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4" name="Block Arc 103">
                <a:extLst>
                  <a:ext uri="{FF2B5EF4-FFF2-40B4-BE49-F238E27FC236}">
                    <a16:creationId xmlns:a16="http://schemas.microsoft.com/office/drawing/2014/main" id="{0770329E-4988-98FB-946A-AEAF982E6695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5" name="Block Arc 104">
                <a:extLst>
                  <a:ext uri="{FF2B5EF4-FFF2-40B4-BE49-F238E27FC236}">
                    <a16:creationId xmlns:a16="http://schemas.microsoft.com/office/drawing/2014/main" id="{A32808B6-F9B6-DCB1-426F-7B8E3D621919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07CF0C7-E346-0A84-DC6E-CBD49421C930}"/>
                </a:ext>
              </a:extLst>
            </p:cNvPr>
            <p:cNvGrpSpPr/>
            <p:nvPr userDrawn="1"/>
          </p:nvGrpSpPr>
          <p:grpSpPr>
            <a:xfrm rot="17234694">
              <a:off x="911764" y="1577422"/>
              <a:ext cx="4479565" cy="4581645"/>
              <a:chOff x="-6827777" y="-4338819"/>
              <a:chExt cx="4479565" cy="4581645"/>
            </a:xfrm>
          </p:grpSpPr>
          <p:sp>
            <p:nvSpPr>
              <p:cNvPr id="82" name="Block Arc 81">
                <a:extLst>
                  <a:ext uri="{FF2B5EF4-FFF2-40B4-BE49-F238E27FC236}">
                    <a16:creationId xmlns:a16="http://schemas.microsoft.com/office/drawing/2014/main" id="{E7ADCAC1-0477-8953-9654-C185553D5D3D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3" name="Block Arc 82">
                <a:extLst>
                  <a:ext uri="{FF2B5EF4-FFF2-40B4-BE49-F238E27FC236}">
                    <a16:creationId xmlns:a16="http://schemas.microsoft.com/office/drawing/2014/main" id="{055E117B-4C26-0EA0-04F6-A2BAB05A648A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4" name="Block Arc 83">
                <a:extLst>
                  <a:ext uri="{FF2B5EF4-FFF2-40B4-BE49-F238E27FC236}">
                    <a16:creationId xmlns:a16="http://schemas.microsoft.com/office/drawing/2014/main" id="{39B004E6-52D0-C635-A907-A1E1DFEA2F0A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44E262F2-76BA-C035-336A-9C5198394508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90" name="Group 89">
                  <a:extLst>
                    <a:ext uri="{FF2B5EF4-FFF2-40B4-BE49-F238E27FC236}">
                      <a16:creationId xmlns:a16="http://schemas.microsoft.com/office/drawing/2014/main" id="{1E706AD0-9048-F33C-4937-0D0334A108A4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95" name="Curved Right Arrow 94">
                    <a:extLst>
                      <a:ext uri="{FF2B5EF4-FFF2-40B4-BE49-F238E27FC236}">
                        <a16:creationId xmlns:a16="http://schemas.microsoft.com/office/drawing/2014/main" id="{9D0D9BAB-4D96-5AFA-D1CA-359BF293E4FF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6" name="Curved Right Arrow 95">
                    <a:extLst>
                      <a:ext uri="{FF2B5EF4-FFF2-40B4-BE49-F238E27FC236}">
                        <a16:creationId xmlns:a16="http://schemas.microsoft.com/office/drawing/2014/main" id="{2108E0E8-AAE4-2182-5BD5-ADB17EBC3D51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Curved Right Arrow 96">
                    <a:extLst>
                      <a:ext uri="{FF2B5EF4-FFF2-40B4-BE49-F238E27FC236}">
                        <a16:creationId xmlns:a16="http://schemas.microsoft.com/office/drawing/2014/main" id="{89BEB4BC-5713-6869-79E8-04DC3DED95CB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1" name="Group 90">
                  <a:extLst>
                    <a:ext uri="{FF2B5EF4-FFF2-40B4-BE49-F238E27FC236}">
                      <a16:creationId xmlns:a16="http://schemas.microsoft.com/office/drawing/2014/main" id="{E840C377-B0F8-73B8-8ED6-BF0CD9CA9E57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92" name="Curved Right Arrow 91">
                    <a:extLst>
                      <a:ext uri="{FF2B5EF4-FFF2-40B4-BE49-F238E27FC236}">
                        <a16:creationId xmlns:a16="http://schemas.microsoft.com/office/drawing/2014/main" id="{7FFE9BA4-7BBD-1C66-AFB0-028C2DDE9C46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3" name="Curved Right Arrow 92">
                    <a:extLst>
                      <a:ext uri="{FF2B5EF4-FFF2-40B4-BE49-F238E27FC236}">
                        <a16:creationId xmlns:a16="http://schemas.microsoft.com/office/drawing/2014/main" id="{860F7202-C62A-B5EB-4398-FA9F4BF09EE3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Curved Right Arrow 93">
                    <a:extLst>
                      <a:ext uri="{FF2B5EF4-FFF2-40B4-BE49-F238E27FC236}">
                        <a16:creationId xmlns:a16="http://schemas.microsoft.com/office/drawing/2014/main" id="{CB9AC5A1-29F8-6BB4-29DA-B9409D536CAB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6" name="Block Arc 85">
                <a:extLst>
                  <a:ext uri="{FF2B5EF4-FFF2-40B4-BE49-F238E27FC236}">
                    <a16:creationId xmlns:a16="http://schemas.microsoft.com/office/drawing/2014/main" id="{F8C4CB95-C9F2-2F62-D9AF-4400C902D4B8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7" name="Block Arc 86">
                <a:extLst>
                  <a:ext uri="{FF2B5EF4-FFF2-40B4-BE49-F238E27FC236}">
                    <a16:creationId xmlns:a16="http://schemas.microsoft.com/office/drawing/2014/main" id="{9E73C768-220B-1FDB-C4A0-3A51AB139733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8" name="Block Arc 87">
                <a:extLst>
                  <a:ext uri="{FF2B5EF4-FFF2-40B4-BE49-F238E27FC236}">
                    <a16:creationId xmlns:a16="http://schemas.microsoft.com/office/drawing/2014/main" id="{FC6A0EB7-4AEB-A1F5-31D0-323D47065498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9" name="Block Arc 88">
                <a:extLst>
                  <a:ext uri="{FF2B5EF4-FFF2-40B4-BE49-F238E27FC236}">
                    <a16:creationId xmlns:a16="http://schemas.microsoft.com/office/drawing/2014/main" id="{80809667-341E-90C7-9DFB-242434647E69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98EFFCE-D606-EB7C-E011-85E366102BB2}"/>
                </a:ext>
              </a:extLst>
            </p:cNvPr>
            <p:cNvGrpSpPr/>
            <p:nvPr userDrawn="1"/>
          </p:nvGrpSpPr>
          <p:grpSpPr>
            <a:xfrm rot="12830433">
              <a:off x="938298" y="1630657"/>
              <a:ext cx="4479565" cy="4581645"/>
              <a:chOff x="-6827777" y="-4338819"/>
              <a:chExt cx="4479565" cy="4581645"/>
            </a:xfrm>
          </p:grpSpPr>
          <p:sp>
            <p:nvSpPr>
              <p:cNvPr id="66" name="Block Arc 65">
                <a:extLst>
                  <a:ext uri="{FF2B5EF4-FFF2-40B4-BE49-F238E27FC236}">
                    <a16:creationId xmlns:a16="http://schemas.microsoft.com/office/drawing/2014/main" id="{D6E332CE-1E88-47C9-8401-A8136661E7A1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7" name="Block Arc 66">
                <a:extLst>
                  <a:ext uri="{FF2B5EF4-FFF2-40B4-BE49-F238E27FC236}">
                    <a16:creationId xmlns:a16="http://schemas.microsoft.com/office/drawing/2014/main" id="{7CBDCFA2-42E5-3712-A098-D09C40B8BA03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8" name="Block Arc 67">
                <a:extLst>
                  <a:ext uri="{FF2B5EF4-FFF2-40B4-BE49-F238E27FC236}">
                    <a16:creationId xmlns:a16="http://schemas.microsoft.com/office/drawing/2014/main" id="{9C55455D-BA4D-9FD7-0C06-A6D10C1C8203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9FBA7B94-8DC9-DFA5-B8A4-A4679A392D7F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74" name="Group 73">
                  <a:extLst>
                    <a:ext uri="{FF2B5EF4-FFF2-40B4-BE49-F238E27FC236}">
                      <a16:creationId xmlns:a16="http://schemas.microsoft.com/office/drawing/2014/main" id="{87B2038B-5A05-6EAF-8DF9-609FB6B9B43A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79" name="Curved Right Arrow 78">
                    <a:extLst>
                      <a:ext uri="{FF2B5EF4-FFF2-40B4-BE49-F238E27FC236}">
                        <a16:creationId xmlns:a16="http://schemas.microsoft.com/office/drawing/2014/main" id="{0A1D4E78-F704-4909-61FB-A701A38D5B1C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0" name="Curved Right Arrow 79">
                    <a:extLst>
                      <a:ext uri="{FF2B5EF4-FFF2-40B4-BE49-F238E27FC236}">
                        <a16:creationId xmlns:a16="http://schemas.microsoft.com/office/drawing/2014/main" id="{04E8B254-934D-4929-8420-06F497CF7378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Curved Right Arrow 80">
                    <a:extLst>
                      <a:ext uri="{FF2B5EF4-FFF2-40B4-BE49-F238E27FC236}">
                        <a16:creationId xmlns:a16="http://schemas.microsoft.com/office/drawing/2014/main" id="{508A179B-20C6-7A0F-E964-914399B64CD6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EE1D7334-BEAB-6E6F-8982-16E5B40E45CB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76" name="Curved Right Arrow 75">
                    <a:extLst>
                      <a:ext uri="{FF2B5EF4-FFF2-40B4-BE49-F238E27FC236}">
                        <a16:creationId xmlns:a16="http://schemas.microsoft.com/office/drawing/2014/main" id="{53143E28-4F33-5B8F-8283-E58BDB384732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7" name="Curved Right Arrow 76">
                    <a:extLst>
                      <a:ext uri="{FF2B5EF4-FFF2-40B4-BE49-F238E27FC236}">
                        <a16:creationId xmlns:a16="http://schemas.microsoft.com/office/drawing/2014/main" id="{42E4BA97-DDEF-DFFC-2DE3-00CE4A39D72F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8" name="Curved Right Arrow 77">
                    <a:extLst>
                      <a:ext uri="{FF2B5EF4-FFF2-40B4-BE49-F238E27FC236}">
                        <a16:creationId xmlns:a16="http://schemas.microsoft.com/office/drawing/2014/main" id="{9FCC79F1-02F3-E87C-0246-35AD8B0E0216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70" name="Block Arc 69">
                <a:extLst>
                  <a:ext uri="{FF2B5EF4-FFF2-40B4-BE49-F238E27FC236}">
                    <a16:creationId xmlns:a16="http://schemas.microsoft.com/office/drawing/2014/main" id="{6E158287-D3E3-2507-E7E6-A83892A2C863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1" name="Block Arc 70">
                <a:extLst>
                  <a:ext uri="{FF2B5EF4-FFF2-40B4-BE49-F238E27FC236}">
                    <a16:creationId xmlns:a16="http://schemas.microsoft.com/office/drawing/2014/main" id="{E7A07502-AB01-AD4F-7808-7F5ACB69D3B7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2" name="Block Arc 71">
                <a:extLst>
                  <a:ext uri="{FF2B5EF4-FFF2-40B4-BE49-F238E27FC236}">
                    <a16:creationId xmlns:a16="http://schemas.microsoft.com/office/drawing/2014/main" id="{3957EECF-47FC-4198-9F37-A5BA372ED555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3" name="Block Arc 72">
                <a:extLst>
                  <a:ext uri="{FF2B5EF4-FFF2-40B4-BE49-F238E27FC236}">
                    <a16:creationId xmlns:a16="http://schemas.microsoft.com/office/drawing/2014/main" id="{68BFC372-78C7-70DC-B918-054E49267DF6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EC85D203-768B-D8C9-B6CD-27620F89CAAA}"/>
                </a:ext>
              </a:extLst>
            </p:cNvPr>
            <p:cNvGrpSpPr/>
            <p:nvPr userDrawn="1"/>
          </p:nvGrpSpPr>
          <p:grpSpPr>
            <a:xfrm rot="8479211">
              <a:off x="1011220" y="1599085"/>
              <a:ext cx="4479565" cy="4581645"/>
              <a:chOff x="-6827777" y="-4338819"/>
              <a:chExt cx="4479565" cy="4581645"/>
            </a:xfrm>
          </p:grpSpPr>
          <p:sp>
            <p:nvSpPr>
              <p:cNvPr id="50" name="Block Arc 49">
                <a:extLst>
                  <a:ext uri="{FF2B5EF4-FFF2-40B4-BE49-F238E27FC236}">
                    <a16:creationId xmlns:a16="http://schemas.microsoft.com/office/drawing/2014/main" id="{56C58433-4F14-BA79-DDA7-47D5F5B17CD1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1" name="Block Arc 50">
                <a:extLst>
                  <a:ext uri="{FF2B5EF4-FFF2-40B4-BE49-F238E27FC236}">
                    <a16:creationId xmlns:a16="http://schemas.microsoft.com/office/drawing/2014/main" id="{66BABDD6-5F58-5B2F-D025-A400626CDB4A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2" name="Block Arc 51">
                <a:extLst>
                  <a:ext uri="{FF2B5EF4-FFF2-40B4-BE49-F238E27FC236}">
                    <a16:creationId xmlns:a16="http://schemas.microsoft.com/office/drawing/2014/main" id="{323469AF-9E7F-0F05-13C2-089BCF3C7AA0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0B5CAD5B-E95B-ED17-24B5-85469530AF97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7E1A41A6-D976-BF0B-A975-F8178D5010C1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63" name="Curved Right Arrow 62">
                    <a:extLst>
                      <a:ext uri="{FF2B5EF4-FFF2-40B4-BE49-F238E27FC236}">
                        <a16:creationId xmlns:a16="http://schemas.microsoft.com/office/drawing/2014/main" id="{967EFEB5-31D4-20F2-1DF7-F6A46EE36642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4" name="Curved Right Arrow 63">
                    <a:extLst>
                      <a:ext uri="{FF2B5EF4-FFF2-40B4-BE49-F238E27FC236}">
                        <a16:creationId xmlns:a16="http://schemas.microsoft.com/office/drawing/2014/main" id="{7A579E44-0233-DC3C-5662-9CE68751AB82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5" name="Curved Right Arrow 64">
                    <a:extLst>
                      <a:ext uri="{FF2B5EF4-FFF2-40B4-BE49-F238E27FC236}">
                        <a16:creationId xmlns:a16="http://schemas.microsoft.com/office/drawing/2014/main" id="{9B83A0FE-2A52-9C5C-1B29-4C2488CFAF3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E31BB64B-606E-786D-13A9-5DADA2DA14E0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60" name="Curved Right Arrow 59">
                    <a:extLst>
                      <a:ext uri="{FF2B5EF4-FFF2-40B4-BE49-F238E27FC236}">
                        <a16:creationId xmlns:a16="http://schemas.microsoft.com/office/drawing/2014/main" id="{04718333-D5BE-A48E-F629-2D5B45502886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" name="Curved Right Arrow 60">
                    <a:extLst>
                      <a:ext uri="{FF2B5EF4-FFF2-40B4-BE49-F238E27FC236}">
                        <a16:creationId xmlns:a16="http://schemas.microsoft.com/office/drawing/2014/main" id="{315D142D-241A-1958-E25F-56959D6F1789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Curved Right Arrow 61">
                    <a:extLst>
                      <a:ext uri="{FF2B5EF4-FFF2-40B4-BE49-F238E27FC236}">
                        <a16:creationId xmlns:a16="http://schemas.microsoft.com/office/drawing/2014/main" id="{DC441593-9F65-4ABE-B719-7CADC90D7FF3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54" name="Block Arc 53">
                <a:extLst>
                  <a:ext uri="{FF2B5EF4-FFF2-40B4-BE49-F238E27FC236}">
                    <a16:creationId xmlns:a16="http://schemas.microsoft.com/office/drawing/2014/main" id="{5E27379C-18A8-586C-D4A0-AD5A519029AD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5" name="Block Arc 54">
                <a:extLst>
                  <a:ext uri="{FF2B5EF4-FFF2-40B4-BE49-F238E27FC236}">
                    <a16:creationId xmlns:a16="http://schemas.microsoft.com/office/drawing/2014/main" id="{21647CAD-055F-9639-CEA6-33F53D04DAD6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6" name="Block Arc 55">
                <a:extLst>
                  <a:ext uri="{FF2B5EF4-FFF2-40B4-BE49-F238E27FC236}">
                    <a16:creationId xmlns:a16="http://schemas.microsoft.com/office/drawing/2014/main" id="{F3052A87-C888-9419-3B97-866567FAC9FA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7" name="Block Arc 56">
                <a:extLst>
                  <a:ext uri="{FF2B5EF4-FFF2-40B4-BE49-F238E27FC236}">
                    <a16:creationId xmlns:a16="http://schemas.microsoft.com/office/drawing/2014/main" id="{7778573C-888A-AC35-B633-B29EFCE46B4F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26FF172-F3DB-CA58-9DF7-E7636AE47302}"/>
                </a:ext>
              </a:extLst>
            </p:cNvPr>
            <p:cNvGrpSpPr/>
            <p:nvPr userDrawn="1"/>
          </p:nvGrpSpPr>
          <p:grpSpPr>
            <a:xfrm rot="4292651">
              <a:off x="1017140" y="1548320"/>
              <a:ext cx="4479565" cy="4581645"/>
              <a:chOff x="-6827777" y="-4338819"/>
              <a:chExt cx="4479565" cy="4581645"/>
            </a:xfrm>
          </p:grpSpPr>
          <p:sp>
            <p:nvSpPr>
              <p:cNvPr id="34" name="Block Arc 33">
                <a:extLst>
                  <a:ext uri="{FF2B5EF4-FFF2-40B4-BE49-F238E27FC236}">
                    <a16:creationId xmlns:a16="http://schemas.microsoft.com/office/drawing/2014/main" id="{28934801-91F0-43BE-55FF-00E3642CFD86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5" name="Block Arc 34">
                <a:extLst>
                  <a:ext uri="{FF2B5EF4-FFF2-40B4-BE49-F238E27FC236}">
                    <a16:creationId xmlns:a16="http://schemas.microsoft.com/office/drawing/2014/main" id="{7928380A-FA5A-DF22-E7DA-EE6E0D01E186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6" name="Block Arc 35">
                <a:extLst>
                  <a:ext uri="{FF2B5EF4-FFF2-40B4-BE49-F238E27FC236}">
                    <a16:creationId xmlns:a16="http://schemas.microsoft.com/office/drawing/2014/main" id="{9E66FE10-8783-E0BB-87E7-5BBACFF7CFEB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8DC29FA2-B776-857E-1F03-D6D4E52774AF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2A437FD0-DCED-E3C2-2929-14F1BC831212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47" name="Curved Right Arrow 46">
                    <a:extLst>
                      <a:ext uri="{FF2B5EF4-FFF2-40B4-BE49-F238E27FC236}">
                        <a16:creationId xmlns:a16="http://schemas.microsoft.com/office/drawing/2014/main" id="{FA4636AD-5929-70BB-CA4E-EFB7EE10CB1E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8" name="Curved Right Arrow 47">
                    <a:extLst>
                      <a:ext uri="{FF2B5EF4-FFF2-40B4-BE49-F238E27FC236}">
                        <a16:creationId xmlns:a16="http://schemas.microsoft.com/office/drawing/2014/main" id="{1C39E483-F6E9-54AB-406C-A7FF10575971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Curved Right Arrow 48">
                    <a:extLst>
                      <a:ext uri="{FF2B5EF4-FFF2-40B4-BE49-F238E27FC236}">
                        <a16:creationId xmlns:a16="http://schemas.microsoft.com/office/drawing/2014/main" id="{5A709D68-168D-F69F-BA27-A106FB6C0357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0A1AACE4-50DA-4934-32C6-9C9399B38E3B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44" name="Curved Right Arrow 43">
                    <a:extLst>
                      <a:ext uri="{FF2B5EF4-FFF2-40B4-BE49-F238E27FC236}">
                        <a16:creationId xmlns:a16="http://schemas.microsoft.com/office/drawing/2014/main" id="{A3EA2056-4C41-443A-3B12-0E9088028932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5" name="Curved Right Arrow 44">
                    <a:extLst>
                      <a:ext uri="{FF2B5EF4-FFF2-40B4-BE49-F238E27FC236}">
                        <a16:creationId xmlns:a16="http://schemas.microsoft.com/office/drawing/2014/main" id="{695630DF-CA77-96BF-E6CE-18ABCBF7BDBC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6" name="Curved Right Arrow 45">
                    <a:extLst>
                      <a:ext uri="{FF2B5EF4-FFF2-40B4-BE49-F238E27FC236}">
                        <a16:creationId xmlns:a16="http://schemas.microsoft.com/office/drawing/2014/main" id="{39C0D864-4FF1-84D3-300D-8FE27DA24C4F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38" name="Block Arc 37">
                <a:extLst>
                  <a:ext uri="{FF2B5EF4-FFF2-40B4-BE49-F238E27FC236}">
                    <a16:creationId xmlns:a16="http://schemas.microsoft.com/office/drawing/2014/main" id="{4A1A9C7F-35FE-3956-F0B2-380F38983E50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9" name="Block Arc 38">
                <a:extLst>
                  <a:ext uri="{FF2B5EF4-FFF2-40B4-BE49-F238E27FC236}">
                    <a16:creationId xmlns:a16="http://schemas.microsoft.com/office/drawing/2014/main" id="{829CA266-F561-A142-F92F-109203F2DA13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0" name="Block Arc 39">
                <a:extLst>
                  <a:ext uri="{FF2B5EF4-FFF2-40B4-BE49-F238E27FC236}">
                    <a16:creationId xmlns:a16="http://schemas.microsoft.com/office/drawing/2014/main" id="{66A09B03-489A-2ABB-B882-3E4553FCA820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1" name="Block Arc 40">
                <a:extLst>
                  <a:ext uri="{FF2B5EF4-FFF2-40B4-BE49-F238E27FC236}">
                    <a16:creationId xmlns:a16="http://schemas.microsoft.com/office/drawing/2014/main" id="{65BA0E2A-468B-FA1C-8EB6-E49979621D6B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</p:grpSp>
      <p:sp>
        <p:nvSpPr>
          <p:cNvPr id="114" name="Rectangle 113">
            <a:extLst>
              <a:ext uri="{FF2B5EF4-FFF2-40B4-BE49-F238E27FC236}">
                <a16:creationId xmlns:a16="http://schemas.microsoft.com/office/drawing/2014/main" id="{4E464327-07E3-9342-AA3E-608C3F778672}"/>
              </a:ext>
            </a:extLst>
          </p:cNvPr>
          <p:cNvSpPr/>
          <p:nvPr userDrawn="1"/>
        </p:nvSpPr>
        <p:spPr>
          <a:xfrm>
            <a:off x="2284992" y="4136928"/>
            <a:ext cx="1836223" cy="986274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prstTxWarp prst="textArchDown">
              <a:avLst>
                <a:gd name="adj" fmla="val 96006"/>
              </a:avLst>
            </a:prstTxWarp>
            <a:spAutoFit/>
          </a:bodyPr>
          <a:lstStyle/>
          <a:p>
            <a:pPr algn="ctr"/>
            <a:r>
              <a:rPr lang="en-GB" sz="1800" b="0" cap="none" spc="0">
                <a:ln w="0"/>
                <a:solidFill>
                  <a:schemeClr val="tx1"/>
                </a:solidFill>
                <a:effectLst/>
                <a:latin typeface="Twinkl Cursive Looped" panose="02000000000000000000" pitchFamily="2" charset="77"/>
              </a:rPr>
              <a:t>Compassion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71D80F14-A7A6-6782-98BB-3A0998A6087F}"/>
              </a:ext>
            </a:extLst>
          </p:cNvPr>
          <p:cNvSpPr/>
          <p:nvPr userDrawn="1"/>
        </p:nvSpPr>
        <p:spPr>
          <a:xfrm>
            <a:off x="2491779" y="971549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F2CC"/>
          </a:solidFill>
          <a:ln w="38100"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5740" tIns="235740" rIns="235740" bIns="235740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000" b="0" kern="1200">
                <a:solidFill>
                  <a:srgbClr val="FFC00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Place, Space &amp; Scale</a:t>
            </a:r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66C6526D-B642-4AE1-2044-80AD3CD09B69}"/>
              </a:ext>
            </a:extLst>
          </p:cNvPr>
          <p:cNvSpPr/>
          <p:nvPr userDrawn="1"/>
        </p:nvSpPr>
        <p:spPr>
          <a:xfrm>
            <a:off x="4563705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</a:t>
            </a: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FA49F10-9123-607E-7189-E0A3D8152E6A}"/>
              </a:ext>
            </a:extLst>
          </p:cNvPr>
          <p:cNvSpPr/>
          <p:nvPr userDrawn="1"/>
        </p:nvSpPr>
        <p:spPr>
          <a:xfrm>
            <a:off x="3772300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CCCCFF"/>
          </a:solidFill>
          <a:ln w="38100">
            <a:solidFill>
              <a:srgbClr val="7030A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5580" tIns="225580" rIns="225580" bIns="225580" numCol="1" spcCol="1270" anchor="ctr" anchorCtr="0">
            <a:noAutofit/>
          </a:bodyPr>
          <a:lstStyle/>
          <a:p>
            <a:pPr marL="0" lvl="0" indent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200" b="0" kern="1200">
                <a:solidFill>
                  <a:srgbClr val="7030A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Environmental Impact &amp; Sustainability</a:t>
            </a: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27A978E3-35A7-3F11-AFD8-E22AC8220927}"/>
              </a:ext>
            </a:extLst>
          </p:cNvPr>
          <p:cNvSpPr/>
          <p:nvPr userDrawn="1"/>
        </p:nvSpPr>
        <p:spPr>
          <a:xfrm>
            <a:off x="1211259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CCCC"/>
          </a:solidFill>
          <a:ln w="38100">
            <a:solidFill>
              <a:srgbClr val="C3580C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rgbClr val="C3580C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Human Geography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49B8DCEC-F457-4763-7CCC-CFE88CFB93DB}"/>
              </a:ext>
            </a:extLst>
          </p:cNvPr>
          <p:cNvSpPr/>
          <p:nvPr userDrawn="1"/>
        </p:nvSpPr>
        <p:spPr>
          <a:xfrm>
            <a:off x="419854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DDEAF8"/>
          </a:solidFill>
          <a:ln w="38100">
            <a:solidFill>
              <a:srgbClr val="4574C4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8120" tIns="228120" rIns="228120" bIns="228120" numCol="1" spcCol="1270" anchor="ctr" anchorCtr="0">
            <a:noAutofit/>
          </a:bodyPr>
          <a:lstStyle/>
          <a:p>
            <a:pPr marL="0" lvl="0" indent="0" algn="ctr" defTabSz="622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400" b="0" kern="1200">
                <a:solidFill>
                  <a:srgbClr val="4574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Cultural awareness &amp; diversity </a:t>
            </a:r>
          </a:p>
        </p:txBody>
      </p:sp>
    </p:spTree>
    <p:extLst>
      <p:ext uri="{BB962C8B-B14F-4D97-AF65-F5344CB8AC3E}">
        <p14:creationId xmlns:p14="http://schemas.microsoft.com/office/powerpoint/2010/main" val="239969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1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/>
      <p:bldP spid="17" grpId="0" animBg="1"/>
    </p:bldLst>
  </p:timing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vis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5F1B42-8526-1E66-05A7-2E821F42DE7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6F31070-AF5E-9C1E-7965-8FF24EB0F388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CA72E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Revisit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B3AF3FA-F27A-9D83-2460-6514CEAF9B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8" y="1047750"/>
            <a:ext cx="10950575" cy="50625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817851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zzle Pie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18459E9E-2215-95E5-26EB-8C8B74442A1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E0F003-86CF-4CDD-0A82-22C58EE8CF90}"/>
              </a:ext>
            </a:extLst>
          </p:cNvPr>
          <p:cNvSpPr txBox="1"/>
          <p:nvPr userDrawn="1"/>
        </p:nvSpPr>
        <p:spPr>
          <a:xfrm>
            <a:off x="923238" y="808490"/>
            <a:ext cx="286010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 is the study of the natural features and processes of the Earth, such as land, water, weather and climate, and how they change our world.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</a:endParaRPr>
          </a:p>
        </p:txBody>
      </p:sp>
      <p:pic>
        <p:nvPicPr>
          <p:cNvPr id="9" name="Picture 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0F47FFF7-129D-F356-260B-EE9AA89ED69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000"/>
          <a:stretch>
            <a:fillRect/>
          </a:stretch>
        </p:blipFill>
        <p:spPr>
          <a:xfrm>
            <a:off x="35619" y="965122"/>
            <a:ext cx="995680" cy="8562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D33A436-9AD0-6EB1-1B41-6A171B90C01D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CA72E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Connections</a:t>
            </a:r>
          </a:p>
        </p:txBody>
      </p:sp>
    </p:spTree>
    <p:extLst>
      <p:ext uri="{BB962C8B-B14F-4D97-AF65-F5344CB8AC3E}">
        <p14:creationId xmlns:p14="http://schemas.microsoft.com/office/powerpoint/2010/main" val="14277792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ilding Blocks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7CE3DC6-66B7-D4F2-C0D1-EACFDA80B4DB}"/>
              </a:ext>
            </a:extLst>
          </p:cNvPr>
          <p:cNvGrpSpPr/>
          <p:nvPr userDrawn="1"/>
        </p:nvGrpSpPr>
        <p:grpSpPr>
          <a:xfrm>
            <a:off x="272909" y="5585370"/>
            <a:ext cx="1280546" cy="1018597"/>
            <a:chOff x="487294" y="3394800"/>
            <a:chExt cx="1829988" cy="1302126"/>
          </a:xfrm>
          <a:solidFill>
            <a:schemeClr val="accent6">
              <a:lumMod val="40000"/>
              <a:lumOff val="60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A9BCBEF-728D-E808-0931-F69097E39D1F}"/>
                </a:ext>
              </a:extLst>
            </p:cNvPr>
            <p:cNvGrpSpPr/>
            <p:nvPr/>
          </p:nvGrpSpPr>
          <p:grpSpPr>
            <a:xfrm>
              <a:off x="487294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71A29F1-1F58-E0F2-B827-D684ECB916D5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32" name="Rectangle: Top Corners Rounded 71">
                <a:extLst>
                  <a:ext uri="{FF2B5EF4-FFF2-40B4-BE49-F238E27FC236}">
                    <a16:creationId xmlns:a16="http://schemas.microsoft.com/office/drawing/2014/main" id="{3E159E34-00D2-CA34-C9C7-3CB27FC5F2BE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3" name="Rectangle: Top Corners Rounded 72">
                <a:extLst>
                  <a:ext uri="{FF2B5EF4-FFF2-40B4-BE49-F238E27FC236}">
                    <a16:creationId xmlns:a16="http://schemas.microsoft.com/office/drawing/2014/main" id="{2A418118-CC77-1C03-91ED-3D25A70B46C0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4" name="Rectangle: Top Corners Rounded 73">
                <a:extLst>
                  <a:ext uri="{FF2B5EF4-FFF2-40B4-BE49-F238E27FC236}">
                    <a16:creationId xmlns:a16="http://schemas.microsoft.com/office/drawing/2014/main" id="{660946A8-B758-C3DC-A376-30F28E6F2342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4FD205B-5877-364A-9FD7-7CE1600ED158}"/>
                </a:ext>
              </a:extLst>
            </p:cNvPr>
            <p:cNvGrpSpPr/>
            <p:nvPr/>
          </p:nvGrpSpPr>
          <p:grpSpPr>
            <a:xfrm>
              <a:off x="1412656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8285FC4-FE2A-2D40-9D44-7E07EB2D79DD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8" name="Rectangle: Top Corners Rounded 76">
                <a:extLst>
                  <a:ext uri="{FF2B5EF4-FFF2-40B4-BE49-F238E27FC236}">
                    <a16:creationId xmlns:a16="http://schemas.microsoft.com/office/drawing/2014/main" id="{8D6769BE-9839-CF96-B5C1-D95CF32A7328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9" name="Rectangle: Top Corners Rounded 77">
                <a:extLst>
                  <a:ext uri="{FF2B5EF4-FFF2-40B4-BE49-F238E27FC236}">
                    <a16:creationId xmlns:a16="http://schemas.microsoft.com/office/drawing/2014/main" id="{3857F63F-DFFB-0DAF-6203-41FDE458CC1E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0" name="Rectangle: Top Corners Rounded 78">
                <a:extLst>
                  <a:ext uri="{FF2B5EF4-FFF2-40B4-BE49-F238E27FC236}">
                    <a16:creationId xmlns:a16="http://schemas.microsoft.com/office/drawing/2014/main" id="{0B2436B1-8880-9197-460C-EEFCBB9EBB35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7D84915-193B-C838-12BA-CB116120F3FD}"/>
                </a:ext>
              </a:extLst>
            </p:cNvPr>
            <p:cNvGrpSpPr/>
            <p:nvPr/>
          </p:nvGrpSpPr>
          <p:grpSpPr>
            <a:xfrm>
              <a:off x="1045881" y="4007047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7E58F6A-9239-0FC0-400D-F80620565C87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4" name="Rectangle: Top Corners Rounded 81">
                <a:extLst>
                  <a:ext uri="{FF2B5EF4-FFF2-40B4-BE49-F238E27FC236}">
                    <a16:creationId xmlns:a16="http://schemas.microsoft.com/office/drawing/2014/main" id="{C979471E-8A23-684E-376F-0EF799013AAA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5" name="Rectangle: Top Corners Rounded 82">
                <a:extLst>
                  <a:ext uri="{FF2B5EF4-FFF2-40B4-BE49-F238E27FC236}">
                    <a16:creationId xmlns:a16="http://schemas.microsoft.com/office/drawing/2014/main" id="{1598DB8C-84B5-974C-362A-7FE931501656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6" name="Rectangle: Top Corners Rounded 83">
                <a:extLst>
                  <a:ext uri="{FF2B5EF4-FFF2-40B4-BE49-F238E27FC236}">
                    <a16:creationId xmlns:a16="http://schemas.microsoft.com/office/drawing/2014/main" id="{1D7DA501-458D-8FCE-183D-8B03E84D2235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6CA7716-D77F-3DBD-FB50-5F903E5F4D15}"/>
                </a:ext>
              </a:extLst>
            </p:cNvPr>
            <p:cNvGrpSpPr/>
            <p:nvPr/>
          </p:nvGrpSpPr>
          <p:grpSpPr>
            <a:xfrm>
              <a:off x="1620945" y="3669763"/>
              <a:ext cx="512234" cy="358606"/>
              <a:chOff x="7508240" y="3017519"/>
              <a:chExt cx="3545840" cy="2021841"/>
            </a:xfrm>
            <a:grpFill/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1B8B56D-7CC5-D6E1-392C-593904645B22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1" name="Rectangle: Top Corners Rounded 86">
                <a:extLst>
                  <a:ext uri="{FF2B5EF4-FFF2-40B4-BE49-F238E27FC236}">
                    <a16:creationId xmlns:a16="http://schemas.microsoft.com/office/drawing/2014/main" id="{C0E2ECE4-4218-E7B7-F28A-87EA452AABDC}"/>
                  </a:ext>
                </a:extLst>
              </p:cNvPr>
              <p:cNvSpPr/>
              <p:nvPr/>
            </p:nvSpPr>
            <p:spPr>
              <a:xfrm>
                <a:off x="8406167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2" name="Rectangle: Top Corners Rounded 87">
                <a:extLst>
                  <a:ext uri="{FF2B5EF4-FFF2-40B4-BE49-F238E27FC236}">
                    <a16:creationId xmlns:a16="http://schemas.microsoft.com/office/drawing/2014/main" id="{9DE23A4B-1625-9326-7D0C-E41D5F34B5D2}"/>
                  </a:ext>
                </a:extLst>
              </p:cNvPr>
              <p:cNvSpPr/>
              <p:nvPr/>
            </p:nvSpPr>
            <p:spPr>
              <a:xfrm>
                <a:off x="9689825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53DB581-5603-13E5-AA4C-2807828EF9CB}"/>
                </a:ext>
              </a:extLst>
            </p:cNvPr>
            <p:cNvGrpSpPr/>
            <p:nvPr/>
          </p:nvGrpSpPr>
          <p:grpSpPr>
            <a:xfrm>
              <a:off x="1520357" y="3394800"/>
              <a:ext cx="338160" cy="309951"/>
              <a:chOff x="7508240" y="3017519"/>
              <a:chExt cx="3545840" cy="2021841"/>
            </a:xfrm>
            <a:grpFill/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65E5E1D8-4B43-563F-D29D-77A1A42D4CB8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" name="Rectangle: Top Corners Rounded 91">
                <a:extLst>
                  <a:ext uri="{FF2B5EF4-FFF2-40B4-BE49-F238E27FC236}">
                    <a16:creationId xmlns:a16="http://schemas.microsoft.com/office/drawing/2014/main" id="{2F90A077-200B-01E2-D697-3A0684D025C2}"/>
                  </a:ext>
                </a:extLst>
              </p:cNvPr>
              <p:cNvSpPr/>
              <p:nvPr/>
            </p:nvSpPr>
            <p:spPr>
              <a:xfrm>
                <a:off x="9045379" y="3017519"/>
                <a:ext cx="589285" cy="274322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9C65853A-435B-6C0B-78D2-52D344E6E905}"/>
              </a:ext>
            </a:extLst>
          </p:cNvPr>
          <p:cNvSpPr txBox="1"/>
          <p:nvPr userDrawn="1"/>
        </p:nvSpPr>
        <p:spPr>
          <a:xfrm>
            <a:off x="103162" y="1752700"/>
            <a:ext cx="32055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 is the study of the natural features and processes of the Earth, such as land, water, weather and climate, and how they change our world.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</a:endParaRPr>
          </a:p>
        </p:txBody>
      </p:sp>
      <p:pic>
        <p:nvPicPr>
          <p:cNvPr id="6" name="Picture 5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B9284B1C-ACB5-B703-9C2A-5839A1AF49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4000"/>
          <a:stretch>
            <a:fillRect/>
          </a:stretch>
        </p:blipFill>
        <p:spPr>
          <a:xfrm>
            <a:off x="31378" y="883956"/>
            <a:ext cx="902901" cy="776495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E49E2FC-EFFD-F8D2-A5E6-3F1EBDB42E70}"/>
              </a:ext>
            </a:extLst>
          </p:cNvPr>
          <p:cNvGrpSpPr/>
          <p:nvPr userDrawn="1"/>
        </p:nvGrpSpPr>
        <p:grpSpPr>
          <a:xfrm>
            <a:off x="3521878" y="3693438"/>
            <a:ext cx="8311989" cy="926097"/>
            <a:chOff x="3464951" y="3693438"/>
            <a:chExt cx="8311989" cy="92609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CC56C45F-E666-5B60-5705-8C2C29EC8C74}"/>
                </a:ext>
              </a:extLst>
            </p:cNvPr>
            <p:cNvGrpSpPr/>
            <p:nvPr/>
          </p:nvGrpSpPr>
          <p:grpSpPr>
            <a:xfrm>
              <a:off x="3464951" y="3693438"/>
              <a:ext cx="8311989" cy="926097"/>
              <a:chOff x="3507503" y="3693728"/>
              <a:chExt cx="8311989" cy="926097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0ACD9B0-F4EC-6FAA-B969-3D3FD9CD7AEC}"/>
                  </a:ext>
                </a:extLst>
              </p:cNvPr>
              <p:cNvGrpSpPr/>
              <p:nvPr/>
            </p:nvGrpSpPr>
            <p:grpSpPr>
              <a:xfrm>
                <a:off x="3507503" y="3693728"/>
                <a:ext cx="8311989" cy="926097"/>
                <a:chOff x="3507503" y="3693728"/>
                <a:chExt cx="8311989" cy="92609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0CF3A17F-15B9-9926-B98A-D4AA988019A8}"/>
                    </a:ext>
                  </a:extLst>
                </p:cNvPr>
                <p:cNvGrpSpPr/>
                <p:nvPr/>
              </p:nvGrpSpPr>
              <p:grpSpPr>
                <a:xfrm>
                  <a:off x="3518855" y="3719825"/>
                  <a:ext cx="8300637" cy="900000"/>
                  <a:chOff x="3996278" y="1747524"/>
                  <a:chExt cx="1713901" cy="2824471"/>
                </a:xfrm>
              </p:grpSpPr>
              <p:sp>
                <p:nvSpPr>
                  <p:cNvPr id="57" name="Rectangle: Rounded Corners 12">
                    <a:extLst>
                      <a:ext uri="{FF2B5EF4-FFF2-40B4-BE49-F238E27FC236}">
                        <a16:creationId xmlns:a16="http://schemas.microsoft.com/office/drawing/2014/main" id="{95F931B1-CDE4-AB61-6D8B-FE6C5E6749C0}"/>
                      </a:ext>
                    </a:extLst>
                  </p:cNvPr>
                  <p:cNvSpPr/>
                  <p:nvPr/>
                </p:nvSpPr>
                <p:spPr>
                  <a:xfrm>
                    <a:off x="3996278" y="1747524"/>
                    <a:ext cx="1713901" cy="2824471"/>
                  </a:xfrm>
                  <a:prstGeom prst="roundRect">
                    <a:avLst/>
                  </a:prstGeom>
                  <a:solidFill>
                    <a:srgbClr val="F892BB"/>
                  </a:solidFill>
                  <a:ln>
                    <a:solidFill>
                      <a:srgbClr val="F892BB"/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0" name="Rectangle: Rounded Corners 4">
                    <a:extLst>
                      <a:ext uri="{FF2B5EF4-FFF2-40B4-BE49-F238E27FC236}">
                        <a16:creationId xmlns:a16="http://schemas.microsoft.com/office/drawing/2014/main" id="{F1B22BAA-DCE2-E6D1-D5FA-DD4FA64D46B3}"/>
                      </a:ext>
                    </a:extLst>
                  </p:cNvPr>
                  <p:cNvSpPr txBox="1"/>
                  <p:nvPr/>
                </p:nvSpPr>
                <p:spPr>
                  <a:xfrm>
                    <a:off x="4082912" y="1831190"/>
                    <a:ext cx="1546569" cy="2657139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CED2FF4C-14AE-95FD-F4AC-EEBA4A4A9192}"/>
                    </a:ext>
                  </a:extLst>
                </p:cNvPr>
                <p:cNvGrpSpPr/>
                <p:nvPr/>
              </p:nvGrpSpPr>
              <p:grpSpPr>
                <a:xfrm>
                  <a:off x="3507503" y="3693728"/>
                  <a:ext cx="801261" cy="903352"/>
                  <a:chOff x="4389349" y="450020"/>
                  <a:chExt cx="801261" cy="903352"/>
                </a:xfrm>
              </p:grpSpPr>
              <p:pic>
                <p:nvPicPr>
                  <p:cNvPr id="10" name="Picture 9">
                    <a:extLst>
                      <a:ext uri="{FF2B5EF4-FFF2-40B4-BE49-F238E27FC236}">
                        <a16:creationId xmlns:a16="http://schemas.microsoft.com/office/drawing/2014/main" id="{EBE5FFFA-7A0C-3B93-9250-F9B812D6F99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89349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1E27B828-01EF-0DAE-18EB-3F15D4E733B4}"/>
                      </a:ext>
                    </a:extLst>
                  </p:cNvPr>
                  <p:cNvSpPr txBox="1"/>
                  <p:nvPr/>
                </p:nvSpPr>
                <p:spPr>
                  <a:xfrm>
                    <a:off x="4631284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3</a:t>
                    </a:r>
                  </a:p>
                </p:txBody>
              </p:sp>
            </p:grp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5FDD96-05D1-7D18-81C8-ABA6F57E351E}"/>
                  </a:ext>
                </a:extLst>
              </p:cNvPr>
              <p:cNvSpPr txBox="1"/>
              <p:nvPr/>
            </p:nvSpPr>
            <p:spPr>
              <a:xfrm>
                <a:off x="4378390" y="4015936"/>
                <a:ext cx="2299228" cy="307777"/>
              </a:xfrm>
              <a:prstGeom prst="rect">
                <a:avLst/>
              </a:prstGeom>
              <a:noFill/>
              <a:ln w="28575">
                <a:solidFill>
                  <a:srgbClr val="BA006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Mediterranean</a:t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6A1F722-7CC2-D5FC-8C43-51680DC524C5}"/>
                </a:ext>
              </a:extLst>
            </p:cNvPr>
            <p:cNvSpPr txBox="1"/>
            <p:nvPr/>
          </p:nvSpPr>
          <p:spPr>
            <a:xfrm>
              <a:off x="6767704" y="3802387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describe and compare physical features in my region and in the Mediterranean. I can explain what a biome is and give examples from the Mediterranean and the UK.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A0375B82-E516-08FE-4D25-AF3CBF3C3AE6}"/>
              </a:ext>
            </a:extLst>
          </p:cNvPr>
          <p:cNvGrpSpPr/>
          <p:nvPr userDrawn="1"/>
        </p:nvGrpSpPr>
        <p:grpSpPr>
          <a:xfrm>
            <a:off x="3508831" y="4718397"/>
            <a:ext cx="8325034" cy="920150"/>
            <a:chOff x="3508831" y="4718397"/>
            <a:chExt cx="8325034" cy="920150"/>
          </a:xfrm>
        </p:grpSpPr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5B3DC981-845B-7B7F-319F-76EEC4A80B5D}"/>
                </a:ext>
              </a:extLst>
            </p:cNvPr>
            <p:cNvGrpSpPr/>
            <p:nvPr/>
          </p:nvGrpSpPr>
          <p:grpSpPr>
            <a:xfrm>
              <a:off x="3508831" y="4718397"/>
              <a:ext cx="8325034" cy="920150"/>
              <a:chOff x="3508831" y="4718397"/>
              <a:chExt cx="8325034" cy="920150"/>
            </a:xfrm>
          </p:grpSpPr>
          <p:grpSp>
            <p:nvGrpSpPr>
              <p:cNvPr id="104" name="Group 103">
                <a:extLst>
                  <a:ext uri="{FF2B5EF4-FFF2-40B4-BE49-F238E27FC236}">
                    <a16:creationId xmlns:a16="http://schemas.microsoft.com/office/drawing/2014/main" id="{167391BC-833A-7FD1-4EEB-EA868F88DBC4}"/>
                  </a:ext>
                </a:extLst>
              </p:cNvPr>
              <p:cNvGrpSpPr/>
              <p:nvPr/>
            </p:nvGrpSpPr>
            <p:grpSpPr>
              <a:xfrm>
                <a:off x="3508831" y="4718397"/>
                <a:ext cx="8325034" cy="920150"/>
                <a:chOff x="3508831" y="4718397"/>
                <a:chExt cx="8325034" cy="920150"/>
              </a:xfrm>
            </p:grpSpPr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C39A79FA-DEED-E0F2-163D-13F59230E5CA}"/>
                    </a:ext>
                  </a:extLst>
                </p:cNvPr>
                <p:cNvGrpSpPr/>
                <p:nvPr/>
              </p:nvGrpSpPr>
              <p:grpSpPr>
                <a:xfrm>
                  <a:off x="3518854" y="4738547"/>
                  <a:ext cx="8315011" cy="900000"/>
                  <a:chOff x="1996726" y="1717038"/>
                  <a:chExt cx="1716869" cy="2885442"/>
                </a:xfrm>
              </p:grpSpPr>
              <p:sp>
                <p:nvSpPr>
                  <p:cNvPr id="110" name="Rectangle: Rounded Corners 9">
                    <a:extLst>
                      <a:ext uri="{FF2B5EF4-FFF2-40B4-BE49-F238E27FC236}">
                        <a16:creationId xmlns:a16="http://schemas.microsoft.com/office/drawing/2014/main" id="{6D67646D-1660-B235-318B-C1495E2E165C}"/>
                      </a:ext>
                    </a:extLst>
                  </p:cNvPr>
                  <p:cNvSpPr/>
                  <p:nvPr/>
                </p:nvSpPr>
                <p:spPr>
                  <a:xfrm>
                    <a:off x="1996726" y="1717038"/>
                    <a:ext cx="1716869" cy="2885442"/>
                  </a:xfrm>
                  <a:prstGeom prst="roundRect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1" name="Rectangle: Rounded Corners 4">
                    <a:extLst>
                      <a:ext uri="{FF2B5EF4-FFF2-40B4-BE49-F238E27FC236}">
                        <a16:creationId xmlns:a16="http://schemas.microsoft.com/office/drawing/2014/main" id="{469E9C14-B6CA-F438-6CE2-0E29A88B7838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360" y="1800704"/>
                    <a:ext cx="1546569" cy="2718110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1B3829AD-9F58-2A26-37D6-D4F3040499E2}"/>
                    </a:ext>
                  </a:extLst>
                </p:cNvPr>
                <p:cNvGrpSpPr/>
                <p:nvPr/>
              </p:nvGrpSpPr>
              <p:grpSpPr>
                <a:xfrm>
                  <a:off x="3508831" y="4718397"/>
                  <a:ext cx="801261" cy="903352"/>
                  <a:chOff x="4390677" y="450020"/>
                  <a:chExt cx="801261" cy="903352"/>
                </a:xfrm>
              </p:grpSpPr>
              <p:pic>
                <p:nvPicPr>
                  <p:cNvPr id="108" name="Picture 107">
                    <a:extLst>
                      <a:ext uri="{FF2B5EF4-FFF2-40B4-BE49-F238E27FC236}">
                        <a16:creationId xmlns:a16="http://schemas.microsoft.com/office/drawing/2014/main" id="{F1F232DA-1391-C60E-B25A-EECF0983684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90677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09" name="TextBox 108">
                    <a:extLst>
                      <a:ext uri="{FF2B5EF4-FFF2-40B4-BE49-F238E27FC236}">
                        <a16:creationId xmlns:a16="http://schemas.microsoft.com/office/drawing/2014/main" id="{DAAC683A-4E80-8630-07E4-BDD3F3A96DBD}"/>
                      </a:ext>
                    </a:extLst>
                  </p:cNvPr>
                  <p:cNvSpPr txBox="1"/>
                  <p:nvPr/>
                </p:nvSpPr>
                <p:spPr>
                  <a:xfrm>
                    <a:off x="4632612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2</a:t>
                    </a:r>
                  </a:p>
                </p:txBody>
              </p:sp>
            </p:grpSp>
          </p:grp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40AC895A-3291-F8F9-FA35-69065F6A6BEB}"/>
                  </a:ext>
                </a:extLst>
              </p:cNvPr>
              <p:cNvSpPr txBox="1"/>
              <p:nvPr/>
            </p:nvSpPr>
            <p:spPr>
              <a:xfrm>
                <a:off x="4392765" y="4929938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6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Guizhou region, South West China</a:t>
                </a:r>
              </a:p>
            </p:txBody>
          </p:sp>
        </p:grp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74DE1B41-AFF4-BE3A-C9A8-39183C6B8017}"/>
                </a:ext>
              </a:extLst>
            </p:cNvPr>
            <p:cNvSpPr txBox="1"/>
            <p:nvPr/>
          </p:nvSpPr>
          <p:spPr>
            <a:xfrm>
              <a:off x="6824631" y="4829656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know the difference between weather and climate and know that some places are hotter or colder. I can name and compare physical features in my local area and Guizhou.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37CFE614-1889-EAC3-4693-70121470C32E}"/>
              </a:ext>
            </a:extLst>
          </p:cNvPr>
          <p:cNvGrpSpPr/>
          <p:nvPr userDrawn="1"/>
        </p:nvGrpSpPr>
        <p:grpSpPr>
          <a:xfrm>
            <a:off x="3508831" y="5762222"/>
            <a:ext cx="8325034" cy="922745"/>
            <a:chOff x="3508831" y="5762222"/>
            <a:chExt cx="8325034" cy="922745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B4172FF4-59AA-9592-DF0B-F72A4298D96D}"/>
                </a:ext>
              </a:extLst>
            </p:cNvPr>
            <p:cNvGrpSpPr/>
            <p:nvPr/>
          </p:nvGrpSpPr>
          <p:grpSpPr>
            <a:xfrm>
              <a:off x="3508831" y="5762222"/>
              <a:ext cx="8325034" cy="922745"/>
              <a:chOff x="3552490" y="5836523"/>
              <a:chExt cx="8325034" cy="922745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48C91D26-3183-BEE2-3FED-F9CF5AE5F7A9}"/>
                  </a:ext>
                </a:extLst>
              </p:cNvPr>
              <p:cNvGrpSpPr/>
              <p:nvPr/>
            </p:nvGrpSpPr>
            <p:grpSpPr>
              <a:xfrm>
                <a:off x="3552490" y="5836523"/>
                <a:ext cx="8325034" cy="922745"/>
                <a:chOff x="3552490" y="5836523"/>
                <a:chExt cx="8325034" cy="922745"/>
              </a:xfrm>
            </p:grpSpPr>
            <p:sp>
              <p:nvSpPr>
                <p:cNvPr id="117" name="Rectangle: Rounded Corners 3">
                  <a:extLst>
                    <a:ext uri="{FF2B5EF4-FFF2-40B4-BE49-F238E27FC236}">
                      <a16:creationId xmlns:a16="http://schemas.microsoft.com/office/drawing/2014/main" id="{47BB46CD-FD23-4BF9-7839-26C483FD8B07}"/>
                    </a:ext>
                  </a:extLst>
                </p:cNvPr>
                <p:cNvSpPr/>
                <p:nvPr/>
              </p:nvSpPr>
              <p:spPr>
                <a:xfrm>
                  <a:off x="3552490" y="5859268"/>
                  <a:ext cx="8325034" cy="900000"/>
                </a:xfrm>
                <a:prstGeom prst="roundRect">
                  <a:avLst/>
                </a:prstGeom>
                <a:solidFill>
                  <a:srgbClr val="F9D2B5"/>
                </a:solidFill>
                <a:ln>
                  <a:solidFill>
                    <a:srgbClr val="F9D2B5"/>
                  </a:solidFill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6AFEFF20-7781-0E28-7335-B293936BFB2C}"/>
                    </a:ext>
                  </a:extLst>
                </p:cNvPr>
                <p:cNvGrpSpPr/>
                <p:nvPr/>
              </p:nvGrpSpPr>
              <p:grpSpPr>
                <a:xfrm>
                  <a:off x="3562659" y="5836523"/>
                  <a:ext cx="801261" cy="903352"/>
                  <a:chOff x="4444505" y="551736"/>
                  <a:chExt cx="801261" cy="903352"/>
                </a:xfrm>
              </p:grpSpPr>
              <p:pic>
                <p:nvPicPr>
                  <p:cNvPr id="119" name="Picture 118">
                    <a:extLst>
                      <a:ext uri="{FF2B5EF4-FFF2-40B4-BE49-F238E27FC236}">
                        <a16:creationId xmlns:a16="http://schemas.microsoft.com/office/drawing/2014/main" id="{085357BB-C861-4F4B-DC47-D25F56C709B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44505" y="551736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20" name="TextBox 119">
                    <a:extLst>
                      <a:ext uri="{FF2B5EF4-FFF2-40B4-BE49-F238E27FC236}">
                        <a16:creationId xmlns:a16="http://schemas.microsoft.com/office/drawing/2014/main" id="{46A5B6BE-8B2D-782B-B8E8-4D64A84A75D9}"/>
                      </a:ext>
                    </a:extLst>
                  </p:cNvPr>
                  <p:cNvSpPr txBox="1"/>
                  <p:nvPr/>
                </p:nvSpPr>
                <p:spPr>
                  <a:xfrm>
                    <a:off x="4703335" y="772579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1</a:t>
                    </a:r>
                  </a:p>
                </p:txBody>
              </p:sp>
            </p:grpSp>
          </p:grp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2F2F78A2-F0AF-6C40-2384-F08761224904}"/>
                  </a:ext>
                </a:extLst>
              </p:cNvPr>
              <p:cNvSpPr txBox="1"/>
              <p:nvPr/>
            </p:nvSpPr>
            <p:spPr>
              <a:xfrm>
                <a:off x="4436424" y="6058243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Where I live in the United Kingdom</a:t>
                </a:r>
              </a:p>
            </p:txBody>
          </p: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638D4198-A593-6D80-4336-4468B93A0135}"/>
                </a:ext>
              </a:extLst>
            </p:cNvPr>
            <p:cNvSpPr txBox="1"/>
            <p:nvPr/>
          </p:nvSpPr>
          <p:spPr>
            <a:xfrm>
              <a:off x="6824631" y="5971340"/>
              <a:ext cx="48821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/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know what the weather and the four seasons are. I know some physical features around my local area.</a:t>
              </a:r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39171E4A-419D-1960-1660-B47E01E3D572}"/>
              </a:ext>
            </a:extLst>
          </p:cNvPr>
          <p:cNvGrpSpPr/>
          <p:nvPr userDrawn="1"/>
        </p:nvGrpSpPr>
        <p:grpSpPr>
          <a:xfrm>
            <a:off x="3525668" y="2709975"/>
            <a:ext cx="8308198" cy="912750"/>
            <a:chOff x="3525668" y="2709975"/>
            <a:chExt cx="8308198" cy="912750"/>
          </a:xfrm>
        </p:grpSpPr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0D34104-9B75-EA51-A3CC-155587BBEB3D}"/>
                </a:ext>
              </a:extLst>
            </p:cNvPr>
            <p:cNvGrpSpPr/>
            <p:nvPr/>
          </p:nvGrpSpPr>
          <p:grpSpPr>
            <a:xfrm>
              <a:off x="3525668" y="2709975"/>
              <a:ext cx="8308198" cy="912750"/>
              <a:chOff x="3525668" y="2709975"/>
              <a:chExt cx="8308198" cy="912750"/>
            </a:xfrm>
          </p:grpSpPr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211C4DDD-4E45-64F7-1A59-B29BB7FEA2C4}"/>
                  </a:ext>
                </a:extLst>
              </p:cNvPr>
              <p:cNvGrpSpPr/>
              <p:nvPr/>
            </p:nvGrpSpPr>
            <p:grpSpPr>
              <a:xfrm>
                <a:off x="3525668" y="2709975"/>
                <a:ext cx="8308198" cy="912750"/>
                <a:chOff x="3525668" y="2709975"/>
                <a:chExt cx="8308198" cy="912750"/>
              </a:xfrm>
            </p:grpSpPr>
            <p:sp>
              <p:nvSpPr>
                <p:cNvPr id="137" name="Rectangle: Rounded Corners 15">
                  <a:extLst>
                    <a:ext uri="{FF2B5EF4-FFF2-40B4-BE49-F238E27FC236}">
                      <a16:creationId xmlns:a16="http://schemas.microsoft.com/office/drawing/2014/main" id="{D9DF815D-BC98-19CD-3271-2B6062CAC9A9}"/>
                    </a:ext>
                  </a:extLst>
                </p:cNvPr>
                <p:cNvSpPr/>
                <p:nvPr/>
              </p:nvSpPr>
              <p:spPr>
                <a:xfrm>
                  <a:off x="3533229" y="2722725"/>
                  <a:ext cx="8300637" cy="900000"/>
                </a:xfrm>
                <a:prstGeom prst="roundRect">
                  <a:avLst/>
                </a:prstGeom>
                <a:solidFill>
                  <a:srgbClr val="BDD7EF"/>
                </a:solidFill>
                <a:ln>
                  <a:noFill/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5AEB2E4E-22C4-9E91-A37D-9648508D2A4A}"/>
                    </a:ext>
                  </a:extLst>
                </p:cNvPr>
                <p:cNvGrpSpPr/>
                <p:nvPr/>
              </p:nvGrpSpPr>
              <p:grpSpPr>
                <a:xfrm>
                  <a:off x="3525668" y="2709975"/>
                  <a:ext cx="801261" cy="903352"/>
                  <a:chOff x="4462145" y="450020"/>
                  <a:chExt cx="801261" cy="903352"/>
                </a:xfrm>
              </p:grpSpPr>
              <p:pic>
                <p:nvPicPr>
                  <p:cNvPr id="139" name="Picture 138">
                    <a:extLst>
                      <a:ext uri="{FF2B5EF4-FFF2-40B4-BE49-F238E27FC236}">
                        <a16:creationId xmlns:a16="http://schemas.microsoft.com/office/drawing/2014/main" id="{B28AD876-015C-6447-58F1-EA22451BFF9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62145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40" name="TextBox 139">
                    <a:extLst>
                      <a:ext uri="{FF2B5EF4-FFF2-40B4-BE49-F238E27FC236}">
                        <a16:creationId xmlns:a16="http://schemas.microsoft.com/office/drawing/2014/main" id="{22E26D94-288A-3313-7620-18292CBDD54A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080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4</a:t>
                    </a:r>
                  </a:p>
                </p:txBody>
              </p:sp>
            </p:grpSp>
          </p:grp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6C40D716-2DF9-7BBE-8085-C72039D586A2}"/>
                  </a:ext>
                </a:extLst>
              </p:cNvPr>
              <p:cNvSpPr txBox="1"/>
              <p:nvPr/>
            </p:nvSpPr>
            <p:spPr>
              <a:xfrm>
                <a:off x="4392765" y="2911115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Peru or Brazil in South America</a:t>
                </a:r>
              </a:p>
            </p:txBody>
          </p:sp>
        </p:grp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E43B4708-3D6A-D4BF-1405-4FAA78DDDEAD}"/>
                </a:ext>
              </a:extLst>
            </p:cNvPr>
            <p:cNvSpPr txBox="1"/>
            <p:nvPr/>
          </p:nvSpPr>
          <p:spPr>
            <a:xfrm>
              <a:off x="6824631" y="2800137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use maps to find the equator, tropics and hemispheres. I can describe and contrast the physical geography of South America.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pic>
        <p:nvPicPr>
          <p:cNvPr id="35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498A1B6D-67F7-F99F-9C09-FE4E906511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5E3F61D-B928-3510-A776-3C3F6586BEDB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CA72E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Physical Geography</a:t>
            </a:r>
          </a:p>
        </p:txBody>
      </p:sp>
    </p:spTree>
    <p:extLst>
      <p:ext uri="{BB962C8B-B14F-4D97-AF65-F5344CB8AC3E}">
        <p14:creationId xmlns:p14="http://schemas.microsoft.com/office/powerpoint/2010/main" val="2606306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</p:bldLst>
  </p:timing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cabulary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5781BF93-85A7-C744-36C2-0F821E87383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A7A137-46BE-41B3-8129-A8C4DD05848F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Vocabulary</a:t>
            </a:r>
          </a:p>
        </p:txBody>
      </p:sp>
      <p:pic>
        <p:nvPicPr>
          <p:cNvPr id="4" name="Picture 3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72023D4C-E739-574B-0D0E-AE5D4969B2F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000"/>
          <a:stretch>
            <a:fillRect/>
          </a:stretch>
        </p:blipFill>
        <p:spPr>
          <a:xfrm>
            <a:off x="35619" y="965122"/>
            <a:ext cx="995680" cy="856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06681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, Why, H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AF9E9CD8-FC16-6852-0D5B-1861A37CC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5691" y="252727"/>
            <a:ext cx="10515600" cy="587374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Key Question</a:t>
            </a:r>
          </a:p>
        </p:txBody>
      </p:sp>
      <p:pic>
        <p:nvPicPr>
          <p:cNvPr id="33" name="Picture 3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543666C-A10F-2BF0-F787-B3A0D5E5F6F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Rounded Rectangle 23">
            <a:extLst>
              <a:ext uri="{FF2B5EF4-FFF2-40B4-BE49-F238E27FC236}">
                <a16:creationId xmlns:a16="http://schemas.microsoft.com/office/drawing/2014/main" id="{794DAE5F-C59F-B3F0-3FCE-3EB3B286135E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6" name="Rounded Rectangle 22">
            <a:extLst>
              <a:ext uri="{FF2B5EF4-FFF2-40B4-BE49-F238E27FC236}">
                <a16:creationId xmlns:a16="http://schemas.microsoft.com/office/drawing/2014/main" id="{35A01401-10ED-6F4D-1F1C-0E3FEE734279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9" name="Rounded Rectangle 21">
            <a:extLst>
              <a:ext uri="{FF2B5EF4-FFF2-40B4-BE49-F238E27FC236}">
                <a16:creationId xmlns:a16="http://schemas.microsoft.com/office/drawing/2014/main" id="{1093191D-2864-BFE3-BAC6-FE3078E39402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0" name="Right Arrow 38">
            <a:extLst>
              <a:ext uri="{FF2B5EF4-FFF2-40B4-BE49-F238E27FC236}">
                <a16:creationId xmlns:a16="http://schemas.microsoft.com/office/drawing/2014/main" id="{8AA0E372-369C-4941-5057-0E8F5480B183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1" name="Right Arrow 40">
            <a:extLst>
              <a:ext uri="{FF2B5EF4-FFF2-40B4-BE49-F238E27FC236}">
                <a16:creationId xmlns:a16="http://schemas.microsoft.com/office/drawing/2014/main" id="{0A8AFB17-4869-9C19-FEA1-1565D67FDFAD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2" name="Cloud Callout 14">
            <a:extLst>
              <a:ext uri="{FF2B5EF4-FFF2-40B4-BE49-F238E27FC236}">
                <a16:creationId xmlns:a16="http://schemas.microsoft.com/office/drawing/2014/main" id="{61EF286F-9345-BB0C-4F56-A1F12BAE82D8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43" name="Cloud Callout 17">
            <a:extLst>
              <a:ext uri="{FF2B5EF4-FFF2-40B4-BE49-F238E27FC236}">
                <a16:creationId xmlns:a16="http://schemas.microsoft.com/office/drawing/2014/main" id="{C71C66BF-D58B-4831-075C-341ABDCBB6A9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44" name="Cloud Callout 43">
            <a:extLst>
              <a:ext uri="{FF2B5EF4-FFF2-40B4-BE49-F238E27FC236}">
                <a16:creationId xmlns:a16="http://schemas.microsoft.com/office/drawing/2014/main" id="{5F799D0A-BCB5-0692-9B09-12BF7ECBCFB2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How will I know when I get there?</a:t>
            </a:r>
          </a:p>
        </p:txBody>
      </p:sp>
      <p:sp>
        <p:nvSpPr>
          <p:cNvPr id="45" name="Rounded Rectangle 25">
            <a:extLst>
              <a:ext uri="{FF2B5EF4-FFF2-40B4-BE49-F238E27FC236}">
                <a16:creationId xmlns:a16="http://schemas.microsoft.com/office/drawing/2014/main" id="{986FCAFE-1A47-3A75-E8C0-DF7CFA64906C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5D11E385-E30A-306C-46AE-F9458F3B557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955640E-425C-E065-E469-3F57419A40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5B63634A-303B-2635-7607-6574B2DFFA2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562805B2-74FB-04A4-25AE-B716B092E5EF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953ACAAF-AE0A-4BDE-AF75-4CF0BCA47856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show this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51" name="Text Placeholder 33">
            <a:extLst>
              <a:ext uri="{FF2B5EF4-FFF2-40B4-BE49-F238E27FC236}">
                <a16:creationId xmlns:a16="http://schemas.microsoft.com/office/drawing/2014/main" id="{B3BB70E2-26D2-0B49-D267-7AAB4BF86D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8500" y="4522788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2" name="Text Placeholder 33">
            <a:extLst>
              <a:ext uri="{FF2B5EF4-FFF2-40B4-BE49-F238E27FC236}">
                <a16:creationId xmlns:a16="http://schemas.microsoft.com/office/drawing/2014/main" id="{EE674DA5-D366-6FAC-3E19-D83FED4EC9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7594" y="4522787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3" name="Text Placeholder 33">
            <a:extLst>
              <a:ext uri="{FF2B5EF4-FFF2-40B4-BE49-F238E27FC236}">
                <a16:creationId xmlns:a16="http://schemas.microsoft.com/office/drawing/2014/main" id="{C20E1614-EA91-9C2C-B7F1-BB4DF8CC1A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79945" y="4485371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4" name="Rounded Rectangle 23">
            <a:extLst>
              <a:ext uri="{FF2B5EF4-FFF2-40B4-BE49-F238E27FC236}">
                <a16:creationId xmlns:a16="http://schemas.microsoft.com/office/drawing/2014/main" id="{0D1FC744-3662-3249-1F03-EE193D1872E7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5" name="Rounded Rectangle 22">
            <a:extLst>
              <a:ext uri="{FF2B5EF4-FFF2-40B4-BE49-F238E27FC236}">
                <a16:creationId xmlns:a16="http://schemas.microsoft.com/office/drawing/2014/main" id="{8867268F-6BC6-CDE0-A54C-C7C7D22A17CE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6" name="Rounded Rectangle 21">
            <a:extLst>
              <a:ext uri="{FF2B5EF4-FFF2-40B4-BE49-F238E27FC236}">
                <a16:creationId xmlns:a16="http://schemas.microsoft.com/office/drawing/2014/main" id="{DEC8C24A-C2A2-B6FB-CEBC-DB3CFE63E845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7" name="Right Arrow 38">
            <a:extLst>
              <a:ext uri="{FF2B5EF4-FFF2-40B4-BE49-F238E27FC236}">
                <a16:creationId xmlns:a16="http://schemas.microsoft.com/office/drawing/2014/main" id="{24D9F813-6CEE-ED6F-064E-59CDA1216AD8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8" name="Right Arrow 40">
            <a:extLst>
              <a:ext uri="{FF2B5EF4-FFF2-40B4-BE49-F238E27FC236}">
                <a16:creationId xmlns:a16="http://schemas.microsoft.com/office/drawing/2014/main" id="{B268B9E1-8800-1738-CE60-9C6C5F486497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9" name="Cloud Callout 14">
            <a:extLst>
              <a:ext uri="{FF2B5EF4-FFF2-40B4-BE49-F238E27FC236}">
                <a16:creationId xmlns:a16="http://schemas.microsoft.com/office/drawing/2014/main" id="{3BE98BE1-8756-AA3F-37FC-961A3A117F44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60" name="Cloud Callout 17">
            <a:extLst>
              <a:ext uri="{FF2B5EF4-FFF2-40B4-BE49-F238E27FC236}">
                <a16:creationId xmlns:a16="http://schemas.microsoft.com/office/drawing/2014/main" id="{83D62656-6C25-077C-4F80-552A71A1BC63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61" name="Cloud Callout 60">
            <a:extLst>
              <a:ext uri="{FF2B5EF4-FFF2-40B4-BE49-F238E27FC236}">
                <a16:creationId xmlns:a16="http://schemas.microsoft.com/office/drawing/2014/main" id="{D209243E-CE20-B43A-B229-5E6919A22DBC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How will I know when I'm successful?</a:t>
            </a:r>
          </a:p>
        </p:txBody>
      </p:sp>
      <p:sp>
        <p:nvSpPr>
          <p:cNvPr id="62" name="Rounded Rectangle 25">
            <a:extLst>
              <a:ext uri="{FF2B5EF4-FFF2-40B4-BE49-F238E27FC236}">
                <a16:creationId xmlns:a16="http://schemas.microsoft.com/office/drawing/2014/main" id="{2EAD39BD-B099-6728-8D13-A4C177B6F805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9C9530EB-C903-8086-18DC-0C03544C45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07629C6-4FFA-FF30-5372-13F87DC076C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66D0A70B-6C4D-F75B-6A9F-D8FDC6BEE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E4259EB2-DF36-65F9-FFFF-42FBE54E1CB4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4E77597-DD8E-B80E-CAF9-828893FC90DF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be successful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4" name="Picture 17">
            <a:extLst>
              <a:ext uri="{FF2B5EF4-FFF2-40B4-BE49-F238E27FC236}">
                <a16:creationId xmlns:a16="http://schemas.microsoft.com/office/drawing/2014/main" id="{A26F170F-2A34-51B3-CA05-11C54204D42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247" y="140894"/>
            <a:ext cx="885149" cy="77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56167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2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3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420A20-0427-FEBB-94F6-C4193F5D6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3834"/>
            <a:ext cx="11685495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27FA49-916F-6379-73AB-F81F90D63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4334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88E71F8-6BAE-0B02-D973-40B20FD5452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50308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I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2" name="Picture 11" descr="A close-up of a card  AI-generated content may be incorrect.">
            <a:extLst>
              <a:ext uri="{FF2B5EF4-FFF2-40B4-BE49-F238E27FC236}">
                <a16:creationId xmlns:a16="http://schemas.microsoft.com/office/drawing/2014/main" id="{19C37659-7358-BC03-60AF-B392A7BB2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19" y="119675"/>
            <a:ext cx="1569326" cy="773914"/>
          </a:xfrm>
          <a:prstGeom prst="rect">
            <a:avLst/>
          </a:prstGeom>
        </p:spPr>
      </p:pic>
      <p:pic>
        <p:nvPicPr>
          <p:cNvPr id="6" name="Picture 5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56FEE9A-7A4C-C146-9F2C-AA95D12B1B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99726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5292D3-9B48-D839-900B-BC40E199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8DC9B51-90C5-910F-0E5E-26C8FCDF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close-up of a pink sign  AI-generated content may be incorrect.">
            <a:extLst>
              <a:ext uri="{FF2B5EF4-FFF2-40B4-BE49-F238E27FC236}">
                <a16:creationId xmlns:a16="http://schemas.microsoft.com/office/drawing/2014/main" id="{0B7F0C43-5A32-058E-34EF-2A306950E5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2590" y="120071"/>
            <a:ext cx="1717539" cy="738116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957987D4-A06A-C5CB-651A-0BE75EF416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113118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You Do T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BA2D6B0-18BA-C1F5-A3CF-A118B5DF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F42BF2B-5700-B0C0-6B69-6699F0F4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pink background with a cartoon character  AI-generated content may be incorrect.">
            <a:extLst>
              <a:ext uri="{FF2B5EF4-FFF2-40B4-BE49-F238E27FC236}">
                <a16:creationId xmlns:a16="http://schemas.microsoft.com/office/drawing/2014/main" id="{CC49C281-BFEE-C448-05E7-67F0CFEF13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9597" y="120460"/>
            <a:ext cx="1691510" cy="696504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B3E5AEB-4433-9811-BFB5-67A78BBCA8D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495728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You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AEF570-F9F4-B149-BF1A-BEF6DEE60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E87AD0-4B3C-76E5-0F15-7F5DFE335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green background with black text  AI-generated content may be incorrect.">
            <a:extLst>
              <a:ext uri="{FF2B5EF4-FFF2-40B4-BE49-F238E27FC236}">
                <a16:creationId xmlns:a16="http://schemas.microsoft.com/office/drawing/2014/main" id="{25F460C6-509E-8D53-E313-AD7B04BB14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1734" y="120459"/>
            <a:ext cx="1691510" cy="703611"/>
          </a:xfrm>
          <a:prstGeom prst="rect">
            <a:avLst/>
          </a:prstGeom>
        </p:spPr>
      </p:pic>
      <p:pic>
        <p:nvPicPr>
          <p:cNvPr id="5" name="Picture 4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5FA9E67-03AE-A0EB-2281-F2B5FE675D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03968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5" y="1936003"/>
            <a:ext cx="3925823" cy="919401"/>
          </a:xfrm>
          <a:prstGeom prst="wedgeRoundRectCallout">
            <a:avLst>
              <a:gd name="adj1" fmla="val -17964"/>
              <a:gd name="adj2" fmla="val 104608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Today I found my learning challenging so I…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804868" y="1936003"/>
            <a:ext cx="2938272" cy="919401"/>
          </a:xfrm>
          <a:prstGeom prst="wedgeRoundRectCallout">
            <a:avLst>
              <a:gd name="adj1" fmla="val -10874"/>
              <a:gd name="adj2" fmla="val 148695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During our learning I found …. easy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60" y="1941004"/>
            <a:ext cx="3645408" cy="919401"/>
          </a:xfrm>
          <a:prstGeom prst="wedgeRoundRectCallout">
            <a:avLst>
              <a:gd name="adj1" fmla="val -2104"/>
              <a:gd name="adj2" fmla="val 138087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In my learning I felt confidence because…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oogle Shape;65;p1">
            <a:extLst>
              <a:ext uri="{FF2B5EF4-FFF2-40B4-BE49-F238E27FC236}">
                <a16:creationId xmlns:a16="http://schemas.microsoft.com/office/drawing/2014/main" id="{6D71331F-84DF-BB57-DC61-C6FD26F0F144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66;p1">
            <a:extLst>
              <a:ext uri="{FF2B5EF4-FFF2-40B4-BE49-F238E27FC236}">
                <a16:creationId xmlns:a16="http://schemas.microsoft.com/office/drawing/2014/main" id="{39D13355-F5EC-24EE-E679-05B78BE15B55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81CADD8D-233F-CAA2-D6BA-666AED94D7BD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7" name="Google Shape;68;p1">
              <a:extLst>
                <a:ext uri="{FF2B5EF4-FFF2-40B4-BE49-F238E27FC236}">
                  <a16:creationId xmlns:a16="http://schemas.microsoft.com/office/drawing/2014/main" id="{6D5A7812-4788-687B-12B4-FCB8DEF22159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69;p1">
              <a:extLst>
                <a:ext uri="{FF2B5EF4-FFF2-40B4-BE49-F238E27FC236}">
                  <a16:creationId xmlns:a16="http://schemas.microsoft.com/office/drawing/2014/main" id="{F37F1A8E-A913-0449-00F3-14360B270D2C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0;p1">
              <a:extLst>
                <a:ext uri="{FF2B5EF4-FFF2-40B4-BE49-F238E27FC236}">
                  <a16:creationId xmlns:a16="http://schemas.microsoft.com/office/drawing/2014/main" id="{C69B81F3-E3B8-2632-A7DA-CCC6CE2109C4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1;p1">
              <a:extLst>
                <a:ext uri="{FF2B5EF4-FFF2-40B4-BE49-F238E27FC236}">
                  <a16:creationId xmlns:a16="http://schemas.microsoft.com/office/drawing/2014/main" id="{7E00A608-C938-2209-82E7-209839FA5144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2;p1">
              <a:extLst>
                <a:ext uri="{FF2B5EF4-FFF2-40B4-BE49-F238E27FC236}">
                  <a16:creationId xmlns:a16="http://schemas.microsoft.com/office/drawing/2014/main" id="{ECFF9625-2047-3699-7FEB-26A68BA5829B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73;p1">
              <a:extLst>
                <a:ext uri="{FF2B5EF4-FFF2-40B4-BE49-F238E27FC236}">
                  <a16:creationId xmlns:a16="http://schemas.microsoft.com/office/drawing/2014/main" id="{990B5F90-23A2-E846-65B0-ECE209BBB1FD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CBB1CB39-0011-BBA7-3163-1500F27C0670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1C4769F1-AC51-A6A5-667F-C3264F158695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323F2A04-3396-AC2F-F72A-61AD07DCFDBD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9CAA8C0E-FB41-84CA-A1C7-BEBA0D277D36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D3DFCA21-F50C-DB9F-1D6E-0B67A584D911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E03EB7A8-D67E-DE8A-224E-118CA3304940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5CB3A0C0-7138-EA31-BF64-B228DD6D0068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1D30A987-7C12-93D5-42E5-98A02F715C22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4F9200F0-7310-7B59-2508-8A5277721857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AC29D72F-5FA6-4EF4-2537-C8B5B322A082}"/>
              </a:ext>
            </a:extLst>
          </p:cNvPr>
          <p:cNvPicPr preferRelativeResize="0"/>
          <p:nvPr userDrawn="1"/>
        </p:nvPicPr>
        <p:blipFill rotWithShape="1">
          <a:blip r:embed="rId12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B5A41F0-E53B-845A-F7D5-3F203A6D3A27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Learning Review</a:t>
            </a:r>
          </a:p>
        </p:txBody>
      </p:sp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002D6CC3-4398-7E02-B14F-B5636F710ADF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4000"/>
          <a:stretch>
            <a:fillRect/>
          </a:stretch>
        </p:blipFill>
        <p:spPr>
          <a:xfrm>
            <a:off x="35619" y="965122"/>
            <a:ext cx="995680" cy="856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7109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 Edi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oogle Shape;65;p1">
            <a:extLst>
              <a:ext uri="{FF2B5EF4-FFF2-40B4-BE49-F238E27FC236}">
                <a16:creationId xmlns:a16="http://schemas.microsoft.com/office/drawing/2014/main" id="{6D71331F-84DF-BB57-DC61-C6FD26F0F144}"/>
              </a:ext>
            </a:extLst>
          </p:cNvPr>
          <p:cNvPicPr preferRelativeResize="0"/>
          <p:nvPr userDrawn="1"/>
        </p:nvPicPr>
        <p:blipFill rotWithShape="1">
          <a:blip r:embed="rId4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66;p1">
            <a:extLst>
              <a:ext uri="{FF2B5EF4-FFF2-40B4-BE49-F238E27FC236}">
                <a16:creationId xmlns:a16="http://schemas.microsoft.com/office/drawing/2014/main" id="{39D13355-F5EC-24EE-E679-05B78BE15B55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81CADD8D-233F-CAA2-D6BA-666AED94D7BD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7" name="Google Shape;68;p1">
              <a:extLst>
                <a:ext uri="{FF2B5EF4-FFF2-40B4-BE49-F238E27FC236}">
                  <a16:creationId xmlns:a16="http://schemas.microsoft.com/office/drawing/2014/main" id="{6D5A7812-4788-687B-12B4-FCB8DEF22159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69;p1">
              <a:extLst>
                <a:ext uri="{FF2B5EF4-FFF2-40B4-BE49-F238E27FC236}">
                  <a16:creationId xmlns:a16="http://schemas.microsoft.com/office/drawing/2014/main" id="{F37F1A8E-A913-0449-00F3-14360B270D2C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0;p1">
              <a:extLst>
                <a:ext uri="{FF2B5EF4-FFF2-40B4-BE49-F238E27FC236}">
                  <a16:creationId xmlns:a16="http://schemas.microsoft.com/office/drawing/2014/main" id="{C69B81F3-E3B8-2632-A7DA-CCC6CE2109C4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1;p1">
              <a:extLst>
                <a:ext uri="{FF2B5EF4-FFF2-40B4-BE49-F238E27FC236}">
                  <a16:creationId xmlns:a16="http://schemas.microsoft.com/office/drawing/2014/main" id="{7E00A608-C938-2209-82E7-209839FA5144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2;p1">
              <a:extLst>
                <a:ext uri="{FF2B5EF4-FFF2-40B4-BE49-F238E27FC236}">
                  <a16:creationId xmlns:a16="http://schemas.microsoft.com/office/drawing/2014/main" id="{ECFF9625-2047-3699-7FEB-26A68BA5829B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73;p1">
              <a:extLst>
                <a:ext uri="{FF2B5EF4-FFF2-40B4-BE49-F238E27FC236}">
                  <a16:creationId xmlns:a16="http://schemas.microsoft.com/office/drawing/2014/main" id="{990B5F90-23A2-E846-65B0-ECE209BBB1FD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CBB1CB39-0011-BBA7-3163-1500F27C0670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1C4769F1-AC51-A6A5-667F-C3264F158695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323F2A04-3396-AC2F-F72A-61AD07DCFDBD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9CAA8C0E-FB41-84CA-A1C7-BEBA0D277D36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D3DFCA21-F50C-DB9F-1D6E-0B67A584D911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E03EB7A8-D67E-DE8A-224E-118CA3304940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5CB3A0C0-7138-EA31-BF64-B228DD6D0068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1D30A987-7C12-93D5-42E5-98A02F715C22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4F9200F0-7310-7B59-2508-8A5277721857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AC29D72F-5FA6-4EF4-2537-C8B5B322A082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B5A41F0-E53B-845A-F7D5-3F203A6D3A27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Learning Review</a:t>
            </a:r>
          </a:p>
        </p:txBody>
      </p:sp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002D6CC3-4398-7E02-B14F-B5636F710AD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rcRect b="14000"/>
          <a:stretch>
            <a:fillRect/>
          </a:stretch>
        </p:blipFill>
        <p:spPr>
          <a:xfrm>
            <a:off x="35619" y="965122"/>
            <a:ext cx="995680" cy="85628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520CE31-0DB1-CF74-2D30-243CB61C15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155504-0D7D-E12F-2810-C8050974823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661449B4-373F-26EB-5DD3-8EA50FF6F35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6CF9E021-CDAB-AF6F-D110-50079C97376D}"/>
              </a:ext>
            </a:extLst>
          </p:cNvPr>
          <p:cNvSpPr txBox="1"/>
          <p:nvPr userDrawn="1"/>
        </p:nvSpPr>
        <p:spPr>
          <a:xfrm>
            <a:off x="331626" y="1936003"/>
            <a:ext cx="3569816" cy="1328023"/>
          </a:xfrm>
          <a:prstGeom prst="wedgeRoundRectCallout">
            <a:avLst>
              <a:gd name="adj1" fmla="val -14004"/>
              <a:gd name="adj2" fmla="val 72935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CB0474-FA16-FF09-A32D-46D9EB113A2D}"/>
              </a:ext>
            </a:extLst>
          </p:cNvPr>
          <p:cNvSpPr txBox="1"/>
          <p:nvPr userDrawn="1"/>
        </p:nvSpPr>
        <p:spPr>
          <a:xfrm>
            <a:off x="4355027" y="1925372"/>
            <a:ext cx="3569815" cy="1338654"/>
          </a:xfrm>
          <a:prstGeom prst="wedgeRoundRectCallout">
            <a:avLst>
              <a:gd name="adj1" fmla="val -10589"/>
              <a:gd name="adj2" fmla="val 9329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804A85-EC78-C2DA-D09E-7451F0B086DB}"/>
              </a:ext>
            </a:extLst>
          </p:cNvPr>
          <p:cNvSpPr txBox="1"/>
          <p:nvPr userDrawn="1"/>
        </p:nvSpPr>
        <p:spPr>
          <a:xfrm>
            <a:off x="8290559" y="1930687"/>
            <a:ext cx="3569815" cy="1328023"/>
          </a:xfrm>
          <a:prstGeom prst="wedgeRoundRectCallout">
            <a:avLst>
              <a:gd name="adj1" fmla="val -7796"/>
              <a:gd name="adj2" fmla="val 95244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0C7433EE-8E28-A156-C234-1746B0F8A3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910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8" name="Text Placeholder 38">
            <a:extLst>
              <a:ext uri="{FF2B5EF4-FFF2-40B4-BE49-F238E27FC236}">
                <a16:creationId xmlns:a16="http://schemas.microsoft.com/office/drawing/2014/main" id="{38A8B543-CEF5-FC3B-6C84-50A7AB8E57E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424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1AF88D0C-1D9F-76B2-0A0C-CA0BF902604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40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96130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Callout 5">
            <a:extLst>
              <a:ext uri="{FF2B5EF4-FFF2-40B4-BE49-F238E27FC236}">
                <a16:creationId xmlns:a16="http://schemas.microsoft.com/office/drawing/2014/main" id="{A768AC55-9169-CD12-DE1E-DD3AE6B6949A}"/>
              </a:ext>
            </a:extLst>
          </p:cNvPr>
          <p:cNvSpPr/>
          <p:nvPr userDrawn="1"/>
        </p:nvSpPr>
        <p:spPr>
          <a:xfrm>
            <a:off x="8590283" y="1810499"/>
            <a:ext cx="311167" cy="232315"/>
          </a:xfrm>
          <a:prstGeom prst="wedgeEllipseCallout">
            <a:avLst>
              <a:gd name="adj1" fmla="val -30467"/>
              <a:gd name="adj2" fmla="val 7565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362B2-CBA8-FC87-AB4B-C119CAAD3D12}"/>
              </a:ext>
            </a:extLst>
          </p:cNvPr>
          <p:cNvCxnSpPr>
            <a:cxnSpLocks/>
          </p:cNvCxnSpPr>
          <p:nvPr userDrawn="1"/>
        </p:nvCxnSpPr>
        <p:spPr>
          <a:xfrm>
            <a:off x="0" y="3429000"/>
            <a:ext cx="12192000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6BFA09-C2E0-9EDD-C5AF-A084C1D2E62A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"/>
            <a:ext cx="0" cy="2200275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A93CD5E5-7A63-84D8-216D-6206001D4352}"/>
              </a:ext>
            </a:extLst>
          </p:cNvPr>
          <p:cNvSpPr/>
          <p:nvPr userDrawn="1"/>
        </p:nvSpPr>
        <p:spPr>
          <a:xfrm>
            <a:off x="5295900" y="2647951"/>
            <a:ext cx="1600200" cy="16383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949BE8-1DF1-3976-E62D-C362A69DFA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916" b="91293" l="8707" r="90237">
                        <a14:foregroundMark x1="24274" y1="18734" x2="24274" y2="18734"/>
                        <a14:foregroundMark x1="47757" y1="8443" x2="47757" y2="8443"/>
                        <a14:foregroundMark x1="73615" y1="19789" x2="73615" y2="19789"/>
                        <a14:foregroundMark x1="90765" y1="48549" x2="90765" y2="48549"/>
                        <a14:foregroundMark x1="80475" y1="79420" x2="80475" y2="79420"/>
                        <a14:foregroundMark x1="53826" y1="91293" x2="53826" y2="91293"/>
                        <a14:foregroundMark x1="21900" y1="82058" x2="21900" y2="82058"/>
                        <a14:foregroundMark x1="8707" y1="47757" x2="8707" y2="477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72101" y="2724151"/>
            <a:ext cx="1504951" cy="150495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73ABCC3-9C74-F6C7-ACE2-3C6579FF949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19802"/>
          <a:stretch/>
        </p:blipFill>
        <p:spPr>
          <a:xfrm>
            <a:off x="8622691" y="1179808"/>
            <a:ext cx="542923" cy="5487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C88F8-4644-526F-4F11-DDCE2E4B680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50473" y1="61836" x2="50473" y2="6183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73096" y="1175643"/>
            <a:ext cx="757163" cy="4944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C14A703-D40F-6C9F-D411-31A1B97CEB0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222" b="95101" l="9320" r="91940">
                        <a14:foregroundMark x1="22418" y1="13545" x2="22418" y2="13545"/>
                        <a14:foregroundMark x1="41814" y1="15562" x2="41814" y2="15562"/>
                        <a14:foregroundMark x1="66247" y1="13545" x2="66247" y2="13545"/>
                        <a14:foregroundMark x1="92443" y1="19597" x2="92443" y2="19597"/>
                        <a14:foregroundMark x1="12091" y1="37464" x2="12091" y2="37464"/>
                        <a14:foregroundMark x1="20907" y1="46686" x2="20907" y2="46686"/>
                        <a14:foregroundMark x1="23174" y1="55331" x2="23174" y2="55331"/>
                        <a14:foregroundMark x1="23678" y1="65130" x2="23678" y2="65130"/>
                        <a14:foregroundMark x1="24181" y1="74063" x2="24181" y2="74063"/>
                        <a14:foregroundMark x1="48866" y1="95101" x2="48866" y2="95101"/>
                        <a14:foregroundMark x1="9320" y1="58213" x2="9320" y2="5821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116114"/>
            <a:ext cx="844555" cy="738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8C7B50D-C903-4859-1D5E-CE5CB6EF6744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750" b="94250" l="6107" r="94148">
                        <a14:foregroundMark x1="9415" y1="9750" x2="9415" y2="9750"/>
                        <a14:foregroundMark x1="74300" y1="9750" x2="74300" y2="9750"/>
                        <a14:foregroundMark x1="94148" y1="25500" x2="94148" y2="25500"/>
                        <a14:foregroundMark x1="6361" y1="24750" x2="6361" y2="24750"/>
                        <a14:foregroundMark x1="54198" y1="94250" x2="54198" y2="94250"/>
                        <a14:foregroundMark x1="65140" y1="62500" x2="65140" y2="62500"/>
                        <a14:foregroundMark x1="48092" y1="52500" x2="48092" y2="52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3476626"/>
            <a:ext cx="636365" cy="647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B67A7D-BAF3-39CA-92C1-F05C8FF50C2D}"/>
              </a:ext>
            </a:extLst>
          </p:cNvPr>
          <p:cNvSpPr txBox="1"/>
          <p:nvPr userDrawn="1"/>
        </p:nvSpPr>
        <p:spPr>
          <a:xfrm rot="16200000">
            <a:off x="5278050" y="2222012"/>
            <a:ext cx="1673759" cy="2169993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1263557"/>
              </a:avLst>
            </a:prstTxWarp>
            <a:spAutoFit/>
          </a:bodyPr>
          <a:lstStyle/>
          <a:p>
            <a:pPr algn="ctr"/>
            <a:r>
              <a:rPr lang="en-GB" sz="20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Watering Hole</a:t>
            </a:r>
            <a:r>
              <a:rPr lang="en-GB" sz="2000" b="0" i="0">
                <a:solidFill>
                  <a:srgbClr val="0070C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BCDB15-A18F-761C-9D70-5D498C4B281B}"/>
              </a:ext>
            </a:extLst>
          </p:cNvPr>
          <p:cNvSpPr/>
          <p:nvPr userDrawn="1"/>
        </p:nvSpPr>
        <p:spPr>
          <a:xfrm rot="-180000">
            <a:off x="5010272" y="2703555"/>
            <a:ext cx="2190749" cy="1847848"/>
          </a:xfrm>
          <a:prstGeom prst="rect">
            <a:avLst/>
          </a:prstGeom>
          <a:noFill/>
        </p:spPr>
        <p:txBody>
          <a:bodyPr spcFirstLastPara="1" wrap="none" lIns="91440" tIns="45720" rIns="91440" bIns="45720" numCol="1">
            <a:prstTxWarp prst="textArchDown">
              <a:avLst>
                <a:gd name="adj" fmla="val 18174041"/>
              </a:avLst>
            </a:prstTxWarp>
            <a:spAutoFit/>
          </a:bodyPr>
          <a:lstStyle/>
          <a:p>
            <a:pPr algn="ctr"/>
            <a:r>
              <a:rPr lang="en-GB" sz="2000" b="0" i="0">
                <a:ln w="22225">
                  <a:noFill/>
                  <a:prstDash val="solid"/>
                </a:ln>
                <a:latin typeface="Twinkl Cursive Looped" panose="02000000000000000000" pitchFamily="2" charset="77"/>
                <a:ea typeface="Sassoon Infant Rg" panose="02000503030000020003" pitchFamily="2" charset="0"/>
              </a:rPr>
              <a:t>Accessing what we need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EEF32E-84FC-9DD2-1645-162B4C9FAB5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938" b="92857" l="9898" r="89761">
                        <a14:foregroundMark x1="55631" y1="27019" x2="55631" y2="27019"/>
                        <a14:foregroundMark x1="54608" y1="92857" x2="54608" y2="928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15132" y="3622675"/>
            <a:ext cx="650036" cy="71437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158E33F-3765-E12D-EC90-52B96C993A54}"/>
              </a:ext>
            </a:extLst>
          </p:cNvPr>
          <p:cNvSpPr/>
          <p:nvPr userDrawn="1"/>
        </p:nvSpPr>
        <p:spPr>
          <a:xfrm>
            <a:off x="10407364" y="3602076"/>
            <a:ext cx="1665573" cy="313372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A02AE-5FFD-29AD-EBE7-4C38018D5AAF}"/>
              </a:ext>
            </a:extLst>
          </p:cNvPr>
          <p:cNvCxnSpPr>
            <a:cxnSpLocks/>
          </p:cNvCxnSpPr>
          <p:nvPr userDrawn="1"/>
        </p:nvCxnSpPr>
        <p:spPr>
          <a:xfrm>
            <a:off x="9163051" y="59357"/>
            <a:ext cx="0" cy="3369644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61B532-AB76-3FDE-0903-59141D8EB5E2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28548"/>
            <a:ext cx="6067427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28D7E95B-E86B-132A-8921-6D1CDF0723B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8084" b="92515" l="10000" r="90000">
                        <a14:foregroundMark x1="43429" y1="92814" x2="43429" y2="92814"/>
                        <a14:foregroundMark x1="55714" y1="34731" x2="55714" y2="34731"/>
                        <a14:foregroundMark x1="74571" y1="8084" x2="74571" y2="808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55321" y="1772679"/>
            <a:ext cx="502428" cy="47946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5A5C7A1-569F-D384-461E-747E1FC18D84}"/>
              </a:ext>
            </a:extLst>
          </p:cNvPr>
          <p:cNvSpPr txBox="1"/>
          <p:nvPr userDrawn="1"/>
        </p:nvSpPr>
        <p:spPr>
          <a:xfrm>
            <a:off x="9711276" y="1699665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Carry on - Finish Learning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A6BB55-886C-6BD6-A9CE-0ED258255B7D}"/>
              </a:ext>
            </a:extLst>
          </p:cNvPr>
          <p:cNvSpPr txBox="1"/>
          <p:nvPr userDrawn="1"/>
        </p:nvSpPr>
        <p:spPr>
          <a:xfrm>
            <a:off x="806119" y="3666061"/>
            <a:ext cx="315367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Deepening my learning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8C8C69-A916-A517-279F-F93D4A85E3A5}"/>
              </a:ext>
            </a:extLst>
          </p:cNvPr>
          <p:cNvSpPr txBox="1"/>
          <p:nvPr userDrawn="1"/>
        </p:nvSpPr>
        <p:spPr>
          <a:xfrm>
            <a:off x="6730946" y="1845508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Shared Learning Conversation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CEF66E-0B89-5C3E-A3EA-57F92E7F333F}"/>
              </a:ext>
            </a:extLst>
          </p:cNvPr>
          <p:cNvSpPr txBox="1"/>
          <p:nvPr userDrawn="1"/>
        </p:nvSpPr>
        <p:spPr>
          <a:xfrm>
            <a:off x="9938135" y="1319940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Small Group with an adult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3D8E9C-7FC1-8540-96AE-F9A174C627BC}"/>
              </a:ext>
            </a:extLst>
          </p:cNvPr>
          <p:cNvSpPr txBox="1"/>
          <p:nvPr userDrawn="1"/>
        </p:nvSpPr>
        <p:spPr>
          <a:xfrm>
            <a:off x="7103762" y="1334292"/>
            <a:ext cx="196073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Showcase Lead Learners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E8A13-704A-B295-4296-21A195989C8A}"/>
              </a:ext>
            </a:extLst>
          </p:cNvPr>
          <p:cNvSpPr txBox="1"/>
          <p:nvPr userDrawn="1"/>
        </p:nvSpPr>
        <p:spPr>
          <a:xfrm>
            <a:off x="978825" y="379381"/>
            <a:ext cx="1960735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Whole Class Feedback</a:t>
            </a:r>
          </a:p>
        </p:txBody>
      </p:sp>
      <p:sp>
        <p:nvSpPr>
          <p:cNvPr id="33" name="Oval Callout 32">
            <a:extLst>
              <a:ext uri="{FF2B5EF4-FFF2-40B4-BE49-F238E27FC236}">
                <a16:creationId xmlns:a16="http://schemas.microsoft.com/office/drawing/2014/main" id="{20E8220B-AFF3-E0A1-CAEF-B430A1C7AFF6}"/>
              </a:ext>
            </a:extLst>
          </p:cNvPr>
          <p:cNvSpPr/>
          <p:nvPr userDrawn="1"/>
        </p:nvSpPr>
        <p:spPr>
          <a:xfrm>
            <a:off x="8755466" y="1857693"/>
            <a:ext cx="311167" cy="232315"/>
          </a:xfrm>
          <a:prstGeom prst="wedgeEllipseCallout">
            <a:avLst>
              <a:gd name="adj1" fmla="val 33993"/>
              <a:gd name="adj2" fmla="val 78193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C78DA-D2CC-5E55-EC3C-74E0FBD6C5E0}"/>
              </a:ext>
            </a:extLst>
          </p:cNvPr>
          <p:cNvSpPr txBox="1"/>
          <p:nvPr userDrawn="1"/>
        </p:nvSpPr>
        <p:spPr>
          <a:xfrm>
            <a:off x="8708288" y="1869253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b="0" i="0">
                <a:latin typeface="Twinkl Cursive Looped" panose="02000000000000000000" pitchFamily="2" charset="77"/>
              </a:rPr>
              <a:t>SLC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122B806B-421A-D3A0-5273-FB8FEB6F94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" y="903288"/>
            <a:ext cx="4613275" cy="2311400"/>
          </a:xfrm>
        </p:spPr>
        <p:txBody>
          <a:bodyPr/>
          <a:lstStyle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4" name="Text Placeholder 40">
            <a:extLst>
              <a:ext uri="{FF2B5EF4-FFF2-40B4-BE49-F238E27FC236}">
                <a16:creationId xmlns:a16="http://schemas.microsoft.com/office/drawing/2014/main" id="{BFBC48A2-3497-BC71-A0AB-B94D10D2F0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51419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5" name="Text Placeholder 40">
            <a:extLst>
              <a:ext uri="{FF2B5EF4-FFF2-40B4-BE49-F238E27FC236}">
                <a16:creationId xmlns:a16="http://schemas.microsoft.com/office/drawing/2014/main" id="{E26FE762-C006-FAD3-9DB2-248E159C97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13273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EDBB5471-5DC0-3FC7-F0CE-0C2627A79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90946" y="4242234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DCF35568-A367-82E2-075A-2A811FF092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44146" y="2274889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C54F4DB2-38F8-1403-AF81-52DB71B0660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268691" y="2344162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F8A6C5BB-E7AE-DEA7-2BBB-960BAD1DE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407364" y="4353071"/>
            <a:ext cx="1665573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90025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Key Question 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loud 6">
            <a:extLst>
              <a:ext uri="{FF2B5EF4-FFF2-40B4-BE49-F238E27FC236}">
                <a16:creationId xmlns:a16="http://schemas.microsoft.com/office/drawing/2014/main" id="{B79B11F8-C457-8B5A-7DB2-A0B3822642CF}"/>
              </a:ext>
            </a:extLst>
          </p:cNvPr>
          <p:cNvSpPr/>
          <p:nvPr userDrawn="1"/>
        </p:nvSpPr>
        <p:spPr>
          <a:xfrm>
            <a:off x="1665866" y="215038"/>
            <a:ext cx="8504851" cy="2763090"/>
          </a:xfrm>
          <a:prstGeom prst="cloud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8" name="Picture 7" descr="A picture containing room  Description automatically generated">
            <a:extLst>
              <a:ext uri="{FF2B5EF4-FFF2-40B4-BE49-F238E27FC236}">
                <a16:creationId xmlns:a16="http://schemas.microsoft.com/office/drawing/2014/main" id="{DC7A9518-C555-4E09-54D1-0E22EFD76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900" y="3256317"/>
            <a:ext cx="1179274" cy="17116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5DAF98D-1546-11DC-FCBC-99F15C737598}"/>
              </a:ext>
            </a:extLst>
          </p:cNvPr>
          <p:cNvGrpSpPr/>
          <p:nvPr userDrawn="1"/>
        </p:nvGrpSpPr>
        <p:grpSpPr>
          <a:xfrm>
            <a:off x="10357333" y="154065"/>
            <a:ext cx="1648051" cy="1648051"/>
            <a:chOff x="8847786" y="141950"/>
            <a:chExt cx="1362870" cy="136287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48D769F-92AA-C62C-CEBF-72ACEE790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7786" y="828637"/>
              <a:ext cx="676183" cy="67618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1A96F2E-8EE9-43D4-0408-90BA76134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34473" y="828637"/>
              <a:ext cx="676183" cy="67618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5AF5C3E-FFA9-5539-5462-C4FDA6038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34472" y="141950"/>
              <a:ext cx="676183" cy="676183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71642E4-75DE-1766-9E03-1FB909AE2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47786" y="141950"/>
              <a:ext cx="676183" cy="676183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51F51B4-AEEF-DCBE-D5E3-959BD4FE0BF1}"/>
              </a:ext>
            </a:extLst>
          </p:cNvPr>
          <p:cNvSpPr txBox="1"/>
          <p:nvPr userDrawn="1"/>
        </p:nvSpPr>
        <p:spPr>
          <a:xfrm>
            <a:off x="10344525" y="1771029"/>
            <a:ext cx="1686365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75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21st Century Learning Skills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3F2A77-4134-EC11-46EB-A7AA627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 flipH="1">
            <a:off x="7468236" y="2737060"/>
            <a:ext cx="1750251" cy="21466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9CC78E3-5490-F69B-6984-2E5236E755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 flipH="1">
            <a:off x="3116064" y="2716803"/>
            <a:ext cx="1679750" cy="23986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70DB80A-87E5-2F1D-E192-CBC17CA7F4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4680150" y="2888780"/>
            <a:ext cx="1645920" cy="239860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19857BE-DDFC-D079-6FAD-C084CE926065}"/>
              </a:ext>
            </a:extLst>
          </p:cNvPr>
          <p:cNvGrpSpPr/>
          <p:nvPr userDrawn="1"/>
        </p:nvGrpSpPr>
        <p:grpSpPr>
          <a:xfrm>
            <a:off x="2765609" y="701604"/>
            <a:ext cx="4476397" cy="1473969"/>
            <a:chOff x="1400000" y="126068"/>
            <a:chExt cx="4476397" cy="1473969"/>
          </a:xfrm>
        </p:grpSpPr>
        <p:pic>
          <p:nvPicPr>
            <p:cNvPr id="21" name="Picture 17">
              <a:extLst>
                <a:ext uri="{FF2B5EF4-FFF2-40B4-BE49-F238E27FC236}">
                  <a16:creationId xmlns:a16="http://schemas.microsoft.com/office/drawing/2014/main" id="{8E2B66C8-56E7-D5AC-A43F-D8A64E7DBC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0000" y="126068"/>
              <a:ext cx="1679750" cy="1473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D9AC7F5-F0E5-1321-D781-89CEA212523E}"/>
                </a:ext>
              </a:extLst>
            </p:cNvPr>
            <p:cNvSpPr txBox="1"/>
            <p:nvPr userDrawn="1"/>
          </p:nvSpPr>
          <p:spPr>
            <a:xfrm>
              <a:off x="2072150" y="171993"/>
              <a:ext cx="3804247" cy="59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250" b="0" i="0" u="sng">
                  <a:latin typeface="Twinkl Cursive Looped" panose="02000000000000000000" pitchFamily="2" charset="77"/>
                </a:rPr>
                <a:t>Our Key Question is</a:t>
              </a:r>
            </a:p>
          </p:txBody>
        </p:sp>
      </p:grp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60FAA345-2F4A-20B9-CC7E-40D1186104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7738" y="1309016"/>
            <a:ext cx="525175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Our Key Question is: </a:t>
            </a:r>
          </a:p>
          <a:p>
            <a:r>
              <a:rPr lang="en-GB" sz="2800" b="1"/>
              <a:t>[insert]</a:t>
            </a:r>
            <a:endParaRPr lang="en-GB" sz="2800"/>
          </a:p>
        </p:txBody>
      </p:sp>
      <p:pic>
        <p:nvPicPr>
          <p:cNvPr id="3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CAF885-B994-C933-F003-250AB5A3ED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014" y="4876831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06DC673-9376-9EB1-A76B-31A4D4AFF3EB}"/>
              </a:ext>
            </a:extLst>
          </p:cNvPr>
          <p:cNvSpPr txBox="1"/>
          <p:nvPr userDrawn="1"/>
        </p:nvSpPr>
        <p:spPr>
          <a:xfrm>
            <a:off x="4365817" y="6100827"/>
            <a:ext cx="376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0" i="0">
                <a:latin typeface="Twinkl Cursive Looped" panose="02000000000000000000" pitchFamily="2" charset="77"/>
              </a:rPr>
              <a:t>Being a Geographer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9BAC9FA-D05E-28A1-7F09-6A51F3AF6AE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1293" y="4965784"/>
            <a:ext cx="389311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Insert any other states of being icons for the whole enquiry</a:t>
            </a:r>
          </a:p>
        </p:txBody>
      </p:sp>
    </p:spTree>
    <p:extLst>
      <p:ext uri="{BB962C8B-B14F-4D97-AF65-F5344CB8AC3E}">
        <p14:creationId xmlns:p14="http://schemas.microsoft.com/office/powerpoint/2010/main" val="130143252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s &amp; Skil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85D9FAA-5F2A-C965-5709-A9EF45085CBA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Being a Geographer</a:t>
            </a:r>
          </a:p>
        </p:txBody>
      </p:sp>
      <p:pic>
        <p:nvPicPr>
          <p:cNvPr id="7" name="Picture 6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71A9D8C-4901-A95F-F38A-5DA5B05192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ED4DFCAC-74F6-F330-96CC-381E993F2D5C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549771547"/>
              </p:ext>
            </p:extLst>
          </p:nvPr>
        </p:nvGraphicFramePr>
        <p:xfrm>
          <a:off x="5203825" y="96992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B766C722-04BD-AA7D-2A02-9B8F52D1BD24}"/>
              </a:ext>
            </a:extLst>
          </p:cNvPr>
          <p:cNvSpPr/>
          <p:nvPr userDrawn="1"/>
        </p:nvSpPr>
        <p:spPr>
          <a:xfrm>
            <a:off x="8638802" y="3169386"/>
            <a:ext cx="1196404" cy="1188720"/>
          </a:xfrm>
          <a:prstGeom prst="ellipse">
            <a:avLst/>
          </a:prstGeom>
          <a:solidFill>
            <a:srgbClr val="DAE3F3"/>
          </a:solidFill>
          <a:ln w="285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C912A2-FC41-BA63-44EC-5C3F5F8591EE}"/>
              </a:ext>
            </a:extLst>
          </p:cNvPr>
          <p:cNvSpPr txBox="1"/>
          <p:nvPr userDrawn="1"/>
        </p:nvSpPr>
        <p:spPr>
          <a:xfrm>
            <a:off x="8828342" y="396209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Skills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86AA72A-3035-F6FD-CD77-306AA6DE27B2}"/>
              </a:ext>
            </a:extLst>
          </p:cNvPr>
          <p:cNvGrpSpPr/>
          <p:nvPr userDrawn="1"/>
        </p:nvGrpSpPr>
        <p:grpSpPr>
          <a:xfrm>
            <a:off x="9356620" y="1938523"/>
            <a:ext cx="1023036" cy="664762"/>
            <a:chOff x="9356620" y="1688266"/>
            <a:chExt cx="1023036" cy="664762"/>
          </a:xfrm>
        </p:grpSpPr>
        <p:pic>
          <p:nvPicPr>
            <p:cNvPr id="22" name="Picture 2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8F1FCFD1-159D-F299-10DC-502AF46FCA4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rcRect b="24830"/>
            <a:stretch>
              <a:fillRect/>
            </a:stretch>
          </p:blipFill>
          <p:spPr>
            <a:xfrm>
              <a:off x="9356620" y="1698853"/>
              <a:ext cx="870269" cy="654175"/>
            </a:xfrm>
            <a:prstGeom prst="rect">
              <a:avLst/>
            </a:prstGeom>
          </p:spPr>
        </p:pic>
        <p:pic>
          <p:nvPicPr>
            <p:cNvPr id="25" name="Picture 24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98DF4D44-C4E7-3AD3-2538-084505C5824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/>
            <a:srcRect b="13048"/>
            <a:stretch>
              <a:fillRect/>
            </a:stretch>
          </p:blipFill>
          <p:spPr>
            <a:xfrm flipH="1">
              <a:off x="9791754" y="1688266"/>
              <a:ext cx="587902" cy="511195"/>
            </a:xfrm>
            <a:prstGeom prst="rect">
              <a:avLst/>
            </a:prstGeom>
          </p:spPr>
        </p:pic>
      </p:grpSp>
      <p:pic>
        <p:nvPicPr>
          <p:cNvPr id="27" name="Graphic 26">
            <a:extLst>
              <a:ext uri="{FF2B5EF4-FFF2-40B4-BE49-F238E27FC236}">
                <a16:creationId xmlns:a16="http://schemas.microsoft.com/office/drawing/2014/main" id="{95E4B939-B874-DB04-9CE4-287A214567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4496" y="4187465"/>
            <a:ext cx="792672" cy="976340"/>
          </a:xfrm>
          <a:prstGeom prst="rect">
            <a:avLst/>
          </a:prstGeom>
        </p:spPr>
      </p:pic>
      <p:pic>
        <p:nvPicPr>
          <p:cNvPr id="28" name="Picture 2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47C4A552-745E-BDC7-7A89-5013C6EA4C7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b="13693"/>
          <a:stretch>
            <a:fillRect/>
          </a:stretch>
        </p:blipFill>
        <p:spPr>
          <a:xfrm>
            <a:off x="8674875" y="4378343"/>
            <a:ext cx="1038724" cy="896484"/>
          </a:xfrm>
          <a:prstGeom prst="rect">
            <a:avLst/>
          </a:prstGeom>
        </p:spPr>
      </p:pic>
      <p:pic>
        <p:nvPicPr>
          <p:cNvPr id="29" name="Picture 2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97F37ED8-55D7-A3B5-C7F2-02621F159C3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 b="14104"/>
          <a:stretch>
            <a:fillRect/>
          </a:stretch>
        </p:blipFill>
        <p:spPr>
          <a:xfrm>
            <a:off x="7281524" y="3493860"/>
            <a:ext cx="995670" cy="855239"/>
          </a:xfrm>
          <a:prstGeom prst="rect">
            <a:avLst/>
          </a:prstGeom>
        </p:spPr>
      </p:pic>
      <p:pic>
        <p:nvPicPr>
          <p:cNvPr id="30" name="Picture 29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5FE9247A-0866-F36B-7093-4968C4553859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3513"/>
          <a:stretch>
            <a:fillRect/>
          </a:stretch>
        </p:blipFill>
        <p:spPr>
          <a:xfrm>
            <a:off x="7950254" y="1935949"/>
            <a:ext cx="942975" cy="815546"/>
          </a:xfrm>
          <a:prstGeom prst="rect">
            <a:avLst/>
          </a:prstGeom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F375DF64-883C-EDF6-7047-300CF446B02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6004" y="3298255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Block Arc 43">
            <a:extLst>
              <a:ext uri="{FF2B5EF4-FFF2-40B4-BE49-F238E27FC236}">
                <a16:creationId xmlns:a16="http://schemas.microsoft.com/office/drawing/2014/main" id="{4B8F51AD-E05C-76C6-E3D1-0AC89F84DD83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1880000"/>
              <a:gd name="adj2" fmla="val 1620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45" name="Block Arc 44">
            <a:extLst>
              <a:ext uri="{FF2B5EF4-FFF2-40B4-BE49-F238E27FC236}">
                <a16:creationId xmlns:a16="http://schemas.microsoft.com/office/drawing/2014/main" id="{176F6BBD-782A-6A05-387F-9001A00F8149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7560000"/>
              <a:gd name="adj2" fmla="val 1188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46" name="Block Arc 45">
            <a:extLst>
              <a:ext uri="{FF2B5EF4-FFF2-40B4-BE49-F238E27FC236}">
                <a16:creationId xmlns:a16="http://schemas.microsoft.com/office/drawing/2014/main" id="{E74C9132-5EC7-5463-3E57-C6D90E75AFC6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3240000"/>
              <a:gd name="adj2" fmla="val 756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47" name="Block Arc 46">
            <a:extLst>
              <a:ext uri="{FF2B5EF4-FFF2-40B4-BE49-F238E27FC236}">
                <a16:creationId xmlns:a16="http://schemas.microsoft.com/office/drawing/2014/main" id="{E17D4507-469A-F4C3-5141-B002BF7CE11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20520000"/>
              <a:gd name="adj2" fmla="val 324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48" name="Block Arc 47">
            <a:extLst>
              <a:ext uri="{FF2B5EF4-FFF2-40B4-BE49-F238E27FC236}">
                <a16:creationId xmlns:a16="http://schemas.microsoft.com/office/drawing/2014/main" id="{54C4236C-3B91-D8D5-5790-034F671DC0F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6200000"/>
              <a:gd name="adj2" fmla="val 2052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661BBABF-5104-3819-3D5F-0EE5E8993155}"/>
              </a:ext>
            </a:extLst>
          </p:cNvPr>
          <p:cNvSpPr/>
          <p:nvPr userDrawn="1"/>
        </p:nvSpPr>
        <p:spPr>
          <a:xfrm>
            <a:off x="2184003" y="2842324"/>
            <a:ext cx="2051843" cy="2051843"/>
          </a:xfrm>
          <a:custGeom>
            <a:avLst/>
            <a:gdLst>
              <a:gd name="csX0" fmla="*/ 0 w 2051843"/>
              <a:gd name="csY0" fmla="*/ 1025922 h 2051843"/>
              <a:gd name="csX1" fmla="*/ 1025922 w 2051843"/>
              <a:gd name="csY1" fmla="*/ 0 h 2051843"/>
              <a:gd name="csX2" fmla="*/ 2051844 w 2051843"/>
              <a:gd name="csY2" fmla="*/ 1025922 h 2051843"/>
              <a:gd name="csX3" fmla="*/ 1025922 w 2051843"/>
              <a:gd name="csY3" fmla="*/ 2051844 h 2051843"/>
              <a:gd name="csX4" fmla="*/ 0 w 2051843"/>
              <a:gd name="csY4" fmla="*/ 1025922 h 20518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51843" h="2051843">
                <a:moveTo>
                  <a:pt x="0" y="1025922"/>
                </a:moveTo>
                <a:cubicBezTo>
                  <a:pt x="0" y="459321"/>
                  <a:pt x="459321" y="0"/>
                  <a:pt x="1025922" y="0"/>
                </a:cubicBezTo>
                <a:cubicBezTo>
                  <a:pt x="1592523" y="0"/>
                  <a:pt x="2051844" y="459321"/>
                  <a:pt x="2051844" y="1025922"/>
                </a:cubicBezTo>
                <a:cubicBezTo>
                  <a:pt x="2051844" y="1592523"/>
                  <a:pt x="1592523" y="2051844"/>
                  <a:pt x="1025922" y="2051844"/>
                </a:cubicBezTo>
                <a:cubicBezTo>
                  <a:pt x="459321" y="2051844"/>
                  <a:pt x="0" y="1592523"/>
                  <a:pt x="0" y="1025922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51285" tIns="351285" rIns="351285" bIns="351285" numCol="1" spcCol="1270" anchor="ctr" anchorCtr="0">
            <a:noAutofit/>
          </a:bodyPr>
          <a:lstStyle/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F95CBB9-0727-9A5E-9C93-0D0924FFE9F4}"/>
              </a:ext>
            </a:extLst>
          </p:cNvPr>
          <p:cNvSpPr txBox="1"/>
          <p:nvPr userDrawn="1"/>
        </p:nvSpPr>
        <p:spPr>
          <a:xfrm rot="16367761">
            <a:off x="2223417" y="2469219"/>
            <a:ext cx="1973014" cy="2366341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8617501"/>
              </a:avLst>
            </a:prstTxWarp>
            <a:spAutoFit/>
          </a:bodyPr>
          <a:lstStyle/>
          <a:p>
            <a:pPr algn="ctr"/>
            <a:r>
              <a:rPr lang="en-GB" sz="4800" b="1">
                <a:solidFill>
                  <a:schemeClr val="accent6">
                    <a:lumMod val="50000"/>
                  </a:schemeClr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Substantive Concepts </a:t>
            </a:r>
          </a:p>
        </p:txBody>
      </p:sp>
      <p:pic>
        <p:nvPicPr>
          <p:cNvPr id="5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90A813B-BCDB-49E1-5CAD-66CFBDE923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679" y="3227210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2" name="Group 241">
            <a:extLst>
              <a:ext uri="{FF2B5EF4-FFF2-40B4-BE49-F238E27FC236}">
                <a16:creationId xmlns:a16="http://schemas.microsoft.com/office/drawing/2014/main" id="{744A6D70-CD3E-1C72-8CE4-040A23C47541}"/>
              </a:ext>
            </a:extLst>
          </p:cNvPr>
          <p:cNvGrpSpPr/>
          <p:nvPr userDrawn="1"/>
        </p:nvGrpSpPr>
        <p:grpSpPr>
          <a:xfrm>
            <a:off x="860724" y="1490979"/>
            <a:ext cx="4687021" cy="4721323"/>
            <a:chOff x="860724" y="1490979"/>
            <a:chExt cx="4687021" cy="4721323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35A4B173-B81A-55C0-C00F-D41BC5A64418}"/>
                </a:ext>
              </a:extLst>
            </p:cNvPr>
            <p:cNvGrpSpPr/>
            <p:nvPr userDrawn="1"/>
          </p:nvGrpSpPr>
          <p:grpSpPr>
            <a:xfrm>
              <a:off x="1001696" y="1490979"/>
              <a:ext cx="4479565" cy="4581645"/>
              <a:chOff x="-6827777" y="-4338819"/>
              <a:chExt cx="4479565" cy="4581645"/>
            </a:xfrm>
          </p:grpSpPr>
          <p:sp>
            <p:nvSpPr>
              <p:cNvPr id="152" name="Block Arc 151">
                <a:extLst>
                  <a:ext uri="{FF2B5EF4-FFF2-40B4-BE49-F238E27FC236}">
                    <a16:creationId xmlns:a16="http://schemas.microsoft.com/office/drawing/2014/main" id="{65988C65-DA72-14E2-B853-B7E9525B2D44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48" name="Block Arc 147">
                <a:extLst>
                  <a:ext uri="{FF2B5EF4-FFF2-40B4-BE49-F238E27FC236}">
                    <a16:creationId xmlns:a16="http://schemas.microsoft.com/office/drawing/2014/main" id="{4CF48090-F6C4-F501-4ACF-4D30F4DF720D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44" name="Block Arc 143">
                <a:extLst>
                  <a:ext uri="{FF2B5EF4-FFF2-40B4-BE49-F238E27FC236}">
                    <a16:creationId xmlns:a16="http://schemas.microsoft.com/office/drawing/2014/main" id="{428D3FDB-FAEB-3178-56CD-53E9A70A0EC6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43368CBD-FA81-486A-EB44-8B64A2E5FB0D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30" name="Group 129">
                  <a:extLst>
                    <a:ext uri="{FF2B5EF4-FFF2-40B4-BE49-F238E27FC236}">
                      <a16:creationId xmlns:a16="http://schemas.microsoft.com/office/drawing/2014/main" id="{C839B189-C70D-206A-E1AD-6F2C41984C3E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35" name="Curved Right Arrow 134">
                    <a:extLst>
                      <a:ext uri="{FF2B5EF4-FFF2-40B4-BE49-F238E27FC236}">
                        <a16:creationId xmlns:a16="http://schemas.microsoft.com/office/drawing/2014/main" id="{EE12EB3B-C7A0-A1A6-A586-CB04024E81AA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6" name="Curved Right Arrow 135">
                    <a:extLst>
                      <a:ext uri="{FF2B5EF4-FFF2-40B4-BE49-F238E27FC236}">
                        <a16:creationId xmlns:a16="http://schemas.microsoft.com/office/drawing/2014/main" id="{ED8E9A96-D61E-63BF-FBCC-AEEE7FA60735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7" name="Curved Right Arrow 136">
                    <a:extLst>
                      <a:ext uri="{FF2B5EF4-FFF2-40B4-BE49-F238E27FC236}">
                        <a16:creationId xmlns:a16="http://schemas.microsoft.com/office/drawing/2014/main" id="{72C750F4-645D-53B3-4097-A1BF77AEFA21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31" name="Group 130">
                  <a:extLst>
                    <a:ext uri="{FF2B5EF4-FFF2-40B4-BE49-F238E27FC236}">
                      <a16:creationId xmlns:a16="http://schemas.microsoft.com/office/drawing/2014/main" id="{80F495D1-4AA2-8B1D-03A7-AC525C908CC1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32" name="Curved Right Arrow 131">
                    <a:extLst>
                      <a:ext uri="{FF2B5EF4-FFF2-40B4-BE49-F238E27FC236}">
                        <a16:creationId xmlns:a16="http://schemas.microsoft.com/office/drawing/2014/main" id="{E2B7F3C4-B87B-567E-8763-C7E5139F9CB1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3" name="Curved Right Arrow 132">
                    <a:extLst>
                      <a:ext uri="{FF2B5EF4-FFF2-40B4-BE49-F238E27FC236}">
                        <a16:creationId xmlns:a16="http://schemas.microsoft.com/office/drawing/2014/main" id="{134F4CCA-DC08-D059-46CC-FFBD712A0795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4" name="Curved Right Arrow 133">
                    <a:extLst>
                      <a:ext uri="{FF2B5EF4-FFF2-40B4-BE49-F238E27FC236}">
                        <a16:creationId xmlns:a16="http://schemas.microsoft.com/office/drawing/2014/main" id="{1E1243C9-E878-B20F-E0C8-8B9F504B93DB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38" name="Block Arc 137">
                <a:extLst>
                  <a:ext uri="{FF2B5EF4-FFF2-40B4-BE49-F238E27FC236}">
                    <a16:creationId xmlns:a16="http://schemas.microsoft.com/office/drawing/2014/main" id="{1185D010-FD4C-9B7B-3197-C5668952CE1C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46" name="Block Arc 145">
                <a:extLst>
                  <a:ext uri="{FF2B5EF4-FFF2-40B4-BE49-F238E27FC236}">
                    <a16:creationId xmlns:a16="http://schemas.microsoft.com/office/drawing/2014/main" id="{25A84A43-0367-14E9-96C5-A6C324D2EA60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49" name="Block Arc 148">
                <a:extLst>
                  <a:ext uri="{FF2B5EF4-FFF2-40B4-BE49-F238E27FC236}">
                    <a16:creationId xmlns:a16="http://schemas.microsoft.com/office/drawing/2014/main" id="{5574DF77-F1FF-FAE8-957A-77DD871939AA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54" name="Block Arc 153">
                <a:extLst>
                  <a:ext uri="{FF2B5EF4-FFF2-40B4-BE49-F238E27FC236}">
                    <a16:creationId xmlns:a16="http://schemas.microsoft.com/office/drawing/2014/main" id="{800E325B-4614-424E-5DC0-3AC1BD388692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6F134D09-D546-80EC-C802-9433051AB269}"/>
                </a:ext>
              </a:extLst>
            </p:cNvPr>
            <p:cNvGrpSpPr/>
            <p:nvPr userDrawn="1"/>
          </p:nvGrpSpPr>
          <p:grpSpPr>
            <a:xfrm rot="17234694">
              <a:off x="911764" y="1577422"/>
              <a:ext cx="4479565" cy="4581645"/>
              <a:chOff x="-6827777" y="-4338819"/>
              <a:chExt cx="4479565" cy="4581645"/>
            </a:xfrm>
          </p:grpSpPr>
          <p:sp>
            <p:nvSpPr>
              <p:cNvPr id="158" name="Block Arc 157">
                <a:extLst>
                  <a:ext uri="{FF2B5EF4-FFF2-40B4-BE49-F238E27FC236}">
                    <a16:creationId xmlns:a16="http://schemas.microsoft.com/office/drawing/2014/main" id="{891E92A3-567C-E5AB-E85F-CB8021D777B3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59" name="Block Arc 158">
                <a:extLst>
                  <a:ext uri="{FF2B5EF4-FFF2-40B4-BE49-F238E27FC236}">
                    <a16:creationId xmlns:a16="http://schemas.microsoft.com/office/drawing/2014/main" id="{B00FEDE7-5503-0C06-26E9-2793B6220830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60" name="Block Arc 159">
                <a:extLst>
                  <a:ext uri="{FF2B5EF4-FFF2-40B4-BE49-F238E27FC236}">
                    <a16:creationId xmlns:a16="http://schemas.microsoft.com/office/drawing/2014/main" id="{0FCD129C-295F-08B5-0528-7233A37D36F9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61" name="Group 160">
                <a:extLst>
                  <a:ext uri="{FF2B5EF4-FFF2-40B4-BE49-F238E27FC236}">
                    <a16:creationId xmlns:a16="http://schemas.microsoft.com/office/drawing/2014/main" id="{9365680C-330D-DEAF-A0C7-CC6E49C21124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66" name="Group 165">
                  <a:extLst>
                    <a:ext uri="{FF2B5EF4-FFF2-40B4-BE49-F238E27FC236}">
                      <a16:creationId xmlns:a16="http://schemas.microsoft.com/office/drawing/2014/main" id="{0B0497FE-6D93-8C4B-3FEC-80255368F54A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71" name="Curved Right Arrow 170">
                    <a:extLst>
                      <a:ext uri="{FF2B5EF4-FFF2-40B4-BE49-F238E27FC236}">
                        <a16:creationId xmlns:a16="http://schemas.microsoft.com/office/drawing/2014/main" id="{71CA5154-D547-64DC-DD5F-8BAFF2A41AA3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2" name="Curved Right Arrow 171">
                    <a:extLst>
                      <a:ext uri="{FF2B5EF4-FFF2-40B4-BE49-F238E27FC236}">
                        <a16:creationId xmlns:a16="http://schemas.microsoft.com/office/drawing/2014/main" id="{131473E8-1A0E-3BC6-3F1D-FF09E3FE0244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3" name="Curved Right Arrow 172">
                    <a:extLst>
                      <a:ext uri="{FF2B5EF4-FFF2-40B4-BE49-F238E27FC236}">
                        <a16:creationId xmlns:a16="http://schemas.microsoft.com/office/drawing/2014/main" id="{7E012DEF-05EA-9BC2-B493-33CF115DDA9D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59F81DE1-79C5-5A82-7EA3-106750D85134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68" name="Curved Right Arrow 167">
                    <a:extLst>
                      <a:ext uri="{FF2B5EF4-FFF2-40B4-BE49-F238E27FC236}">
                        <a16:creationId xmlns:a16="http://schemas.microsoft.com/office/drawing/2014/main" id="{0B5FC590-9586-E70A-5872-992CC9209848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9" name="Curved Right Arrow 168">
                    <a:extLst>
                      <a:ext uri="{FF2B5EF4-FFF2-40B4-BE49-F238E27FC236}">
                        <a16:creationId xmlns:a16="http://schemas.microsoft.com/office/drawing/2014/main" id="{482A8B25-16C0-688C-1711-92892AA754DA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0" name="Curved Right Arrow 169">
                    <a:extLst>
                      <a:ext uri="{FF2B5EF4-FFF2-40B4-BE49-F238E27FC236}">
                        <a16:creationId xmlns:a16="http://schemas.microsoft.com/office/drawing/2014/main" id="{585121C7-5E4C-9CAA-7F54-A403FB236252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62" name="Block Arc 161">
                <a:extLst>
                  <a:ext uri="{FF2B5EF4-FFF2-40B4-BE49-F238E27FC236}">
                    <a16:creationId xmlns:a16="http://schemas.microsoft.com/office/drawing/2014/main" id="{7BA02118-C9C4-EB6A-2B68-7996A4D61EEC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63" name="Block Arc 162">
                <a:extLst>
                  <a:ext uri="{FF2B5EF4-FFF2-40B4-BE49-F238E27FC236}">
                    <a16:creationId xmlns:a16="http://schemas.microsoft.com/office/drawing/2014/main" id="{B4AF4DD4-E4FF-2072-2F91-2F2E54644E90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64" name="Block Arc 163">
                <a:extLst>
                  <a:ext uri="{FF2B5EF4-FFF2-40B4-BE49-F238E27FC236}">
                    <a16:creationId xmlns:a16="http://schemas.microsoft.com/office/drawing/2014/main" id="{6CCBBA0F-3871-55A1-0442-A9F5D979788C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65" name="Block Arc 164">
                <a:extLst>
                  <a:ext uri="{FF2B5EF4-FFF2-40B4-BE49-F238E27FC236}">
                    <a16:creationId xmlns:a16="http://schemas.microsoft.com/office/drawing/2014/main" id="{52ECADC0-2236-60D0-4A24-ADFE1B9C4F1C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C9D7FE2-1F3D-BA86-275E-211E553DF55D}"/>
                </a:ext>
              </a:extLst>
            </p:cNvPr>
            <p:cNvGrpSpPr/>
            <p:nvPr userDrawn="1"/>
          </p:nvGrpSpPr>
          <p:grpSpPr>
            <a:xfrm rot="12830433">
              <a:off x="938298" y="1630657"/>
              <a:ext cx="4479565" cy="4581645"/>
              <a:chOff x="-6827777" y="-4338819"/>
              <a:chExt cx="4479565" cy="4581645"/>
            </a:xfrm>
          </p:grpSpPr>
          <p:sp>
            <p:nvSpPr>
              <p:cNvPr id="175" name="Block Arc 174">
                <a:extLst>
                  <a:ext uri="{FF2B5EF4-FFF2-40B4-BE49-F238E27FC236}">
                    <a16:creationId xmlns:a16="http://schemas.microsoft.com/office/drawing/2014/main" id="{BFA9FDE3-A994-EF95-3B6D-DE2B74248782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76" name="Block Arc 175">
                <a:extLst>
                  <a:ext uri="{FF2B5EF4-FFF2-40B4-BE49-F238E27FC236}">
                    <a16:creationId xmlns:a16="http://schemas.microsoft.com/office/drawing/2014/main" id="{4DCC7790-8FF1-5324-464C-7DE535DC24D1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77" name="Block Arc 176">
                <a:extLst>
                  <a:ext uri="{FF2B5EF4-FFF2-40B4-BE49-F238E27FC236}">
                    <a16:creationId xmlns:a16="http://schemas.microsoft.com/office/drawing/2014/main" id="{0FAAFFBA-2A60-6860-3984-2609C817246A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78" name="Group 177">
                <a:extLst>
                  <a:ext uri="{FF2B5EF4-FFF2-40B4-BE49-F238E27FC236}">
                    <a16:creationId xmlns:a16="http://schemas.microsoft.com/office/drawing/2014/main" id="{7376B72F-1D49-845B-760F-C413CFEC6AF1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83" name="Group 182">
                  <a:extLst>
                    <a:ext uri="{FF2B5EF4-FFF2-40B4-BE49-F238E27FC236}">
                      <a16:creationId xmlns:a16="http://schemas.microsoft.com/office/drawing/2014/main" id="{08717B59-E10A-98DF-6FA9-58733ACEC912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88" name="Curved Right Arrow 187">
                    <a:extLst>
                      <a:ext uri="{FF2B5EF4-FFF2-40B4-BE49-F238E27FC236}">
                        <a16:creationId xmlns:a16="http://schemas.microsoft.com/office/drawing/2014/main" id="{3F6BCD90-CD6A-DBA7-0D8B-CBD8C850F378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9" name="Curved Right Arrow 188">
                    <a:extLst>
                      <a:ext uri="{FF2B5EF4-FFF2-40B4-BE49-F238E27FC236}">
                        <a16:creationId xmlns:a16="http://schemas.microsoft.com/office/drawing/2014/main" id="{987AFB46-0701-1A1B-4755-319344BA282B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0" name="Curved Right Arrow 189">
                    <a:extLst>
                      <a:ext uri="{FF2B5EF4-FFF2-40B4-BE49-F238E27FC236}">
                        <a16:creationId xmlns:a16="http://schemas.microsoft.com/office/drawing/2014/main" id="{BA2A2702-EAF5-6DF5-9F98-7EF08B3FBE1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84" name="Group 183">
                  <a:extLst>
                    <a:ext uri="{FF2B5EF4-FFF2-40B4-BE49-F238E27FC236}">
                      <a16:creationId xmlns:a16="http://schemas.microsoft.com/office/drawing/2014/main" id="{AE21A413-D962-7209-EF28-73C1870D0D67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85" name="Curved Right Arrow 184">
                    <a:extLst>
                      <a:ext uri="{FF2B5EF4-FFF2-40B4-BE49-F238E27FC236}">
                        <a16:creationId xmlns:a16="http://schemas.microsoft.com/office/drawing/2014/main" id="{D021BA53-4855-F93B-C1FC-8BCEFBB72104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6" name="Curved Right Arrow 185">
                    <a:extLst>
                      <a:ext uri="{FF2B5EF4-FFF2-40B4-BE49-F238E27FC236}">
                        <a16:creationId xmlns:a16="http://schemas.microsoft.com/office/drawing/2014/main" id="{818E012B-010E-CFF9-1756-98AEFF13212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7" name="Curved Right Arrow 186">
                    <a:extLst>
                      <a:ext uri="{FF2B5EF4-FFF2-40B4-BE49-F238E27FC236}">
                        <a16:creationId xmlns:a16="http://schemas.microsoft.com/office/drawing/2014/main" id="{94E523A7-DEE6-DF8F-3B60-B8D9A50B812E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79" name="Block Arc 178">
                <a:extLst>
                  <a:ext uri="{FF2B5EF4-FFF2-40B4-BE49-F238E27FC236}">
                    <a16:creationId xmlns:a16="http://schemas.microsoft.com/office/drawing/2014/main" id="{33F25D14-10FC-37C4-9109-F784B089B3C4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80" name="Block Arc 179">
                <a:extLst>
                  <a:ext uri="{FF2B5EF4-FFF2-40B4-BE49-F238E27FC236}">
                    <a16:creationId xmlns:a16="http://schemas.microsoft.com/office/drawing/2014/main" id="{44E7CF12-0198-071E-051C-B7C84D35A1EA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81" name="Block Arc 180">
                <a:extLst>
                  <a:ext uri="{FF2B5EF4-FFF2-40B4-BE49-F238E27FC236}">
                    <a16:creationId xmlns:a16="http://schemas.microsoft.com/office/drawing/2014/main" id="{B3889160-2B62-0AEA-B13E-6492CD0C0021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82" name="Block Arc 181">
                <a:extLst>
                  <a:ext uri="{FF2B5EF4-FFF2-40B4-BE49-F238E27FC236}">
                    <a16:creationId xmlns:a16="http://schemas.microsoft.com/office/drawing/2014/main" id="{90C1C463-FB6E-AA21-842E-B9B09090D20C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7C868BAF-67D8-685B-FBF0-381130DDAC81}"/>
                </a:ext>
              </a:extLst>
            </p:cNvPr>
            <p:cNvGrpSpPr/>
            <p:nvPr userDrawn="1"/>
          </p:nvGrpSpPr>
          <p:grpSpPr>
            <a:xfrm rot="8479211">
              <a:off x="1011220" y="1599085"/>
              <a:ext cx="4479565" cy="4581645"/>
              <a:chOff x="-6827777" y="-4338819"/>
              <a:chExt cx="4479565" cy="4581645"/>
            </a:xfrm>
          </p:grpSpPr>
          <p:sp>
            <p:nvSpPr>
              <p:cNvPr id="209" name="Block Arc 208">
                <a:extLst>
                  <a:ext uri="{FF2B5EF4-FFF2-40B4-BE49-F238E27FC236}">
                    <a16:creationId xmlns:a16="http://schemas.microsoft.com/office/drawing/2014/main" id="{B6A2E1EC-EF14-3F23-25FB-A9BCA9259365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0" name="Block Arc 209">
                <a:extLst>
                  <a:ext uri="{FF2B5EF4-FFF2-40B4-BE49-F238E27FC236}">
                    <a16:creationId xmlns:a16="http://schemas.microsoft.com/office/drawing/2014/main" id="{6E647087-D5A9-9B4D-BCE1-E8AA51F34EBD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1" name="Block Arc 210">
                <a:extLst>
                  <a:ext uri="{FF2B5EF4-FFF2-40B4-BE49-F238E27FC236}">
                    <a16:creationId xmlns:a16="http://schemas.microsoft.com/office/drawing/2014/main" id="{5A28EFFC-B639-7A60-0E1F-CBF492E49AD4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212" name="Group 211">
                <a:extLst>
                  <a:ext uri="{FF2B5EF4-FFF2-40B4-BE49-F238E27FC236}">
                    <a16:creationId xmlns:a16="http://schemas.microsoft.com/office/drawing/2014/main" id="{248940DE-3174-34E6-5961-975175DE101A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217" name="Group 216">
                  <a:extLst>
                    <a:ext uri="{FF2B5EF4-FFF2-40B4-BE49-F238E27FC236}">
                      <a16:creationId xmlns:a16="http://schemas.microsoft.com/office/drawing/2014/main" id="{71DD3B6E-FAB8-79C4-9EE7-D7EAD3656BDD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222" name="Curved Right Arrow 221">
                    <a:extLst>
                      <a:ext uri="{FF2B5EF4-FFF2-40B4-BE49-F238E27FC236}">
                        <a16:creationId xmlns:a16="http://schemas.microsoft.com/office/drawing/2014/main" id="{84B50631-111E-DA9D-EF9A-3E6E787C1F48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3" name="Curved Right Arrow 222">
                    <a:extLst>
                      <a:ext uri="{FF2B5EF4-FFF2-40B4-BE49-F238E27FC236}">
                        <a16:creationId xmlns:a16="http://schemas.microsoft.com/office/drawing/2014/main" id="{5E4C5B5A-8986-3EBD-436F-4971011A4FEA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4" name="Curved Right Arrow 223">
                    <a:extLst>
                      <a:ext uri="{FF2B5EF4-FFF2-40B4-BE49-F238E27FC236}">
                        <a16:creationId xmlns:a16="http://schemas.microsoft.com/office/drawing/2014/main" id="{5D80C5EF-8461-EDA4-A0BA-D8CD99ACDD66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18" name="Group 217">
                  <a:extLst>
                    <a:ext uri="{FF2B5EF4-FFF2-40B4-BE49-F238E27FC236}">
                      <a16:creationId xmlns:a16="http://schemas.microsoft.com/office/drawing/2014/main" id="{43B38A18-79DC-F09C-31A4-3215EED1D676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219" name="Curved Right Arrow 218">
                    <a:extLst>
                      <a:ext uri="{FF2B5EF4-FFF2-40B4-BE49-F238E27FC236}">
                        <a16:creationId xmlns:a16="http://schemas.microsoft.com/office/drawing/2014/main" id="{9B912550-BDE7-62B9-6F71-3459D6216B39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0" name="Curved Right Arrow 219">
                    <a:extLst>
                      <a:ext uri="{FF2B5EF4-FFF2-40B4-BE49-F238E27FC236}">
                        <a16:creationId xmlns:a16="http://schemas.microsoft.com/office/drawing/2014/main" id="{86EF7E5E-8DA4-7FC4-1015-0872CB7B307E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1" name="Curved Right Arrow 220">
                    <a:extLst>
                      <a:ext uri="{FF2B5EF4-FFF2-40B4-BE49-F238E27FC236}">
                        <a16:creationId xmlns:a16="http://schemas.microsoft.com/office/drawing/2014/main" id="{6EB6CAA9-06F4-2DB6-8BFA-FDFE55D2FE4D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213" name="Block Arc 212">
                <a:extLst>
                  <a:ext uri="{FF2B5EF4-FFF2-40B4-BE49-F238E27FC236}">
                    <a16:creationId xmlns:a16="http://schemas.microsoft.com/office/drawing/2014/main" id="{6F2487B9-0810-66D7-358A-A40447CBE7D1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4" name="Block Arc 213">
                <a:extLst>
                  <a:ext uri="{FF2B5EF4-FFF2-40B4-BE49-F238E27FC236}">
                    <a16:creationId xmlns:a16="http://schemas.microsoft.com/office/drawing/2014/main" id="{1D423479-E227-AE56-2D2A-C517AD4954D8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5" name="Block Arc 214">
                <a:extLst>
                  <a:ext uri="{FF2B5EF4-FFF2-40B4-BE49-F238E27FC236}">
                    <a16:creationId xmlns:a16="http://schemas.microsoft.com/office/drawing/2014/main" id="{7A3C9914-57A9-675F-9B87-01152ACD1BF4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6" name="Block Arc 215">
                <a:extLst>
                  <a:ext uri="{FF2B5EF4-FFF2-40B4-BE49-F238E27FC236}">
                    <a16:creationId xmlns:a16="http://schemas.microsoft.com/office/drawing/2014/main" id="{6D8A73DF-4887-747B-D851-4D010908A0C3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225" name="Group 224">
              <a:extLst>
                <a:ext uri="{FF2B5EF4-FFF2-40B4-BE49-F238E27FC236}">
                  <a16:creationId xmlns:a16="http://schemas.microsoft.com/office/drawing/2014/main" id="{E8E9F192-ED35-CE25-9A2D-17B99BB97D5E}"/>
                </a:ext>
              </a:extLst>
            </p:cNvPr>
            <p:cNvGrpSpPr/>
            <p:nvPr userDrawn="1"/>
          </p:nvGrpSpPr>
          <p:grpSpPr>
            <a:xfrm rot="4292651">
              <a:off x="1017140" y="1548320"/>
              <a:ext cx="4479565" cy="4581645"/>
              <a:chOff x="-6827777" y="-4338819"/>
              <a:chExt cx="4479565" cy="4581645"/>
            </a:xfrm>
          </p:grpSpPr>
          <p:sp>
            <p:nvSpPr>
              <p:cNvPr id="226" name="Block Arc 225">
                <a:extLst>
                  <a:ext uri="{FF2B5EF4-FFF2-40B4-BE49-F238E27FC236}">
                    <a16:creationId xmlns:a16="http://schemas.microsoft.com/office/drawing/2014/main" id="{998DE0F2-B873-0153-A629-06FB58438D1C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27" name="Block Arc 226">
                <a:extLst>
                  <a:ext uri="{FF2B5EF4-FFF2-40B4-BE49-F238E27FC236}">
                    <a16:creationId xmlns:a16="http://schemas.microsoft.com/office/drawing/2014/main" id="{64A161B2-4652-2459-E8FF-0604F308843E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28" name="Block Arc 227">
                <a:extLst>
                  <a:ext uri="{FF2B5EF4-FFF2-40B4-BE49-F238E27FC236}">
                    <a16:creationId xmlns:a16="http://schemas.microsoft.com/office/drawing/2014/main" id="{1C874E50-1FA4-26BE-E55A-A83E6B90EB7F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229" name="Group 228">
                <a:extLst>
                  <a:ext uri="{FF2B5EF4-FFF2-40B4-BE49-F238E27FC236}">
                    <a16:creationId xmlns:a16="http://schemas.microsoft.com/office/drawing/2014/main" id="{75A418CD-A489-5EED-1BE8-65FC8DEAB3E8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234" name="Group 233">
                  <a:extLst>
                    <a:ext uri="{FF2B5EF4-FFF2-40B4-BE49-F238E27FC236}">
                      <a16:creationId xmlns:a16="http://schemas.microsoft.com/office/drawing/2014/main" id="{22E8757C-C17C-5A15-C4D2-A0F51D28EECD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239" name="Curved Right Arrow 238">
                    <a:extLst>
                      <a:ext uri="{FF2B5EF4-FFF2-40B4-BE49-F238E27FC236}">
                        <a16:creationId xmlns:a16="http://schemas.microsoft.com/office/drawing/2014/main" id="{2D26CC59-9CBB-5524-3746-565FE9E0D4B6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40" name="Curved Right Arrow 239">
                    <a:extLst>
                      <a:ext uri="{FF2B5EF4-FFF2-40B4-BE49-F238E27FC236}">
                        <a16:creationId xmlns:a16="http://schemas.microsoft.com/office/drawing/2014/main" id="{E0523F26-797C-C452-9C1C-71E14B354849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41" name="Curved Right Arrow 240">
                    <a:extLst>
                      <a:ext uri="{FF2B5EF4-FFF2-40B4-BE49-F238E27FC236}">
                        <a16:creationId xmlns:a16="http://schemas.microsoft.com/office/drawing/2014/main" id="{CA3FB094-9EE0-A67C-E6D4-FCE1F8C4AE0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35" name="Group 234">
                  <a:extLst>
                    <a:ext uri="{FF2B5EF4-FFF2-40B4-BE49-F238E27FC236}">
                      <a16:creationId xmlns:a16="http://schemas.microsoft.com/office/drawing/2014/main" id="{6BD733AA-7E7B-9AB4-C969-AFDFB39D729E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236" name="Curved Right Arrow 235">
                    <a:extLst>
                      <a:ext uri="{FF2B5EF4-FFF2-40B4-BE49-F238E27FC236}">
                        <a16:creationId xmlns:a16="http://schemas.microsoft.com/office/drawing/2014/main" id="{6AC205FF-EF96-C2B5-501F-382ED1CB1A18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7" name="Curved Right Arrow 236">
                    <a:extLst>
                      <a:ext uri="{FF2B5EF4-FFF2-40B4-BE49-F238E27FC236}">
                        <a16:creationId xmlns:a16="http://schemas.microsoft.com/office/drawing/2014/main" id="{ECE5C892-928A-8087-9E04-43F2B33FD49E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8" name="Curved Right Arrow 237">
                    <a:extLst>
                      <a:ext uri="{FF2B5EF4-FFF2-40B4-BE49-F238E27FC236}">
                        <a16:creationId xmlns:a16="http://schemas.microsoft.com/office/drawing/2014/main" id="{20129413-01C5-1CDB-E3D8-EE606C1E335A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230" name="Block Arc 229">
                <a:extLst>
                  <a:ext uri="{FF2B5EF4-FFF2-40B4-BE49-F238E27FC236}">
                    <a16:creationId xmlns:a16="http://schemas.microsoft.com/office/drawing/2014/main" id="{2CCF233A-E8E6-C045-F84B-F54DE13F9D44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31" name="Block Arc 230">
                <a:extLst>
                  <a:ext uri="{FF2B5EF4-FFF2-40B4-BE49-F238E27FC236}">
                    <a16:creationId xmlns:a16="http://schemas.microsoft.com/office/drawing/2014/main" id="{8EF7FAB2-F7F1-CE66-33E3-D5831AA3D20D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32" name="Block Arc 231">
                <a:extLst>
                  <a:ext uri="{FF2B5EF4-FFF2-40B4-BE49-F238E27FC236}">
                    <a16:creationId xmlns:a16="http://schemas.microsoft.com/office/drawing/2014/main" id="{8AB29057-402F-18F8-598F-C8EDFEA7A4F5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33" name="Block Arc 232">
                <a:extLst>
                  <a:ext uri="{FF2B5EF4-FFF2-40B4-BE49-F238E27FC236}">
                    <a16:creationId xmlns:a16="http://schemas.microsoft.com/office/drawing/2014/main" id="{F77B4551-D9BC-A7FB-DAA5-401AA6ADA8D9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</p:grpSp>
      <p:sp>
        <p:nvSpPr>
          <p:cNvPr id="50" name="Freeform 49">
            <a:extLst>
              <a:ext uri="{FF2B5EF4-FFF2-40B4-BE49-F238E27FC236}">
                <a16:creationId xmlns:a16="http://schemas.microsoft.com/office/drawing/2014/main" id="{8C4FF195-CBF7-00FA-EE88-559723EB59B0}"/>
              </a:ext>
            </a:extLst>
          </p:cNvPr>
          <p:cNvSpPr/>
          <p:nvPr userDrawn="1"/>
        </p:nvSpPr>
        <p:spPr>
          <a:xfrm>
            <a:off x="2491779" y="971549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F2CC"/>
          </a:solidFill>
          <a:ln w="38100"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5740" tIns="235740" rIns="235740" bIns="235740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000" b="0" kern="1200">
                <a:solidFill>
                  <a:srgbClr val="FFC00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Place, Space &amp; Scale</a:t>
            </a:r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02E74CB5-2658-3819-5348-986FA8FA6DA5}"/>
              </a:ext>
            </a:extLst>
          </p:cNvPr>
          <p:cNvSpPr/>
          <p:nvPr userDrawn="1"/>
        </p:nvSpPr>
        <p:spPr>
          <a:xfrm>
            <a:off x="4563705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</a:t>
            </a:r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3FB192E0-CF0D-3A3E-F8AE-2C7936146CAF}"/>
              </a:ext>
            </a:extLst>
          </p:cNvPr>
          <p:cNvSpPr/>
          <p:nvPr userDrawn="1"/>
        </p:nvSpPr>
        <p:spPr>
          <a:xfrm>
            <a:off x="3772300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CCCCFF"/>
          </a:solidFill>
          <a:ln w="38100">
            <a:solidFill>
              <a:srgbClr val="7030A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5580" tIns="225580" rIns="225580" bIns="225580" numCol="1" spcCol="1270" anchor="ctr" anchorCtr="0">
            <a:noAutofit/>
          </a:bodyPr>
          <a:lstStyle/>
          <a:p>
            <a:pPr marL="0" lvl="0" indent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200" b="0" kern="1200">
                <a:solidFill>
                  <a:srgbClr val="7030A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Environmental Impact &amp; Sustainability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A424355A-8157-8F9B-793B-6FCDAF2D2A55}"/>
              </a:ext>
            </a:extLst>
          </p:cNvPr>
          <p:cNvSpPr/>
          <p:nvPr userDrawn="1"/>
        </p:nvSpPr>
        <p:spPr>
          <a:xfrm>
            <a:off x="1211259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CCCC"/>
          </a:solidFill>
          <a:ln w="38100">
            <a:solidFill>
              <a:srgbClr val="C3580C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rgbClr val="C3580C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Human Geography</a:t>
            </a:r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EE958DA0-99EF-EAFE-07F6-CBB1A77314ED}"/>
              </a:ext>
            </a:extLst>
          </p:cNvPr>
          <p:cNvSpPr/>
          <p:nvPr userDrawn="1"/>
        </p:nvSpPr>
        <p:spPr>
          <a:xfrm>
            <a:off x="419854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DDEAF8"/>
          </a:solidFill>
          <a:ln w="38100">
            <a:solidFill>
              <a:srgbClr val="4574C4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8120" tIns="228120" rIns="228120" bIns="228120" numCol="1" spcCol="1270" anchor="ctr" anchorCtr="0">
            <a:noAutofit/>
          </a:bodyPr>
          <a:lstStyle/>
          <a:p>
            <a:pPr marL="0" lvl="0" indent="0" algn="ctr" defTabSz="622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400" b="0" kern="1200">
                <a:solidFill>
                  <a:srgbClr val="4574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Cultural awareness &amp; diversity </a:t>
            </a:r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DE9A1495-0C8C-27AA-0D2C-9B0E78A895D0}"/>
              </a:ext>
            </a:extLst>
          </p:cNvPr>
          <p:cNvSpPr/>
          <p:nvPr userDrawn="1"/>
        </p:nvSpPr>
        <p:spPr>
          <a:xfrm>
            <a:off x="2284992" y="4136928"/>
            <a:ext cx="1836223" cy="986274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prstTxWarp prst="textArchDown">
              <a:avLst>
                <a:gd name="adj" fmla="val 96006"/>
              </a:avLst>
            </a:prstTxWarp>
            <a:spAutoFit/>
          </a:bodyPr>
          <a:lstStyle/>
          <a:p>
            <a:pPr algn="ctr"/>
            <a:r>
              <a:rPr lang="en-GB" sz="1800" b="0" cap="none" spc="0">
                <a:ln w="0"/>
                <a:solidFill>
                  <a:schemeClr val="tx1"/>
                </a:solidFill>
                <a:effectLst/>
                <a:latin typeface="Twinkl Cursive Looped" panose="02000000000000000000" pitchFamily="2" charset="77"/>
              </a:rPr>
              <a:t>Compassion</a:t>
            </a:r>
          </a:p>
        </p:txBody>
      </p:sp>
    </p:spTree>
    <p:extLst>
      <p:ext uri="{BB962C8B-B14F-4D97-AF65-F5344CB8AC3E}">
        <p14:creationId xmlns:p14="http://schemas.microsoft.com/office/powerpoint/2010/main" val="2980679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" dur="2000" fill="hold"/>
                                        <p:tgtEl>
                                          <p:spTgt spid="5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262" grpId="0"/>
    </p:bldLst>
  </p:timing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vis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5F1B42-8526-1E66-05A7-2E821F42DE7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4AACB11-BAD2-FA1C-1458-34E0DEF57E1E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Revisit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2B825575-8371-084D-D9DD-7E8F23ECB8B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8" y="1047750"/>
            <a:ext cx="10950575" cy="50625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57055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zzle Pie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18459E9E-2215-95E5-26EB-8C8B74442A1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E0F003-86CF-4CDD-0A82-22C58EE8CF90}"/>
              </a:ext>
            </a:extLst>
          </p:cNvPr>
          <p:cNvSpPr txBox="1"/>
          <p:nvPr userDrawn="1"/>
        </p:nvSpPr>
        <p:spPr>
          <a:xfrm>
            <a:off x="923238" y="808490"/>
            <a:ext cx="286010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Sustainability is about the environment and whether it can continue to support humans and the lives of other living creatures in the future. </a:t>
            </a:r>
          </a:p>
        </p:txBody>
      </p:sp>
      <p:pic>
        <p:nvPicPr>
          <p:cNvPr id="9" name="Picture 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967AC669-DA44-5096-B865-FAFB61A9F3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477"/>
          <a:stretch>
            <a:fillRect/>
          </a:stretch>
        </p:blipFill>
        <p:spPr>
          <a:xfrm>
            <a:off x="38905" y="985653"/>
            <a:ext cx="998866" cy="8542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17E443-6322-CB9D-C2E2-88BE255BC8DC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Connections</a:t>
            </a:r>
          </a:p>
        </p:txBody>
      </p:sp>
    </p:spTree>
    <p:extLst>
      <p:ext uri="{BB962C8B-B14F-4D97-AF65-F5344CB8AC3E}">
        <p14:creationId xmlns:p14="http://schemas.microsoft.com/office/powerpoint/2010/main" val="395917606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ilding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7CE3DC6-66B7-D4F2-C0D1-EACFDA80B4DB}"/>
              </a:ext>
            </a:extLst>
          </p:cNvPr>
          <p:cNvGrpSpPr/>
          <p:nvPr userDrawn="1"/>
        </p:nvGrpSpPr>
        <p:grpSpPr>
          <a:xfrm>
            <a:off x="272909" y="5585370"/>
            <a:ext cx="1280546" cy="1018597"/>
            <a:chOff x="487294" y="3394800"/>
            <a:chExt cx="1829988" cy="1302126"/>
          </a:xfrm>
          <a:solidFill>
            <a:srgbClr val="B1B1FF"/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A9BCBEF-728D-E808-0931-F69097E39D1F}"/>
                </a:ext>
              </a:extLst>
            </p:cNvPr>
            <p:cNvGrpSpPr/>
            <p:nvPr/>
          </p:nvGrpSpPr>
          <p:grpSpPr>
            <a:xfrm>
              <a:off x="487294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71A29F1-1F58-E0F2-B827-D684ECB916D5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32" name="Rectangle: Top Corners Rounded 71">
                <a:extLst>
                  <a:ext uri="{FF2B5EF4-FFF2-40B4-BE49-F238E27FC236}">
                    <a16:creationId xmlns:a16="http://schemas.microsoft.com/office/drawing/2014/main" id="{3E159E34-00D2-CA34-C9C7-3CB27FC5F2BE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3" name="Rectangle: Top Corners Rounded 72">
                <a:extLst>
                  <a:ext uri="{FF2B5EF4-FFF2-40B4-BE49-F238E27FC236}">
                    <a16:creationId xmlns:a16="http://schemas.microsoft.com/office/drawing/2014/main" id="{2A418118-CC77-1C03-91ED-3D25A70B46C0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4" name="Rectangle: Top Corners Rounded 73">
                <a:extLst>
                  <a:ext uri="{FF2B5EF4-FFF2-40B4-BE49-F238E27FC236}">
                    <a16:creationId xmlns:a16="http://schemas.microsoft.com/office/drawing/2014/main" id="{660946A8-B758-C3DC-A376-30F28E6F2342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4FD205B-5877-364A-9FD7-7CE1600ED158}"/>
                </a:ext>
              </a:extLst>
            </p:cNvPr>
            <p:cNvGrpSpPr/>
            <p:nvPr/>
          </p:nvGrpSpPr>
          <p:grpSpPr>
            <a:xfrm>
              <a:off x="1412656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8285FC4-FE2A-2D40-9D44-7E07EB2D79DD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8" name="Rectangle: Top Corners Rounded 76">
                <a:extLst>
                  <a:ext uri="{FF2B5EF4-FFF2-40B4-BE49-F238E27FC236}">
                    <a16:creationId xmlns:a16="http://schemas.microsoft.com/office/drawing/2014/main" id="{8D6769BE-9839-CF96-B5C1-D95CF32A7328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9" name="Rectangle: Top Corners Rounded 77">
                <a:extLst>
                  <a:ext uri="{FF2B5EF4-FFF2-40B4-BE49-F238E27FC236}">
                    <a16:creationId xmlns:a16="http://schemas.microsoft.com/office/drawing/2014/main" id="{3857F63F-DFFB-0DAF-6203-41FDE458CC1E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0" name="Rectangle: Top Corners Rounded 78">
                <a:extLst>
                  <a:ext uri="{FF2B5EF4-FFF2-40B4-BE49-F238E27FC236}">
                    <a16:creationId xmlns:a16="http://schemas.microsoft.com/office/drawing/2014/main" id="{0B2436B1-8880-9197-460C-EEFCBB9EBB35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7D84915-193B-C838-12BA-CB116120F3FD}"/>
                </a:ext>
              </a:extLst>
            </p:cNvPr>
            <p:cNvGrpSpPr/>
            <p:nvPr/>
          </p:nvGrpSpPr>
          <p:grpSpPr>
            <a:xfrm>
              <a:off x="1045881" y="4007047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7E58F6A-9239-0FC0-400D-F80620565C87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4" name="Rectangle: Top Corners Rounded 81">
                <a:extLst>
                  <a:ext uri="{FF2B5EF4-FFF2-40B4-BE49-F238E27FC236}">
                    <a16:creationId xmlns:a16="http://schemas.microsoft.com/office/drawing/2014/main" id="{C979471E-8A23-684E-376F-0EF799013AAA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5" name="Rectangle: Top Corners Rounded 82">
                <a:extLst>
                  <a:ext uri="{FF2B5EF4-FFF2-40B4-BE49-F238E27FC236}">
                    <a16:creationId xmlns:a16="http://schemas.microsoft.com/office/drawing/2014/main" id="{1598DB8C-84B5-974C-362A-7FE931501656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6" name="Rectangle: Top Corners Rounded 83">
                <a:extLst>
                  <a:ext uri="{FF2B5EF4-FFF2-40B4-BE49-F238E27FC236}">
                    <a16:creationId xmlns:a16="http://schemas.microsoft.com/office/drawing/2014/main" id="{1D7DA501-458D-8FCE-183D-8B03E84D2235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6CA7716-D77F-3DBD-FB50-5F903E5F4D15}"/>
                </a:ext>
              </a:extLst>
            </p:cNvPr>
            <p:cNvGrpSpPr/>
            <p:nvPr/>
          </p:nvGrpSpPr>
          <p:grpSpPr>
            <a:xfrm>
              <a:off x="1620945" y="3669763"/>
              <a:ext cx="512234" cy="358606"/>
              <a:chOff x="7508240" y="3017519"/>
              <a:chExt cx="3545840" cy="2021841"/>
            </a:xfrm>
            <a:grpFill/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1B8B56D-7CC5-D6E1-392C-593904645B22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1" name="Rectangle: Top Corners Rounded 86">
                <a:extLst>
                  <a:ext uri="{FF2B5EF4-FFF2-40B4-BE49-F238E27FC236}">
                    <a16:creationId xmlns:a16="http://schemas.microsoft.com/office/drawing/2014/main" id="{C0E2ECE4-4218-E7B7-F28A-87EA452AABDC}"/>
                  </a:ext>
                </a:extLst>
              </p:cNvPr>
              <p:cNvSpPr/>
              <p:nvPr/>
            </p:nvSpPr>
            <p:spPr>
              <a:xfrm>
                <a:off x="8406167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2" name="Rectangle: Top Corners Rounded 87">
                <a:extLst>
                  <a:ext uri="{FF2B5EF4-FFF2-40B4-BE49-F238E27FC236}">
                    <a16:creationId xmlns:a16="http://schemas.microsoft.com/office/drawing/2014/main" id="{9DE23A4B-1625-9326-7D0C-E41D5F34B5D2}"/>
                  </a:ext>
                </a:extLst>
              </p:cNvPr>
              <p:cNvSpPr/>
              <p:nvPr/>
            </p:nvSpPr>
            <p:spPr>
              <a:xfrm>
                <a:off x="9689825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53DB581-5603-13E5-AA4C-2807828EF9CB}"/>
                </a:ext>
              </a:extLst>
            </p:cNvPr>
            <p:cNvGrpSpPr/>
            <p:nvPr/>
          </p:nvGrpSpPr>
          <p:grpSpPr>
            <a:xfrm>
              <a:off x="1520357" y="3394800"/>
              <a:ext cx="338160" cy="309951"/>
              <a:chOff x="7508240" y="3017519"/>
              <a:chExt cx="3545840" cy="2021841"/>
            </a:xfrm>
            <a:grpFill/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65E5E1D8-4B43-563F-D29D-77A1A42D4CB8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" name="Rectangle: Top Corners Rounded 91">
                <a:extLst>
                  <a:ext uri="{FF2B5EF4-FFF2-40B4-BE49-F238E27FC236}">
                    <a16:creationId xmlns:a16="http://schemas.microsoft.com/office/drawing/2014/main" id="{2F90A077-200B-01E2-D697-3A0684D025C2}"/>
                  </a:ext>
                </a:extLst>
              </p:cNvPr>
              <p:cNvSpPr/>
              <p:nvPr/>
            </p:nvSpPr>
            <p:spPr>
              <a:xfrm>
                <a:off x="9045379" y="3017519"/>
                <a:ext cx="589285" cy="274322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9C65853A-435B-6C0B-78D2-52D344E6E905}"/>
              </a:ext>
            </a:extLst>
          </p:cNvPr>
          <p:cNvSpPr txBox="1"/>
          <p:nvPr userDrawn="1"/>
        </p:nvSpPr>
        <p:spPr>
          <a:xfrm>
            <a:off x="93534" y="1894865"/>
            <a:ext cx="32055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Sustainability is about the environment and whether it can continue to support humans and the lives of other living creatures in the future. 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  <a:cs typeface="+mn-cs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F4801E2F-605B-6715-F377-B8ADE2F32855}"/>
              </a:ext>
            </a:extLst>
          </p:cNvPr>
          <p:cNvSpPr txBox="1"/>
          <p:nvPr userDrawn="1"/>
        </p:nvSpPr>
        <p:spPr>
          <a:xfrm>
            <a:off x="85221" y="3079842"/>
            <a:ext cx="32055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It involves the interaction between physical and human environments and the effect they have on each other. 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E839CC3-866D-DAC4-AA75-A829A239DB46}"/>
              </a:ext>
            </a:extLst>
          </p:cNvPr>
          <p:cNvSpPr txBox="1"/>
          <p:nvPr userDrawn="1"/>
        </p:nvSpPr>
        <p:spPr>
          <a:xfrm>
            <a:off x="85221" y="4044121"/>
            <a:ext cx="32055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When we are Being a Geographer, we think about what is natural and what is man-made in our environment, and how we can live more sustainably. 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2F62B3F-B24C-7A75-519B-05332E2D5F60}"/>
              </a:ext>
            </a:extLst>
          </p:cNvPr>
          <p:cNvGrpSpPr/>
          <p:nvPr userDrawn="1"/>
        </p:nvGrpSpPr>
        <p:grpSpPr>
          <a:xfrm>
            <a:off x="3521878" y="3693438"/>
            <a:ext cx="8311989" cy="926097"/>
            <a:chOff x="3464951" y="3693438"/>
            <a:chExt cx="8311989" cy="92609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6166FF2D-0A1A-B277-069D-332B2323A220}"/>
                </a:ext>
              </a:extLst>
            </p:cNvPr>
            <p:cNvGrpSpPr/>
            <p:nvPr/>
          </p:nvGrpSpPr>
          <p:grpSpPr>
            <a:xfrm>
              <a:off x="3464951" y="3693438"/>
              <a:ext cx="8311989" cy="926097"/>
              <a:chOff x="3507503" y="3693728"/>
              <a:chExt cx="8311989" cy="926097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6D2D617E-E09E-B15C-5BA8-0FEDD315C7BB}"/>
                  </a:ext>
                </a:extLst>
              </p:cNvPr>
              <p:cNvGrpSpPr/>
              <p:nvPr/>
            </p:nvGrpSpPr>
            <p:grpSpPr>
              <a:xfrm>
                <a:off x="3507503" y="3693728"/>
                <a:ext cx="8311989" cy="926097"/>
                <a:chOff x="3507503" y="3693728"/>
                <a:chExt cx="8311989" cy="926097"/>
              </a:xfrm>
            </p:grpSpPr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FE11128B-D333-FDC5-2CD2-67B2D2101231}"/>
                    </a:ext>
                  </a:extLst>
                </p:cNvPr>
                <p:cNvGrpSpPr/>
                <p:nvPr/>
              </p:nvGrpSpPr>
              <p:grpSpPr>
                <a:xfrm>
                  <a:off x="3518855" y="3719825"/>
                  <a:ext cx="8300637" cy="900000"/>
                  <a:chOff x="3996278" y="1747524"/>
                  <a:chExt cx="1713901" cy="2824471"/>
                </a:xfrm>
              </p:grpSpPr>
              <p:sp>
                <p:nvSpPr>
                  <p:cNvPr id="100" name="Rectangle: Rounded Corners 12">
                    <a:extLst>
                      <a:ext uri="{FF2B5EF4-FFF2-40B4-BE49-F238E27FC236}">
                        <a16:creationId xmlns:a16="http://schemas.microsoft.com/office/drawing/2014/main" id="{7DB0B7F2-89F9-C136-7D06-593FD33F050E}"/>
                      </a:ext>
                    </a:extLst>
                  </p:cNvPr>
                  <p:cNvSpPr/>
                  <p:nvPr/>
                </p:nvSpPr>
                <p:spPr>
                  <a:xfrm>
                    <a:off x="3996278" y="1747524"/>
                    <a:ext cx="1713901" cy="2824471"/>
                  </a:xfrm>
                  <a:prstGeom prst="roundRect">
                    <a:avLst/>
                  </a:prstGeom>
                  <a:solidFill>
                    <a:srgbClr val="F892BB"/>
                  </a:solidFill>
                  <a:ln>
                    <a:solidFill>
                      <a:srgbClr val="F892BB"/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1" name="Rectangle: Rounded Corners 4">
                    <a:extLst>
                      <a:ext uri="{FF2B5EF4-FFF2-40B4-BE49-F238E27FC236}">
                        <a16:creationId xmlns:a16="http://schemas.microsoft.com/office/drawing/2014/main" id="{E176FD70-2633-7D23-07A2-B3EE2D05E9B1}"/>
                      </a:ext>
                    </a:extLst>
                  </p:cNvPr>
                  <p:cNvSpPr txBox="1"/>
                  <p:nvPr/>
                </p:nvSpPr>
                <p:spPr>
                  <a:xfrm>
                    <a:off x="4082912" y="1831190"/>
                    <a:ext cx="1546569" cy="2657139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5183ACA2-B1AC-970B-A8A2-A01135DC3DFF}"/>
                    </a:ext>
                  </a:extLst>
                </p:cNvPr>
                <p:cNvGrpSpPr/>
                <p:nvPr/>
              </p:nvGrpSpPr>
              <p:grpSpPr>
                <a:xfrm>
                  <a:off x="3507503" y="3693728"/>
                  <a:ext cx="801261" cy="903352"/>
                  <a:chOff x="4389349" y="450020"/>
                  <a:chExt cx="801261" cy="903352"/>
                </a:xfrm>
              </p:grpSpPr>
              <p:pic>
                <p:nvPicPr>
                  <p:cNvPr id="9" name="Picture 8">
                    <a:extLst>
                      <a:ext uri="{FF2B5EF4-FFF2-40B4-BE49-F238E27FC236}">
                        <a16:creationId xmlns:a16="http://schemas.microsoft.com/office/drawing/2014/main" id="{5ADA602A-39E5-CF61-8567-4FD5E832DC6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89349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30F00F44-F494-704A-8544-7968DA0A6C01}"/>
                      </a:ext>
                    </a:extLst>
                  </p:cNvPr>
                  <p:cNvSpPr txBox="1"/>
                  <p:nvPr/>
                </p:nvSpPr>
                <p:spPr>
                  <a:xfrm>
                    <a:off x="4631284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3</a:t>
                    </a:r>
                  </a:p>
                </p:txBody>
              </p:sp>
            </p:grpSp>
          </p:grp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4CD40ED-E8A2-4783-5657-AFB823604F7E}"/>
                  </a:ext>
                </a:extLst>
              </p:cNvPr>
              <p:cNvSpPr txBox="1"/>
              <p:nvPr/>
            </p:nvSpPr>
            <p:spPr>
              <a:xfrm>
                <a:off x="4378390" y="4015936"/>
                <a:ext cx="2299228" cy="307777"/>
              </a:xfrm>
              <a:prstGeom prst="rect">
                <a:avLst/>
              </a:prstGeom>
              <a:noFill/>
              <a:ln w="28575">
                <a:solidFill>
                  <a:srgbClr val="BA006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Mediterranean</a:t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82F746C-88BC-706F-10DD-B1A1F6C82C2E}"/>
                </a:ext>
              </a:extLst>
            </p:cNvPr>
            <p:cNvSpPr txBox="1"/>
            <p:nvPr/>
          </p:nvSpPr>
          <p:spPr>
            <a:xfrm>
              <a:off x="6767704" y="3802386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describe how human activity affects habitats around the world. I can explain how people’s choices can protect the environment for the future. 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F142D110-9A5B-663B-FEA4-631B55E60E03}"/>
              </a:ext>
            </a:extLst>
          </p:cNvPr>
          <p:cNvGrpSpPr/>
          <p:nvPr userDrawn="1"/>
        </p:nvGrpSpPr>
        <p:grpSpPr>
          <a:xfrm>
            <a:off x="3508831" y="4718397"/>
            <a:ext cx="8325034" cy="920150"/>
            <a:chOff x="3508831" y="4718397"/>
            <a:chExt cx="8325034" cy="92015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4D2B20E-4846-D613-6022-C7145317AAC8}"/>
                </a:ext>
              </a:extLst>
            </p:cNvPr>
            <p:cNvGrpSpPr/>
            <p:nvPr/>
          </p:nvGrpSpPr>
          <p:grpSpPr>
            <a:xfrm>
              <a:off x="3508831" y="4718397"/>
              <a:ext cx="8325034" cy="920150"/>
              <a:chOff x="3508831" y="4718397"/>
              <a:chExt cx="8325034" cy="920150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304A4915-2CDD-B186-20BA-B9ECB4C09B9C}"/>
                  </a:ext>
                </a:extLst>
              </p:cNvPr>
              <p:cNvGrpSpPr/>
              <p:nvPr/>
            </p:nvGrpSpPr>
            <p:grpSpPr>
              <a:xfrm>
                <a:off x="3508831" y="4718397"/>
                <a:ext cx="8325034" cy="920150"/>
                <a:chOff x="3508831" y="4718397"/>
                <a:chExt cx="8325034" cy="920150"/>
              </a:xfrm>
            </p:grpSpPr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7FC1643A-EC4C-D21B-2CEA-4734B31818B3}"/>
                    </a:ext>
                  </a:extLst>
                </p:cNvPr>
                <p:cNvGrpSpPr/>
                <p:nvPr/>
              </p:nvGrpSpPr>
              <p:grpSpPr>
                <a:xfrm>
                  <a:off x="3518854" y="4738547"/>
                  <a:ext cx="8315011" cy="900000"/>
                  <a:chOff x="1996726" y="1717038"/>
                  <a:chExt cx="1716869" cy="2885442"/>
                </a:xfrm>
              </p:grpSpPr>
              <p:sp>
                <p:nvSpPr>
                  <p:cNvPr id="111" name="Rectangle: Rounded Corners 9">
                    <a:extLst>
                      <a:ext uri="{FF2B5EF4-FFF2-40B4-BE49-F238E27FC236}">
                        <a16:creationId xmlns:a16="http://schemas.microsoft.com/office/drawing/2014/main" id="{5CB4F8EC-E9E2-36F0-97BD-0D215CE3059F}"/>
                      </a:ext>
                    </a:extLst>
                  </p:cNvPr>
                  <p:cNvSpPr/>
                  <p:nvPr/>
                </p:nvSpPr>
                <p:spPr>
                  <a:xfrm>
                    <a:off x="1996726" y="1717038"/>
                    <a:ext cx="1716869" cy="2885442"/>
                  </a:xfrm>
                  <a:prstGeom prst="roundRect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2" name="Rectangle: Rounded Corners 4">
                    <a:extLst>
                      <a:ext uri="{FF2B5EF4-FFF2-40B4-BE49-F238E27FC236}">
                        <a16:creationId xmlns:a16="http://schemas.microsoft.com/office/drawing/2014/main" id="{BD6532CE-76D8-7DDE-6583-A25D26ADB0A2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360" y="1800704"/>
                    <a:ext cx="1546569" cy="2718110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08" name="Group 107">
                  <a:extLst>
                    <a:ext uri="{FF2B5EF4-FFF2-40B4-BE49-F238E27FC236}">
                      <a16:creationId xmlns:a16="http://schemas.microsoft.com/office/drawing/2014/main" id="{B0D500DB-0A8D-7EDE-F324-7F5BDB085929}"/>
                    </a:ext>
                  </a:extLst>
                </p:cNvPr>
                <p:cNvGrpSpPr/>
                <p:nvPr/>
              </p:nvGrpSpPr>
              <p:grpSpPr>
                <a:xfrm>
                  <a:off x="3508831" y="4718397"/>
                  <a:ext cx="801261" cy="903352"/>
                  <a:chOff x="4390677" y="450020"/>
                  <a:chExt cx="801261" cy="903352"/>
                </a:xfrm>
              </p:grpSpPr>
              <p:pic>
                <p:nvPicPr>
                  <p:cNvPr id="109" name="Picture 108">
                    <a:extLst>
                      <a:ext uri="{FF2B5EF4-FFF2-40B4-BE49-F238E27FC236}">
                        <a16:creationId xmlns:a16="http://schemas.microsoft.com/office/drawing/2014/main" id="{B37BBF63-092F-9029-650E-47203FFB348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90677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10" name="TextBox 109">
                    <a:extLst>
                      <a:ext uri="{FF2B5EF4-FFF2-40B4-BE49-F238E27FC236}">
                        <a16:creationId xmlns:a16="http://schemas.microsoft.com/office/drawing/2014/main" id="{47C8D7FC-5423-A960-F2CE-46BA93B871E5}"/>
                      </a:ext>
                    </a:extLst>
                  </p:cNvPr>
                  <p:cNvSpPr txBox="1"/>
                  <p:nvPr/>
                </p:nvSpPr>
                <p:spPr>
                  <a:xfrm>
                    <a:off x="4632612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2</a:t>
                    </a:r>
                  </a:p>
                </p:txBody>
              </p:sp>
            </p:grpSp>
          </p:grp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CE7E904E-24DB-1AD4-7EA6-66F172E2C14E}"/>
                  </a:ext>
                </a:extLst>
              </p:cNvPr>
              <p:cNvSpPr txBox="1"/>
              <p:nvPr/>
            </p:nvSpPr>
            <p:spPr>
              <a:xfrm>
                <a:off x="4392765" y="4929938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6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Guizhou region, South West China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CE1CAB4E-0E4F-5357-B8C0-5346B74046BF}"/>
                </a:ext>
              </a:extLst>
            </p:cNvPr>
            <p:cNvSpPr txBox="1"/>
            <p:nvPr/>
          </p:nvSpPr>
          <p:spPr>
            <a:xfrm>
              <a:off x="6824631" y="4829656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describe how human behaviour can affect the world. I can think of ways that we can help our environment and oceans. </a:t>
              </a:r>
            </a:p>
          </p:txBody>
        </p: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C04C43F-9AEF-D70D-7B37-637C049EFCE9}"/>
              </a:ext>
            </a:extLst>
          </p:cNvPr>
          <p:cNvGrpSpPr/>
          <p:nvPr userDrawn="1"/>
        </p:nvGrpSpPr>
        <p:grpSpPr>
          <a:xfrm>
            <a:off x="3508831" y="5762222"/>
            <a:ext cx="8325034" cy="922745"/>
            <a:chOff x="3508831" y="5762222"/>
            <a:chExt cx="8325034" cy="922745"/>
          </a:xfrm>
        </p:grpSpPr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4D10131E-31AA-D59F-FA35-D1120BB096ED}"/>
                </a:ext>
              </a:extLst>
            </p:cNvPr>
            <p:cNvGrpSpPr/>
            <p:nvPr/>
          </p:nvGrpSpPr>
          <p:grpSpPr>
            <a:xfrm>
              <a:off x="3508831" y="5762222"/>
              <a:ext cx="8325034" cy="922745"/>
              <a:chOff x="3552490" y="5836523"/>
              <a:chExt cx="8325034" cy="922745"/>
            </a:xfrm>
          </p:grpSpPr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F6B11EB6-F482-D20C-9EB8-4694307BE643}"/>
                  </a:ext>
                </a:extLst>
              </p:cNvPr>
              <p:cNvGrpSpPr/>
              <p:nvPr/>
            </p:nvGrpSpPr>
            <p:grpSpPr>
              <a:xfrm>
                <a:off x="3552490" y="5836523"/>
                <a:ext cx="8325034" cy="922745"/>
                <a:chOff x="3552490" y="5836523"/>
                <a:chExt cx="8325034" cy="922745"/>
              </a:xfrm>
            </p:grpSpPr>
            <p:sp>
              <p:nvSpPr>
                <p:cNvPr id="118" name="Rectangle: Rounded Corners 3">
                  <a:extLst>
                    <a:ext uri="{FF2B5EF4-FFF2-40B4-BE49-F238E27FC236}">
                      <a16:creationId xmlns:a16="http://schemas.microsoft.com/office/drawing/2014/main" id="{A8683132-44F3-83F7-D73D-1654C9BD4E80}"/>
                    </a:ext>
                  </a:extLst>
                </p:cNvPr>
                <p:cNvSpPr/>
                <p:nvPr/>
              </p:nvSpPr>
              <p:spPr>
                <a:xfrm>
                  <a:off x="3552490" y="5859268"/>
                  <a:ext cx="8325034" cy="900000"/>
                </a:xfrm>
                <a:prstGeom prst="roundRect">
                  <a:avLst/>
                </a:prstGeom>
                <a:solidFill>
                  <a:srgbClr val="F9D2B5"/>
                </a:solidFill>
                <a:ln>
                  <a:solidFill>
                    <a:srgbClr val="F9D2B5"/>
                  </a:solidFill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19" name="Group 118">
                  <a:extLst>
                    <a:ext uri="{FF2B5EF4-FFF2-40B4-BE49-F238E27FC236}">
                      <a16:creationId xmlns:a16="http://schemas.microsoft.com/office/drawing/2014/main" id="{233C009A-44B9-79EA-5E68-4DDD27E3F3C0}"/>
                    </a:ext>
                  </a:extLst>
                </p:cNvPr>
                <p:cNvGrpSpPr/>
                <p:nvPr/>
              </p:nvGrpSpPr>
              <p:grpSpPr>
                <a:xfrm>
                  <a:off x="3562659" y="5836523"/>
                  <a:ext cx="801261" cy="903352"/>
                  <a:chOff x="4444505" y="551736"/>
                  <a:chExt cx="801261" cy="903352"/>
                </a:xfrm>
              </p:grpSpPr>
              <p:pic>
                <p:nvPicPr>
                  <p:cNvPr id="120" name="Picture 119">
                    <a:extLst>
                      <a:ext uri="{FF2B5EF4-FFF2-40B4-BE49-F238E27FC236}">
                        <a16:creationId xmlns:a16="http://schemas.microsoft.com/office/drawing/2014/main" id="{6BC6DCF5-939A-ECAA-5EE5-5C4879C5E9D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44505" y="551736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26246DA9-EF4A-7A42-5980-25A548FAA6D3}"/>
                      </a:ext>
                    </a:extLst>
                  </p:cNvPr>
                  <p:cNvSpPr txBox="1"/>
                  <p:nvPr/>
                </p:nvSpPr>
                <p:spPr>
                  <a:xfrm>
                    <a:off x="4703335" y="772579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1</a:t>
                    </a:r>
                  </a:p>
                </p:txBody>
              </p:sp>
            </p:grpSp>
          </p:grp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D04B6EE7-C6AF-A812-0BFF-1BEEBAC4D248}"/>
                  </a:ext>
                </a:extLst>
              </p:cNvPr>
              <p:cNvSpPr txBox="1"/>
              <p:nvPr/>
            </p:nvSpPr>
            <p:spPr>
              <a:xfrm>
                <a:off x="4436424" y="6058243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Where I live in the United Kingdom</a:t>
                </a:r>
              </a:p>
            </p:txBody>
          </p:sp>
        </p:grp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11254BAB-F777-7F1F-FFA9-A7102160181B}"/>
                </a:ext>
              </a:extLst>
            </p:cNvPr>
            <p:cNvSpPr txBox="1"/>
            <p:nvPr/>
          </p:nvSpPr>
          <p:spPr>
            <a:xfrm>
              <a:off x="6824631" y="5971340"/>
              <a:ext cx="48821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/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know people and animals share the world. I can explain simple ways of how to look after my environment. </a:t>
              </a:r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2BBC6348-8F2D-29C2-516F-7B7FB9695EFB}"/>
              </a:ext>
            </a:extLst>
          </p:cNvPr>
          <p:cNvGrpSpPr/>
          <p:nvPr userDrawn="1"/>
        </p:nvGrpSpPr>
        <p:grpSpPr>
          <a:xfrm>
            <a:off x="3525668" y="2709975"/>
            <a:ext cx="8308198" cy="912750"/>
            <a:chOff x="3525668" y="2709975"/>
            <a:chExt cx="8308198" cy="912750"/>
          </a:xfrm>
        </p:grpSpPr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EA996A48-88EA-6263-4D0F-13790E011A8F}"/>
                </a:ext>
              </a:extLst>
            </p:cNvPr>
            <p:cNvGrpSpPr/>
            <p:nvPr/>
          </p:nvGrpSpPr>
          <p:grpSpPr>
            <a:xfrm>
              <a:off x="3525668" y="2709975"/>
              <a:ext cx="8308198" cy="912750"/>
              <a:chOff x="3525668" y="2709975"/>
              <a:chExt cx="8308198" cy="912750"/>
            </a:xfrm>
          </p:grpSpPr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42A913D7-2341-4295-A769-303DE7DAEC09}"/>
                  </a:ext>
                </a:extLst>
              </p:cNvPr>
              <p:cNvGrpSpPr/>
              <p:nvPr/>
            </p:nvGrpSpPr>
            <p:grpSpPr>
              <a:xfrm>
                <a:off x="3525668" y="2709975"/>
                <a:ext cx="8308198" cy="912750"/>
                <a:chOff x="3525668" y="2709975"/>
                <a:chExt cx="8308198" cy="912750"/>
              </a:xfrm>
            </p:grpSpPr>
            <p:sp>
              <p:nvSpPr>
                <p:cNvPr id="138" name="Rectangle: Rounded Corners 15">
                  <a:extLst>
                    <a:ext uri="{FF2B5EF4-FFF2-40B4-BE49-F238E27FC236}">
                      <a16:creationId xmlns:a16="http://schemas.microsoft.com/office/drawing/2014/main" id="{FC5C05D4-1170-A456-6F92-DC602BBDC8B8}"/>
                    </a:ext>
                  </a:extLst>
                </p:cNvPr>
                <p:cNvSpPr/>
                <p:nvPr/>
              </p:nvSpPr>
              <p:spPr>
                <a:xfrm>
                  <a:off x="3533229" y="2722725"/>
                  <a:ext cx="8300637" cy="900000"/>
                </a:xfrm>
                <a:prstGeom prst="roundRect">
                  <a:avLst/>
                </a:prstGeom>
                <a:solidFill>
                  <a:srgbClr val="BDD7EF"/>
                </a:solidFill>
                <a:ln>
                  <a:noFill/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39" name="Group 138">
                  <a:extLst>
                    <a:ext uri="{FF2B5EF4-FFF2-40B4-BE49-F238E27FC236}">
                      <a16:creationId xmlns:a16="http://schemas.microsoft.com/office/drawing/2014/main" id="{F867F0A4-B989-987C-07CF-473AA4BA4D62}"/>
                    </a:ext>
                  </a:extLst>
                </p:cNvPr>
                <p:cNvGrpSpPr/>
                <p:nvPr/>
              </p:nvGrpSpPr>
              <p:grpSpPr>
                <a:xfrm>
                  <a:off x="3525668" y="2709975"/>
                  <a:ext cx="801261" cy="903352"/>
                  <a:chOff x="4462145" y="450020"/>
                  <a:chExt cx="801261" cy="903352"/>
                </a:xfrm>
              </p:grpSpPr>
              <p:pic>
                <p:nvPicPr>
                  <p:cNvPr id="140" name="Picture 139">
                    <a:extLst>
                      <a:ext uri="{FF2B5EF4-FFF2-40B4-BE49-F238E27FC236}">
                        <a16:creationId xmlns:a16="http://schemas.microsoft.com/office/drawing/2014/main" id="{FA326AB0-6806-6C08-F96A-9F8999FA350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62145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BC80C0CB-3842-9A67-A8B5-1D9353CB9B03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080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4</a:t>
                    </a:r>
                  </a:p>
                </p:txBody>
              </p:sp>
            </p:grpSp>
          </p:grp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924F4F00-A848-2996-B368-44F7F6416503}"/>
                  </a:ext>
                </a:extLst>
              </p:cNvPr>
              <p:cNvSpPr txBox="1"/>
              <p:nvPr/>
            </p:nvSpPr>
            <p:spPr>
              <a:xfrm>
                <a:off x="4392765" y="2911115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Peru or Brazil in South America</a:t>
                </a:r>
              </a:p>
            </p:txBody>
          </p:sp>
        </p:grp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C11D1384-2FD0-B0DF-AA64-937986C8BE24}"/>
                </a:ext>
              </a:extLst>
            </p:cNvPr>
            <p:cNvSpPr txBox="1"/>
            <p:nvPr/>
          </p:nvSpPr>
          <p:spPr>
            <a:xfrm>
              <a:off x="6824631" y="2800137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use maps to find the equator, tropics and hemispheres. I can describe and contrast the physical geography of South America.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pic>
        <p:nvPicPr>
          <p:cNvPr id="35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268B894-20C9-9A18-D1E3-AC3DFD82BA0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35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45490982-16A9-FBB6-A35F-113DAB24388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b="14477"/>
          <a:stretch>
            <a:fillRect/>
          </a:stretch>
        </p:blipFill>
        <p:spPr>
          <a:xfrm>
            <a:off x="38905" y="985653"/>
            <a:ext cx="998866" cy="85426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176B55A1-CA27-B16C-8F6D-1AA02AA18D02}"/>
              </a:ext>
            </a:extLst>
          </p:cNvPr>
          <p:cNvSpPr txBox="1"/>
          <p:nvPr userDrawn="1"/>
        </p:nvSpPr>
        <p:spPr>
          <a:xfrm>
            <a:off x="891753" y="116654"/>
            <a:ext cx="9615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Environmental impact and sustainability</a:t>
            </a:r>
          </a:p>
        </p:txBody>
      </p:sp>
    </p:spTree>
    <p:extLst>
      <p:ext uri="{BB962C8B-B14F-4D97-AF65-F5344CB8AC3E}">
        <p14:creationId xmlns:p14="http://schemas.microsoft.com/office/powerpoint/2010/main" val="1569929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187" grpId="0"/>
      <p:bldP spid="188" grpId="0"/>
    </p:bldLst>
  </p:timing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cabul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EEC3E4FE-C4C8-0CD5-73D5-8F95A599AEF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D4322BA7-DA94-FDFE-7A7B-D5438A14824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477"/>
          <a:stretch>
            <a:fillRect/>
          </a:stretch>
        </p:blipFill>
        <p:spPr>
          <a:xfrm>
            <a:off x="38905" y="985653"/>
            <a:ext cx="998866" cy="85426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C57756-EBCF-A581-82CD-558554934C04}"/>
              </a:ext>
            </a:extLst>
          </p:cNvPr>
          <p:cNvSpPr txBox="1"/>
          <p:nvPr userDrawn="1"/>
        </p:nvSpPr>
        <p:spPr>
          <a:xfrm>
            <a:off x="891753" y="116654"/>
            <a:ext cx="9615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Vocabulary</a:t>
            </a:r>
          </a:p>
        </p:txBody>
      </p:sp>
    </p:spTree>
    <p:extLst>
      <p:ext uri="{BB962C8B-B14F-4D97-AF65-F5344CB8AC3E}">
        <p14:creationId xmlns:p14="http://schemas.microsoft.com/office/powerpoint/2010/main" val="32210826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, Why, H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AF9E9CD8-FC16-6852-0D5B-1861A37CC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5691" y="252727"/>
            <a:ext cx="10515600" cy="587374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Key Question</a:t>
            </a:r>
          </a:p>
        </p:txBody>
      </p:sp>
      <p:pic>
        <p:nvPicPr>
          <p:cNvPr id="33" name="Picture 3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543666C-A10F-2BF0-F787-B3A0D5E5F6F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Rounded Rectangle 23">
            <a:extLst>
              <a:ext uri="{FF2B5EF4-FFF2-40B4-BE49-F238E27FC236}">
                <a16:creationId xmlns:a16="http://schemas.microsoft.com/office/drawing/2014/main" id="{794DAE5F-C59F-B3F0-3FCE-3EB3B286135E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6" name="Rounded Rectangle 22">
            <a:extLst>
              <a:ext uri="{FF2B5EF4-FFF2-40B4-BE49-F238E27FC236}">
                <a16:creationId xmlns:a16="http://schemas.microsoft.com/office/drawing/2014/main" id="{35A01401-10ED-6F4D-1F1C-0E3FEE734279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9" name="Rounded Rectangle 21">
            <a:extLst>
              <a:ext uri="{FF2B5EF4-FFF2-40B4-BE49-F238E27FC236}">
                <a16:creationId xmlns:a16="http://schemas.microsoft.com/office/drawing/2014/main" id="{1093191D-2864-BFE3-BAC6-FE3078E39402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0" name="Right Arrow 38">
            <a:extLst>
              <a:ext uri="{FF2B5EF4-FFF2-40B4-BE49-F238E27FC236}">
                <a16:creationId xmlns:a16="http://schemas.microsoft.com/office/drawing/2014/main" id="{8AA0E372-369C-4941-5057-0E8F5480B183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1" name="Right Arrow 40">
            <a:extLst>
              <a:ext uri="{FF2B5EF4-FFF2-40B4-BE49-F238E27FC236}">
                <a16:creationId xmlns:a16="http://schemas.microsoft.com/office/drawing/2014/main" id="{0A8AFB17-4869-9C19-FEA1-1565D67FDFAD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2" name="Cloud Callout 14">
            <a:extLst>
              <a:ext uri="{FF2B5EF4-FFF2-40B4-BE49-F238E27FC236}">
                <a16:creationId xmlns:a16="http://schemas.microsoft.com/office/drawing/2014/main" id="{61EF286F-9345-BB0C-4F56-A1F12BAE82D8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43" name="Cloud Callout 17">
            <a:extLst>
              <a:ext uri="{FF2B5EF4-FFF2-40B4-BE49-F238E27FC236}">
                <a16:creationId xmlns:a16="http://schemas.microsoft.com/office/drawing/2014/main" id="{C71C66BF-D58B-4831-075C-341ABDCBB6A9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44" name="Cloud Callout 43">
            <a:extLst>
              <a:ext uri="{FF2B5EF4-FFF2-40B4-BE49-F238E27FC236}">
                <a16:creationId xmlns:a16="http://schemas.microsoft.com/office/drawing/2014/main" id="{5F799D0A-BCB5-0692-9B09-12BF7ECBCFB2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How will I know when I get there?</a:t>
            </a:r>
          </a:p>
        </p:txBody>
      </p:sp>
      <p:sp>
        <p:nvSpPr>
          <p:cNvPr id="45" name="Rounded Rectangle 25">
            <a:extLst>
              <a:ext uri="{FF2B5EF4-FFF2-40B4-BE49-F238E27FC236}">
                <a16:creationId xmlns:a16="http://schemas.microsoft.com/office/drawing/2014/main" id="{986FCAFE-1A47-3A75-E8C0-DF7CFA64906C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5D11E385-E30A-306C-46AE-F9458F3B557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955640E-425C-E065-E469-3F57419A40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5B63634A-303B-2635-7607-6574B2DFFA2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562805B2-74FB-04A4-25AE-B716B092E5EF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953ACAAF-AE0A-4BDE-AF75-4CF0BCA47856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show this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51" name="Text Placeholder 33">
            <a:extLst>
              <a:ext uri="{FF2B5EF4-FFF2-40B4-BE49-F238E27FC236}">
                <a16:creationId xmlns:a16="http://schemas.microsoft.com/office/drawing/2014/main" id="{B3BB70E2-26D2-0B49-D267-7AAB4BF86D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8500" y="4522788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2" name="Text Placeholder 33">
            <a:extLst>
              <a:ext uri="{FF2B5EF4-FFF2-40B4-BE49-F238E27FC236}">
                <a16:creationId xmlns:a16="http://schemas.microsoft.com/office/drawing/2014/main" id="{EE674DA5-D366-6FAC-3E19-D83FED4EC9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7594" y="4522787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3" name="Text Placeholder 33">
            <a:extLst>
              <a:ext uri="{FF2B5EF4-FFF2-40B4-BE49-F238E27FC236}">
                <a16:creationId xmlns:a16="http://schemas.microsoft.com/office/drawing/2014/main" id="{C20E1614-EA91-9C2C-B7F1-BB4DF8CC1A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79945" y="4485371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4" name="Rounded Rectangle 23">
            <a:extLst>
              <a:ext uri="{FF2B5EF4-FFF2-40B4-BE49-F238E27FC236}">
                <a16:creationId xmlns:a16="http://schemas.microsoft.com/office/drawing/2014/main" id="{0D1FC744-3662-3249-1F03-EE193D1872E7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  <a:solidFill>
            <a:srgbClr val="B1B1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5" name="Rounded Rectangle 22">
            <a:extLst>
              <a:ext uri="{FF2B5EF4-FFF2-40B4-BE49-F238E27FC236}">
                <a16:creationId xmlns:a16="http://schemas.microsoft.com/office/drawing/2014/main" id="{8867268F-6BC6-CDE0-A54C-C7C7D22A17CE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  <a:solidFill>
            <a:srgbClr val="B1B1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6" name="Rounded Rectangle 21">
            <a:extLst>
              <a:ext uri="{FF2B5EF4-FFF2-40B4-BE49-F238E27FC236}">
                <a16:creationId xmlns:a16="http://schemas.microsoft.com/office/drawing/2014/main" id="{DEC8C24A-C2A2-B6FB-CEBC-DB3CFE63E845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  <a:solidFill>
            <a:srgbClr val="B1B1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7" name="Right Arrow 38">
            <a:extLst>
              <a:ext uri="{FF2B5EF4-FFF2-40B4-BE49-F238E27FC236}">
                <a16:creationId xmlns:a16="http://schemas.microsoft.com/office/drawing/2014/main" id="{24D9F813-6CEE-ED6F-064E-59CDA1216AD8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8" name="Right Arrow 40">
            <a:extLst>
              <a:ext uri="{FF2B5EF4-FFF2-40B4-BE49-F238E27FC236}">
                <a16:creationId xmlns:a16="http://schemas.microsoft.com/office/drawing/2014/main" id="{B268B9E1-8800-1738-CE60-9C6C5F486497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9" name="Cloud Callout 14">
            <a:extLst>
              <a:ext uri="{FF2B5EF4-FFF2-40B4-BE49-F238E27FC236}">
                <a16:creationId xmlns:a16="http://schemas.microsoft.com/office/drawing/2014/main" id="{3BE98BE1-8756-AA3F-37FC-961A3A117F44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rgbClr val="CCCC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60" name="Cloud Callout 17">
            <a:extLst>
              <a:ext uri="{FF2B5EF4-FFF2-40B4-BE49-F238E27FC236}">
                <a16:creationId xmlns:a16="http://schemas.microsoft.com/office/drawing/2014/main" id="{83D62656-6C25-077C-4F80-552A71A1BC63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rgbClr val="CCCC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61" name="Cloud Callout 60">
            <a:extLst>
              <a:ext uri="{FF2B5EF4-FFF2-40B4-BE49-F238E27FC236}">
                <a16:creationId xmlns:a16="http://schemas.microsoft.com/office/drawing/2014/main" id="{D209243E-CE20-B43A-B229-5E6919A22DBC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rgbClr val="CCCC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How will I know when I'm successful?</a:t>
            </a:r>
          </a:p>
        </p:txBody>
      </p:sp>
      <p:sp>
        <p:nvSpPr>
          <p:cNvPr id="62" name="Rounded Rectangle 25">
            <a:extLst>
              <a:ext uri="{FF2B5EF4-FFF2-40B4-BE49-F238E27FC236}">
                <a16:creationId xmlns:a16="http://schemas.microsoft.com/office/drawing/2014/main" id="{2EAD39BD-B099-6728-8D13-A4C177B6F805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9C9530EB-C903-8086-18DC-0C03544C45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07629C6-4FFA-FF30-5372-13F87DC076C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66D0A70B-6C4D-F75B-6A9F-D8FDC6BEE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E4259EB2-DF36-65F9-FFFF-42FBE54E1CB4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4E77597-DD8E-B80E-CAF9-828893FC90DF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be successful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3" name="Picture 17">
            <a:extLst>
              <a:ext uri="{FF2B5EF4-FFF2-40B4-BE49-F238E27FC236}">
                <a16:creationId xmlns:a16="http://schemas.microsoft.com/office/drawing/2014/main" id="{000648E7-97B9-D1D3-490C-AAF2E3A785E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247" y="140894"/>
            <a:ext cx="885149" cy="77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6468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2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3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420A20-0427-FEBB-94F6-C4193F5D6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3834"/>
            <a:ext cx="11685495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27FA49-916F-6379-73AB-F81F90D63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4334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6BBF9FDF-75DA-CFF3-BA62-2E74EDB80D5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363229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I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2" name="Picture 11" descr="A close-up of a card  AI-generated content may be incorrect.">
            <a:extLst>
              <a:ext uri="{FF2B5EF4-FFF2-40B4-BE49-F238E27FC236}">
                <a16:creationId xmlns:a16="http://schemas.microsoft.com/office/drawing/2014/main" id="{19C37659-7358-BC03-60AF-B392A7BB2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19" y="119675"/>
            <a:ext cx="1569326" cy="773914"/>
          </a:xfrm>
          <a:prstGeom prst="rect">
            <a:avLst/>
          </a:prstGeom>
        </p:spPr>
      </p:pic>
      <p:pic>
        <p:nvPicPr>
          <p:cNvPr id="6" name="Picture 5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56FEE9A-7A4C-C146-9F2C-AA95D12B1B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83477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5292D3-9B48-D839-900B-BC40E199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8DC9B51-90C5-910F-0E5E-26C8FCDF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close-up of a pink sign  AI-generated content may be incorrect.">
            <a:extLst>
              <a:ext uri="{FF2B5EF4-FFF2-40B4-BE49-F238E27FC236}">
                <a16:creationId xmlns:a16="http://schemas.microsoft.com/office/drawing/2014/main" id="{0B7F0C43-5A32-058E-34EF-2A306950E5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2590" y="120071"/>
            <a:ext cx="1717539" cy="738116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957987D4-A06A-C5CB-651A-0BE75EF416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805096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You Do T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BA2D6B0-18BA-C1F5-A3CF-A118B5DF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F42BF2B-5700-B0C0-6B69-6699F0F4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pink background with a cartoon character  AI-generated content may be incorrect.">
            <a:extLst>
              <a:ext uri="{FF2B5EF4-FFF2-40B4-BE49-F238E27FC236}">
                <a16:creationId xmlns:a16="http://schemas.microsoft.com/office/drawing/2014/main" id="{CC49C281-BFEE-C448-05E7-67F0CFEF13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9597" y="120460"/>
            <a:ext cx="1691510" cy="696504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B3E5AEB-4433-9811-BFB5-67A78BBCA8D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2484213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You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AEF570-F9F4-B149-BF1A-BEF6DEE60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E87AD0-4B3C-76E5-0F15-7F5DFE335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green background with black text  AI-generated content may be incorrect.">
            <a:extLst>
              <a:ext uri="{FF2B5EF4-FFF2-40B4-BE49-F238E27FC236}">
                <a16:creationId xmlns:a16="http://schemas.microsoft.com/office/drawing/2014/main" id="{25F460C6-509E-8D53-E313-AD7B04BB14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1734" y="120459"/>
            <a:ext cx="1691510" cy="703611"/>
          </a:xfrm>
          <a:prstGeom prst="rect">
            <a:avLst/>
          </a:prstGeom>
        </p:spPr>
      </p:pic>
      <p:pic>
        <p:nvPicPr>
          <p:cNvPr id="5" name="Picture 4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5FA9E67-03AE-A0EB-2281-F2B5FE675D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087065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5" y="1936003"/>
            <a:ext cx="3925823" cy="919401"/>
          </a:xfrm>
          <a:prstGeom prst="wedgeRoundRectCallout">
            <a:avLst>
              <a:gd name="adj1" fmla="val -17964"/>
              <a:gd name="adj2" fmla="val 104608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Today I found my learning challenging so I…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804868" y="1936003"/>
            <a:ext cx="2938272" cy="919401"/>
          </a:xfrm>
          <a:prstGeom prst="wedgeRoundRectCallout">
            <a:avLst>
              <a:gd name="adj1" fmla="val -10874"/>
              <a:gd name="adj2" fmla="val 148695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During our learning I found …. easy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60" y="1941004"/>
            <a:ext cx="3645408" cy="919401"/>
          </a:xfrm>
          <a:prstGeom prst="wedgeRoundRectCallout">
            <a:avLst>
              <a:gd name="adj1" fmla="val -2104"/>
              <a:gd name="adj2" fmla="val 138087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In my learning I felt confidence because…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A200618B-DE41-97A3-47BD-4B17F9BBAECD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66;p1">
            <a:extLst>
              <a:ext uri="{FF2B5EF4-FFF2-40B4-BE49-F238E27FC236}">
                <a16:creationId xmlns:a16="http://schemas.microsoft.com/office/drawing/2014/main" id="{587B6B17-3657-E981-AFEE-86E0340C3E86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0F1192C9-2A8B-250D-E7E8-20FBD8C52A6E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7" name="Google Shape;68;p1">
              <a:extLst>
                <a:ext uri="{FF2B5EF4-FFF2-40B4-BE49-F238E27FC236}">
                  <a16:creationId xmlns:a16="http://schemas.microsoft.com/office/drawing/2014/main" id="{E454BB4E-6EAE-F0D4-4935-10DD7644B9DF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69;p1">
              <a:extLst>
                <a:ext uri="{FF2B5EF4-FFF2-40B4-BE49-F238E27FC236}">
                  <a16:creationId xmlns:a16="http://schemas.microsoft.com/office/drawing/2014/main" id="{063D3CD5-027F-A6BB-C6B1-A63BA192F1D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0;p1">
              <a:extLst>
                <a:ext uri="{FF2B5EF4-FFF2-40B4-BE49-F238E27FC236}">
                  <a16:creationId xmlns:a16="http://schemas.microsoft.com/office/drawing/2014/main" id="{2C94E003-EE48-9DF8-4D9E-E313BF20330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1;p1">
              <a:extLst>
                <a:ext uri="{FF2B5EF4-FFF2-40B4-BE49-F238E27FC236}">
                  <a16:creationId xmlns:a16="http://schemas.microsoft.com/office/drawing/2014/main" id="{85C84200-017D-67B0-98FF-FD9A8940589E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2;p1">
              <a:extLst>
                <a:ext uri="{FF2B5EF4-FFF2-40B4-BE49-F238E27FC236}">
                  <a16:creationId xmlns:a16="http://schemas.microsoft.com/office/drawing/2014/main" id="{469AA09C-BDEC-4A64-5E44-D17DC63CB7FD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73;p1">
              <a:extLst>
                <a:ext uri="{FF2B5EF4-FFF2-40B4-BE49-F238E27FC236}">
                  <a16:creationId xmlns:a16="http://schemas.microsoft.com/office/drawing/2014/main" id="{A0BD0169-5F6D-524E-5B63-3526635D9C36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A78FF751-919A-866D-47E3-B64BC72B8693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B56EFC80-164C-0065-2B96-24A0D0A180A9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576A31B1-BF32-AB67-4738-CE3F55B3CC91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FE2DC321-990E-E6C8-37A2-FCA7A0542BD8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F818DC8D-521D-9676-09B4-29091635A364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7B0B539E-9731-998B-1EDC-0C5D234EF608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C6BCF8AD-8FB4-E6AA-11B9-2E5789BC7DD7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7692F46B-6FA7-6985-161C-CFC8F1C5B6E0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C83153AB-9229-C542-D880-AA337526F47A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97D45DE2-E5E8-532F-CFA4-4984B0308EC7}"/>
              </a:ext>
            </a:extLst>
          </p:cNvPr>
          <p:cNvPicPr preferRelativeResize="0"/>
          <p:nvPr userDrawn="1"/>
        </p:nvPicPr>
        <p:blipFill rotWithShape="1">
          <a:blip r:embed="rId12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0E3CBA9-9A7C-9AF6-33D3-4E6DC9B7517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BF742F4E-A61D-2477-A2F0-A890F91B562F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4477"/>
          <a:stretch>
            <a:fillRect/>
          </a:stretch>
        </p:blipFill>
        <p:spPr>
          <a:xfrm>
            <a:off x="38905" y="985653"/>
            <a:ext cx="998866" cy="85426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4C5C6429-E930-A525-0A0A-8A17C6F2BAFE}"/>
              </a:ext>
            </a:extLst>
          </p:cNvPr>
          <p:cNvSpPr txBox="1"/>
          <p:nvPr userDrawn="1"/>
        </p:nvSpPr>
        <p:spPr>
          <a:xfrm>
            <a:off x="891753" y="116654"/>
            <a:ext cx="9615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</p:spTree>
    <p:extLst>
      <p:ext uri="{BB962C8B-B14F-4D97-AF65-F5344CB8AC3E}">
        <p14:creationId xmlns:p14="http://schemas.microsoft.com/office/powerpoint/2010/main" val="2191130933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 Edi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A200618B-DE41-97A3-47BD-4B17F9BBAECD}"/>
              </a:ext>
            </a:extLst>
          </p:cNvPr>
          <p:cNvPicPr preferRelativeResize="0"/>
          <p:nvPr userDrawn="1"/>
        </p:nvPicPr>
        <p:blipFill rotWithShape="1">
          <a:blip r:embed="rId4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66;p1">
            <a:extLst>
              <a:ext uri="{FF2B5EF4-FFF2-40B4-BE49-F238E27FC236}">
                <a16:creationId xmlns:a16="http://schemas.microsoft.com/office/drawing/2014/main" id="{587B6B17-3657-E981-AFEE-86E0340C3E8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0F1192C9-2A8B-250D-E7E8-20FBD8C52A6E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7" name="Google Shape;68;p1">
              <a:extLst>
                <a:ext uri="{FF2B5EF4-FFF2-40B4-BE49-F238E27FC236}">
                  <a16:creationId xmlns:a16="http://schemas.microsoft.com/office/drawing/2014/main" id="{E454BB4E-6EAE-F0D4-4935-10DD7644B9DF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69;p1">
              <a:extLst>
                <a:ext uri="{FF2B5EF4-FFF2-40B4-BE49-F238E27FC236}">
                  <a16:creationId xmlns:a16="http://schemas.microsoft.com/office/drawing/2014/main" id="{063D3CD5-027F-A6BB-C6B1-A63BA192F1D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0;p1">
              <a:extLst>
                <a:ext uri="{FF2B5EF4-FFF2-40B4-BE49-F238E27FC236}">
                  <a16:creationId xmlns:a16="http://schemas.microsoft.com/office/drawing/2014/main" id="{2C94E003-EE48-9DF8-4D9E-E313BF20330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1;p1">
              <a:extLst>
                <a:ext uri="{FF2B5EF4-FFF2-40B4-BE49-F238E27FC236}">
                  <a16:creationId xmlns:a16="http://schemas.microsoft.com/office/drawing/2014/main" id="{85C84200-017D-67B0-98FF-FD9A8940589E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2;p1">
              <a:extLst>
                <a:ext uri="{FF2B5EF4-FFF2-40B4-BE49-F238E27FC236}">
                  <a16:creationId xmlns:a16="http://schemas.microsoft.com/office/drawing/2014/main" id="{469AA09C-BDEC-4A64-5E44-D17DC63CB7FD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73;p1">
              <a:extLst>
                <a:ext uri="{FF2B5EF4-FFF2-40B4-BE49-F238E27FC236}">
                  <a16:creationId xmlns:a16="http://schemas.microsoft.com/office/drawing/2014/main" id="{A0BD0169-5F6D-524E-5B63-3526635D9C36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A78FF751-919A-866D-47E3-B64BC72B8693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B56EFC80-164C-0065-2B96-24A0D0A180A9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576A31B1-BF32-AB67-4738-CE3F55B3CC91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FE2DC321-990E-E6C8-37A2-FCA7A0542BD8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F818DC8D-521D-9676-09B4-29091635A364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7B0B539E-9731-998B-1EDC-0C5D234EF608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C6BCF8AD-8FB4-E6AA-11B9-2E5789BC7DD7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7692F46B-6FA7-6985-161C-CFC8F1C5B6E0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C83153AB-9229-C542-D880-AA337526F47A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97D45DE2-E5E8-532F-CFA4-4984B0308EC7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0E3CBA9-9A7C-9AF6-33D3-4E6DC9B7517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BF742F4E-A61D-2477-A2F0-A890F91B562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rcRect b="14477"/>
          <a:stretch>
            <a:fillRect/>
          </a:stretch>
        </p:blipFill>
        <p:spPr>
          <a:xfrm>
            <a:off x="38905" y="985653"/>
            <a:ext cx="998866" cy="85426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4C5C6429-E930-A525-0A0A-8A17C6F2BAFE}"/>
              </a:ext>
            </a:extLst>
          </p:cNvPr>
          <p:cNvSpPr txBox="1"/>
          <p:nvPr userDrawn="1"/>
        </p:nvSpPr>
        <p:spPr>
          <a:xfrm>
            <a:off x="891753" y="116654"/>
            <a:ext cx="9615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083ABA-2E28-20F3-21C8-C6D213F54C8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326CD2-ADCC-7E76-89DE-BC13046C4E4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612590E-3C17-F676-4D10-1008049D02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19CD1FD-0FA0-D21D-D1F0-64BDB53C1C77}"/>
              </a:ext>
            </a:extLst>
          </p:cNvPr>
          <p:cNvSpPr txBox="1"/>
          <p:nvPr userDrawn="1"/>
        </p:nvSpPr>
        <p:spPr>
          <a:xfrm>
            <a:off x="331626" y="1936003"/>
            <a:ext cx="3569816" cy="1328023"/>
          </a:xfrm>
          <a:prstGeom prst="wedgeRoundRectCallout">
            <a:avLst>
              <a:gd name="adj1" fmla="val -14004"/>
              <a:gd name="adj2" fmla="val 72935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38EA24D-55B0-8144-AA39-968CC2FDB519}"/>
              </a:ext>
            </a:extLst>
          </p:cNvPr>
          <p:cNvSpPr txBox="1"/>
          <p:nvPr userDrawn="1"/>
        </p:nvSpPr>
        <p:spPr>
          <a:xfrm>
            <a:off x="4355027" y="1925372"/>
            <a:ext cx="3569815" cy="1338654"/>
          </a:xfrm>
          <a:prstGeom prst="wedgeRoundRectCallout">
            <a:avLst>
              <a:gd name="adj1" fmla="val -10589"/>
              <a:gd name="adj2" fmla="val 9329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E2A5F2-A79A-546A-3141-7274CF067AEF}"/>
              </a:ext>
            </a:extLst>
          </p:cNvPr>
          <p:cNvSpPr txBox="1"/>
          <p:nvPr userDrawn="1"/>
        </p:nvSpPr>
        <p:spPr>
          <a:xfrm>
            <a:off x="8290559" y="1930687"/>
            <a:ext cx="3569815" cy="1328023"/>
          </a:xfrm>
          <a:prstGeom prst="wedgeRoundRectCallout">
            <a:avLst>
              <a:gd name="adj1" fmla="val -7796"/>
              <a:gd name="adj2" fmla="val 95244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8" name="Text Placeholder 38">
            <a:extLst>
              <a:ext uri="{FF2B5EF4-FFF2-40B4-BE49-F238E27FC236}">
                <a16:creationId xmlns:a16="http://schemas.microsoft.com/office/drawing/2014/main" id="{7B76A4C4-2BF9-6349-E000-2E819614C2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910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C7B60BF0-4537-D3E5-640C-003C735C4A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424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40" name="Text Placeholder 38">
            <a:extLst>
              <a:ext uri="{FF2B5EF4-FFF2-40B4-BE49-F238E27FC236}">
                <a16:creationId xmlns:a16="http://schemas.microsoft.com/office/drawing/2014/main" id="{366E2C34-794D-A693-366B-C959F7B505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40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293288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Callout 5">
            <a:extLst>
              <a:ext uri="{FF2B5EF4-FFF2-40B4-BE49-F238E27FC236}">
                <a16:creationId xmlns:a16="http://schemas.microsoft.com/office/drawing/2014/main" id="{A768AC55-9169-CD12-DE1E-DD3AE6B6949A}"/>
              </a:ext>
            </a:extLst>
          </p:cNvPr>
          <p:cNvSpPr/>
          <p:nvPr userDrawn="1"/>
        </p:nvSpPr>
        <p:spPr>
          <a:xfrm>
            <a:off x="8590283" y="1810499"/>
            <a:ext cx="311167" cy="232315"/>
          </a:xfrm>
          <a:prstGeom prst="wedgeEllipseCallout">
            <a:avLst>
              <a:gd name="adj1" fmla="val -30467"/>
              <a:gd name="adj2" fmla="val 7565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362B2-CBA8-FC87-AB4B-C119CAAD3D12}"/>
              </a:ext>
            </a:extLst>
          </p:cNvPr>
          <p:cNvCxnSpPr>
            <a:cxnSpLocks/>
          </p:cNvCxnSpPr>
          <p:nvPr userDrawn="1"/>
        </p:nvCxnSpPr>
        <p:spPr>
          <a:xfrm>
            <a:off x="0" y="3429000"/>
            <a:ext cx="12192000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6BFA09-C2E0-9EDD-C5AF-A084C1D2E62A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"/>
            <a:ext cx="0" cy="2200275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A93CD5E5-7A63-84D8-216D-6206001D4352}"/>
              </a:ext>
            </a:extLst>
          </p:cNvPr>
          <p:cNvSpPr/>
          <p:nvPr userDrawn="1"/>
        </p:nvSpPr>
        <p:spPr>
          <a:xfrm>
            <a:off x="5295900" y="2647951"/>
            <a:ext cx="1600200" cy="1638300"/>
          </a:xfrm>
          <a:prstGeom prst="ellipse">
            <a:avLst/>
          </a:prstGeom>
          <a:solidFill>
            <a:srgbClr val="CCCCFF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949BE8-1DF1-3976-E62D-C362A69DFA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916" b="91293" l="8707" r="90237">
                        <a14:foregroundMark x1="24274" y1="18734" x2="24274" y2="18734"/>
                        <a14:foregroundMark x1="47757" y1="8443" x2="47757" y2="8443"/>
                        <a14:foregroundMark x1="73615" y1="19789" x2="73615" y2="19789"/>
                        <a14:foregroundMark x1="90765" y1="48549" x2="90765" y2="48549"/>
                        <a14:foregroundMark x1="80475" y1="79420" x2="80475" y2="79420"/>
                        <a14:foregroundMark x1="53826" y1="91293" x2="53826" y2="91293"/>
                        <a14:foregroundMark x1="21900" y1="82058" x2="21900" y2="82058"/>
                        <a14:foregroundMark x1="8707" y1="47757" x2="8707" y2="477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72101" y="2724151"/>
            <a:ext cx="1504951" cy="150495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73ABCC3-9C74-F6C7-ACE2-3C6579FF949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19802"/>
          <a:stretch/>
        </p:blipFill>
        <p:spPr>
          <a:xfrm>
            <a:off x="8622691" y="1179808"/>
            <a:ext cx="542923" cy="5487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C88F8-4644-526F-4F11-DDCE2E4B680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50473" y1="61836" x2="50473" y2="6183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73096" y="1175643"/>
            <a:ext cx="757163" cy="4944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C14A703-D40F-6C9F-D411-31A1B97CEB0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222" b="95101" l="9320" r="91940">
                        <a14:foregroundMark x1="22418" y1="13545" x2="22418" y2="13545"/>
                        <a14:foregroundMark x1="41814" y1="15562" x2="41814" y2="15562"/>
                        <a14:foregroundMark x1="66247" y1="13545" x2="66247" y2="13545"/>
                        <a14:foregroundMark x1="92443" y1="19597" x2="92443" y2="19597"/>
                        <a14:foregroundMark x1="12091" y1="37464" x2="12091" y2="37464"/>
                        <a14:foregroundMark x1="20907" y1="46686" x2="20907" y2="46686"/>
                        <a14:foregroundMark x1="23174" y1="55331" x2="23174" y2="55331"/>
                        <a14:foregroundMark x1="23678" y1="65130" x2="23678" y2="65130"/>
                        <a14:foregroundMark x1="24181" y1="74063" x2="24181" y2="74063"/>
                        <a14:foregroundMark x1="48866" y1="95101" x2="48866" y2="95101"/>
                        <a14:foregroundMark x1="9320" y1="58213" x2="9320" y2="5821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116114"/>
            <a:ext cx="844555" cy="738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8C7B50D-C903-4859-1D5E-CE5CB6EF6744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750" b="94250" l="6107" r="94148">
                        <a14:foregroundMark x1="9415" y1="9750" x2="9415" y2="9750"/>
                        <a14:foregroundMark x1="74300" y1="9750" x2="74300" y2="9750"/>
                        <a14:foregroundMark x1="94148" y1="25500" x2="94148" y2="25500"/>
                        <a14:foregroundMark x1="6361" y1="24750" x2="6361" y2="24750"/>
                        <a14:foregroundMark x1="54198" y1="94250" x2="54198" y2="94250"/>
                        <a14:foregroundMark x1="65140" y1="62500" x2="65140" y2="62500"/>
                        <a14:foregroundMark x1="48092" y1="52500" x2="48092" y2="52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3476626"/>
            <a:ext cx="636365" cy="647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B67A7D-BAF3-39CA-92C1-F05C8FF50C2D}"/>
              </a:ext>
            </a:extLst>
          </p:cNvPr>
          <p:cNvSpPr txBox="1"/>
          <p:nvPr userDrawn="1"/>
        </p:nvSpPr>
        <p:spPr>
          <a:xfrm rot="16200000">
            <a:off x="5278050" y="2222012"/>
            <a:ext cx="1673759" cy="2169993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1263557"/>
              </a:avLst>
            </a:prstTxWarp>
            <a:spAutoFit/>
          </a:bodyPr>
          <a:lstStyle/>
          <a:p>
            <a:pPr algn="ctr"/>
            <a:r>
              <a:rPr lang="en-GB" sz="20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Watering Hole</a:t>
            </a:r>
            <a:r>
              <a:rPr lang="en-GB" sz="2000" b="0" i="0">
                <a:solidFill>
                  <a:srgbClr val="0070C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BCDB15-A18F-761C-9D70-5D498C4B281B}"/>
              </a:ext>
            </a:extLst>
          </p:cNvPr>
          <p:cNvSpPr/>
          <p:nvPr userDrawn="1"/>
        </p:nvSpPr>
        <p:spPr>
          <a:xfrm rot="-180000">
            <a:off x="5010272" y="2703555"/>
            <a:ext cx="2190749" cy="1847848"/>
          </a:xfrm>
          <a:prstGeom prst="rect">
            <a:avLst/>
          </a:prstGeom>
          <a:noFill/>
        </p:spPr>
        <p:txBody>
          <a:bodyPr spcFirstLastPara="1" wrap="none" lIns="91440" tIns="45720" rIns="91440" bIns="45720" numCol="1">
            <a:prstTxWarp prst="textArchDown">
              <a:avLst>
                <a:gd name="adj" fmla="val 18174041"/>
              </a:avLst>
            </a:prstTxWarp>
            <a:spAutoFit/>
          </a:bodyPr>
          <a:lstStyle/>
          <a:p>
            <a:pPr algn="ctr"/>
            <a:r>
              <a:rPr lang="en-GB" sz="2000" b="0" i="0">
                <a:ln w="22225">
                  <a:noFill/>
                  <a:prstDash val="solid"/>
                </a:ln>
                <a:latin typeface="Twinkl Cursive Looped" panose="02000000000000000000" pitchFamily="2" charset="77"/>
                <a:ea typeface="Sassoon Infant Rg" panose="02000503030000020003" pitchFamily="2" charset="0"/>
              </a:rPr>
              <a:t>Accessing what we need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EEF32E-84FC-9DD2-1645-162B4C9FAB5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938" b="92857" l="9898" r="89761">
                        <a14:foregroundMark x1="55631" y1="27019" x2="55631" y2="27019"/>
                        <a14:foregroundMark x1="54608" y1="92857" x2="54608" y2="928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15132" y="3622675"/>
            <a:ext cx="650036" cy="71437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158E33F-3765-E12D-EC90-52B96C993A54}"/>
              </a:ext>
            </a:extLst>
          </p:cNvPr>
          <p:cNvSpPr/>
          <p:nvPr userDrawn="1"/>
        </p:nvSpPr>
        <p:spPr>
          <a:xfrm>
            <a:off x="10407364" y="3602076"/>
            <a:ext cx="1665573" cy="3133725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A02AE-5FFD-29AD-EBE7-4C38018D5AAF}"/>
              </a:ext>
            </a:extLst>
          </p:cNvPr>
          <p:cNvCxnSpPr>
            <a:cxnSpLocks/>
          </p:cNvCxnSpPr>
          <p:nvPr userDrawn="1"/>
        </p:nvCxnSpPr>
        <p:spPr>
          <a:xfrm>
            <a:off x="9163051" y="59357"/>
            <a:ext cx="0" cy="3369644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61B532-AB76-3FDE-0903-59141D8EB5E2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28548"/>
            <a:ext cx="6067427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28D7E95B-E86B-132A-8921-6D1CDF0723B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8084" b="92515" l="10000" r="90000">
                        <a14:foregroundMark x1="43429" y1="92814" x2="43429" y2="92814"/>
                        <a14:foregroundMark x1="55714" y1="34731" x2="55714" y2="34731"/>
                        <a14:foregroundMark x1="74571" y1="8084" x2="74571" y2="808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55321" y="1772679"/>
            <a:ext cx="502428" cy="47946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5A5C7A1-569F-D384-461E-747E1FC18D84}"/>
              </a:ext>
            </a:extLst>
          </p:cNvPr>
          <p:cNvSpPr txBox="1"/>
          <p:nvPr userDrawn="1"/>
        </p:nvSpPr>
        <p:spPr>
          <a:xfrm>
            <a:off x="9711276" y="1699665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Carry on - Finish Learning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A6BB55-886C-6BD6-A9CE-0ED258255B7D}"/>
              </a:ext>
            </a:extLst>
          </p:cNvPr>
          <p:cNvSpPr txBox="1"/>
          <p:nvPr userDrawn="1"/>
        </p:nvSpPr>
        <p:spPr>
          <a:xfrm>
            <a:off x="806119" y="3666061"/>
            <a:ext cx="315367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Deepening my learning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8C8C69-A916-A517-279F-F93D4A85E3A5}"/>
              </a:ext>
            </a:extLst>
          </p:cNvPr>
          <p:cNvSpPr txBox="1"/>
          <p:nvPr userDrawn="1"/>
        </p:nvSpPr>
        <p:spPr>
          <a:xfrm>
            <a:off x="6730946" y="1845508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Shared Learning Conversation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CEF66E-0B89-5C3E-A3EA-57F92E7F333F}"/>
              </a:ext>
            </a:extLst>
          </p:cNvPr>
          <p:cNvSpPr txBox="1"/>
          <p:nvPr userDrawn="1"/>
        </p:nvSpPr>
        <p:spPr>
          <a:xfrm>
            <a:off x="9938135" y="1319940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Small Group with an adult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3D8E9C-7FC1-8540-96AE-F9A174C627BC}"/>
              </a:ext>
            </a:extLst>
          </p:cNvPr>
          <p:cNvSpPr txBox="1"/>
          <p:nvPr userDrawn="1"/>
        </p:nvSpPr>
        <p:spPr>
          <a:xfrm>
            <a:off x="7103762" y="1334292"/>
            <a:ext cx="196073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Showcase Lead Learners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E8A13-704A-B295-4296-21A195989C8A}"/>
              </a:ext>
            </a:extLst>
          </p:cNvPr>
          <p:cNvSpPr txBox="1"/>
          <p:nvPr userDrawn="1"/>
        </p:nvSpPr>
        <p:spPr>
          <a:xfrm>
            <a:off x="978825" y="379381"/>
            <a:ext cx="1960735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Whole Class Feedback</a:t>
            </a:r>
          </a:p>
        </p:txBody>
      </p:sp>
      <p:sp>
        <p:nvSpPr>
          <p:cNvPr id="33" name="Oval Callout 32">
            <a:extLst>
              <a:ext uri="{FF2B5EF4-FFF2-40B4-BE49-F238E27FC236}">
                <a16:creationId xmlns:a16="http://schemas.microsoft.com/office/drawing/2014/main" id="{20E8220B-AFF3-E0A1-CAEF-B430A1C7AFF6}"/>
              </a:ext>
            </a:extLst>
          </p:cNvPr>
          <p:cNvSpPr/>
          <p:nvPr userDrawn="1"/>
        </p:nvSpPr>
        <p:spPr>
          <a:xfrm>
            <a:off x="8755466" y="1857693"/>
            <a:ext cx="311167" cy="232315"/>
          </a:xfrm>
          <a:prstGeom prst="wedgeEllipseCallout">
            <a:avLst>
              <a:gd name="adj1" fmla="val 33993"/>
              <a:gd name="adj2" fmla="val 78193"/>
            </a:avLst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C78DA-D2CC-5E55-EC3C-74E0FBD6C5E0}"/>
              </a:ext>
            </a:extLst>
          </p:cNvPr>
          <p:cNvSpPr txBox="1"/>
          <p:nvPr userDrawn="1"/>
        </p:nvSpPr>
        <p:spPr>
          <a:xfrm>
            <a:off x="8708288" y="1869253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b="0" i="0">
                <a:latin typeface="Twinkl Cursive Looped" panose="02000000000000000000" pitchFamily="2" charset="77"/>
              </a:rPr>
              <a:t>SLC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122B806B-421A-D3A0-5273-FB8FEB6F94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" y="903288"/>
            <a:ext cx="4613275" cy="2311400"/>
          </a:xfrm>
        </p:spPr>
        <p:txBody>
          <a:bodyPr/>
          <a:lstStyle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4" name="Text Placeholder 40">
            <a:extLst>
              <a:ext uri="{FF2B5EF4-FFF2-40B4-BE49-F238E27FC236}">
                <a16:creationId xmlns:a16="http://schemas.microsoft.com/office/drawing/2014/main" id="{BFBC48A2-3497-BC71-A0AB-B94D10D2F0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51419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5" name="Text Placeholder 40">
            <a:extLst>
              <a:ext uri="{FF2B5EF4-FFF2-40B4-BE49-F238E27FC236}">
                <a16:creationId xmlns:a16="http://schemas.microsoft.com/office/drawing/2014/main" id="{E26FE762-C006-FAD3-9DB2-248E159C97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13273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EDBB5471-5DC0-3FC7-F0CE-0C2627A79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90946" y="4242234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DCF35568-A367-82E2-075A-2A811FF092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44146" y="2274889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C54F4DB2-38F8-1403-AF81-52DB71B0660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268691" y="2344162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F8A6C5BB-E7AE-DEA7-2BBB-960BAD1DE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407364" y="4353071"/>
            <a:ext cx="1665573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73890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034930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1E8FB97-A527-4E45-92CB-DD469A4EFFFA}"/>
              </a:ext>
            </a:extLst>
          </p:cNvPr>
          <p:cNvSpPr txBox="1"/>
          <p:nvPr userDrawn="1"/>
        </p:nvSpPr>
        <p:spPr>
          <a:xfrm>
            <a:off x="306559" y="-13989"/>
            <a:ext cx="11382933" cy="69865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0" i="0" u="sng">
                <a:solidFill>
                  <a:srgbClr val="242424"/>
                </a:solidFill>
                <a:latin typeface="Twinkl Cursive Looped" panose="02000000000000000000" pitchFamily="2" charset="77"/>
              </a:rPr>
              <a:t>Structure of Being a Geographer Slides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Key Question (I do/We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Geographical Skill Focus (I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Prior Knowledge Retrieval (Revisit) (You do/trio)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Sequence (connections)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What, Why, How	 (I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Key Vocabulary (I do/We Do/You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Geographical Skill reasoning problem (You do/trio)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Explain New Learning (I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Guided Practice (We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Independent / Collaborative Practice (You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Check for Understanding (Pause to Think)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Apply Learning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Learning Review: Thinking Like a Geographer (Oracy)</a:t>
            </a:r>
          </a:p>
        </p:txBody>
      </p:sp>
    </p:spTree>
    <p:extLst>
      <p:ext uri="{BB962C8B-B14F-4D97-AF65-F5344CB8AC3E}">
        <p14:creationId xmlns:p14="http://schemas.microsoft.com/office/powerpoint/2010/main" val="3804442672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18A772E-F613-7034-9A36-0C389B316798}"/>
              </a:ext>
            </a:extLst>
          </p:cNvPr>
          <p:cNvSpPr/>
          <p:nvPr userDrawn="1"/>
        </p:nvSpPr>
        <p:spPr>
          <a:xfrm>
            <a:off x="195943" y="179614"/>
            <a:ext cx="11870871" cy="6405913"/>
          </a:xfrm>
          <a:prstGeom prst="rect">
            <a:avLst/>
          </a:prstGeom>
          <a:solidFill>
            <a:srgbClr val="BDD7EF"/>
          </a:solidFill>
          <a:ln>
            <a:solidFill>
              <a:srgbClr val="4574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Substantive concepts </a:t>
            </a:r>
            <a:r>
              <a:rPr lang="en-GB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build pupils’ knowledge of places, environments and processes, while </a:t>
            </a:r>
            <a:r>
              <a:rPr lang="en-GB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geographical skills </a:t>
            </a:r>
            <a:r>
              <a:rPr lang="en-GB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enable pupils to think, question and work like geographers through increasingly independent enquiry.</a:t>
            </a:r>
          </a:p>
          <a:p>
            <a:pPr algn="l"/>
            <a:endParaRPr lang="en-US" b="1" u="sng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KS1</a:t>
            </a: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Substantive concepts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know the main geography ideas, like places, weather, seasons and the features of the area where I live.</a:t>
            </a: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Skills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can look carefully at places, use simple maps and pictures, ask questions, and explore my local area.</a:t>
            </a:r>
          </a:p>
          <a:p>
            <a:pPr algn="l"/>
            <a:endParaRPr lang="en-US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LKS2 </a:t>
            </a:r>
            <a:endParaRPr lang="en-US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Substantive concepts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know important geography ideas about regions, physical and human features, and how people and environments are connected.</a:t>
            </a: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Skills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can use maps and tools, collect information through fieldwork, and compare and explain different places.</a:t>
            </a:r>
          </a:p>
          <a:p>
            <a:pPr algn="l"/>
            <a:endParaRPr lang="en-US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UKS2</a:t>
            </a: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Substantive concepts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know key geography ideas and processes, such as rivers, climate change, natural resources and sustainability, that explain how the world works.</a:t>
            </a: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Skills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can investigate places like a geographer by </a:t>
            </a:r>
            <a:r>
              <a:rPr lang="en-US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analysing</a:t>
            </a:r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information, using detailed maps, carrying out enquiries and explaining my conclusions.</a:t>
            </a:r>
          </a:p>
        </p:txBody>
      </p:sp>
    </p:spTree>
    <p:extLst>
      <p:ext uri="{BB962C8B-B14F-4D97-AF65-F5344CB8AC3E}">
        <p14:creationId xmlns:p14="http://schemas.microsoft.com/office/powerpoint/2010/main" val="45766869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8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2" Type="http://schemas.openxmlformats.org/officeDocument/2006/relationships/slideLayout" Target="../slideLayouts/slideLayout17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9.xml"/></Relationships>
</file>

<file path=ppt/slideMasters/_rels/slideMaster3.xml.rels><?xml version="1.0" encoding="UTF-8"?><Relationships xmlns="http://schemas.openxmlformats.org/package/2006/relationships"><Relationship Id="rId8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42.xml"/><Relationship Id="rId2" Type="http://schemas.openxmlformats.org/officeDocument/2006/relationships/slideLayout" Target="../slideLayouts/slideLayout32.xml"/><Relationship Id="rId16" Type="http://schemas.openxmlformats.org/officeDocument/2006/relationships/theme" Target="../theme/theme3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41.xml"/><Relationship Id="rId5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45.xml"/><Relationship Id="rId10" Type="http://schemas.openxmlformats.org/officeDocument/2006/relationships/slideLayout" Target="../slideLayouts/slideLayout40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44.xml"/></Relationships>
</file>

<file path=ppt/slideMasters/_rels/slideMaster4.xml.rels><?xml version="1.0" encoding="UTF-8"?>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slideLayout" Target="../slideLayouts/slideLayout58.xml"/><Relationship Id="rId3" Type="http://schemas.openxmlformats.org/officeDocument/2006/relationships/slideLayout" Target="../slideLayouts/slideLayout48.xml"/><Relationship Id="rId7" Type="http://schemas.openxmlformats.org/officeDocument/2006/relationships/slideLayout" Target="../slideLayouts/slideLayout52.xml"/><Relationship Id="rId12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7.xml"/><Relationship Id="rId16" Type="http://schemas.openxmlformats.org/officeDocument/2006/relationships/theme" Target="../theme/theme4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0.xml"/><Relationship Id="rId1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Relationship Id="rId14" Type="http://schemas.openxmlformats.org/officeDocument/2006/relationships/slideLayout" Target="../slideLayouts/slideLayout59.xml"/></Relationships>
</file>

<file path=ppt/slideMasters/_rels/slideMaster5.xml.rels><?xml version="1.0" encoding="UTF-8"?>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73.xml"/><Relationship Id="rId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2" Type="http://schemas.openxmlformats.org/officeDocument/2006/relationships/slideLayout" Target="../slideLayouts/slideLayout62.xml"/><Relationship Id="rId16" Type="http://schemas.openxmlformats.org/officeDocument/2006/relationships/theme" Target="../theme/theme5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5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0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4.xml"/></Relationships>
</file>

<file path=ppt/slideMasters/_rels/slideMaster6.xml.rels><?xml version="1.0" encoding="UTF-8"?><Relationships xmlns="http://schemas.openxmlformats.org/package/2006/relationships"><Relationship Id="rId3" Type="http://schemas.openxmlformats.org/officeDocument/2006/relationships/slideLayout" Target="../slideLayouts/slideLayout78.xml"/><Relationship Id="rId2" Type="http://schemas.openxmlformats.org/officeDocument/2006/relationships/slideLayout" Target="../slideLayouts/slideLayout77.xml"/><Relationship Id="rId1" Type="http://schemas.openxmlformats.org/officeDocument/2006/relationships/slideLayout" Target="../slideLayouts/slideLayout76.xml"/><Relationship Id="rId4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3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E31A5D-81D7-86BF-9F89-C85C5614D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1F32C4-272F-4D79-223B-CA8E090916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5AA001-1B5D-CDA2-38CC-7F60FF1FB4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84F31996-478E-AB49-B249-C881152DC864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2A51DE-BFC5-5128-5E55-DAFE88A4FA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BFA9D7-B4D9-EF1F-23DF-1D659D7FE5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C3310EA2-8160-1046-A641-CE136A204D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494340E5-87E4-F310-37BE-2238F82839C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1241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767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817" r:id="rId3"/>
    <p:sldLayoutId id="2147483740" r:id="rId4"/>
    <p:sldLayoutId id="2147483661" r:id="rId5"/>
    <p:sldLayoutId id="2147483784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  <p:sldLayoutId id="2147483818" r:id="rId13"/>
    <p:sldLayoutId id="2147483831" r:id="rId14"/>
    <p:sldLayoutId id="2147483748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CC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524C0-1C92-5DC2-66E0-3ADCE332D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825FAD-D996-CA58-6C3E-BC095EB37A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5AA94B-D759-4801-6CD1-6E66DA6777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1619F549-3D0B-A141-8D63-915844BA9B42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AD4FF-5DD4-B9F1-35A1-B9862AD1F8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04EC7-5020-8356-6563-5BA3702F3D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61437F6C-24F6-F24E-A689-35A7F3AD48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16B47AD8-5AFC-CF11-0F61-90D01982117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1241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4969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  <p:sldLayoutId id="2147483774" r:id="rId2"/>
    <p:sldLayoutId id="2147483825" r:id="rId3"/>
    <p:sldLayoutId id="2147483775" r:id="rId4"/>
    <p:sldLayoutId id="2147483776" r:id="rId5"/>
    <p:sldLayoutId id="2147483785" r:id="rId6"/>
    <p:sldLayoutId id="2147483777" r:id="rId7"/>
    <p:sldLayoutId id="2147483778" r:id="rId8"/>
    <p:sldLayoutId id="2147483779" r:id="rId9"/>
    <p:sldLayoutId id="2147483780" r:id="rId10"/>
    <p:sldLayoutId id="2147483781" r:id="rId11"/>
    <p:sldLayoutId id="2147483782" r:id="rId12"/>
    <p:sldLayoutId id="2147483819" r:id="rId13"/>
    <p:sldLayoutId id="2147483832" r:id="rId14"/>
    <p:sldLayoutId id="214748378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F7824A-0AF9-4738-F221-B8183E450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D93C30-E0D9-1E88-B519-0D30E9E463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33E9E-6EAA-0D76-BB96-53A73E3C35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2029319A-4A70-5A4B-9E33-842C4C45AE69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0DB60E-0F55-9A54-FA03-71EDCEAD35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3676D-669A-39FA-6B0F-1727CC0B25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81CE6401-4AF7-AE42-9690-ECB39B553F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DCA81AE5-4318-55E7-A3E0-6DF245A247E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1241"/>
            </a:avLst>
          </a:prstGeom>
          <a:solidFill>
            <a:srgbClr val="4573C4"/>
          </a:solidFill>
          <a:ln>
            <a:solidFill>
              <a:srgbClr val="4573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8382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826" r:id="rId3"/>
    <p:sldLayoutId id="2147483751" r:id="rId4"/>
    <p:sldLayoutId id="2147483662" r:id="rId5"/>
    <p:sldLayoutId id="2147483786" r:id="rId6"/>
    <p:sldLayoutId id="2147483753" r:id="rId7"/>
    <p:sldLayoutId id="2147483754" r:id="rId8"/>
    <p:sldLayoutId id="2147483755" r:id="rId9"/>
    <p:sldLayoutId id="2147483756" r:id="rId10"/>
    <p:sldLayoutId id="2147483757" r:id="rId11"/>
    <p:sldLayoutId id="2147483758" r:id="rId12"/>
    <p:sldLayoutId id="2147483820" r:id="rId13"/>
    <p:sldLayoutId id="2147483833" r:id="rId14"/>
    <p:sldLayoutId id="2147483759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30F56E-FE65-F3F1-9FAC-DB93F1565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89DE58-64FF-3948-39DF-734AF3C45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E9CB98-5757-3839-A7C0-D2C85F0636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2FE44AB8-700B-C141-9852-6FF3C722C54D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D89FE-E21F-55B3-2929-A51FD86C0A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2B86D3-F974-31AE-72A2-76BAF8DF7C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9DF32073-090B-5244-8DDA-E3F36202384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664928D8-8CB7-A497-4A96-C332731D19E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1241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069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827" r:id="rId3"/>
    <p:sldLayoutId id="2147483762" r:id="rId4"/>
    <p:sldLayoutId id="2147483653" r:id="rId5"/>
    <p:sldLayoutId id="2147483787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821" r:id="rId13"/>
    <p:sldLayoutId id="2147483834" r:id="rId14"/>
    <p:sldLayoutId id="2147483769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CCC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2E6823-EDB8-9AF5-DE99-4442ED5B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26269-E179-A117-5DE4-D44CFD7F3E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236E3F-E940-26AF-C9D6-0EAE33CAAE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A809972E-73E4-474F-8C19-461BACEB0A05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E52106-0A4F-4AFD-C8DE-FAEBDA8B68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92DD94-F41F-4285-6735-0993E2CF4E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8124EFB3-8909-4640-BE76-2FC085DA8FD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0" name="Frame 99">
            <a:extLst>
              <a:ext uri="{FF2B5EF4-FFF2-40B4-BE49-F238E27FC236}">
                <a16:creationId xmlns:a16="http://schemas.microsoft.com/office/drawing/2014/main" id="{4E42EF8C-46E9-DA7C-1794-5AA3EA43FB8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1241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5768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28" r:id="rId3"/>
    <p:sldLayoutId id="2147483802" r:id="rId4"/>
    <p:sldLayoutId id="2147483803" r:id="rId5"/>
    <p:sldLayoutId id="2147483804" r:id="rId6"/>
    <p:sldLayoutId id="2147483805" r:id="rId7"/>
    <p:sldLayoutId id="2147483806" r:id="rId8"/>
    <p:sldLayoutId id="2147483807" r:id="rId9"/>
    <p:sldLayoutId id="2147483808" r:id="rId10"/>
    <p:sldLayoutId id="2147483809" r:id="rId11"/>
    <p:sldLayoutId id="2147483810" r:id="rId12"/>
    <p:sldLayoutId id="2147483822" r:id="rId13"/>
    <p:sldLayoutId id="2147483835" r:id="rId14"/>
    <p:sldLayoutId id="2147483811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77DF14-F00E-72CF-12CF-E3B1C500B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341EDA-2629-656F-490B-C0FEC50D5A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41859-A1D9-7F12-358F-7DE777EF46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FDBEEC07-0607-8B48-9834-7B8003280270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2EB78-35C7-000E-D1DA-7E0C941AB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8BB577-B7C0-86AE-49E3-AD4E8FAF8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CDFCD4FA-D224-824E-9633-70C10A3BD45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610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1" r:id="rId1"/>
    <p:sldLayoutId id="2147483829" r:id="rId2"/>
    <p:sldLayoutId id="214748383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30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12" Type="http://schemas.openxmlformats.org/officeDocument/2006/relationships/image" Target="../media/image29.png"/><Relationship Id="rId17" Type="http://schemas.openxmlformats.org/officeDocument/2006/relationships/image" Target="../media/image5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50.png"/><Relationship Id="rId1" Type="http://schemas.openxmlformats.org/officeDocument/2006/relationships/slideLayout" Target="../slideLayouts/slideLayout76.xml"/><Relationship Id="rId6" Type="http://schemas.openxmlformats.org/officeDocument/2006/relationships/image" Target="../media/image45.png"/><Relationship Id="rId11" Type="http://schemas.openxmlformats.org/officeDocument/2006/relationships/image" Target="../media/image28.png"/><Relationship Id="rId5" Type="http://schemas.openxmlformats.org/officeDocument/2006/relationships/image" Target="../media/image44.png"/><Relationship Id="rId15" Type="http://schemas.openxmlformats.org/officeDocument/2006/relationships/image" Target="../media/image49.png"/><Relationship Id="rId10" Type="http://schemas.openxmlformats.org/officeDocument/2006/relationships/image" Target="../media/image27.png"/><Relationship Id="rId4" Type="http://schemas.openxmlformats.org/officeDocument/2006/relationships/image" Target="../media/image43.png"/><Relationship Id="rId9" Type="http://schemas.openxmlformats.org/officeDocument/2006/relationships/image" Target="../media/image26.png"/><Relationship Id="rId14" Type="http://schemas.openxmlformats.org/officeDocument/2006/relationships/image" Target="../media/image48.png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6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60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conn_col.emf"/><Relationship Id="rId3" Type="http://schemas.openxmlformats.org/officeDocument/2006/relationships/image" Target="../media/conn_grey.emf"/><Relationship Id="rId4" Type="http://schemas.openxmlformats.org/officeDocument/2006/relationships/image" Target="../media/conn_icon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"/>
          <p:cNvSpPr txBox="1"/>
          <p:nvPr/>
        </p:nvSpPr>
        <p:spPr>
          <a:xfrm>
            <a:off x="1413306" y="81065"/>
            <a:ext cx="8907511" cy="15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2970"/>
              </a:lnSpc>
            </a:pPr>
            <a:r>
              <a:rPr lang="en-US" sz="916">
                <a:solidFill>
                  <a:srgbClr val="083942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Voice 21 | Our Oracy Frameworks	</a:t>
            </a:r>
            <a:endParaRPr sz="916">
              <a:solidFill>
                <a:schemeClr val="dk1"/>
              </a:solidFill>
              <a:latin typeface="Twinkl Cursive Looped" panose="02000000000000000000" pitchFamily="2" charset="77"/>
              <a:ea typeface="Arial"/>
              <a:cs typeface="Arial"/>
              <a:sym typeface="Arial"/>
            </a:endParaRPr>
          </a:p>
        </p:txBody>
      </p:sp>
      <p:grpSp>
        <p:nvGrpSpPr>
          <p:cNvPr id="44" name="Google Shape;44;p1"/>
          <p:cNvGrpSpPr/>
          <p:nvPr/>
        </p:nvGrpSpPr>
        <p:grpSpPr>
          <a:xfrm>
            <a:off x="9297029" y="4627646"/>
            <a:ext cx="397155" cy="463218"/>
            <a:chOff x="8816328" y="5412917"/>
            <a:chExt cx="433478" cy="505583"/>
          </a:xfrm>
        </p:grpSpPr>
        <p:sp>
          <p:nvSpPr>
            <p:cNvPr id="45" name="Google Shape;45;p1"/>
            <p:cNvSpPr/>
            <p:nvPr/>
          </p:nvSpPr>
          <p:spPr>
            <a:xfrm>
              <a:off x="8816328" y="5412917"/>
              <a:ext cx="298450" cy="435609"/>
            </a:xfrm>
            <a:custGeom>
              <a:avLst/>
              <a:gdLst/>
              <a:ahLst/>
              <a:cxnLst/>
              <a:rect l="l" t="t" r="r" b="b"/>
              <a:pathLst>
                <a:path w="298450" h="435610" extrusionOk="0">
                  <a:moveTo>
                    <a:pt x="42017" y="27999"/>
                  </a:moveTo>
                  <a:lnTo>
                    <a:pt x="66726" y="11689"/>
                  </a:lnTo>
                  <a:lnTo>
                    <a:pt x="102706" y="1672"/>
                  </a:lnTo>
                  <a:lnTo>
                    <a:pt x="145518" y="0"/>
                  </a:lnTo>
                  <a:lnTo>
                    <a:pt x="190722" y="8721"/>
                  </a:lnTo>
                  <a:lnTo>
                    <a:pt x="229504" y="26576"/>
                  </a:lnTo>
                  <a:lnTo>
                    <a:pt x="262673" y="57417"/>
                  </a:lnTo>
                  <a:lnTo>
                    <a:pt x="286680" y="96705"/>
                  </a:lnTo>
                  <a:lnTo>
                    <a:pt x="297973" y="139899"/>
                  </a:lnTo>
                  <a:lnTo>
                    <a:pt x="297368" y="172404"/>
                  </a:lnTo>
                  <a:lnTo>
                    <a:pt x="287316" y="207203"/>
                  </a:lnTo>
                  <a:lnTo>
                    <a:pt x="269632" y="240172"/>
                  </a:lnTo>
                  <a:lnTo>
                    <a:pt x="246132" y="267191"/>
                  </a:lnTo>
                  <a:lnTo>
                    <a:pt x="227841" y="282129"/>
                  </a:lnTo>
                  <a:lnTo>
                    <a:pt x="212456" y="302710"/>
                  </a:lnTo>
                  <a:lnTo>
                    <a:pt x="201289" y="326792"/>
                  </a:lnTo>
                  <a:lnTo>
                    <a:pt x="195649" y="352230"/>
                  </a:lnTo>
                  <a:lnTo>
                    <a:pt x="194936" y="358787"/>
                  </a:lnTo>
                  <a:lnTo>
                    <a:pt x="192836" y="367472"/>
                  </a:lnTo>
                  <a:lnTo>
                    <a:pt x="174771" y="402888"/>
                  </a:lnTo>
                  <a:lnTo>
                    <a:pt x="138384" y="428812"/>
                  </a:lnTo>
                  <a:lnTo>
                    <a:pt x="115576" y="435428"/>
                  </a:lnTo>
                  <a:lnTo>
                    <a:pt x="88284" y="433868"/>
                  </a:lnTo>
                  <a:lnTo>
                    <a:pt x="40206" y="416065"/>
                  </a:lnTo>
                  <a:lnTo>
                    <a:pt x="10609" y="385579"/>
                  </a:lnTo>
                  <a:lnTo>
                    <a:pt x="0" y="351483"/>
                  </a:lnTo>
                  <a:lnTo>
                    <a:pt x="488" y="332672"/>
                  </a:lnTo>
                </a:path>
              </a:pathLst>
            </a:custGeom>
            <a:noFill/>
            <a:ln w="43975" cap="flat" cmpd="sng">
              <a:solidFill>
                <a:srgbClr val="3DCA9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46" name="Google Shape;46;p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852808" y="5503652"/>
              <a:ext cx="156479" cy="2238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7" name="Google Shape;47;p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9067831" y="5668857"/>
              <a:ext cx="181975" cy="24964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48" name="Google Shape;48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65937" y="4365508"/>
            <a:ext cx="520407" cy="477554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"/>
          <p:cNvSpPr txBox="1">
            <a:spLocks noGrp="1"/>
          </p:cNvSpPr>
          <p:nvPr>
            <p:ph type="title" idx="4294967295"/>
          </p:nvPr>
        </p:nvSpPr>
        <p:spPr>
          <a:xfrm>
            <a:off x="0" y="106363"/>
            <a:ext cx="4954588" cy="51911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11635" rIns="0" bIns="0" rtlCol="0" anchor="t" anchorCtr="0">
            <a:spAutoFit/>
          </a:bodyPr>
          <a:lstStyle/>
          <a:p>
            <a:pPr marL="11635"/>
            <a:r>
              <a:rPr lang="en-US" sz="3665"/>
              <a:t>The Oracy Framework</a:t>
            </a:r>
            <a:endParaRPr sz="3665"/>
          </a:p>
        </p:txBody>
      </p:sp>
      <p:grpSp>
        <p:nvGrpSpPr>
          <p:cNvPr id="50" name="Google Shape;50;p1"/>
          <p:cNvGrpSpPr/>
          <p:nvPr/>
        </p:nvGrpSpPr>
        <p:grpSpPr>
          <a:xfrm>
            <a:off x="9932577" y="183388"/>
            <a:ext cx="875011" cy="858141"/>
            <a:chOff x="9161263" y="324002"/>
            <a:chExt cx="955040" cy="936625"/>
          </a:xfrm>
        </p:grpSpPr>
        <p:sp>
          <p:nvSpPr>
            <p:cNvPr id="51" name="Google Shape;51;p1"/>
            <p:cNvSpPr/>
            <p:nvPr/>
          </p:nvSpPr>
          <p:spPr>
            <a:xfrm>
              <a:off x="9185737" y="348481"/>
              <a:ext cx="906144" cy="887094"/>
            </a:xfrm>
            <a:custGeom>
              <a:avLst/>
              <a:gdLst/>
              <a:ahLst/>
              <a:cxnLst/>
              <a:rect l="l" t="t" r="r" b="b"/>
              <a:pathLst>
                <a:path w="906145" h="887094" extrusionOk="0">
                  <a:moveTo>
                    <a:pt x="452894" y="0"/>
                  </a:moveTo>
                  <a:lnTo>
                    <a:pt x="403546" y="2602"/>
                  </a:lnTo>
                  <a:lnTo>
                    <a:pt x="355738" y="10229"/>
                  </a:lnTo>
                  <a:lnTo>
                    <a:pt x="309745" y="22610"/>
                  </a:lnTo>
                  <a:lnTo>
                    <a:pt x="265843" y="39474"/>
                  </a:lnTo>
                  <a:lnTo>
                    <a:pt x="224310" y="60552"/>
                  </a:lnTo>
                  <a:lnTo>
                    <a:pt x="185421" y="85571"/>
                  </a:lnTo>
                  <a:lnTo>
                    <a:pt x="149452" y="114263"/>
                  </a:lnTo>
                  <a:lnTo>
                    <a:pt x="116680" y="146356"/>
                  </a:lnTo>
                  <a:lnTo>
                    <a:pt x="87382" y="181580"/>
                  </a:lnTo>
                  <a:lnTo>
                    <a:pt x="61833" y="219664"/>
                  </a:lnTo>
                  <a:lnTo>
                    <a:pt x="40310" y="260338"/>
                  </a:lnTo>
                  <a:lnTo>
                    <a:pt x="23088" y="303332"/>
                  </a:lnTo>
                  <a:lnTo>
                    <a:pt x="10445" y="348374"/>
                  </a:lnTo>
                  <a:lnTo>
                    <a:pt x="2657" y="395194"/>
                  </a:lnTo>
                  <a:lnTo>
                    <a:pt x="0" y="443522"/>
                  </a:lnTo>
                  <a:lnTo>
                    <a:pt x="2657" y="491850"/>
                  </a:lnTo>
                  <a:lnTo>
                    <a:pt x="10445" y="538670"/>
                  </a:lnTo>
                  <a:lnTo>
                    <a:pt x="23088" y="583713"/>
                  </a:lnTo>
                  <a:lnTo>
                    <a:pt x="40310" y="626707"/>
                  </a:lnTo>
                  <a:lnTo>
                    <a:pt x="61833" y="667382"/>
                  </a:lnTo>
                  <a:lnTo>
                    <a:pt x="87382" y="705468"/>
                  </a:lnTo>
                  <a:lnTo>
                    <a:pt x="116680" y="740693"/>
                  </a:lnTo>
                  <a:lnTo>
                    <a:pt x="149452" y="772787"/>
                  </a:lnTo>
                  <a:lnTo>
                    <a:pt x="185421" y="801480"/>
                  </a:lnTo>
                  <a:lnTo>
                    <a:pt x="224310" y="826501"/>
                  </a:lnTo>
                  <a:lnTo>
                    <a:pt x="265843" y="847579"/>
                  </a:lnTo>
                  <a:lnTo>
                    <a:pt x="309745" y="864445"/>
                  </a:lnTo>
                  <a:lnTo>
                    <a:pt x="355738" y="876826"/>
                  </a:lnTo>
                  <a:lnTo>
                    <a:pt x="403546" y="884454"/>
                  </a:lnTo>
                  <a:lnTo>
                    <a:pt x="452894" y="887056"/>
                  </a:lnTo>
                  <a:lnTo>
                    <a:pt x="502242" y="884454"/>
                  </a:lnTo>
                  <a:lnTo>
                    <a:pt x="550051" y="876826"/>
                  </a:lnTo>
                  <a:lnTo>
                    <a:pt x="596044" y="864445"/>
                  </a:lnTo>
                  <a:lnTo>
                    <a:pt x="639945" y="847579"/>
                  </a:lnTo>
                  <a:lnTo>
                    <a:pt x="681479" y="826501"/>
                  </a:lnTo>
                  <a:lnTo>
                    <a:pt x="720368" y="801480"/>
                  </a:lnTo>
                  <a:lnTo>
                    <a:pt x="756336" y="772787"/>
                  </a:lnTo>
                  <a:lnTo>
                    <a:pt x="789108" y="740693"/>
                  </a:lnTo>
                  <a:lnTo>
                    <a:pt x="818406" y="705468"/>
                  </a:lnTo>
                  <a:lnTo>
                    <a:pt x="843955" y="667382"/>
                  </a:lnTo>
                  <a:lnTo>
                    <a:pt x="865479" y="626707"/>
                  </a:lnTo>
                  <a:lnTo>
                    <a:pt x="882700" y="583713"/>
                  </a:lnTo>
                  <a:lnTo>
                    <a:pt x="895343" y="538670"/>
                  </a:lnTo>
                  <a:lnTo>
                    <a:pt x="903131" y="491850"/>
                  </a:lnTo>
                  <a:lnTo>
                    <a:pt x="905789" y="443522"/>
                  </a:lnTo>
                  <a:lnTo>
                    <a:pt x="903131" y="395194"/>
                  </a:lnTo>
                  <a:lnTo>
                    <a:pt x="895343" y="348374"/>
                  </a:lnTo>
                  <a:lnTo>
                    <a:pt x="882700" y="303332"/>
                  </a:lnTo>
                  <a:lnTo>
                    <a:pt x="865479" y="260338"/>
                  </a:lnTo>
                  <a:lnTo>
                    <a:pt x="843955" y="219664"/>
                  </a:lnTo>
                  <a:lnTo>
                    <a:pt x="818406" y="181580"/>
                  </a:lnTo>
                  <a:lnTo>
                    <a:pt x="789108" y="146356"/>
                  </a:lnTo>
                  <a:lnTo>
                    <a:pt x="756336" y="114263"/>
                  </a:lnTo>
                  <a:lnTo>
                    <a:pt x="720368" y="85571"/>
                  </a:lnTo>
                  <a:lnTo>
                    <a:pt x="681479" y="60552"/>
                  </a:lnTo>
                  <a:lnTo>
                    <a:pt x="639945" y="39474"/>
                  </a:lnTo>
                  <a:lnTo>
                    <a:pt x="596044" y="22610"/>
                  </a:lnTo>
                  <a:lnTo>
                    <a:pt x="550051" y="10229"/>
                  </a:lnTo>
                  <a:lnTo>
                    <a:pt x="502242" y="2602"/>
                  </a:lnTo>
                  <a:lnTo>
                    <a:pt x="45289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52;p1"/>
            <p:cNvSpPr/>
            <p:nvPr/>
          </p:nvSpPr>
          <p:spPr>
            <a:xfrm>
              <a:off x="9161263" y="324002"/>
              <a:ext cx="955040" cy="936625"/>
            </a:xfrm>
            <a:custGeom>
              <a:avLst/>
              <a:gdLst/>
              <a:ahLst/>
              <a:cxnLst/>
              <a:rect l="l" t="t" r="r" b="b"/>
              <a:pathLst>
                <a:path w="955040" h="936625" extrusionOk="0">
                  <a:moveTo>
                    <a:pt x="477367" y="0"/>
                  </a:moveTo>
                  <a:lnTo>
                    <a:pt x="428629" y="2420"/>
                  </a:lnTo>
                  <a:lnTo>
                    <a:pt x="381282" y="9525"/>
                  </a:lnTo>
                  <a:lnTo>
                    <a:pt x="335570" y="21075"/>
                  </a:lnTo>
                  <a:lnTo>
                    <a:pt x="291732" y="36835"/>
                  </a:lnTo>
                  <a:lnTo>
                    <a:pt x="250013" y="56568"/>
                  </a:lnTo>
                  <a:lnTo>
                    <a:pt x="210652" y="80036"/>
                  </a:lnTo>
                  <a:lnTo>
                    <a:pt x="173892" y="107002"/>
                  </a:lnTo>
                  <a:lnTo>
                    <a:pt x="139976" y="137229"/>
                  </a:lnTo>
                  <a:lnTo>
                    <a:pt x="109144" y="170481"/>
                  </a:lnTo>
                  <a:lnTo>
                    <a:pt x="81638" y="206520"/>
                  </a:lnTo>
                  <a:lnTo>
                    <a:pt x="57700" y="245108"/>
                  </a:lnTo>
                  <a:lnTo>
                    <a:pt x="37573" y="286010"/>
                  </a:lnTo>
                  <a:lnTo>
                    <a:pt x="21497" y="328988"/>
                  </a:lnTo>
                  <a:lnTo>
                    <a:pt x="9715" y="373805"/>
                  </a:lnTo>
                  <a:lnTo>
                    <a:pt x="2469" y="420224"/>
                  </a:lnTo>
                  <a:lnTo>
                    <a:pt x="0" y="468007"/>
                  </a:lnTo>
                  <a:lnTo>
                    <a:pt x="2469" y="515789"/>
                  </a:lnTo>
                  <a:lnTo>
                    <a:pt x="9715" y="562205"/>
                  </a:lnTo>
                  <a:lnTo>
                    <a:pt x="21497" y="607020"/>
                  </a:lnTo>
                  <a:lnTo>
                    <a:pt x="37573" y="649997"/>
                  </a:lnTo>
                  <a:lnTo>
                    <a:pt x="57700" y="690897"/>
                  </a:lnTo>
                  <a:lnTo>
                    <a:pt x="81638" y="729485"/>
                  </a:lnTo>
                  <a:lnTo>
                    <a:pt x="109144" y="765523"/>
                  </a:lnTo>
                  <a:lnTo>
                    <a:pt x="139976" y="798774"/>
                  </a:lnTo>
                  <a:lnTo>
                    <a:pt x="173892" y="829001"/>
                  </a:lnTo>
                  <a:lnTo>
                    <a:pt x="210652" y="855967"/>
                  </a:lnTo>
                  <a:lnTo>
                    <a:pt x="250013" y="879434"/>
                  </a:lnTo>
                  <a:lnTo>
                    <a:pt x="291732" y="899166"/>
                  </a:lnTo>
                  <a:lnTo>
                    <a:pt x="335570" y="914926"/>
                  </a:lnTo>
                  <a:lnTo>
                    <a:pt x="381282" y="926477"/>
                  </a:lnTo>
                  <a:lnTo>
                    <a:pt x="428629" y="933581"/>
                  </a:lnTo>
                  <a:lnTo>
                    <a:pt x="477367" y="936002"/>
                  </a:lnTo>
                  <a:lnTo>
                    <a:pt x="526106" y="933581"/>
                  </a:lnTo>
                  <a:lnTo>
                    <a:pt x="573452" y="926477"/>
                  </a:lnTo>
                  <a:lnTo>
                    <a:pt x="619165" y="914926"/>
                  </a:lnTo>
                  <a:lnTo>
                    <a:pt x="663002" y="899166"/>
                  </a:lnTo>
                  <a:lnTo>
                    <a:pt x="688606" y="887056"/>
                  </a:lnTo>
                  <a:lnTo>
                    <a:pt x="477367" y="887056"/>
                  </a:lnTo>
                  <a:lnTo>
                    <a:pt x="427474" y="884232"/>
                  </a:lnTo>
                  <a:lnTo>
                    <a:pt x="379253" y="875970"/>
                  </a:lnTo>
                  <a:lnTo>
                    <a:pt x="333028" y="862586"/>
                  </a:lnTo>
                  <a:lnTo>
                    <a:pt x="289123" y="844399"/>
                  </a:lnTo>
                  <a:lnTo>
                    <a:pt x="247863" y="821724"/>
                  </a:lnTo>
                  <a:lnTo>
                    <a:pt x="209570" y="794879"/>
                  </a:lnTo>
                  <a:lnTo>
                    <a:pt x="174569" y="764181"/>
                  </a:lnTo>
                  <a:lnTo>
                    <a:pt x="143184" y="729945"/>
                  </a:lnTo>
                  <a:lnTo>
                    <a:pt x="115738" y="692490"/>
                  </a:lnTo>
                  <a:lnTo>
                    <a:pt x="92557" y="652132"/>
                  </a:lnTo>
                  <a:lnTo>
                    <a:pt x="73963" y="609188"/>
                  </a:lnTo>
                  <a:lnTo>
                    <a:pt x="60280" y="563975"/>
                  </a:lnTo>
                  <a:lnTo>
                    <a:pt x="51833" y="516809"/>
                  </a:lnTo>
                  <a:lnTo>
                    <a:pt x="48945" y="468007"/>
                  </a:lnTo>
                  <a:lnTo>
                    <a:pt x="51833" y="419203"/>
                  </a:lnTo>
                  <a:lnTo>
                    <a:pt x="60280" y="372035"/>
                  </a:lnTo>
                  <a:lnTo>
                    <a:pt x="73963" y="326820"/>
                  </a:lnTo>
                  <a:lnTo>
                    <a:pt x="92557" y="283874"/>
                  </a:lnTo>
                  <a:lnTo>
                    <a:pt x="115738" y="243515"/>
                  </a:lnTo>
                  <a:lnTo>
                    <a:pt x="143184" y="206059"/>
                  </a:lnTo>
                  <a:lnTo>
                    <a:pt x="174569" y="171823"/>
                  </a:lnTo>
                  <a:lnTo>
                    <a:pt x="209570" y="141123"/>
                  </a:lnTo>
                  <a:lnTo>
                    <a:pt x="247863" y="114278"/>
                  </a:lnTo>
                  <a:lnTo>
                    <a:pt x="289123" y="91603"/>
                  </a:lnTo>
                  <a:lnTo>
                    <a:pt x="333028" y="73416"/>
                  </a:lnTo>
                  <a:lnTo>
                    <a:pt x="379253" y="60032"/>
                  </a:lnTo>
                  <a:lnTo>
                    <a:pt x="427474" y="51770"/>
                  </a:lnTo>
                  <a:lnTo>
                    <a:pt x="477367" y="48945"/>
                  </a:lnTo>
                  <a:lnTo>
                    <a:pt x="688605" y="48945"/>
                  </a:lnTo>
                  <a:lnTo>
                    <a:pt x="663002" y="36835"/>
                  </a:lnTo>
                  <a:lnTo>
                    <a:pt x="619165" y="21075"/>
                  </a:lnTo>
                  <a:lnTo>
                    <a:pt x="573452" y="9525"/>
                  </a:lnTo>
                  <a:lnTo>
                    <a:pt x="526106" y="2420"/>
                  </a:lnTo>
                  <a:lnTo>
                    <a:pt x="477367" y="0"/>
                  </a:lnTo>
                  <a:close/>
                </a:path>
                <a:path w="955040" h="936625" extrusionOk="0">
                  <a:moveTo>
                    <a:pt x="688605" y="48945"/>
                  </a:moveTo>
                  <a:lnTo>
                    <a:pt x="477367" y="48945"/>
                  </a:lnTo>
                  <a:lnTo>
                    <a:pt x="527260" y="51770"/>
                  </a:lnTo>
                  <a:lnTo>
                    <a:pt x="575481" y="60032"/>
                  </a:lnTo>
                  <a:lnTo>
                    <a:pt x="621706" y="73416"/>
                  </a:lnTo>
                  <a:lnTo>
                    <a:pt x="665611" y="91603"/>
                  </a:lnTo>
                  <a:lnTo>
                    <a:pt x="706872" y="114278"/>
                  </a:lnTo>
                  <a:lnTo>
                    <a:pt x="745164" y="141123"/>
                  </a:lnTo>
                  <a:lnTo>
                    <a:pt x="780165" y="171823"/>
                  </a:lnTo>
                  <a:lnTo>
                    <a:pt x="811550" y="206059"/>
                  </a:lnTo>
                  <a:lnTo>
                    <a:pt x="838996" y="243515"/>
                  </a:lnTo>
                  <a:lnTo>
                    <a:pt x="862177" y="283874"/>
                  </a:lnTo>
                  <a:lnTo>
                    <a:pt x="880772" y="326820"/>
                  </a:lnTo>
                  <a:lnTo>
                    <a:pt x="894454" y="372035"/>
                  </a:lnTo>
                  <a:lnTo>
                    <a:pt x="902901" y="419203"/>
                  </a:lnTo>
                  <a:lnTo>
                    <a:pt x="905789" y="468007"/>
                  </a:lnTo>
                  <a:lnTo>
                    <a:pt x="902901" y="516809"/>
                  </a:lnTo>
                  <a:lnTo>
                    <a:pt x="894454" y="563975"/>
                  </a:lnTo>
                  <a:lnTo>
                    <a:pt x="880772" y="609188"/>
                  </a:lnTo>
                  <a:lnTo>
                    <a:pt x="862177" y="652132"/>
                  </a:lnTo>
                  <a:lnTo>
                    <a:pt x="838996" y="692490"/>
                  </a:lnTo>
                  <a:lnTo>
                    <a:pt x="811550" y="729945"/>
                  </a:lnTo>
                  <a:lnTo>
                    <a:pt x="780165" y="764181"/>
                  </a:lnTo>
                  <a:lnTo>
                    <a:pt x="745164" y="794879"/>
                  </a:lnTo>
                  <a:lnTo>
                    <a:pt x="706872" y="821724"/>
                  </a:lnTo>
                  <a:lnTo>
                    <a:pt x="665611" y="844399"/>
                  </a:lnTo>
                  <a:lnTo>
                    <a:pt x="621706" y="862586"/>
                  </a:lnTo>
                  <a:lnTo>
                    <a:pt x="575481" y="875970"/>
                  </a:lnTo>
                  <a:lnTo>
                    <a:pt x="527260" y="884232"/>
                  </a:lnTo>
                  <a:lnTo>
                    <a:pt x="477367" y="887056"/>
                  </a:lnTo>
                  <a:lnTo>
                    <a:pt x="688606" y="887056"/>
                  </a:lnTo>
                  <a:lnTo>
                    <a:pt x="744082" y="855967"/>
                  </a:lnTo>
                  <a:lnTo>
                    <a:pt x="780842" y="829001"/>
                  </a:lnTo>
                  <a:lnTo>
                    <a:pt x="814758" y="798774"/>
                  </a:lnTo>
                  <a:lnTo>
                    <a:pt x="845591" y="765523"/>
                  </a:lnTo>
                  <a:lnTo>
                    <a:pt x="873096" y="729485"/>
                  </a:lnTo>
                  <a:lnTo>
                    <a:pt x="897034" y="690897"/>
                  </a:lnTo>
                  <a:lnTo>
                    <a:pt x="917161" y="649997"/>
                  </a:lnTo>
                  <a:lnTo>
                    <a:pt x="933237" y="607020"/>
                  </a:lnTo>
                  <a:lnTo>
                    <a:pt x="945019" y="562205"/>
                  </a:lnTo>
                  <a:lnTo>
                    <a:pt x="952265" y="515789"/>
                  </a:lnTo>
                  <a:lnTo>
                    <a:pt x="954735" y="468007"/>
                  </a:lnTo>
                  <a:lnTo>
                    <a:pt x="952265" y="420224"/>
                  </a:lnTo>
                  <a:lnTo>
                    <a:pt x="945019" y="373805"/>
                  </a:lnTo>
                  <a:lnTo>
                    <a:pt x="933237" y="328988"/>
                  </a:lnTo>
                  <a:lnTo>
                    <a:pt x="917161" y="286010"/>
                  </a:lnTo>
                  <a:lnTo>
                    <a:pt x="897034" y="245108"/>
                  </a:lnTo>
                  <a:lnTo>
                    <a:pt x="873096" y="206520"/>
                  </a:lnTo>
                  <a:lnTo>
                    <a:pt x="845591" y="170481"/>
                  </a:lnTo>
                  <a:lnTo>
                    <a:pt x="814758" y="137229"/>
                  </a:lnTo>
                  <a:lnTo>
                    <a:pt x="780842" y="107002"/>
                  </a:lnTo>
                  <a:lnTo>
                    <a:pt x="744082" y="80036"/>
                  </a:lnTo>
                  <a:lnTo>
                    <a:pt x="704722" y="56568"/>
                  </a:lnTo>
                  <a:lnTo>
                    <a:pt x="688605" y="48945"/>
                  </a:lnTo>
                  <a:close/>
                </a:path>
              </a:pathLst>
            </a:custGeom>
            <a:solidFill>
              <a:srgbClr val="04AE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53;p1"/>
            <p:cNvSpPr/>
            <p:nvPr/>
          </p:nvSpPr>
          <p:spPr>
            <a:xfrm>
              <a:off x="9724212" y="520534"/>
              <a:ext cx="186690" cy="354965"/>
            </a:xfrm>
            <a:custGeom>
              <a:avLst/>
              <a:gdLst/>
              <a:ahLst/>
              <a:cxnLst/>
              <a:rect l="l" t="t" r="r" b="b"/>
              <a:pathLst>
                <a:path w="186690" h="354965" extrusionOk="0">
                  <a:moveTo>
                    <a:pt x="85178" y="124574"/>
                  </a:moveTo>
                  <a:lnTo>
                    <a:pt x="81826" y="108331"/>
                  </a:lnTo>
                  <a:lnTo>
                    <a:pt x="72707" y="95072"/>
                  </a:lnTo>
                  <a:lnTo>
                    <a:pt x="59169" y="86131"/>
                  </a:lnTo>
                  <a:lnTo>
                    <a:pt x="42595" y="82854"/>
                  </a:lnTo>
                  <a:lnTo>
                    <a:pt x="26009" y="86131"/>
                  </a:lnTo>
                  <a:lnTo>
                    <a:pt x="12471" y="95072"/>
                  </a:lnTo>
                  <a:lnTo>
                    <a:pt x="3340" y="108331"/>
                  </a:lnTo>
                  <a:lnTo>
                    <a:pt x="0" y="124574"/>
                  </a:lnTo>
                  <a:lnTo>
                    <a:pt x="0" y="312851"/>
                  </a:lnTo>
                  <a:lnTo>
                    <a:pt x="3340" y="329082"/>
                  </a:lnTo>
                  <a:lnTo>
                    <a:pt x="12471" y="342341"/>
                  </a:lnTo>
                  <a:lnTo>
                    <a:pt x="26009" y="351282"/>
                  </a:lnTo>
                  <a:lnTo>
                    <a:pt x="42595" y="354558"/>
                  </a:lnTo>
                  <a:lnTo>
                    <a:pt x="59169" y="351282"/>
                  </a:lnTo>
                  <a:lnTo>
                    <a:pt x="72707" y="342341"/>
                  </a:lnTo>
                  <a:lnTo>
                    <a:pt x="81826" y="329082"/>
                  </a:lnTo>
                  <a:lnTo>
                    <a:pt x="85178" y="312851"/>
                  </a:lnTo>
                  <a:lnTo>
                    <a:pt x="85178" y="124574"/>
                  </a:lnTo>
                  <a:close/>
                </a:path>
                <a:path w="186690" h="354965" extrusionOk="0">
                  <a:moveTo>
                    <a:pt x="186258" y="41846"/>
                  </a:moveTo>
                  <a:lnTo>
                    <a:pt x="182905" y="25552"/>
                  </a:lnTo>
                  <a:lnTo>
                    <a:pt x="173736" y="12255"/>
                  </a:lnTo>
                  <a:lnTo>
                    <a:pt x="160159" y="3289"/>
                  </a:lnTo>
                  <a:lnTo>
                    <a:pt x="143522" y="0"/>
                  </a:lnTo>
                  <a:lnTo>
                    <a:pt x="126898" y="3289"/>
                  </a:lnTo>
                  <a:lnTo>
                    <a:pt x="113309" y="12255"/>
                  </a:lnTo>
                  <a:lnTo>
                    <a:pt x="104165" y="25552"/>
                  </a:lnTo>
                  <a:lnTo>
                    <a:pt x="100799" y="41846"/>
                  </a:lnTo>
                  <a:lnTo>
                    <a:pt x="100799" y="312712"/>
                  </a:lnTo>
                  <a:lnTo>
                    <a:pt x="104165" y="329006"/>
                  </a:lnTo>
                  <a:lnTo>
                    <a:pt x="113309" y="342303"/>
                  </a:lnTo>
                  <a:lnTo>
                    <a:pt x="126898" y="351269"/>
                  </a:lnTo>
                  <a:lnTo>
                    <a:pt x="143522" y="354558"/>
                  </a:lnTo>
                  <a:lnTo>
                    <a:pt x="160159" y="351269"/>
                  </a:lnTo>
                  <a:lnTo>
                    <a:pt x="173736" y="342303"/>
                  </a:lnTo>
                  <a:lnTo>
                    <a:pt x="182905" y="329006"/>
                  </a:lnTo>
                  <a:lnTo>
                    <a:pt x="186258" y="312712"/>
                  </a:lnTo>
                  <a:lnTo>
                    <a:pt x="186258" y="41846"/>
                  </a:lnTo>
                  <a:close/>
                </a:path>
              </a:pathLst>
            </a:custGeom>
            <a:solidFill>
              <a:srgbClr val="68245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1"/>
            <p:cNvSpPr/>
            <p:nvPr/>
          </p:nvSpPr>
          <p:spPr>
            <a:xfrm>
              <a:off x="9623409" y="603382"/>
              <a:ext cx="85725" cy="271780"/>
            </a:xfrm>
            <a:custGeom>
              <a:avLst/>
              <a:gdLst/>
              <a:ahLst/>
              <a:cxnLst/>
              <a:rect l="l" t="t" r="r" b="b"/>
              <a:pathLst>
                <a:path w="85725" h="271780" extrusionOk="0">
                  <a:moveTo>
                    <a:pt x="42595" y="0"/>
                  </a:moveTo>
                  <a:lnTo>
                    <a:pt x="26017" y="3278"/>
                  </a:lnTo>
                  <a:lnTo>
                    <a:pt x="12477" y="12220"/>
                  </a:lnTo>
                  <a:lnTo>
                    <a:pt x="3348" y="25481"/>
                  </a:lnTo>
                  <a:lnTo>
                    <a:pt x="0" y="41719"/>
                  </a:lnTo>
                  <a:lnTo>
                    <a:pt x="0" y="229997"/>
                  </a:lnTo>
                  <a:lnTo>
                    <a:pt x="3348" y="246232"/>
                  </a:lnTo>
                  <a:lnTo>
                    <a:pt x="12477" y="259489"/>
                  </a:lnTo>
                  <a:lnTo>
                    <a:pt x="26017" y="268426"/>
                  </a:lnTo>
                  <a:lnTo>
                    <a:pt x="42595" y="271703"/>
                  </a:lnTo>
                  <a:lnTo>
                    <a:pt x="59174" y="268426"/>
                  </a:lnTo>
                  <a:lnTo>
                    <a:pt x="72713" y="259489"/>
                  </a:lnTo>
                  <a:lnTo>
                    <a:pt x="81843" y="246232"/>
                  </a:lnTo>
                  <a:lnTo>
                    <a:pt x="85191" y="229997"/>
                  </a:lnTo>
                  <a:lnTo>
                    <a:pt x="85191" y="41719"/>
                  </a:lnTo>
                  <a:lnTo>
                    <a:pt x="81843" y="25481"/>
                  </a:lnTo>
                  <a:lnTo>
                    <a:pt x="72713" y="12220"/>
                  </a:lnTo>
                  <a:lnTo>
                    <a:pt x="59174" y="3278"/>
                  </a:lnTo>
                  <a:lnTo>
                    <a:pt x="42595" y="0"/>
                  </a:lnTo>
                  <a:close/>
                </a:path>
              </a:pathLst>
            </a:custGeom>
            <a:solidFill>
              <a:srgbClr val="04AE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55" name="Google Shape;55;p1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9330864" y="695854"/>
              <a:ext cx="278287" cy="17965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56;p1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331369" y="912825"/>
              <a:ext cx="374516" cy="11377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57;p1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33913" y="909698"/>
              <a:ext cx="150858" cy="11173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8" name="Google Shape;58;p1"/>
          <p:cNvSpPr txBox="1"/>
          <p:nvPr/>
        </p:nvSpPr>
        <p:spPr>
          <a:xfrm>
            <a:off x="2566880" y="792701"/>
            <a:ext cx="6866870" cy="235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635" rIns="0" bIns="0" anchor="t" anchorCtr="0">
            <a:spAutoFit/>
          </a:bodyPr>
          <a:lstStyle/>
          <a:p>
            <a:pPr marL="11635"/>
            <a:r>
              <a:rPr lang="en-US" sz="1452">
                <a:solidFill>
                  <a:srgbClr val="083942"/>
                </a:solidFill>
                <a:latin typeface="Twinkl Cursive Looped" panose="02000000000000000000" pitchFamily="2" charset="77"/>
                <a:ea typeface="Trebuchet MS"/>
                <a:cs typeface="Trebuchet MS"/>
                <a:sym typeface="Trebuchet MS"/>
              </a:rPr>
              <a:t>Here are some things to think about when you are using your oracy skills:</a:t>
            </a:r>
            <a:endParaRPr sz="1452">
              <a:solidFill>
                <a:schemeClr val="dk1"/>
              </a:solidFill>
              <a:latin typeface="Twinkl Cursive Looped" panose="02000000000000000000" pitchFamily="2" charset="77"/>
              <a:ea typeface="Trebuchet MS"/>
              <a:cs typeface="Trebuchet MS"/>
              <a:sym typeface="Trebuchet MS"/>
            </a:endParaRPr>
          </a:p>
        </p:txBody>
      </p:sp>
      <p:sp>
        <p:nvSpPr>
          <p:cNvPr id="59" name="Google Shape;59;p1"/>
          <p:cNvSpPr/>
          <p:nvPr/>
        </p:nvSpPr>
        <p:spPr>
          <a:xfrm>
            <a:off x="1739061" y="2540314"/>
            <a:ext cx="1744788" cy="603897"/>
          </a:xfrm>
          <a:custGeom>
            <a:avLst/>
            <a:gdLst/>
            <a:ahLst/>
            <a:cxnLst/>
            <a:rect l="l" t="t" r="r" b="b"/>
            <a:pathLst>
              <a:path w="1904364" h="659129" extrusionOk="0">
                <a:moveTo>
                  <a:pt x="1574431" y="0"/>
                </a:moveTo>
                <a:lnTo>
                  <a:pt x="329336" y="0"/>
                </a:lnTo>
                <a:lnTo>
                  <a:pt x="280669" y="3570"/>
                </a:lnTo>
                <a:lnTo>
                  <a:pt x="234218" y="13943"/>
                </a:lnTo>
                <a:lnTo>
                  <a:pt x="190495" y="30609"/>
                </a:lnTo>
                <a:lnTo>
                  <a:pt x="150008" y="53057"/>
                </a:lnTo>
                <a:lnTo>
                  <a:pt x="113266" y="80780"/>
                </a:lnTo>
                <a:lnTo>
                  <a:pt x="80780" y="113266"/>
                </a:lnTo>
                <a:lnTo>
                  <a:pt x="53057" y="150008"/>
                </a:lnTo>
                <a:lnTo>
                  <a:pt x="30609" y="190495"/>
                </a:lnTo>
                <a:lnTo>
                  <a:pt x="13943" y="234218"/>
                </a:lnTo>
                <a:lnTo>
                  <a:pt x="3570" y="280669"/>
                </a:lnTo>
                <a:lnTo>
                  <a:pt x="0" y="329336"/>
                </a:lnTo>
                <a:lnTo>
                  <a:pt x="3570" y="378003"/>
                </a:lnTo>
                <a:lnTo>
                  <a:pt x="13943" y="424453"/>
                </a:lnTo>
                <a:lnTo>
                  <a:pt x="30609" y="468177"/>
                </a:lnTo>
                <a:lnTo>
                  <a:pt x="53057" y="508664"/>
                </a:lnTo>
                <a:lnTo>
                  <a:pt x="80780" y="545406"/>
                </a:lnTo>
                <a:lnTo>
                  <a:pt x="113266" y="577892"/>
                </a:lnTo>
                <a:lnTo>
                  <a:pt x="150008" y="605615"/>
                </a:lnTo>
                <a:lnTo>
                  <a:pt x="190495" y="628063"/>
                </a:lnTo>
                <a:lnTo>
                  <a:pt x="234218" y="644729"/>
                </a:lnTo>
                <a:lnTo>
                  <a:pt x="280669" y="655101"/>
                </a:lnTo>
                <a:lnTo>
                  <a:pt x="329336" y="658672"/>
                </a:lnTo>
                <a:lnTo>
                  <a:pt x="1574431" y="658672"/>
                </a:lnTo>
                <a:lnTo>
                  <a:pt x="1623099" y="655101"/>
                </a:lnTo>
                <a:lnTo>
                  <a:pt x="1669549" y="644729"/>
                </a:lnTo>
                <a:lnTo>
                  <a:pt x="1713272" y="628063"/>
                </a:lnTo>
                <a:lnTo>
                  <a:pt x="1753759" y="605615"/>
                </a:lnTo>
                <a:lnTo>
                  <a:pt x="1790501" y="577892"/>
                </a:lnTo>
                <a:lnTo>
                  <a:pt x="1822988" y="545406"/>
                </a:lnTo>
                <a:lnTo>
                  <a:pt x="1850710" y="508664"/>
                </a:lnTo>
                <a:lnTo>
                  <a:pt x="1873159" y="468177"/>
                </a:lnTo>
                <a:lnTo>
                  <a:pt x="1889824" y="424453"/>
                </a:lnTo>
                <a:lnTo>
                  <a:pt x="1900197" y="378003"/>
                </a:lnTo>
                <a:lnTo>
                  <a:pt x="1903768" y="329336"/>
                </a:lnTo>
                <a:lnTo>
                  <a:pt x="1900197" y="280669"/>
                </a:lnTo>
                <a:lnTo>
                  <a:pt x="1889824" y="234218"/>
                </a:lnTo>
                <a:lnTo>
                  <a:pt x="1873159" y="190495"/>
                </a:lnTo>
                <a:lnTo>
                  <a:pt x="1850710" y="150008"/>
                </a:lnTo>
                <a:lnTo>
                  <a:pt x="1822988" y="113266"/>
                </a:lnTo>
                <a:lnTo>
                  <a:pt x="1790501" y="80780"/>
                </a:lnTo>
                <a:lnTo>
                  <a:pt x="1753759" y="53057"/>
                </a:lnTo>
                <a:lnTo>
                  <a:pt x="1713272" y="30609"/>
                </a:lnTo>
                <a:lnTo>
                  <a:pt x="1669549" y="13943"/>
                </a:lnTo>
                <a:lnTo>
                  <a:pt x="1623099" y="3570"/>
                </a:lnTo>
                <a:lnTo>
                  <a:pt x="1574431" y="0"/>
                </a:lnTo>
                <a:close/>
              </a:path>
            </a:pathLst>
          </a:custGeom>
          <a:solidFill>
            <a:srgbClr val="FFBE66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endParaRPr sz="1648">
              <a:solidFill>
                <a:schemeClr val="dk1"/>
              </a:solidFill>
              <a:latin typeface="Twinkl Cursive Looped" panose="02000000000000000000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"/>
          <p:cNvSpPr txBox="1"/>
          <p:nvPr/>
        </p:nvSpPr>
        <p:spPr>
          <a:xfrm>
            <a:off x="2169692" y="2661135"/>
            <a:ext cx="834869" cy="265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635" rIns="0" bIns="0" anchor="t" anchorCtr="0">
            <a:spAutoFit/>
          </a:bodyPr>
          <a:lstStyle/>
          <a:p>
            <a:pPr marL="11635"/>
            <a:r>
              <a:rPr lang="en-US" sz="1648">
                <a:solidFill>
                  <a:schemeClr val="dk1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Physical</a:t>
            </a:r>
            <a:endParaRPr sz="1648">
              <a:solidFill>
                <a:schemeClr val="dk1"/>
              </a:solidFill>
              <a:latin typeface="Twinkl Cursive Looped" panose="02000000000000000000" pitchFamily="2" charset="77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"/>
          <p:cNvSpPr/>
          <p:nvPr/>
        </p:nvSpPr>
        <p:spPr>
          <a:xfrm>
            <a:off x="3970842" y="2534020"/>
            <a:ext cx="1910598" cy="603897"/>
          </a:xfrm>
          <a:custGeom>
            <a:avLst/>
            <a:gdLst/>
            <a:ahLst/>
            <a:cxnLst/>
            <a:rect l="l" t="t" r="r" b="b"/>
            <a:pathLst>
              <a:path w="2085339" h="659129" extrusionOk="0">
                <a:moveTo>
                  <a:pt x="1755482" y="0"/>
                </a:moveTo>
                <a:lnTo>
                  <a:pt x="329336" y="0"/>
                </a:lnTo>
                <a:lnTo>
                  <a:pt x="280669" y="3570"/>
                </a:lnTo>
                <a:lnTo>
                  <a:pt x="234218" y="13943"/>
                </a:lnTo>
                <a:lnTo>
                  <a:pt x="190495" y="30609"/>
                </a:lnTo>
                <a:lnTo>
                  <a:pt x="150008" y="53057"/>
                </a:lnTo>
                <a:lnTo>
                  <a:pt x="113266" y="80780"/>
                </a:lnTo>
                <a:lnTo>
                  <a:pt x="80780" y="113266"/>
                </a:lnTo>
                <a:lnTo>
                  <a:pt x="53057" y="150008"/>
                </a:lnTo>
                <a:lnTo>
                  <a:pt x="30609" y="190495"/>
                </a:lnTo>
                <a:lnTo>
                  <a:pt x="13943" y="234218"/>
                </a:lnTo>
                <a:lnTo>
                  <a:pt x="3570" y="280669"/>
                </a:lnTo>
                <a:lnTo>
                  <a:pt x="0" y="329336"/>
                </a:lnTo>
                <a:lnTo>
                  <a:pt x="3570" y="378003"/>
                </a:lnTo>
                <a:lnTo>
                  <a:pt x="13943" y="424453"/>
                </a:lnTo>
                <a:lnTo>
                  <a:pt x="30609" y="468177"/>
                </a:lnTo>
                <a:lnTo>
                  <a:pt x="53057" y="508664"/>
                </a:lnTo>
                <a:lnTo>
                  <a:pt x="80780" y="545406"/>
                </a:lnTo>
                <a:lnTo>
                  <a:pt x="113266" y="577892"/>
                </a:lnTo>
                <a:lnTo>
                  <a:pt x="150008" y="605615"/>
                </a:lnTo>
                <a:lnTo>
                  <a:pt x="190495" y="628063"/>
                </a:lnTo>
                <a:lnTo>
                  <a:pt x="234218" y="644729"/>
                </a:lnTo>
                <a:lnTo>
                  <a:pt x="280669" y="655101"/>
                </a:lnTo>
                <a:lnTo>
                  <a:pt x="329336" y="658672"/>
                </a:lnTo>
                <a:lnTo>
                  <a:pt x="1755482" y="658672"/>
                </a:lnTo>
                <a:lnTo>
                  <a:pt x="1804150" y="655101"/>
                </a:lnTo>
                <a:lnTo>
                  <a:pt x="1850600" y="644729"/>
                </a:lnTo>
                <a:lnTo>
                  <a:pt x="1894323" y="628063"/>
                </a:lnTo>
                <a:lnTo>
                  <a:pt x="1934810" y="605615"/>
                </a:lnTo>
                <a:lnTo>
                  <a:pt x="1971552" y="577892"/>
                </a:lnTo>
                <a:lnTo>
                  <a:pt x="2004039" y="545406"/>
                </a:lnTo>
                <a:lnTo>
                  <a:pt x="2031761" y="508664"/>
                </a:lnTo>
                <a:lnTo>
                  <a:pt x="2054210" y="468177"/>
                </a:lnTo>
                <a:lnTo>
                  <a:pt x="2070875" y="424453"/>
                </a:lnTo>
                <a:lnTo>
                  <a:pt x="2081248" y="378003"/>
                </a:lnTo>
                <a:lnTo>
                  <a:pt x="2084819" y="329336"/>
                </a:lnTo>
                <a:lnTo>
                  <a:pt x="2081248" y="280669"/>
                </a:lnTo>
                <a:lnTo>
                  <a:pt x="2070875" y="234218"/>
                </a:lnTo>
                <a:lnTo>
                  <a:pt x="2054210" y="190495"/>
                </a:lnTo>
                <a:lnTo>
                  <a:pt x="2031761" y="150008"/>
                </a:lnTo>
                <a:lnTo>
                  <a:pt x="2004039" y="113266"/>
                </a:lnTo>
                <a:lnTo>
                  <a:pt x="1971552" y="80780"/>
                </a:lnTo>
                <a:lnTo>
                  <a:pt x="1934810" y="53057"/>
                </a:lnTo>
                <a:lnTo>
                  <a:pt x="1894323" y="30609"/>
                </a:lnTo>
                <a:lnTo>
                  <a:pt x="1850600" y="13943"/>
                </a:lnTo>
                <a:lnTo>
                  <a:pt x="1804150" y="3570"/>
                </a:lnTo>
                <a:lnTo>
                  <a:pt x="1755482" y="0"/>
                </a:lnTo>
                <a:close/>
              </a:path>
            </a:pathLst>
          </a:custGeom>
          <a:solidFill>
            <a:srgbClr val="EEBED3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endParaRPr sz="1648">
              <a:solidFill>
                <a:schemeClr val="dk1"/>
              </a:solidFill>
              <a:latin typeface="Twinkl Cursive Looped" panose="02000000000000000000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"/>
          <p:cNvSpPr txBox="1"/>
          <p:nvPr/>
        </p:nvSpPr>
        <p:spPr>
          <a:xfrm>
            <a:off x="4465621" y="2681307"/>
            <a:ext cx="954718" cy="265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635" rIns="0" bIns="0" anchor="t" anchorCtr="0">
            <a:spAutoFit/>
          </a:bodyPr>
          <a:lstStyle/>
          <a:p>
            <a:pPr marL="11635"/>
            <a:r>
              <a:rPr lang="en-US" sz="1648">
                <a:solidFill>
                  <a:schemeClr val="dk1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Linguistic</a:t>
            </a:r>
            <a:endParaRPr sz="1648">
              <a:solidFill>
                <a:schemeClr val="dk1"/>
              </a:solidFill>
              <a:latin typeface="Twinkl Cursive Looped" panose="02000000000000000000" pitchFamily="2" charset="77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"/>
          <p:cNvSpPr/>
          <p:nvPr/>
        </p:nvSpPr>
        <p:spPr>
          <a:xfrm>
            <a:off x="6274206" y="2522897"/>
            <a:ext cx="1770969" cy="603897"/>
          </a:xfrm>
          <a:custGeom>
            <a:avLst/>
            <a:gdLst/>
            <a:ahLst/>
            <a:cxnLst/>
            <a:rect l="l" t="t" r="r" b="b"/>
            <a:pathLst>
              <a:path w="1932940" h="659129" extrusionOk="0">
                <a:moveTo>
                  <a:pt x="1603451" y="0"/>
                </a:moveTo>
                <a:lnTo>
                  <a:pt x="329336" y="0"/>
                </a:lnTo>
                <a:lnTo>
                  <a:pt x="280669" y="3570"/>
                </a:lnTo>
                <a:lnTo>
                  <a:pt x="234218" y="13943"/>
                </a:lnTo>
                <a:lnTo>
                  <a:pt x="190495" y="30609"/>
                </a:lnTo>
                <a:lnTo>
                  <a:pt x="150008" y="53057"/>
                </a:lnTo>
                <a:lnTo>
                  <a:pt x="113266" y="80780"/>
                </a:lnTo>
                <a:lnTo>
                  <a:pt x="80780" y="113266"/>
                </a:lnTo>
                <a:lnTo>
                  <a:pt x="53057" y="150008"/>
                </a:lnTo>
                <a:lnTo>
                  <a:pt x="30609" y="190495"/>
                </a:lnTo>
                <a:lnTo>
                  <a:pt x="13943" y="234218"/>
                </a:lnTo>
                <a:lnTo>
                  <a:pt x="3570" y="280669"/>
                </a:lnTo>
                <a:lnTo>
                  <a:pt x="0" y="329336"/>
                </a:lnTo>
                <a:lnTo>
                  <a:pt x="3570" y="378003"/>
                </a:lnTo>
                <a:lnTo>
                  <a:pt x="13943" y="424453"/>
                </a:lnTo>
                <a:lnTo>
                  <a:pt x="30609" y="468177"/>
                </a:lnTo>
                <a:lnTo>
                  <a:pt x="53057" y="508664"/>
                </a:lnTo>
                <a:lnTo>
                  <a:pt x="80780" y="545406"/>
                </a:lnTo>
                <a:lnTo>
                  <a:pt x="113266" y="577892"/>
                </a:lnTo>
                <a:lnTo>
                  <a:pt x="150008" y="605615"/>
                </a:lnTo>
                <a:lnTo>
                  <a:pt x="190495" y="628063"/>
                </a:lnTo>
                <a:lnTo>
                  <a:pt x="234218" y="644729"/>
                </a:lnTo>
                <a:lnTo>
                  <a:pt x="280669" y="655101"/>
                </a:lnTo>
                <a:lnTo>
                  <a:pt x="329336" y="658672"/>
                </a:lnTo>
                <a:lnTo>
                  <a:pt x="1603451" y="658672"/>
                </a:lnTo>
                <a:lnTo>
                  <a:pt x="1652118" y="655101"/>
                </a:lnTo>
                <a:lnTo>
                  <a:pt x="1698569" y="644729"/>
                </a:lnTo>
                <a:lnTo>
                  <a:pt x="1742294" y="628063"/>
                </a:lnTo>
                <a:lnTo>
                  <a:pt x="1782782" y="605615"/>
                </a:lnTo>
                <a:lnTo>
                  <a:pt x="1819526" y="577892"/>
                </a:lnTo>
                <a:lnTo>
                  <a:pt x="1852014" y="545406"/>
                </a:lnTo>
                <a:lnTo>
                  <a:pt x="1879738" y="508664"/>
                </a:lnTo>
                <a:lnTo>
                  <a:pt x="1902188" y="468177"/>
                </a:lnTo>
                <a:lnTo>
                  <a:pt x="1918855" y="424453"/>
                </a:lnTo>
                <a:lnTo>
                  <a:pt x="1929229" y="378003"/>
                </a:lnTo>
                <a:lnTo>
                  <a:pt x="1932800" y="329336"/>
                </a:lnTo>
                <a:lnTo>
                  <a:pt x="1929229" y="280669"/>
                </a:lnTo>
                <a:lnTo>
                  <a:pt x="1918855" y="234218"/>
                </a:lnTo>
                <a:lnTo>
                  <a:pt x="1902188" y="190495"/>
                </a:lnTo>
                <a:lnTo>
                  <a:pt x="1879738" y="150008"/>
                </a:lnTo>
                <a:lnTo>
                  <a:pt x="1852014" y="113266"/>
                </a:lnTo>
                <a:lnTo>
                  <a:pt x="1819526" y="80780"/>
                </a:lnTo>
                <a:lnTo>
                  <a:pt x="1782782" y="53057"/>
                </a:lnTo>
                <a:lnTo>
                  <a:pt x="1742294" y="30609"/>
                </a:lnTo>
                <a:lnTo>
                  <a:pt x="1698569" y="13943"/>
                </a:lnTo>
                <a:lnTo>
                  <a:pt x="1652118" y="3570"/>
                </a:lnTo>
                <a:lnTo>
                  <a:pt x="1603451" y="0"/>
                </a:lnTo>
                <a:close/>
              </a:path>
            </a:pathLst>
          </a:custGeom>
          <a:solidFill>
            <a:srgbClr val="FBE267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endParaRPr sz="1648">
              <a:solidFill>
                <a:schemeClr val="dk1"/>
              </a:solidFill>
              <a:latin typeface="Twinkl Cursive Looped" panose="02000000000000000000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"/>
          <p:cNvSpPr txBox="1"/>
          <p:nvPr/>
        </p:nvSpPr>
        <p:spPr>
          <a:xfrm>
            <a:off x="6669535" y="2676773"/>
            <a:ext cx="939009" cy="265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635" rIns="0" bIns="0" anchor="t" anchorCtr="0">
            <a:spAutoFit/>
          </a:bodyPr>
          <a:lstStyle/>
          <a:p>
            <a:pPr marL="11635"/>
            <a:r>
              <a:rPr lang="en-US" sz="1648">
                <a:solidFill>
                  <a:schemeClr val="dk1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Cognitive</a:t>
            </a:r>
            <a:endParaRPr sz="1648">
              <a:solidFill>
                <a:schemeClr val="dk1"/>
              </a:solidFill>
              <a:latin typeface="Twinkl Cursive Looped" panose="02000000000000000000" pitchFamily="2" charset="77"/>
              <a:ea typeface="Arial"/>
              <a:cs typeface="Arial"/>
              <a:sym typeface="Arial"/>
            </a:endParaRPr>
          </a:p>
        </p:txBody>
      </p:sp>
      <p:pic>
        <p:nvPicPr>
          <p:cNvPr id="65" name="Google Shape;65;p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024541" y="1202081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642633" y="1255561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00EE4F1-94DF-61E8-B599-7F8A46976242}"/>
              </a:ext>
            </a:extLst>
          </p:cNvPr>
          <p:cNvGrpSpPr/>
          <p:nvPr/>
        </p:nvGrpSpPr>
        <p:grpSpPr>
          <a:xfrm>
            <a:off x="4333587" y="1203131"/>
            <a:ext cx="1185106" cy="1185106"/>
            <a:chOff x="4333587" y="1203131"/>
            <a:chExt cx="1185106" cy="1185106"/>
          </a:xfrm>
        </p:grpSpPr>
        <p:sp>
          <p:nvSpPr>
            <p:cNvPr id="68" name="Google Shape;68;p1"/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1"/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70;p1"/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71;p1"/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72;p1"/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73;p1"/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74;p1"/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1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6" name="Google Shape;76;p1"/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7" name="Google Shape;77;p1"/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1"/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1"/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0;p1"/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1"/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82;p1"/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83" name="Google Shape;83;p1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8879530" y="1203147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"/>
          <p:cNvSpPr/>
          <p:nvPr/>
        </p:nvSpPr>
        <p:spPr>
          <a:xfrm>
            <a:off x="8478385" y="2476605"/>
            <a:ext cx="1987396" cy="833123"/>
          </a:xfrm>
          <a:custGeom>
            <a:avLst/>
            <a:gdLst/>
            <a:ahLst/>
            <a:cxnLst/>
            <a:rect l="l" t="t" r="r" b="b"/>
            <a:pathLst>
              <a:path w="2169159" h="909320" extrusionOk="0">
                <a:moveTo>
                  <a:pt x="1714563" y="0"/>
                </a:moveTo>
                <a:lnTo>
                  <a:pt x="454444" y="0"/>
                </a:lnTo>
                <a:lnTo>
                  <a:pt x="407980" y="2346"/>
                </a:lnTo>
                <a:lnTo>
                  <a:pt x="362859" y="9232"/>
                </a:lnTo>
                <a:lnTo>
                  <a:pt x="319308" y="20431"/>
                </a:lnTo>
                <a:lnTo>
                  <a:pt x="277556" y="35713"/>
                </a:lnTo>
                <a:lnTo>
                  <a:pt x="237831" y="54849"/>
                </a:lnTo>
                <a:lnTo>
                  <a:pt x="200362" y="77613"/>
                </a:lnTo>
                <a:lnTo>
                  <a:pt x="165377" y="103774"/>
                </a:lnTo>
                <a:lnTo>
                  <a:pt x="133105" y="133105"/>
                </a:lnTo>
                <a:lnTo>
                  <a:pt x="103774" y="165377"/>
                </a:lnTo>
                <a:lnTo>
                  <a:pt x="77613" y="200362"/>
                </a:lnTo>
                <a:lnTo>
                  <a:pt x="54849" y="237831"/>
                </a:lnTo>
                <a:lnTo>
                  <a:pt x="35713" y="277556"/>
                </a:lnTo>
                <a:lnTo>
                  <a:pt x="20431" y="319308"/>
                </a:lnTo>
                <a:lnTo>
                  <a:pt x="9232" y="362859"/>
                </a:lnTo>
                <a:lnTo>
                  <a:pt x="2346" y="407980"/>
                </a:lnTo>
                <a:lnTo>
                  <a:pt x="0" y="454444"/>
                </a:lnTo>
                <a:lnTo>
                  <a:pt x="2346" y="500907"/>
                </a:lnTo>
                <a:lnTo>
                  <a:pt x="9232" y="546028"/>
                </a:lnTo>
                <a:lnTo>
                  <a:pt x="20431" y="589579"/>
                </a:lnTo>
                <a:lnTo>
                  <a:pt x="35713" y="631332"/>
                </a:lnTo>
                <a:lnTo>
                  <a:pt x="54849" y="671056"/>
                </a:lnTo>
                <a:lnTo>
                  <a:pt x="77613" y="708525"/>
                </a:lnTo>
                <a:lnTo>
                  <a:pt x="103774" y="743510"/>
                </a:lnTo>
                <a:lnTo>
                  <a:pt x="133105" y="775782"/>
                </a:lnTo>
                <a:lnTo>
                  <a:pt x="165377" y="805113"/>
                </a:lnTo>
                <a:lnTo>
                  <a:pt x="200362" y="831274"/>
                </a:lnTo>
                <a:lnTo>
                  <a:pt x="237831" y="854038"/>
                </a:lnTo>
                <a:lnTo>
                  <a:pt x="277556" y="873175"/>
                </a:lnTo>
                <a:lnTo>
                  <a:pt x="319308" y="888456"/>
                </a:lnTo>
                <a:lnTo>
                  <a:pt x="362859" y="899655"/>
                </a:lnTo>
                <a:lnTo>
                  <a:pt x="407980" y="906541"/>
                </a:lnTo>
                <a:lnTo>
                  <a:pt x="454444" y="908888"/>
                </a:lnTo>
                <a:lnTo>
                  <a:pt x="1714563" y="908888"/>
                </a:lnTo>
                <a:lnTo>
                  <a:pt x="1761026" y="906541"/>
                </a:lnTo>
                <a:lnTo>
                  <a:pt x="1806148" y="899655"/>
                </a:lnTo>
                <a:lnTo>
                  <a:pt x="1849699" y="888456"/>
                </a:lnTo>
                <a:lnTo>
                  <a:pt x="1891451" y="873175"/>
                </a:lnTo>
                <a:lnTo>
                  <a:pt x="1931176" y="854038"/>
                </a:lnTo>
                <a:lnTo>
                  <a:pt x="1968645" y="831274"/>
                </a:lnTo>
                <a:lnTo>
                  <a:pt x="2003630" y="805113"/>
                </a:lnTo>
                <a:lnTo>
                  <a:pt x="2035902" y="775782"/>
                </a:lnTo>
                <a:lnTo>
                  <a:pt x="2065232" y="743510"/>
                </a:lnTo>
                <a:lnTo>
                  <a:pt x="2091394" y="708525"/>
                </a:lnTo>
                <a:lnTo>
                  <a:pt x="2114157" y="671056"/>
                </a:lnTo>
                <a:lnTo>
                  <a:pt x="2133294" y="631332"/>
                </a:lnTo>
                <a:lnTo>
                  <a:pt x="2148576" y="589579"/>
                </a:lnTo>
                <a:lnTo>
                  <a:pt x="2159774" y="546028"/>
                </a:lnTo>
                <a:lnTo>
                  <a:pt x="2166661" y="500907"/>
                </a:lnTo>
                <a:lnTo>
                  <a:pt x="2169007" y="454444"/>
                </a:lnTo>
                <a:lnTo>
                  <a:pt x="2166661" y="407980"/>
                </a:lnTo>
                <a:lnTo>
                  <a:pt x="2159774" y="362859"/>
                </a:lnTo>
                <a:lnTo>
                  <a:pt x="2148576" y="319308"/>
                </a:lnTo>
                <a:lnTo>
                  <a:pt x="2133294" y="277556"/>
                </a:lnTo>
                <a:lnTo>
                  <a:pt x="2114157" y="237831"/>
                </a:lnTo>
                <a:lnTo>
                  <a:pt x="2091394" y="200362"/>
                </a:lnTo>
                <a:lnTo>
                  <a:pt x="2065232" y="165377"/>
                </a:lnTo>
                <a:lnTo>
                  <a:pt x="2035902" y="133105"/>
                </a:lnTo>
                <a:lnTo>
                  <a:pt x="2003630" y="103774"/>
                </a:lnTo>
                <a:lnTo>
                  <a:pt x="1968645" y="77613"/>
                </a:lnTo>
                <a:lnTo>
                  <a:pt x="1931176" y="54849"/>
                </a:lnTo>
                <a:lnTo>
                  <a:pt x="1891451" y="35713"/>
                </a:lnTo>
                <a:lnTo>
                  <a:pt x="1849699" y="20431"/>
                </a:lnTo>
                <a:lnTo>
                  <a:pt x="1806148" y="9232"/>
                </a:lnTo>
                <a:lnTo>
                  <a:pt x="1761026" y="2346"/>
                </a:lnTo>
                <a:lnTo>
                  <a:pt x="1714563" y="0"/>
                </a:lnTo>
                <a:close/>
              </a:path>
            </a:pathLst>
          </a:custGeom>
          <a:solidFill>
            <a:srgbClr val="8BDFC5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endParaRPr sz="1648">
              <a:solidFill>
                <a:schemeClr val="dk1"/>
              </a:solidFill>
              <a:latin typeface="Twinkl Cursive Looped" panose="02000000000000000000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8938880" y="2639112"/>
            <a:ext cx="993697" cy="598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904" rIns="0" bIns="0" anchor="t" anchorCtr="0">
            <a:spAutoFit/>
          </a:bodyPr>
          <a:lstStyle/>
          <a:p>
            <a:pPr marL="11635" marR="4653" indent="84932">
              <a:lnSpc>
                <a:spcPct val="111172"/>
              </a:lnSpc>
            </a:pPr>
            <a:r>
              <a:rPr lang="en-US" sz="1648">
                <a:solidFill>
                  <a:schemeClr val="dk1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Social &amp;  Emotional</a:t>
            </a:r>
            <a:endParaRPr sz="1648">
              <a:solidFill>
                <a:schemeClr val="dk1"/>
              </a:solidFill>
              <a:latin typeface="Twinkl Cursive Looped" panose="02000000000000000000" pitchFamily="2" charset="77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/>
          <p:nvPr/>
        </p:nvSpPr>
        <p:spPr>
          <a:xfrm>
            <a:off x="3956569" y="3519814"/>
            <a:ext cx="1987396" cy="727238"/>
          </a:xfrm>
          <a:custGeom>
            <a:avLst/>
            <a:gdLst/>
            <a:ahLst/>
            <a:cxnLst/>
            <a:rect l="l" t="t" r="r" b="b"/>
            <a:pathLst>
              <a:path w="2169160" h="793750" extrusionOk="0">
                <a:moveTo>
                  <a:pt x="2025002" y="0"/>
                </a:moveTo>
                <a:lnTo>
                  <a:pt x="144005" y="0"/>
                </a:lnTo>
                <a:lnTo>
                  <a:pt x="98490" y="7340"/>
                </a:lnTo>
                <a:lnTo>
                  <a:pt x="58959" y="27782"/>
                </a:lnTo>
                <a:lnTo>
                  <a:pt x="27785" y="58954"/>
                </a:lnTo>
                <a:lnTo>
                  <a:pt x="7341" y="98485"/>
                </a:lnTo>
                <a:lnTo>
                  <a:pt x="0" y="144005"/>
                </a:lnTo>
                <a:lnTo>
                  <a:pt x="0" y="649160"/>
                </a:lnTo>
                <a:lnTo>
                  <a:pt x="7341" y="694680"/>
                </a:lnTo>
                <a:lnTo>
                  <a:pt x="27785" y="734211"/>
                </a:lnTo>
                <a:lnTo>
                  <a:pt x="58959" y="765383"/>
                </a:lnTo>
                <a:lnTo>
                  <a:pt x="98490" y="785825"/>
                </a:lnTo>
                <a:lnTo>
                  <a:pt x="144005" y="793165"/>
                </a:lnTo>
                <a:lnTo>
                  <a:pt x="2025002" y="793165"/>
                </a:lnTo>
                <a:lnTo>
                  <a:pt x="2070517" y="785825"/>
                </a:lnTo>
                <a:lnTo>
                  <a:pt x="2110048" y="765383"/>
                </a:lnTo>
                <a:lnTo>
                  <a:pt x="2141221" y="734211"/>
                </a:lnTo>
                <a:lnTo>
                  <a:pt x="2161665" y="694680"/>
                </a:lnTo>
                <a:lnTo>
                  <a:pt x="2169007" y="649160"/>
                </a:lnTo>
                <a:lnTo>
                  <a:pt x="2169007" y="144005"/>
                </a:lnTo>
                <a:lnTo>
                  <a:pt x="2161665" y="98485"/>
                </a:lnTo>
                <a:lnTo>
                  <a:pt x="2141221" y="58954"/>
                </a:lnTo>
                <a:lnTo>
                  <a:pt x="2110048" y="27782"/>
                </a:lnTo>
                <a:lnTo>
                  <a:pt x="2070517" y="7340"/>
                </a:lnTo>
                <a:lnTo>
                  <a:pt x="2025002" y="0"/>
                </a:lnTo>
                <a:close/>
              </a:path>
            </a:pathLst>
          </a:custGeom>
          <a:solidFill>
            <a:srgbClr val="9E1A54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endParaRPr sz="1648">
              <a:solidFill>
                <a:schemeClr val="dk1"/>
              </a:solidFill>
              <a:latin typeface="Twinkl Cursive Looped" panose="02000000000000000000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4115384" y="3701973"/>
            <a:ext cx="1691265" cy="336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299" rIns="0" bIns="0" anchor="t" anchorCtr="0">
            <a:spAutoFit/>
          </a:bodyPr>
          <a:lstStyle/>
          <a:p>
            <a:pPr marL="11635" marR="4653" indent="114599">
              <a:lnSpc>
                <a:spcPct val="101400"/>
              </a:lnSpc>
            </a:pPr>
            <a:r>
              <a:rPr lang="en-US" sz="1053">
                <a:solidFill>
                  <a:srgbClr val="FFFFFF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Are you using sentence  stems to link others’ ideas?</a:t>
            </a:r>
            <a:endParaRPr sz="1053">
              <a:solidFill>
                <a:schemeClr val="dk1"/>
              </a:solidFill>
              <a:latin typeface="Twinkl Cursive Looped" panose="02000000000000000000" pitchFamily="2" charset="77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/>
          <p:nvPr/>
        </p:nvSpPr>
        <p:spPr>
          <a:xfrm>
            <a:off x="6227217" y="3338942"/>
            <a:ext cx="1987396" cy="565500"/>
          </a:xfrm>
          <a:custGeom>
            <a:avLst/>
            <a:gdLst/>
            <a:ahLst/>
            <a:cxnLst/>
            <a:rect l="l" t="t" r="r" b="b"/>
            <a:pathLst>
              <a:path w="2169159" h="617220" extrusionOk="0">
                <a:moveTo>
                  <a:pt x="2025002" y="0"/>
                </a:moveTo>
                <a:lnTo>
                  <a:pt x="144005" y="0"/>
                </a:lnTo>
                <a:lnTo>
                  <a:pt x="98490" y="7340"/>
                </a:lnTo>
                <a:lnTo>
                  <a:pt x="58959" y="27782"/>
                </a:lnTo>
                <a:lnTo>
                  <a:pt x="27785" y="58954"/>
                </a:lnTo>
                <a:lnTo>
                  <a:pt x="7341" y="98485"/>
                </a:lnTo>
                <a:lnTo>
                  <a:pt x="0" y="144005"/>
                </a:lnTo>
                <a:lnTo>
                  <a:pt x="0" y="472605"/>
                </a:lnTo>
                <a:lnTo>
                  <a:pt x="7341" y="518120"/>
                </a:lnTo>
                <a:lnTo>
                  <a:pt x="27785" y="557650"/>
                </a:lnTo>
                <a:lnTo>
                  <a:pt x="58959" y="588824"/>
                </a:lnTo>
                <a:lnTo>
                  <a:pt x="98490" y="609268"/>
                </a:lnTo>
                <a:lnTo>
                  <a:pt x="144005" y="616610"/>
                </a:lnTo>
                <a:lnTo>
                  <a:pt x="2025002" y="616610"/>
                </a:lnTo>
                <a:lnTo>
                  <a:pt x="2070517" y="609268"/>
                </a:lnTo>
                <a:lnTo>
                  <a:pt x="2110048" y="588824"/>
                </a:lnTo>
                <a:lnTo>
                  <a:pt x="2141221" y="557650"/>
                </a:lnTo>
                <a:lnTo>
                  <a:pt x="2161665" y="518120"/>
                </a:lnTo>
                <a:lnTo>
                  <a:pt x="2169007" y="472605"/>
                </a:lnTo>
                <a:lnTo>
                  <a:pt x="2169007" y="144005"/>
                </a:lnTo>
                <a:lnTo>
                  <a:pt x="2161665" y="98485"/>
                </a:lnTo>
                <a:lnTo>
                  <a:pt x="2141221" y="58954"/>
                </a:lnTo>
                <a:lnTo>
                  <a:pt x="2110048" y="27782"/>
                </a:lnTo>
                <a:lnTo>
                  <a:pt x="2070517" y="7340"/>
                </a:lnTo>
                <a:lnTo>
                  <a:pt x="2025002" y="0"/>
                </a:lnTo>
                <a:close/>
              </a:path>
            </a:pathLst>
          </a:custGeom>
          <a:solidFill>
            <a:srgbClr val="F8CF0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endParaRPr sz="1648">
              <a:solidFill>
                <a:schemeClr val="dk1"/>
              </a:solidFill>
              <a:latin typeface="Twinkl Cursive Looped" panose="02000000000000000000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6455566" y="3458359"/>
            <a:ext cx="1433531" cy="497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635" rIns="0" bIns="0" anchor="t" anchorCtr="0">
            <a:spAutoFit/>
          </a:bodyPr>
          <a:lstStyle/>
          <a:p>
            <a:pPr marL="11635"/>
            <a:r>
              <a:rPr lang="en-US" sz="1053">
                <a:solidFill>
                  <a:schemeClr val="dk1"/>
                </a:solidFill>
                <a:latin typeface="Twinkl Cursive Looped" panose="02000000000000000000" pitchFamily="2" charset="77"/>
                <a:ea typeface="Trebuchet MS"/>
                <a:cs typeface="Trebuchet MS"/>
                <a:sym typeface="Trebuchet MS"/>
              </a:rPr>
              <a:t>Is what you want to say</a:t>
            </a:r>
            <a:endParaRPr sz="1053">
              <a:solidFill>
                <a:schemeClr val="dk1"/>
              </a:solidFill>
              <a:latin typeface="Twinkl Cursive Looped" panose="02000000000000000000" pitchFamily="2" charset="77"/>
              <a:ea typeface="Trebuchet MS"/>
              <a:cs typeface="Trebuchet MS"/>
              <a:sym typeface="Trebuchet MS"/>
            </a:endParaRPr>
          </a:p>
          <a:p>
            <a:pPr marL="54101">
              <a:spcBef>
                <a:spcPts val="18"/>
              </a:spcBef>
            </a:pPr>
            <a:r>
              <a:rPr lang="en-US" sz="1053">
                <a:solidFill>
                  <a:schemeClr val="dk1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clear and </a:t>
            </a:r>
            <a:r>
              <a:rPr lang="en-US" sz="1053" err="1">
                <a:solidFill>
                  <a:schemeClr val="dk1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organised</a:t>
            </a:r>
            <a:r>
              <a:rPr lang="en-US" sz="1053">
                <a:solidFill>
                  <a:schemeClr val="dk1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?</a:t>
            </a:r>
            <a:endParaRPr sz="1053">
              <a:solidFill>
                <a:schemeClr val="dk1"/>
              </a:solidFill>
              <a:latin typeface="Twinkl Cursive Looped" panose="02000000000000000000" pitchFamily="2" charset="77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8492047" y="3701973"/>
            <a:ext cx="1987396" cy="720256"/>
          </a:xfrm>
          <a:custGeom>
            <a:avLst/>
            <a:gdLst/>
            <a:ahLst/>
            <a:cxnLst/>
            <a:rect l="l" t="t" r="r" b="b"/>
            <a:pathLst>
              <a:path w="2169159" h="786129" extrusionOk="0">
                <a:moveTo>
                  <a:pt x="2025002" y="0"/>
                </a:moveTo>
                <a:lnTo>
                  <a:pt x="144005" y="0"/>
                </a:lnTo>
                <a:lnTo>
                  <a:pt x="98490" y="7340"/>
                </a:lnTo>
                <a:lnTo>
                  <a:pt x="58959" y="27782"/>
                </a:lnTo>
                <a:lnTo>
                  <a:pt x="27785" y="58954"/>
                </a:lnTo>
                <a:lnTo>
                  <a:pt x="7341" y="98485"/>
                </a:lnTo>
                <a:lnTo>
                  <a:pt x="0" y="144005"/>
                </a:lnTo>
                <a:lnTo>
                  <a:pt x="0" y="641997"/>
                </a:lnTo>
                <a:lnTo>
                  <a:pt x="7341" y="687512"/>
                </a:lnTo>
                <a:lnTo>
                  <a:pt x="27785" y="727043"/>
                </a:lnTo>
                <a:lnTo>
                  <a:pt x="58959" y="758217"/>
                </a:lnTo>
                <a:lnTo>
                  <a:pt x="98490" y="778661"/>
                </a:lnTo>
                <a:lnTo>
                  <a:pt x="144005" y="786003"/>
                </a:lnTo>
                <a:lnTo>
                  <a:pt x="2025002" y="786003"/>
                </a:lnTo>
                <a:lnTo>
                  <a:pt x="2070517" y="778661"/>
                </a:lnTo>
                <a:lnTo>
                  <a:pt x="2110048" y="758217"/>
                </a:lnTo>
                <a:lnTo>
                  <a:pt x="2141221" y="727043"/>
                </a:lnTo>
                <a:lnTo>
                  <a:pt x="2161665" y="687512"/>
                </a:lnTo>
                <a:lnTo>
                  <a:pt x="2169007" y="641997"/>
                </a:lnTo>
                <a:lnTo>
                  <a:pt x="2169007" y="144005"/>
                </a:lnTo>
                <a:lnTo>
                  <a:pt x="2161665" y="98485"/>
                </a:lnTo>
                <a:lnTo>
                  <a:pt x="2141221" y="58954"/>
                </a:lnTo>
                <a:lnTo>
                  <a:pt x="2110048" y="27782"/>
                </a:lnTo>
                <a:lnTo>
                  <a:pt x="2070517" y="7340"/>
                </a:lnTo>
                <a:lnTo>
                  <a:pt x="2025002" y="0"/>
                </a:lnTo>
                <a:close/>
              </a:path>
            </a:pathLst>
          </a:custGeom>
          <a:solidFill>
            <a:srgbClr val="3DCA9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endParaRPr sz="1648">
              <a:solidFill>
                <a:schemeClr val="dk1"/>
              </a:solidFill>
              <a:latin typeface="Twinkl Cursive Looped" panose="02000000000000000000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8690081" y="3799745"/>
            <a:ext cx="1730826" cy="500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299" rIns="0" bIns="0" anchor="t" anchorCtr="0">
            <a:spAutoFit/>
          </a:bodyPr>
          <a:lstStyle/>
          <a:p>
            <a:pPr marL="11635" marR="4653" algn="ctr">
              <a:lnSpc>
                <a:spcPct val="101400"/>
              </a:lnSpc>
            </a:pPr>
            <a:r>
              <a:rPr lang="en-US" sz="1053">
                <a:solidFill>
                  <a:schemeClr val="dk1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Are you taking turns to talk  and listen and encouraging  others to take part?</a:t>
            </a:r>
            <a:endParaRPr sz="1053">
              <a:solidFill>
                <a:schemeClr val="dk1"/>
              </a:solidFill>
              <a:latin typeface="Twinkl Cursive Looped" panose="02000000000000000000" pitchFamily="2" charset="77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1629598" y="3380223"/>
            <a:ext cx="1987396" cy="727238"/>
          </a:xfrm>
          <a:custGeom>
            <a:avLst/>
            <a:gdLst/>
            <a:ahLst/>
            <a:cxnLst/>
            <a:rect l="l" t="t" r="r" b="b"/>
            <a:pathLst>
              <a:path w="2169160" h="793750" extrusionOk="0">
                <a:moveTo>
                  <a:pt x="2025002" y="0"/>
                </a:moveTo>
                <a:lnTo>
                  <a:pt x="144005" y="0"/>
                </a:lnTo>
                <a:lnTo>
                  <a:pt x="98490" y="7340"/>
                </a:lnTo>
                <a:lnTo>
                  <a:pt x="58959" y="27782"/>
                </a:lnTo>
                <a:lnTo>
                  <a:pt x="27785" y="58954"/>
                </a:lnTo>
                <a:lnTo>
                  <a:pt x="7341" y="98485"/>
                </a:lnTo>
                <a:lnTo>
                  <a:pt x="0" y="144005"/>
                </a:lnTo>
                <a:lnTo>
                  <a:pt x="0" y="649160"/>
                </a:lnTo>
                <a:lnTo>
                  <a:pt x="7341" y="694680"/>
                </a:lnTo>
                <a:lnTo>
                  <a:pt x="27785" y="734211"/>
                </a:lnTo>
                <a:lnTo>
                  <a:pt x="58959" y="765383"/>
                </a:lnTo>
                <a:lnTo>
                  <a:pt x="98490" y="785825"/>
                </a:lnTo>
                <a:lnTo>
                  <a:pt x="144005" y="793165"/>
                </a:lnTo>
                <a:lnTo>
                  <a:pt x="2025002" y="793165"/>
                </a:lnTo>
                <a:lnTo>
                  <a:pt x="2070517" y="785825"/>
                </a:lnTo>
                <a:lnTo>
                  <a:pt x="2110048" y="765383"/>
                </a:lnTo>
                <a:lnTo>
                  <a:pt x="2141221" y="734211"/>
                </a:lnTo>
                <a:lnTo>
                  <a:pt x="2161665" y="694680"/>
                </a:lnTo>
                <a:lnTo>
                  <a:pt x="2169007" y="649160"/>
                </a:lnTo>
                <a:lnTo>
                  <a:pt x="2169007" y="144005"/>
                </a:lnTo>
                <a:lnTo>
                  <a:pt x="2161665" y="98485"/>
                </a:lnTo>
                <a:lnTo>
                  <a:pt x="2141221" y="58954"/>
                </a:lnTo>
                <a:lnTo>
                  <a:pt x="2110048" y="27782"/>
                </a:lnTo>
                <a:lnTo>
                  <a:pt x="2070517" y="7340"/>
                </a:lnTo>
                <a:lnTo>
                  <a:pt x="2025002" y="0"/>
                </a:lnTo>
                <a:close/>
              </a:path>
            </a:pathLst>
          </a:custGeom>
          <a:solidFill>
            <a:srgbClr val="FF93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endParaRPr sz="1648">
              <a:solidFill>
                <a:schemeClr val="dk1"/>
              </a:solidFill>
              <a:latin typeface="Twinkl Cursive Looped" panose="02000000000000000000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884911" y="3516429"/>
            <a:ext cx="1555126" cy="500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299" rIns="0" bIns="0" anchor="t" anchorCtr="0">
            <a:spAutoFit/>
          </a:bodyPr>
          <a:lstStyle/>
          <a:p>
            <a:pPr marL="11635" marR="4653" algn="ctr">
              <a:lnSpc>
                <a:spcPct val="101400"/>
              </a:lnSpc>
            </a:pPr>
            <a:r>
              <a:rPr lang="en-US" sz="1053">
                <a:solidFill>
                  <a:schemeClr val="dk1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Are you thinking about  the speed and volume of  your voice?</a:t>
            </a:r>
            <a:endParaRPr sz="1053">
              <a:solidFill>
                <a:schemeClr val="dk1"/>
              </a:solidFill>
              <a:latin typeface="Twinkl Cursive Looped" panose="02000000000000000000" pitchFamily="2" charset="77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/>
          <p:nvPr/>
        </p:nvSpPr>
        <p:spPr>
          <a:xfrm>
            <a:off x="1645165" y="4431146"/>
            <a:ext cx="1987396" cy="729564"/>
          </a:xfrm>
          <a:custGeom>
            <a:avLst/>
            <a:gdLst/>
            <a:ahLst/>
            <a:cxnLst/>
            <a:rect l="l" t="t" r="r" b="b"/>
            <a:pathLst>
              <a:path w="2169160" h="796289" extrusionOk="0">
                <a:moveTo>
                  <a:pt x="2025002" y="0"/>
                </a:moveTo>
                <a:lnTo>
                  <a:pt x="144005" y="0"/>
                </a:lnTo>
                <a:lnTo>
                  <a:pt x="98490" y="7340"/>
                </a:lnTo>
                <a:lnTo>
                  <a:pt x="58959" y="27782"/>
                </a:lnTo>
                <a:lnTo>
                  <a:pt x="27785" y="58954"/>
                </a:lnTo>
                <a:lnTo>
                  <a:pt x="7341" y="98485"/>
                </a:lnTo>
                <a:lnTo>
                  <a:pt x="0" y="144005"/>
                </a:lnTo>
                <a:lnTo>
                  <a:pt x="0" y="652106"/>
                </a:lnTo>
                <a:lnTo>
                  <a:pt x="7341" y="697620"/>
                </a:lnTo>
                <a:lnTo>
                  <a:pt x="27785" y="737148"/>
                </a:lnTo>
                <a:lnTo>
                  <a:pt x="58959" y="768317"/>
                </a:lnTo>
                <a:lnTo>
                  <a:pt x="98490" y="788758"/>
                </a:lnTo>
                <a:lnTo>
                  <a:pt x="144005" y="796099"/>
                </a:lnTo>
                <a:lnTo>
                  <a:pt x="2025002" y="796099"/>
                </a:lnTo>
                <a:lnTo>
                  <a:pt x="2070517" y="788758"/>
                </a:lnTo>
                <a:lnTo>
                  <a:pt x="2110048" y="768317"/>
                </a:lnTo>
                <a:lnTo>
                  <a:pt x="2141221" y="737148"/>
                </a:lnTo>
                <a:lnTo>
                  <a:pt x="2161665" y="697620"/>
                </a:lnTo>
                <a:lnTo>
                  <a:pt x="2169007" y="652106"/>
                </a:lnTo>
                <a:lnTo>
                  <a:pt x="2169007" y="144005"/>
                </a:lnTo>
                <a:lnTo>
                  <a:pt x="2161665" y="98485"/>
                </a:lnTo>
                <a:lnTo>
                  <a:pt x="2141221" y="58954"/>
                </a:lnTo>
                <a:lnTo>
                  <a:pt x="2110048" y="27782"/>
                </a:lnTo>
                <a:lnTo>
                  <a:pt x="2070517" y="7340"/>
                </a:lnTo>
                <a:lnTo>
                  <a:pt x="2025002" y="0"/>
                </a:lnTo>
                <a:close/>
              </a:path>
            </a:pathLst>
          </a:custGeom>
          <a:solidFill>
            <a:srgbClr val="FF93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endParaRPr sz="1648">
              <a:solidFill>
                <a:schemeClr val="dk1"/>
              </a:solidFill>
              <a:latin typeface="Twinkl Cursive Looped" panose="02000000000000000000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1813729" y="4541524"/>
            <a:ext cx="1694173" cy="500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299" rIns="0" bIns="0" anchor="t" anchorCtr="0">
            <a:spAutoFit/>
          </a:bodyPr>
          <a:lstStyle/>
          <a:p>
            <a:pPr marL="11635" marR="4653" algn="ctr">
              <a:lnSpc>
                <a:spcPct val="101400"/>
              </a:lnSpc>
            </a:pPr>
            <a:r>
              <a:rPr lang="en-US" sz="1053">
                <a:solidFill>
                  <a:schemeClr val="dk1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Are you using gestures and  expression to help make  your point?</a:t>
            </a:r>
            <a:endParaRPr sz="1053">
              <a:solidFill>
                <a:schemeClr val="dk1"/>
              </a:solidFill>
              <a:latin typeface="Twinkl Cursive Looped" panose="02000000000000000000" pitchFamily="2" charset="77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/>
          <p:nvPr/>
        </p:nvSpPr>
        <p:spPr>
          <a:xfrm>
            <a:off x="1593429" y="5546941"/>
            <a:ext cx="1987396" cy="564918"/>
          </a:xfrm>
          <a:custGeom>
            <a:avLst/>
            <a:gdLst/>
            <a:ahLst/>
            <a:cxnLst/>
            <a:rect l="l" t="t" r="r" b="b"/>
            <a:pathLst>
              <a:path w="2169160" h="616584" extrusionOk="0">
                <a:moveTo>
                  <a:pt x="2025002" y="0"/>
                </a:moveTo>
                <a:lnTo>
                  <a:pt x="144005" y="0"/>
                </a:lnTo>
                <a:lnTo>
                  <a:pt x="98490" y="7340"/>
                </a:lnTo>
                <a:lnTo>
                  <a:pt x="58959" y="27782"/>
                </a:lnTo>
                <a:lnTo>
                  <a:pt x="27785" y="58954"/>
                </a:lnTo>
                <a:lnTo>
                  <a:pt x="7341" y="98485"/>
                </a:lnTo>
                <a:lnTo>
                  <a:pt x="0" y="144005"/>
                </a:lnTo>
                <a:lnTo>
                  <a:pt x="0" y="472274"/>
                </a:lnTo>
                <a:lnTo>
                  <a:pt x="7341" y="517794"/>
                </a:lnTo>
                <a:lnTo>
                  <a:pt x="27785" y="557326"/>
                </a:lnTo>
                <a:lnTo>
                  <a:pt x="58959" y="588497"/>
                </a:lnTo>
                <a:lnTo>
                  <a:pt x="98490" y="608939"/>
                </a:lnTo>
                <a:lnTo>
                  <a:pt x="144005" y="616280"/>
                </a:lnTo>
                <a:lnTo>
                  <a:pt x="2025002" y="616280"/>
                </a:lnTo>
                <a:lnTo>
                  <a:pt x="2070517" y="608939"/>
                </a:lnTo>
                <a:lnTo>
                  <a:pt x="2110048" y="588497"/>
                </a:lnTo>
                <a:lnTo>
                  <a:pt x="2141221" y="557326"/>
                </a:lnTo>
                <a:lnTo>
                  <a:pt x="2161665" y="517794"/>
                </a:lnTo>
                <a:lnTo>
                  <a:pt x="2169007" y="472274"/>
                </a:lnTo>
                <a:lnTo>
                  <a:pt x="2169007" y="144005"/>
                </a:lnTo>
                <a:lnTo>
                  <a:pt x="2161665" y="98485"/>
                </a:lnTo>
                <a:lnTo>
                  <a:pt x="2141221" y="58954"/>
                </a:lnTo>
                <a:lnTo>
                  <a:pt x="2110048" y="27782"/>
                </a:lnTo>
                <a:lnTo>
                  <a:pt x="2070517" y="7340"/>
                </a:lnTo>
                <a:lnTo>
                  <a:pt x="2025002" y="0"/>
                </a:lnTo>
                <a:close/>
              </a:path>
            </a:pathLst>
          </a:custGeom>
          <a:solidFill>
            <a:srgbClr val="FF93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endParaRPr sz="1648">
              <a:solidFill>
                <a:schemeClr val="dk1"/>
              </a:solidFill>
              <a:latin typeface="Twinkl Cursive Looped" panose="02000000000000000000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1760989" y="5647438"/>
            <a:ext cx="1679048" cy="335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635" rIns="0" bIns="0" anchor="t" anchorCtr="0">
            <a:spAutoFit/>
          </a:bodyPr>
          <a:lstStyle/>
          <a:p>
            <a:pPr marL="11635"/>
            <a:r>
              <a:rPr lang="en-US" sz="1053">
                <a:solidFill>
                  <a:schemeClr val="dk1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Are you facing who you are</a:t>
            </a:r>
            <a:endParaRPr sz="1053">
              <a:solidFill>
                <a:schemeClr val="dk1"/>
              </a:solidFill>
              <a:latin typeface="Twinkl Cursive Looped" panose="02000000000000000000" pitchFamily="2" charset="77"/>
              <a:ea typeface="Arial"/>
              <a:cs typeface="Arial"/>
              <a:sym typeface="Arial"/>
            </a:endParaRPr>
          </a:p>
          <a:p>
            <a:pPr marL="66317">
              <a:spcBef>
                <a:spcPts val="18"/>
              </a:spcBef>
            </a:pPr>
            <a:r>
              <a:rPr lang="en-US" sz="1053">
                <a:solidFill>
                  <a:schemeClr val="dk1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speaking or listening to?</a:t>
            </a:r>
            <a:endParaRPr sz="1053">
              <a:solidFill>
                <a:schemeClr val="dk1"/>
              </a:solidFill>
              <a:latin typeface="Twinkl Cursive Looped" panose="02000000000000000000" pitchFamily="2" charset="77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"/>
          <p:cNvSpPr/>
          <p:nvPr/>
        </p:nvSpPr>
        <p:spPr>
          <a:xfrm>
            <a:off x="3950758" y="5050049"/>
            <a:ext cx="1987501" cy="727277"/>
          </a:xfrm>
          <a:custGeom>
            <a:avLst/>
            <a:gdLst/>
            <a:ahLst/>
            <a:cxnLst/>
            <a:rect l="l" t="t" r="r" b="b"/>
            <a:pathLst>
              <a:path w="2169160" h="793750" extrusionOk="0">
                <a:moveTo>
                  <a:pt x="2025002" y="0"/>
                </a:moveTo>
                <a:lnTo>
                  <a:pt x="144005" y="0"/>
                </a:lnTo>
                <a:lnTo>
                  <a:pt x="98490" y="7340"/>
                </a:lnTo>
                <a:lnTo>
                  <a:pt x="58959" y="27782"/>
                </a:lnTo>
                <a:lnTo>
                  <a:pt x="27785" y="58954"/>
                </a:lnTo>
                <a:lnTo>
                  <a:pt x="7341" y="98485"/>
                </a:lnTo>
                <a:lnTo>
                  <a:pt x="0" y="144005"/>
                </a:lnTo>
                <a:lnTo>
                  <a:pt x="0" y="649160"/>
                </a:lnTo>
                <a:lnTo>
                  <a:pt x="7341" y="694680"/>
                </a:lnTo>
                <a:lnTo>
                  <a:pt x="27785" y="734211"/>
                </a:lnTo>
                <a:lnTo>
                  <a:pt x="58959" y="765383"/>
                </a:lnTo>
                <a:lnTo>
                  <a:pt x="98490" y="785825"/>
                </a:lnTo>
                <a:lnTo>
                  <a:pt x="144005" y="793165"/>
                </a:lnTo>
                <a:lnTo>
                  <a:pt x="2025002" y="793165"/>
                </a:lnTo>
                <a:lnTo>
                  <a:pt x="2070517" y="785825"/>
                </a:lnTo>
                <a:lnTo>
                  <a:pt x="2110048" y="765383"/>
                </a:lnTo>
                <a:lnTo>
                  <a:pt x="2141221" y="734211"/>
                </a:lnTo>
                <a:lnTo>
                  <a:pt x="2161665" y="694680"/>
                </a:lnTo>
                <a:lnTo>
                  <a:pt x="2169007" y="649160"/>
                </a:lnTo>
                <a:lnTo>
                  <a:pt x="2169007" y="144005"/>
                </a:lnTo>
                <a:lnTo>
                  <a:pt x="2161665" y="98485"/>
                </a:lnTo>
                <a:lnTo>
                  <a:pt x="2141221" y="58954"/>
                </a:lnTo>
                <a:lnTo>
                  <a:pt x="2110048" y="27782"/>
                </a:lnTo>
                <a:lnTo>
                  <a:pt x="2070517" y="7340"/>
                </a:lnTo>
                <a:lnTo>
                  <a:pt x="2025002" y="0"/>
                </a:lnTo>
                <a:close/>
              </a:path>
            </a:pathLst>
          </a:custGeom>
          <a:solidFill>
            <a:srgbClr val="9E1A54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endParaRPr sz="1648">
              <a:solidFill>
                <a:schemeClr val="dk1"/>
              </a:solidFill>
              <a:latin typeface="Twinkl Cursive Looped" panose="02000000000000000000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4195964" y="5245657"/>
            <a:ext cx="1530108" cy="335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635" rIns="0" bIns="0" anchor="t" anchorCtr="0">
            <a:spAutoFit/>
          </a:bodyPr>
          <a:lstStyle/>
          <a:p>
            <a:pPr marL="74462"/>
            <a:r>
              <a:rPr lang="en-US" sz="1053">
                <a:solidFill>
                  <a:srgbClr val="FFFFFF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Are you using new and</a:t>
            </a:r>
            <a:endParaRPr sz="1053">
              <a:solidFill>
                <a:schemeClr val="dk1"/>
              </a:solidFill>
              <a:latin typeface="Twinkl Cursive Looped" panose="02000000000000000000" pitchFamily="2" charset="77"/>
              <a:ea typeface="Arial"/>
              <a:cs typeface="Arial"/>
              <a:sym typeface="Arial"/>
            </a:endParaRPr>
          </a:p>
          <a:p>
            <a:pPr marL="11635">
              <a:spcBef>
                <a:spcPts val="18"/>
              </a:spcBef>
            </a:pPr>
            <a:r>
              <a:rPr lang="en-US" sz="1053">
                <a:solidFill>
                  <a:srgbClr val="FFFFFF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appropriate vocabulary?</a:t>
            </a:r>
            <a:endParaRPr sz="1053">
              <a:solidFill>
                <a:schemeClr val="dk1"/>
              </a:solidFill>
              <a:latin typeface="Twinkl Cursive Looped" panose="02000000000000000000" pitchFamily="2" charset="77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"/>
          <p:cNvSpPr/>
          <p:nvPr/>
        </p:nvSpPr>
        <p:spPr>
          <a:xfrm>
            <a:off x="6227217" y="4343314"/>
            <a:ext cx="1987396" cy="727238"/>
          </a:xfrm>
          <a:custGeom>
            <a:avLst/>
            <a:gdLst/>
            <a:ahLst/>
            <a:cxnLst/>
            <a:rect l="l" t="t" r="r" b="b"/>
            <a:pathLst>
              <a:path w="2169159" h="793750" extrusionOk="0">
                <a:moveTo>
                  <a:pt x="2025002" y="0"/>
                </a:moveTo>
                <a:lnTo>
                  <a:pt x="144005" y="0"/>
                </a:lnTo>
                <a:lnTo>
                  <a:pt x="98490" y="7340"/>
                </a:lnTo>
                <a:lnTo>
                  <a:pt x="58959" y="27782"/>
                </a:lnTo>
                <a:lnTo>
                  <a:pt x="27785" y="58954"/>
                </a:lnTo>
                <a:lnTo>
                  <a:pt x="7341" y="98485"/>
                </a:lnTo>
                <a:lnTo>
                  <a:pt x="0" y="144005"/>
                </a:lnTo>
                <a:lnTo>
                  <a:pt x="0" y="649160"/>
                </a:lnTo>
                <a:lnTo>
                  <a:pt x="7341" y="694680"/>
                </a:lnTo>
                <a:lnTo>
                  <a:pt x="27785" y="734211"/>
                </a:lnTo>
                <a:lnTo>
                  <a:pt x="58959" y="765383"/>
                </a:lnTo>
                <a:lnTo>
                  <a:pt x="98490" y="785825"/>
                </a:lnTo>
                <a:lnTo>
                  <a:pt x="144005" y="793165"/>
                </a:lnTo>
                <a:lnTo>
                  <a:pt x="2025002" y="793165"/>
                </a:lnTo>
                <a:lnTo>
                  <a:pt x="2070517" y="785825"/>
                </a:lnTo>
                <a:lnTo>
                  <a:pt x="2110048" y="765383"/>
                </a:lnTo>
                <a:lnTo>
                  <a:pt x="2141221" y="734211"/>
                </a:lnTo>
                <a:lnTo>
                  <a:pt x="2161665" y="694680"/>
                </a:lnTo>
                <a:lnTo>
                  <a:pt x="2169007" y="649160"/>
                </a:lnTo>
                <a:lnTo>
                  <a:pt x="2169007" y="144005"/>
                </a:lnTo>
                <a:lnTo>
                  <a:pt x="2161665" y="98485"/>
                </a:lnTo>
                <a:lnTo>
                  <a:pt x="2141221" y="58954"/>
                </a:lnTo>
                <a:lnTo>
                  <a:pt x="2110048" y="27782"/>
                </a:lnTo>
                <a:lnTo>
                  <a:pt x="2070517" y="7340"/>
                </a:lnTo>
                <a:lnTo>
                  <a:pt x="2025002" y="0"/>
                </a:lnTo>
                <a:close/>
              </a:path>
            </a:pathLst>
          </a:custGeom>
          <a:solidFill>
            <a:srgbClr val="F8CF0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endParaRPr sz="1648">
              <a:solidFill>
                <a:schemeClr val="dk1"/>
              </a:solidFill>
              <a:latin typeface="Twinkl Cursive Looped" panose="02000000000000000000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"/>
          <p:cNvSpPr txBox="1"/>
          <p:nvPr/>
        </p:nvSpPr>
        <p:spPr>
          <a:xfrm>
            <a:off x="6479133" y="4434365"/>
            <a:ext cx="1458548" cy="500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299" rIns="0" bIns="0" anchor="t" anchorCtr="0">
            <a:spAutoFit/>
          </a:bodyPr>
          <a:lstStyle/>
          <a:p>
            <a:pPr marL="11635" marR="4653" indent="275739">
              <a:lnSpc>
                <a:spcPct val="101400"/>
              </a:lnSpc>
            </a:pPr>
            <a:r>
              <a:rPr lang="en-US" sz="1053">
                <a:solidFill>
                  <a:schemeClr val="dk1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Are you asking  relevant questions and  responding to others?</a:t>
            </a:r>
            <a:endParaRPr sz="1633">
              <a:latin typeface="Twinkl Cursive Looped" panose="02000000000000000000" pitchFamily="2" charset="77"/>
            </a:endParaRPr>
          </a:p>
        </p:txBody>
      </p:sp>
      <p:grpSp>
        <p:nvGrpSpPr>
          <p:cNvPr id="102" name="Google Shape;102;p1"/>
          <p:cNvGrpSpPr/>
          <p:nvPr/>
        </p:nvGrpSpPr>
        <p:grpSpPr>
          <a:xfrm>
            <a:off x="6256562" y="5090967"/>
            <a:ext cx="1987396" cy="985429"/>
            <a:chOff x="5489995" y="5978044"/>
            <a:chExt cx="2169160" cy="1075555"/>
          </a:xfrm>
        </p:grpSpPr>
        <p:sp>
          <p:nvSpPr>
            <p:cNvPr id="103" name="Google Shape;103;p1"/>
            <p:cNvSpPr/>
            <p:nvPr/>
          </p:nvSpPr>
          <p:spPr>
            <a:xfrm>
              <a:off x="5489995" y="6433839"/>
              <a:ext cx="2169160" cy="619760"/>
            </a:xfrm>
            <a:custGeom>
              <a:avLst/>
              <a:gdLst/>
              <a:ahLst/>
              <a:cxnLst/>
              <a:rect l="l" t="t" r="r" b="b"/>
              <a:pathLst>
                <a:path w="2169159" h="619759" extrusionOk="0">
                  <a:moveTo>
                    <a:pt x="2025002" y="0"/>
                  </a:moveTo>
                  <a:lnTo>
                    <a:pt x="144005" y="0"/>
                  </a:lnTo>
                  <a:lnTo>
                    <a:pt x="98490" y="7340"/>
                  </a:lnTo>
                  <a:lnTo>
                    <a:pt x="58959" y="27782"/>
                  </a:lnTo>
                  <a:lnTo>
                    <a:pt x="27785" y="58954"/>
                  </a:lnTo>
                  <a:lnTo>
                    <a:pt x="7341" y="98485"/>
                  </a:lnTo>
                  <a:lnTo>
                    <a:pt x="0" y="144005"/>
                  </a:lnTo>
                  <a:lnTo>
                    <a:pt x="0" y="475754"/>
                  </a:lnTo>
                  <a:lnTo>
                    <a:pt x="7341" y="521269"/>
                  </a:lnTo>
                  <a:lnTo>
                    <a:pt x="27785" y="560800"/>
                  </a:lnTo>
                  <a:lnTo>
                    <a:pt x="58959" y="591974"/>
                  </a:lnTo>
                  <a:lnTo>
                    <a:pt x="98490" y="612418"/>
                  </a:lnTo>
                  <a:lnTo>
                    <a:pt x="144005" y="619759"/>
                  </a:lnTo>
                  <a:lnTo>
                    <a:pt x="2025002" y="619759"/>
                  </a:lnTo>
                  <a:lnTo>
                    <a:pt x="2070517" y="612418"/>
                  </a:lnTo>
                  <a:lnTo>
                    <a:pt x="2110048" y="591974"/>
                  </a:lnTo>
                  <a:lnTo>
                    <a:pt x="2141221" y="560800"/>
                  </a:lnTo>
                  <a:lnTo>
                    <a:pt x="2161665" y="521269"/>
                  </a:lnTo>
                  <a:lnTo>
                    <a:pt x="2169007" y="475754"/>
                  </a:lnTo>
                  <a:lnTo>
                    <a:pt x="2169007" y="144005"/>
                  </a:lnTo>
                  <a:lnTo>
                    <a:pt x="2161665" y="98485"/>
                  </a:lnTo>
                  <a:lnTo>
                    <a:pt x="2141221" y="58954"/>
                  </a:lnTo>
                  <a:lnTo>
                    <a:pt x="2110048" y="27782"/>
                  </a:lnTo>
                  <a:lnTo>
                    <a:pt x="2070517" y="7340"/>
                  </a:lnTo>
                  <a:lnTo>
                    <a:pt x="2025002" y="0"/>
                  </a:lnTo>
                  <a:close/>
                </a:path>
              </a:pathLst>
            </a:custGeom>
            <a:solidFill>
              <a:srgbClr val="F8CF0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4" name="Google Shape;104;p1"/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7288194" y="6283809"/>
              <a:ext cx="237031" cy="23703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5" name="Google Shape;105;p1"/>
            <p:cNvSpPr/>
            <p:nvPr/>
          </p:nvSpPr>
          <p:spPr>
            <a:xfrm>
              <a:off x="6983080" y="5978044"/>
              <a:ext cx="384810" cy="384810"/>
            </a:xfrm>
            <a:custGeom>
              <a:avLst/>
              <a:gdLst/>
              <a:ahLst/>
              <a:cxnLst/>
              <a:rect l="l" t="t" r="r" b="b"/>
              <a:pathLst>
                <a:path w="384809" h="384810" extrusionOk="0">
                  <a:moveTo>
                    <a:pt x="213521" y="0"/>
                  </a:moveTo>
                  <a:lnTo>
                    <a:pt x="171146" y="0"/>
                  </a:lnTo>
                  <a:lnTo>
                    <a:pt x="129592" y="9252"/>
                  </a:lnTo>
                  <a:lnTo>
                    <a:pt x="90502" y="27758"/>
                  </a:lnTo>
                  <a:lnTo>
                    <a:pt x="55517" y="55517"/>
                  </a:lnTo>
                  <a:lnTo>
                    <a:pt x="27758" y="90502"/>
                  </a:lnTo>
                  <a:lnTo>
                    <a:pt x="9252" y="129592"/>
                  </a:lnTo>
                  <a:lnTo>
                    <a:pt x="0" y="171146"/>
                  </a:lnTo>
                  <a:lnTo>
                    <a:pt x="0" y="213521"/>
                  </a:lnTo>
                  <a:lnTo>
                    <a:pt x="9252" y="255075"/>
                  </a:lnTo>
                  <a:lnTo>
                    <a:pt x="27758" y="294166"/>
                  </a:lnTo>
                  <a:lnTo>
                    <a:pt x="55517" y="329151"/>
                  </a:lnTo>
                  <a:lnTo>
                    <a:pt x="90502" y="356909"/>
                  </a:lnTo>
                  <a:lnTo>
                    <a:pt x="129592" y="375415"/>
                  </a:lnTo>
                  <a:lnTo>
                    <a:pt x="171146" y="384668"/>
                  </a:lnTo>
                  <a:lnTo>
                    <a:pt x="213521" y="384668"/>
                  </a:lnTo>
                  <a:lnTo>
                    <a:pt x="255075" y="375415"/>
                  </a:lnTo>
                  <a:lnTo>
                    <a:pt x="294166" y="356909"/>
                  </a:lnTo>
                  <a:lnTo>
                    <a:pt x="329151" y="329151"/>
                  </a:lnTo>
                  <a:lnTo>
                    <a:pt x="356909" y="294166"/>
                  </a:lnTo>
                  <a:lnTo>
                    <a:pt x="375415" y="255075"/>
                  </a:lnTo>
                  <a:lnTo>
                    <a:pt x="384668" y="213521"/>
                  </a:lnTo>
                  <a:lnTo>
                    <a:pt x="384668" y="171146"/>
                  </a:lnTo>
                  <a:lnTo>
                    <a:pt x="375415" y="129592"/>
                  </a:lnTo>
                  <a:lnTo>
                    <a:pt x="356909" y="90502"/>
                  </a:lnTo>
                  <a:lnTo>
                    <a:pt x="329151" y="55517"/>
                  </a:lnTo>
                  <a:lnTo>
                    <a:pt x="294166" y="27758"/>
                  </a:lnTo>
                  <a:lnTo>
                    <a:pt x="255075" y="9252"/>
                  </a:lnTo>
                  <a:lnTo>
                    <a:pt x="213521" y="0"/>
                  </a:lnTo>
                  <a:close/>
                </a:path>
              </a:pathLst>
            </a:custGeom>
            <a:solidFill>
              <a:srgbClr val="FEF5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1"/>
            <p:cNvSpPr/>
            <p:nvPr/>
          </p:nvSpPr>
          <p:spPr>
            <a:xfrm>
              <a:off x="6983080" y="5978044"/>
              <a:ext cx="384810" cy="384810"/>
            </a:xfrm>
            <a:custGeom>
              <a:avLst/>
              <a:gdLst/>
              <a:ahLst/>
              <a:cxnLst/>
              <a:rect l="l" t="t" r="r" b="b"/>
              <a:pathLst>
                <a:path w="384809" h="384810" extrusionOk="0">
                  <a:moveTo>
                    <a:pt x="329151" y="329151"/>
                  </a:moveTo>
                  <a:lnTo>
                    <a:pt x="356909" y="294166"/>
                  </a:lnTo>
                  <a:lnTo>
                    <a:pt x="375415" y="255075"/>
                  </a:lnTo>
                  <a:lnTo>
                    <a:pt x="384668" y="213521"/>
                  </a:lnTo>
                  <a:lnTo>
                    <a:pt x="384668" y="171146"/>
                  </a:lnTo>
                  <a:lnTo>
                    <a:pt x="375415" y="129592"/>
                  </a:lnTo>
                  <a:lnTo>
                    <a:pt x="356909" y="90502"/>
                  </a:lnTo>
                  <a:lnTo>
                    <a:pt x="329151" y="55517"/>
                  </a:lnTo>
                  <a:lnTo>
                    <a:pt x="294166" y="27758"/>
                  </a:lnTo>
                  <a:lnTo>
                    <a:pt x="255075" y="9252"/>
                  </a:lnTo>
                  <a:lnTo>
                    <a:pt x="213521" y="0"/>
                  </a:lnTo>
                  <a:lnTo>
                    <a:pt x="171146" y="0"/>
                  </a:lnTo>
                  <a:lnTo>
                    <a:pt x="129592" y="9252"/>
                  </a:lnTo>
                  <a:lnTo>
                    <a:pt x="90502" y="27758"/>
                  </a:lnTo>
                  <a:lnTo>
                    <a:pt x="55517" y="55517"/>
                  </a:lnTo>
                  <a:lnTo>
                    <a:pt x="27758" y="90502"/>
                  </a:lnTo>
                  <a:lnTo>
                    <a:pt x="9252" y="129592"/>
                  </a:lnTo>
                  <a:lnTo>
                    <a:pt x="0" y="171146"/>
                  </a:lnTo>
                  <a:lnTo>
                    <a:pt x="0" y="213521"/>
                  </a:lnTo>
                  <a:lnTo>
                    <a:pt x="9252" y="255075"/>
                  </a:lnTo>
                  <a:lnTo>
                    <a:pt x="27758" y="294166"/>
                  </a:lnTo>
                  <a:lnTo>
                    <a:pt x="55517" y="329151"/>
                  </a:lnTo>
                  <a:lnTo>
                    <a:pt x="90502" y="356909"/>
                  </a:lnTo>
                  <a:lnTo>
                    <a:pt x="129592" y="375415"/>
                  </a:lnTo>
                  <a:lnTo>
                    <a:pt x="171146" y="384668"/>
                  </a:lnTo>
                  <a:lnTo>
                    <a:pt x="213521" y="384668"/>
                  </a:lnTo>
                  <a:lnTo>
                    <a:pt x="255075" y="375415"/>
                  </a:lnTo>
                  <a:lnTo>
                    <a:pt x="294166" y="356909"/>
                  </a:lnTo>
                  <a:lnTo>
                    <a:pt x="329151" y="329151"/>
                  </a:lnTo>
                  <a:close/>
                </a:path>
              </a:pathLst>
            </a:custGeom>
            <a:noFill/>
            <a:ln w="52750" cap="flat" cmpd="sng">
              <a:solidFill>
                <a:srgbClr val="F8CF0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7" name="Google Shape;107;p1"/>
          <p:cNvSpPr txBox="1"/>
          <p:nvPr/>
        </p:nvSpPr>
        <p:spPr>
          <a:xfrm>
            <a:off x="6443026" y="5129785"/>
            <a:ext cx="1614468" cy="840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635" rIns="0" bIns="0" anchor="t" anchorCtr="0">
            <a:spAutoFit/>
          </a:bodyPr>
          <a:lstStyle/>
          <a:p>
            <a:pPr marR="182081" algn="r"/>
            <a:r>
              <a:rPr lang="en-US" sz="1923">
                <a:solidFill>
                  <a:srgbClr val="F8CF01"/>
                </a:solidFill>
                <a:latin typeface="Twinkl Cursive Looped" panose="02000000000000000000" pitchFamily="2" charset="77"/>
                <a:ea typeface="Tahoma"/>
                <a:cs typeface="Tahoma"/>
                <a:sym typeface="Tahoma"/>
              </a:rPr>
              <a:t>?</a:t>
            </a:r>
            <a:endParaRPr sz="1923">
              <a:solidFill>
                <a:schemeClr val="dk1"/>
              </a:solidFill>
              <a:latin typeface="Twinkl Cursive Looped" panose="02000000000000000000" pitchFamily="2" charset="77"/>
              <a:ea typeface="Tahoma"/>
              <a:cs typeface="Tahoma"/>
              <a:sym typeface="Tahoma"/>
            </a:endParaRPr>
          </a:p>
          <a:p>
            <a:pPr marL="173353" marR="4653" indent="-162303">
              <a:lnSpc>
                <a:spcPct val="101400"/>
              </a:lnSpc>
              <a:spcBef>
                <a:spcPts val="1636"/>
              </a:spcBef>
            </a:pPr>
            <a:r>
              <a:rPr lang="en-US" sz="1053">
                <a:solidFill>
                  <a:schemeClr val="dk1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Are you giving reasons for  what you are saying?</a:t>
            </a:r>
            <a:endParaRPr sz="1053">
              <a:solidFill>
                <a:schemeClr val="dk1"/>
              </a:solidFill>
              <a:latin typeface="Twinkl Cursive Looped" panose="02000000000000000000" pitchFamily="2" charset="77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"/>
          <p:cNvSpPr/>
          <p:nvPr/>
        </p:nvSpPr>
        <p:spPr>
          <a:xfrm>
            <a:off x="8483016" y="5163089"/>
            <a:ext cx="1987396" cy="720256"/>
          </a:xfrm>
          <a:custGeom>
            <a:avLst/>
            <a:gdLst/>
            <a:ahLst/>
            <a:cxnLst/>
            <a:rect l="l" t="t" r="r" b="b"/>
            <a:pathLst>
              <a:path w="2169159" h="786129" extrusionOk="0">
                <a:moveTo>
                  <a:pt x="2025002" y="0"/>
                </a:moveTo>
                <a:lnTo>
                  <a:pt x="144005" y="0"/>
                </a:lnTo>
                <a:lnTo>
                  <a:pt x="98490" y="7340"/>
                </a:lnTo>
                <a:lnTo>
                  <a:pt x="58959" y="27782"/>
                </a:lnTo>
                <a:lnTo>
                  <a:pt x="27785" y="58954"/>
                </a:lnTo>
                <a:lnTo>
                  <a:pt x="7341" y="98485"/>
                </a:lnTo>
                <a:lnTo>
                  <a:pt x="0" y="144005"/>
                </a:lnTo>
                <a:lnTo>
                  <a:pt x="0" y="641997"/>
                </a:lnTo>
                <a:lnTo>
                  <a:pt x="7341" y="687512"/>
                </a:lnTo>
                <a:lnTo>
                  <a:pt x="27785" y="727043"/>
                </a:lnTo>
                <a:lnTo>
                  <a:pt x="58959" y="758217"/>
                </a:lnTo>
                <a:lnTo>
                  <a:pt x="98490" y="778661"/>
                </a:lnTo>
                <a:lnTo>
                  <a:pt x="144005" y="786003"/>
                </a:lnTo>
                <a:lnTo>
                  <a:pt x="2025002" y="786003"/>
                </a:lnTo>
                <a:lnTo>
                  <a:pt x="2070517" y="778661"/>
                </a:lnTo>
                <a:lnTo>
                  <a:pt x="2110048" y="758217"/>
                </a:lnTo>
                <a:lnTo>
                  <a:pt x="2141221" y="727043"/>
                </a:lnTo>
                <a:lnTo>
                  <a:pt x="2161665" y="687512"/>
                </a:lnTo>
                <a:lnTo>
                  <a:pt x="2169007" y="641997"/>
                </a:lnTo>
                <a:lnTo>
                  <a:pt x="2169007" y="144005"/>
                </a:lnTo>
                <a:lnTo>
                  <a:pt x="2161665" y="98485"/>
                </a:lnTo>
                <a:lnTo>
                  <a:pt x="2141221" y="58954"/>
                </a:lnTo>
                <a:lnTo>
                  <a:pt x="2110048" y="27782"/>
                </a:lnTo>
                <a:lnTo>
                  <a:pt x="2070517" y="7340"/>
                </a:lnTo>
                <a:lnTo>
                  <a:pt x="2025002" y="0"/>
                </a:lnTo>
                <a:close/>
              </a:path>
            </a:pathLst>
          </a:custGeom>
          <a:solidFill>
            <a:srgbClr val="3DCA9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endParaRPr sz="1648">
              <a:solidFill>
                <a:schemeClr val="dk1"/>
              </a:solidFill>
              <a:latin typeface="Twinkl Cursive Looped" panose="02000000000000000000" pitchFamily="2" charset="77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"/>
          <p:cNvSpPr txBox="1"/>
          <p:nvPr/>
        </p:nvSpPr>
        <p:spPr>
          <a:xfrm>
            <a:off x="8690080" y="5245656"/>
            <a:ext cx="1656939" cy="500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299" rIns="0" bIns="0" anchor="t" anchorCtr="0">
            <a:spAutoFit/>
          </a:bodyPr>
          <a:lstStyle/>
          <a:p>
            <a:pPr marL="11635" marR="4653" algn="ctr">
              <a:lnSpc>
                <a:spcPct val="101400"/>
              </a:lnSpc>
            </a:pPr>
            <a:r>
              <a:rPr lang="en-US" sz="1053">
                <a:solidFill>
                  <a:schemeClr val="dk1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Are you talking </a:t>
            </a:r>
            <a:r>
              <a:rPr lang="en-US" sz="1053">
                <a:solidFill>
                  <a:schemeClr val="dk1"/>
                </a:solidFill>
                <a:latin typeface="Twinkl Cursive Looped" panose="02000000000000000000" pitchFamily="2" charset="77"/>
                <a:ea typeface="Tahoma"/>
                <a:cs typeface="Tahoma"/>
                <a:sym typeface="Tahoma"/>
              </a:rPr>
              <a:t>confidently  </a:t>
            </a:r>
            <a:r>
              <a:rPr lang="en-US" sz="1053">
                <a:solidFill>
                  <a:schemeClr val="dk1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and thinking about your  audience?</a:t>
            </a:r>
            <a:endParaRPr sz="1633">
              <a:latin typeface="Twinkl Cursive Looped" panose="02000000000000000000" pitchFamily="2" charset="77"/>
            </a:endParaRPr>
          </a:p>
        </p:txBody>
      </p:sp>
      <p:grpSp>
        <p:nvGrpSpPr>
          <p:cNvPr id="110" name="Google Shape;110;p1"/>
          <p:cNvGrpSpPr/>
          <p:nvPr/>
        </p:nvGrpSpPr>
        <p:grpSpPr>
          <a:xfrm>
            <a:off x="3213248" y="5102742"/>
            <a:ext cx="358383" cy="471157"/>
            <a:chOff x="2201303" y="6017755"/>
            <a:chExt cx="391160" cy="514247"/>
          </a:xfrm>
        </p:grpSpPr>
        <p:pic>
          <p:nvPicPr>
            <p:cNvPr id="111" name="Google Shape;111;p1"/>
            <p:cNvPicPr preferRelativeResize="0"/>
            <p:nvPr/>
          </p:nvPicPr>
          <p:blipFill rotWithShape="1">
            <a:blip r:embed="rId15">
              <a:alphaModFix/>
            </a:blip>
            <a:srcRect/>
            <a:stretch/>
          </p:blipFill>
          <p:spPr>
            <a:xfrm>
              <a:off x="2354421" y="6017755"/>
              <a:ext cx="84378" cy="843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2" name="Google Shape;112;p1"/>
            <p:cNvSpPr/>
            <p:nvPr/>
          </p:nvSpPr>
          <p:spPr>
            <a:xfrm>
              <a:off x="2201303" y="6121157"/>
              <a:ext cx="391160" cy="410845"/>
            </a:xfrm>
            <a:custGeom>
              <a:avLst/>
              <a:gdLst/>
              <a:ahLst/>
              <a:cxnLst/>
              <a:rect l="l" t="t" r="r" b="b"/>
              <a:pathLst>
                <a:path w="391160" h="410845" extrusionOk="0">
                  <a:moveTo>
                    <a:pt x="195658" y="0"/>
                  </a:moveTo>
                  <a:lnTo>
                    <a:pt x="153869" y="7597"/>
                  </a:lnTo>
                  <a:lnTo>
                    <a:pt x="13553" y="57581"/>
                  </a:lnTo>
                  <a:lnTo>
                    <a:pt x="0" y="74351"/>
                  </a:lnTo>
                  <a:lnTo>
                    <a:pt x="815" y="82054"/>
                  </a:lnTo>
                  <a:lnTo>
                    <a:pt x="4558" y="88834"/>
                  </a:lnTo>
                  <a:lnTo>
                    <a:pt x="10408" y="93491"/>
                  </a:lnTo>
                  <a:lnTo>
                    <a:pt x="17579" y="95613"/>
                  </a:lnTo>
                  <a:lnTo>
                    <a:pt x="25288" y="94792"/>
                  </a:lnTo>
                  <a:lnTo>
                    <a:pt x="133111" y="55232"/>
                  </a:lnTo>
                  <a:lnTo>
                    <a:pt x="133111" y="386270"/>
                  </a:lnTo>
                  <a:lnTo>
                    <a:pt x="135028" y="395759"/>
                  </a:lnTo>
                  <a:lnTo>
                    <a:pt x="140255" y="403510"/>
                  </a:lnTo>
                  <a:lnTo>
                    <a:pt x="148005" y="408737"/>
                  </a:lnTo>
                  <a:lnTo>
                    <a:pt x="157495" y="410654"/>
                  </a:lnTo>
                  <a:lnTo>
                    <a:pt x="166984" y="408737"/>
                  </a:lnTo>
                  <a:lnTo>
                    <a:pt x="174735" y="403510"/>
                  </a:lnTo>
                  <a:lnTo>
                    <a:pt x="179962" y="395759"/>
                  </a:lnTo>
                  <a:lnTo>
                    <a:pt x="181879" y="386270"/>
                  </a:lnTo>
                  <a:lnTo>
                    <a:pt x="181879" y="199669"/>
                  </a:lnTo>
                  <a:lnTo>
                    <a:pt x="187886" y="193662"/>
                  </a:lnTo>
                  <a:lnTo>
                    <a:pt x="202745" y="193662"/>
                  </a:lnTo>
                  <a:lnTo>
                    <a:pt x="208752" y="199669"/>
                  </a:lnTo>
                  <a:lnTo>
                    <a:pt x="208752" y="386270"/>
                  </a:lnTo>
                  <a:lnTo>
                    <a:pt x="210669" y="395759"/>
                  </a:lnTo>
                  <a:lnTo>
                    <a:pt x="215896" y="403510"/>
                  </a:lnTo>
                  <a:lnTo>
                    <a:pt x="223647" y="408737"/>
                  </a:lnTo>
                  <a:lnTo>
                    <a:pt x="233136" y="410654"/>
                  </a:lnTo>
                  <a:lnTo>
                    <a:pt x="242623" y="408737"/>
                  </a:lnTo>
                  <a:lnTo>
                    <a:pt x="250370" y="403510"/>
                  </a:lnTo>
                  <a:lnTo>
                    <a:pt x="255592" y="395759"/>
                  </a:lnTo>
                  <a:lnTo>
                    <a:pt x="257507" y="386270"/>
                  </a:lnTo>
                  <a:lnTo>
                    <a:pt x="257507" y="55232"/>
                  </a:lnTo>
                  <a:lnTo>
                    <a:pt x="367273" y="95402"/>
                  </a:lnTo>
                  <a:lnTo>
                    <a:pt x="369242" y="95694"/>
                  </a:lnTo>
                  <a:lnTo>
                    <a:pt x="379478" y="95694"/>
                  </a:lnTo>
                  <a:lnTo>
                    <a:pt x="387162" y="90373"/>
                  </a:lnTo>
                  <a:lnTo>
                    <a:pt x="389790" y="82054"/>
                  </a:lnTo>
                  <a:lnTo>
                    <a:pt x="390606" y="74351"/>
                  </a:lnTo>
                  <a:lnTo>
                    <a:pt x="388484" y="67179"/>
                  </a:lnTo>
                  <a:lnTo>
                    <a:pt x="240642" y="9004"/>
                  </a:lnTo>
                  <a:lnTo>
                    <a:pt x="206455" y="140"/>
                  </a:lnTo>
                  <a:lnTo>
                    <a:pt x="195658" y="0"/>
                  </a:lnTo>
                  <a:close/>
                </a:path>
              </a:pathLst>
            </a:custGeom>
            <a:solidFill>
              <a:srgbClr val="FFC97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3" name="Google Shape;113;p1"/>
          <p:cNvGrpSpPr/>
          <p:nvPr/>
        </p:nvGrpSpPr>
        <p:grpSpPr>
          <a:xfrm>
            <a:off x="6330764" y="3963462"/>
            <a:ext cx="550955" cy="368273"/>
            <a:chOff x="5651392" y="4536803"/>
            <a:chExt cx="601345" cy="401955"/>
          </a:xfrm>
        </p:grpSpPr>
        <p:sp>
          <p:nvSpPr>
            <p:cNvPr id="114" name="Google Shape;114;p1"/>
            <p:cNvSpPr/>
            <p:nvPr/>
          </p:nvSpPr>
          <p:spPr>
            <a:xfrm>
              <a:off x="5651392" y="4536803"/>
              <a:ext cx="601345" cy="401955"/>
            </a:xfrm>
            <a:custGeom>
              <a:avLst/>
              <a:gdLst/>
              <a:ahLst/>
              <a:cxnLst/>
              <a:rect l="l" t="t" r="r" b="b"/>
              <a:pathLst>
                <a:path w="601345" h="401954" extrusionOk="0">
                  <a:moveTo>
                    <a:pt x="564946" y="0"/>
                  </a:moveTo>
                  <a:lnTo>
                    <a:pt x="36004" y="0"/>
                  </a:lnTo>
                  <a:lnTo>
                    <a:pt x="21988" y="2828"/>
                  </a:lnTo>
                  <a:lnTo>
                    <a:pt x="10544" y="10544"/>
                  </a:lnTo>
                  <a:lnTo>
                    <a:pt x="2828" y="21988"/>
                  </a:lnTo>
                  <a:lnTo>
                    <a:pt x="0" y="36004"/>
                  </a:lnTo>
                  <a:lnTo>
                    <a:pt x="0" y="365404"/>
                  </a:lnTo>
                  <a:lnTo>
                    <a:pt x="2828" y="379420"/>
                  </a:lnTo>
                  <a:lnTo>
                    <a:pt x="10544" y="390864"/>
                  </a:lnTo>
                  <a:lnTo>
                    <a:pt x="21988" y="398579"/>
                  </a:lnTo>
                  <a:lnTo>
                    <a:pt x="36004" y="401408"/>
                  </a:lnTo>
                  <a:lnTo>
                    <a:pt x="564946" y="401408"/>
                  </a:lnTo>
                  <a:lnTo>
                    <a:pt x="578955" y="398579"/>
                  </a:lnTo>
                  <a:lnTo>
                    <a:pt x="590396" y="390864"/>
                  </a:lnTo>
                  <a:lnTo>
                    <a:pt x="598109" y="379420"/>
                  </a:lnTo>
                  <a:lnTo>
                    <a:pt x="600938" y="365404"/>
                  </a:lnTo>
                  <a:lnTo>
                    <a:pt x="600938" y="36004"/>
                  </a:lnTo>
                  <a:lnTo>
                    <a:pt x="598109" y="21988"/>
                  </a:lnTo>
                  <a:lnTo>
                    <a:pt x="590396" y="10544"/>
                  </a:lnTo>
                  <a:lnTo>
                    <a:pt x="578955" y="2828"/>
                  </a:lnTo>
                  <a:lnTo>
                    <a:pt x="564946" y="0"/>
                  </a:lnTo>
                  <a:close/>
                </a:path>
              </a:pathLst>
            </a:custGeom>
            <a:solidFill>
              <a:srgbClr val="FCEC9A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15;p1"/>
            <p:cNvSpPr/>
            <p:nvPr/>
          </p:nvSpPr>
          <p:spPr>
            <a:xfrm>
              <a:off x="5651392" y="4536803"/>
              <a:ext cx="601345" cy="401955"/>
            </a:xfrm>
            <a:custGeom>
              <a:avLst/>
              <a:gdLst/>
              <a:ahLst/>
              <a:cxnLst/>
              <a:rect l="l" t="t" r="r" b="b"/>
              <a:pathLst>
                <a:path w="601345" h="401954" extrusionOk="0">
                  <a:moveTo>
                    <a:pt x="36004" y="0"/>
                  </a:moveTo>
                  <a:lnTo>
                    <a:pt x="21988" y="2828"/>
                  </a:lnTo>
                  <a:lnTo>
                    <a:pt x="10544" y="10544"/>
                  </a:lnTo>
                  <a:lnTo>
                    <a:pt x="2828" y="21988"/>
                  </a:lnTo>
                  <a:lnTo>
                    <a:pt x="0" y="36004"/>
                  </a:lnTo>
                  <a:lnTo>
                    <a:pt x="0" y="365404"/>
                  </a:lnTo>
                  <a:lnTo>
                    <a:pt x="2828" y="379420"/>
                  </a:lnTo>
                  <a:lnTo>
                    <a:pt x="10544" y="390864"/>
                  </a:lnTo>
                  <a:lnTo>
                    <a:pt x="21988" y="398579"/>
                  </a:lnTo>
                  <a:lnTo>
                    <a:pt x="36004" y="401408"/>
                  </a:lnTo>
                  <a:lnTo>
                    <a:pt x="564946" y="401408"/>
                  </a:lnTo>
                  <a:lnTo>
                    <a:pt x="578955" y="398579"/>
                  </a:lnTo>
                  <a:lnTo>
                    <a:pt x="590396" y="390864"/>
                  </a:lnTo>
                  <a:lnTo>
                    <a:pt x="598109" y="379420"/>
                  </a:lnTo>
                  <a:lnTo>
                    <a:pt x="600938" y="365404"/>
                  </a:lnTo>
                  <a:lnTo>
                    <a:pt x="600938" y="36004"/>
                  </a:lnTo>
                  <a:lnTo>
                    <a:pt x="598109" y="21988"/>
                  </a:lnTo>
                  <a:lnTo>
                    <a:pt x="590396" y="10544"/>
                  </a:lnTo>
                  <a:lnTo>
                    <a:pt x="578955" y="2828"/>
                  </a:lnTo>
                  <a:lnTo>
                    <a:pt x="564946" y="0"/>
                  </a:lnTo>
                  <a:lnTo>
                    <a:pt x="3600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FCEC9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1"/>
            <p:cNvSpPr/>
            <p:nvPr/>
          </p:nvSpPr>
          <p:spPr>
            <a:xfrm>
              <a:off x="5900109" y="4665324"/>
              <a:ext cx="185420" cy="43180"/>
            </a:xfrm>
            <a:custGeom>
              <a:avLst/>
              <a:gdLst/>
              <a:ahLst/>
              <a:cxnLst/>
              <a:rect l="l" t="t" r="r" b="b"/>
              <a:pathLst>
                <a:path w="185420" h="43179" extrusionOk="0">
                  <a:moveTo>
                    <a:pt x="166103" y="0"/>
                  </a:moveTo>
                  <a:lnTo>
                    <a:pt x="19164" y="0"/>
                  </a:lnTo>
                  <a:lnTo>
                    <a:pt x="11787" y="1710"/>
                  </a:lnTo>
                  <a:lnTo>
                    <a:pt x="5686" y="6340"/>
                  </a:lnTo>
                  <a:lnTo>
                    <a:pt x="1533" y="13137"/>
                  </a:lnTo>
                  <a:lnTo>
                    <a:pt x="0" y="21348"/>
                  </a:lnTo>
                  <a:lnTo>
                    <a:pt x="1533" y="29567"/>
                  </a:lnTo>
                  <a:lnTo>
                    <a:pt x="5686" y="36368"/>
                  </a:lnTo>
                  <a:lnTo>
                    <a:pt x="11787" y="40999"/>
                  </a:lnTo>
                  <a:lnTo>
                    <a:pt x="19164" y="42710"/>
                  </a:lnTo>
                  <a:lnTo>
                    <a:pt x="166103" y="42710"/>
                  </a:lnTo>
                  <a:lnTo>
                    <a:pt x="173482" y="40999"/>
                  </a:lnTo>
                  <a:lnTo>
                    <a:pt x="179587" y="36368"/>
                  </a:lnTo>
                  <a:lnTo>
                    <a:pt x="183744" y="29567"/>
                  </a:lnTo>
                  <a:lnTo>
                    <a:pt x="185280" y="21348"/>
                  </a:lnTo>
                  <a:lnTo>
                    <a:pt x="183744" y="13137"/>
                  </a:lnTo>
                  <a:lnTo>
                    <a:pt x="179587" y="6340"/>
                  </a:lnTo>
                  <a:lnTo>
                    <a:pt x="173482" y="1710"/>
                  </a:lnTo>
                  <a:lnTo>
                    <a:pt x="1661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p1"/>
            <p:cNvSpPr/>
            <p:nvPr/>
          </p:nvSpPr>
          <p:spPr>
            <a:xfrm>
              <a:off x="5900109" y="4665324"/>
              <a:ext cx="185420" cy="43180"/>
            </a:xfrm>
            <a:custGeom>
              <a:avLst/>
              <a:gdLst/>
              <a:ahLst/>
              <a:cxnLst/>
              <a:rect l="l" t="t" r="r" b="b"/>
              <a:pathLst>
                <a:path w="185420" h="43179" extrusionOk="0">
                  <a:moveTo>
                    <a:pt x="19164" y="0"/>
                  </a:moveTo>
                  <a:lnTo>
                    <a:pt x="166103" y="0"/>
                  </a:lnTo>
                  <a:lnTo>
                    <a:pt x="173482" y="1710"/>
                  </a:lnTo>
                  <a:lnTo>
                    <a:pt x="179587" y="6340"/>
                  </a:lnTo>
                  <a:lnTo>
                    <a:pt x="183744" y="13137"/>
                  </a:lnTo>
                  <a:lnTo>
                    <a:pt x="185280" y="21348"/>
                  </a:lnTo>
                  <a:lnTo>
                    <a:pt x="183744" y="29567"/>
                  </a:lnTo>
                  <a:lnTo>
                    <a:pt x="179587" y="36368"/>
                  </a:lnTo>
                  <a:lnTo>
                    <a:pt x="173482" y="40999"/>
                  </a:lnTo>
                  <a:lnTo>
                    <a:pt x="166103" y="42710"/>
                  </a:lnTo>
                  <a:lnTo>
                    <a:pt x="19164" y="42710"/>
                  </a:lnTo>
                  <a:lnTo>
                    <a:pt x="11787" y="40999"/>
                  </a:lnTo>
                  <a:lnTo>
                    <a:pt x="5686" y="36368"/>
                  </a:lnTo>
                  <a:lnTo>
                    <a:pt x="1533" y="29567"/>
                  </a:lnTo>
                  <a:lnTo>
                    <a:pt x="0" y="21348"/>
                  </a:lnTo>
                  <a:lnTo>
                    <a:pt x="1533" y="13137"/>
                  </a:lnTo>
                  <a:lnTo>
                    <a:pt x="5686" y="6340"/>
                  </a:lnTo>
                  <a:lnTo>
                    <a:pt x="11787" y="1710"/>
                  </a:lnTo>
                  <a:lnTo>
                    <a:pt x="19164" y="0"/>
                  </a:lnTo>
                  <a:close/>
                </a:path>
              </a:pathLst>
            </a:custGeom>
            <a:noFill/>
            <a:ln w="12575" cap="flat" cmpd="sng">
              <a:solidFill>
                <a:srgbClr val="FCEC9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" name="Google Shape;118;p1"/>
            <p:cNvSpPr/>
            <p:nvPr/>
          </p:nvSpPr>
          <p:spPr>
            <a:xfrm>
              <a:off x="5900100" y="4604084"/>
              <a:ext cx="313690" cy="43180"/>
            </a:xfrm>
            <a:custGeom>
              <a:avLst/>
              <a:gdLst/>
              <a:ahLst/>
              <a:cxnLst/>
              <a:rect l="l" t="t" r="r" b="b"/>
              <a:pathLst>
                <a:path w="313689" h="43179" extrusionOk="0">
                  <a:moveTo>
                    <a:pt x="294182" y="0"/>
                  </a:moveTo>
                  <a:lnTo>
                    <a:pt x="19011" y="0"/>
                  </a:lnTo>
                  <a:lnTo>
                    <a:pt x="11696" y="1585"/>
                  </a:lnTo>
                  <a:lnTo>
                    <a:pt x="5643" y="6007"/>
                  </a:lnTo>
                  <a:lnTo>
                    <a:pt x="1522" y="12762"/>
                  </a:lnTo>
                  <a:lnTo>
                    <a:pt x="0" y="21348"/>
                  </a:lnTo>
                  <a:lnTo>
                    <a:pt x="1522" y="29567"/>
                  </a:lnTo>
                  <a:lnTo>
                    <a:pt x="5643" y="36368"/>
                  </a:lnTo>
                  <a:lnTo>
                    <a:pt x="11696" y="40999"/>
                  </a:lnTo>
                  <a:lnTo>
                    <a:pt x="19011" y="42710"/>
                  </a:lnTo>
                  <a:lnTo>
                    <a:pt x="294182" y="42710"/>
                  </a:lnTo>
                  <a:lnTo>
                    <a:pt x="301498" y="40999"/>
                  </a:lnTo>
                  <a:lnTo>
                    <a:pt x="307551" y="36368"/>
                  </a:lnTo>
                  <a:lnTo>
                    <a:pt x="311672" y="29567"/>
                  </a:lnTo>
                  <a:lnTo>
                    <a:pt x="313194" y="21348"/>
                  </a:lnTo>
                  <a:lnTo>
                    <a:pt x="311672" y="13137"/>
                  </a:lnTo>
                  <a:lnTo>
                    <a:pt x="307551" y="6340"/>
                  </a:lnTo>
                  <a:lnTo>
                    <a:pt x="301498" y="1710"/>
                  </a:lnTo>
                  <a:lnTo>
                    <a:pt x="29418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19;p1"/>
            <p:cNvSpPr/>
            <p:nvPr/>
          </p:nvSpPr>
          <p:spPr>
            <a:xfrm>
              <a:off x="5900100" y="4604084"/>
              <a:ext cx="313690" cy="43180"/>
            </a:xfrm>
            <a:custGeom>
              <a:avLst/>
              <a:gdLst/>
              <a:ahLst/>
              <a:cxnLst/>
              <a:rect l="l" t="t" r="r" b="b"/>
              <a:pathLst>
                <a:path w="313689" h="43179" extrusionOk="0">
                  <a:moveTo>
                    <a:pt x="19011" y="0"/>
                  </a:moveTo>
                  <a:lnTo>
                    <a:pt x="294182" y="0"/>
                  </a:lnTo>
                  <a:lnTo>
                    <a:pt x="301498" y="1710"/>
                  </a:lnTo>
                  <a:lnTo>
                    <a:pt x="307551" y="6340"/>
                  </a:lnTo>
                  <a:lnTo>
                    <a:pt x="311672" y="13137"/>
                  </a:lnTo>
                  <a:lnTo>
                    <a:pt x="313194" y="21348"/>
                  </a:lnTo>
                  <a:lnTo>
                    <a:pt x="311672" y="29567"/>
                  </a:lnTo>
                  <a:lnTo>
                    <a:pt x="307551" y="36368"/>
                  </a:lnTo>
                  <a:lnTo>
                    <a:pt x="301498" y="40999"/>
                  </a:lnTo>
                  <a:lnTo>
                    <a:pt x="294182" y="42710"/>
                  </a:lnTo>
                  <a:lnTo>
                    <a:pt x="19011" y="42710"/>
                  </a:lnTo>
                  <a:lnTo>
                    <a:pt x="11696" y="40999"/>
                  </a:lnTo>
                  <a:lnTo>
                    <a:pt x="5643" y="36368"/>
                  </a:lnTo>
                  <a:lnTo>
                    <a:pt x="1522" y="29567"/>
                  </a:lnTo>
                  <a:lnTo>
                    <a:pt x="0" y="21348"/>
                  </a:lnTo>
                  <a:lnTo>
                    <a:pt x="1522" y="12762"/>
                  </a:lnTo>
                  <a:lnTo>
                    <a:pt x="5643" y="6007"/>
                  </a:lnTo>
                  <a:lnTo>
                    <a:pt x="11696" y="1585"/>
                  </a:lnTo>
                  <a:lnTo>
                    <a:pt x="19011" y="0"/>
                  </a:lnTo>
                  <a:close/>
                </a:path>
              </a:pathLst>
            </a:custGeom>
            <a:noFill/>
            <a:ln w="12575" cap="flat" cmpd="sng">
              <a:solidFill>
                <a:srgbClr val="FCEC9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1"/>
            <p:cNvSpPr/>
            <p:nvPr/>
          </p:nvSpPr>
          <p:spPr>
            <a:xfrm>
              <a:off x="5900109" y="4828218"/>
              <a:ext cx="185420" cy="43180"/>
            </a:xfrm>
            <a:custGeom>
              <a:avLst/>
              <a:gdLst/>
              <a:ahLst/>
              <a:cxnLst/>
              <a:rect l="l" t="t" r="r" b="b"/>
              <a:pathLst>
                <a:path w="185420" h="43179" extrusionOk="0">
                  <a:moveTo>
                    <a:pt x="166103" y="0"/>
                  </a:moveTo>
                  <a:lnTo>
                    <a:pt x="19164" y="0"/>
                  </a:lnTo>
                  <a:lnTo>
                    <a:pt x="11787" y="1710"/>
                  </a:lnTo>
                  <a:lnTo>
                    <a:pt x="5686" y="6340"/>
                  </a:lnTo>
                  <a:lnTo>
                    <a:pt x="1533" y="13137"/>
                  </a:lnTo>
                  <a:lnTo>
                    <a:pt x="0" y="21348"/>
                  </a:lnTo>
                  <a:lnTo>
                    <a:pt x="1533" y="29567"/>
                  </a:lnTo>
                  <a:lnTo>
                    <a:pt x="5686" y="36368"/>
                  </a:lnTo>
                  <a:lnTo>
                    <a:pt x="11787" y="40999"/>
                  </a:lnTo>
                  <a:lnTo>
                    <a:pt x="19164" y="42710"/>
                  </a:lnTo>
                  <a:lnTo>
                    <a:pt x="166103" y="42710"/>
                  </a:lnTo>
                  <a:lnTo>
                    <a:pt x="173482" y="40999"/>
                  </a:lnTo>
                  <a:lnTo>
                    <a:pt x="179587" y="36368"/>
                  </a:lnTo>
                  <a:lnTo>
                    <a:pt x="183744" y="29567"/>
                  </a:lnTo>
                  <a:lnTo>
                    <a:pt x="185280" y="21348"/>
                  </a:lnTo>
                  <a:lnTo>
                    <a:pt x="183744" y="13137"/>
                  </a:lnTo>
                  <a:lnTo>
                    <a:pt x="179587" y="6340"/>
                  </a:lnTo>
                  <a:lnTo>
                    <a:pt x="173482" y="1710"/>
                  </a:lnTo>
                  <a:lnTo>
                    <a:pt x="16610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1"/>
            <p:cNvSpPr/>
            <p:nvPr/>
          </p:nvSpPr>
          <p:spPr>
            <a:xfrm>
              <a:off x="5900109" y="4828218"/>
              <a:ext cx="185420" cy="43180"/>
            </a:xfrm>
            <a:custGeom>
              <a:avLst/>
              <a:gdLst/>
              <a:ahLst/>
              <a:cxnLst/>
              <a:rect l="l" t="t" r="r" b="b"/>
              <a:pathLst>
                <a:path w="185420" h="43179" extrusionOk="0">
                  <a:moveTo>
                    <a:pt x="19164" y="0"/>
                  </a:moveTo>
                  <a:lnTo>
                    <a:pt x="166103" y="0"/>
                  </a:lnTo>
                  <a:lnTo>
                    <a:pt x="173482" y="1710"/>
                  </a:lnTo>
                  <a:lnTo>
                    <a:pt x="179587" y="6340"/>
                  </a:lnTo>
                  <a:lnTo>
                    <a:pt x="183744" y="13137"/>
                  </a:lnTo>
                  <a:lnTo>
                    <a:pt x="185280" y="21348"/>
                  </a:lnTo>
                  <a:lnTo>
                    <a:pt x="183744" y="29567"/>
                  </a:lnTo>
                  <a:lnTo>
                    <a:pt x="179587" y="36368"/>
                  </a:lnTo>
                  <a:lnTo>
                    <a:pt x="173482" y="40999"/>
                  </a:lnTo>
                  <a:lnTo>
                    <a:pt x="166103" y="42710"/>
                  </a:lnTo>
                  <a:lnTo>
                    <a:pt x="19164" y="42710"/>
                  </a:lnTo>
                  <a:lnTo>
                    <a:pt x="11787" y="40999"/>
                  </a:lnTo>
                  <a:lnTo>
                    <a:pt x="5686" y="36368"/>
                  </a:lnTo>
                  <a:lnTo>
                    <a:pt x="1533" y="29567"/>
                  </a:lnTo>
                  <a:lnTo>
                    <a:pt x="0" y="21348"/>
                  </a:lnTo>
                  <a:lnTo>
                    <a:pt x="1533" y="13137"/>
                  </a:lnTo>
                  <a:lnTo>
                    <a:pt x="5686" y="6340"/>
                  </a:lnTo>
                  <a:lnTo>
                    <a:pt x="11787" y="1710"/>
                  </a:lnTo>
                  <a:lnTo>
                    <a:pt x="19164" y="0"/>
                  </a:lnTo>
                  <a:close/>
                </a:path>
              </a:pathLst>
            </a:custGeom>
            <a:noFill/>
            <a:ln w="12575" cap="flat" cmpd="sng">
              <a:solidFill>
                <a:srgbClr val="FCEC9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"/>
            <p:cNvSpPr/>
            <p:nvPr/>
          </p:nvSpPr>
          <p:spPr>
            <a:xfrm>
              <a:off x="5900100" y="4766978"/>
              <a:ext cx="313690" cy="43180"/>
            </a:xfrm>
            <a:custGeom>
              <a:avLst/>
              <a:gdLst/>
              <a:ahLst/>
              <a:cxnLst/>
              <a:rect l="l" t="t" r="r" b="b"/>
              <a:pathLst>
                <a:path w="313689" h="43179" extrusionOk="0">
                  <a:moveTo>
                    <a:pt x="294182" y="0"/>
                  </a:moveTo>
                  <a:lnTo>
                    <a:pt x="19011" y="0"/>
                  </a:lnTo>
                  <a:lnTo>
                    <a:pt x="11696" y="1585"/>
                  </a:lnTo>
                  <a:lnTo>
                    <a:pt x="5643" y="6007"/>
                  </a:lnTo>
                  <a:lnTo>
                    <a:pt x="1522" y="12762"/>
                  </a:lnTo>
                  <a:lnTo>
                    <a:pt x="0" y="21348"/>
                  </a:lnTo>
                  <a:lnTo>
                    <a:pt x="1522" y="29567"/>
                  </a:lnTo>
                  <a:lnTo>
                    <a:pt x="5643" y="36368"/>
                  </a:lnTo>
                  <a:lnTo>
                    <a:pt x="11696" y="40999"/>
                  </a:lnTo>
                  <a:lnTo>
                    <a:pt x="19011" y="42710"/>
                  </a:lnTo>
                  <a:lnTo>
                    <a:pt x="294182" y="42710"/>
                  </a:lnTo>
                  <a:lnTo>
                    <a:pt x="301498" y="40999"/>
                  </a:lnTo>
                  <a:lnTo>
                    <a:pt x="307551" y="36368"/>
                  </a:lnTo>
                  <a:lnTo>
                    <a:pt x="311672" y="29567"/>
                  </a:lnTo>
                  <a:lnTo>
                    <a:pt x="313194" y="21348"/>
                  </a:lnTo>
                  <a:lnTo>
                    <a:pt x="311672" y="13137"/>
                  </a:lnTo>
                  <a:lnTo>
                    <a:pt x="307551" y="6340"/>
                  </a:lnTo>
                  <a:lnTo>
                    <a:pt x="301498" y="1710"/>
                  </a:lnTo>
                  <a:lnTo>
                    <a:pt x="29418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"/>
            <p:cNvSpPr/>
            <p:nvPr/>
          </p:nvSpPr>
          <p:spPr>
            <a:xfrm>
              <a:off x="5900100" y="4766978"/>
              <a:ext cx="313690" cy="43180"/>
            </a:xfrm>
            <a:custGeom>
              <a:avLst/>
              <a:gdLst/>
              <a:ahLst/>
              <a:cxnLst/>
              <a:rect l="l" t="t" r="r" b="b"/>
              <a:pathLst>
                <a:path w="313689" h="43179" extrusionOk="0">
                  <a:moveTo>
                    <a:pt x="19011" y="0"/>
                  </a:moveTo>
                  <a:lnTo>
                    <a:pt x="294182" y="0"/>
                  </a:lnTo>
                  <a:lnTo>
                    <a:pt x="301498" y="1710"/>
                  </a:lnTo>
                  <a:lnTo>
                    <a:pt x="307551" y="6340"/>
                  </a:lnTo>
                  <a:lnTo>
                    <a:pt x="311672" y="13137"/>
                  </a:lnTo>
                  <a:lnTo>
                    <a:pt x="313194" y="21348"/>
                  </a:lnTo>
                  <a:lnTo>
                    <a:pt x="311672" y="29567"/>
                  </a:lnTo>
                  <a:lnTo>
                    <a:pt x="307551" y="36368"/>
                  </a:lnTo>
                  <a:lnTo>
                    <a:pt x="301498" y="40999"/>
                  </a:lnTo>
                  <a:lnTo>
                    <a:pt x="294182" y="42710"/>
                  </a:lnTo>
                  <a:lnTo>
                    <a:pt x="19011" y="42710"/>
                  </a:lnTo>
                  <a:lnTo>
                    <a:pt x="11696" y="40999"/>
                  </a:lnTo>
                  <a:lnTo>
                    <a:pt x="5643" y="36368"/>
                  </a:lnTo>
                  <a:lnTo>
                    <a:pt x="1522" y="29567"/>
                  </a:lnTo>
                  <a:lnTo>
                    <a:pt x="0" y="21348"/>
                  </a:lnTo>
                  <a:lnTo>
                    <a:pt x="1522" y="12762"/>
                  </a:lnTo>
                  <a:lnTo>
                    <a:pt x="5643" y="6007"/>
                  </a:lnTo>
                  <a:lnTo>
                    <a:pt x="11696" y="1585"/>
                  </a:lnTo>
                  <a:lnTo>
                    <a:pt x="19011" y="0"/>
                  </a:lnTo>
                  <a:close/>
                </a:path>
              </a:pathLst>
            </a:custGeom>
            <a:noFill/>
            <a:ln w="12575" cap="flat" cmpd="sng">
              <a:solidFill>
                <a:srgbClr val="FCEC9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24" name="Google Shape;124;p1"/>
            <p:cNvPicPr preferRelativeResize="0"/>
            <p:nvPr/>
          </p:nvPicPr>
          <p:blipFill rotWithShape="1">
            <a:blip r:embed="rId16">
              <a:alphaModFix/>
            </a:blip>
            <a:srcRect/>
            <a:stretch/>
          </p:blipFill>
          <p:spPr>
            <a:xfrm>
              <a:off x="5725458" y="4614223"/>
              <a:ext cx="124307" cy="9143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5" name="Google Shape;125;p1"/>
            <p:cNvPicPr preferRelativeResize="0"/>
            <p:nvPr/>
          </p:nvPicPr>
          <p:blipFill rotWithShape="1">
            <a:blip r:embed="rId17">
              <a:alphaModFix/>
            </a:blip>
            <a:srcRect/>
            <a:stretch/>
          </p:blipFill>
          <p:spPr>
            <a:xfrm>
              <a:off x="5741252" y="4768069"/>
              <a:ext cx="92710" cy="9270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"/>
          <p:cNvSpPr txBox="1"/>
          <p:nvPr/>
        </p:nvSpPr>
        <p:spPr>
          <a:xfrm>
            <a:off x="1555695" y="6380960"/>
            <a:ext cx="1430622" cy="293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635" rIns="0" bIns="0" anchor="t" anchorCtr="0">
            <a:spAutoFit/>
          </a:bodyPr>
          <a:lstStyle/>
          <a:p>
            <a:pPr marL="11635"/>
            <a:r>
              <a:rPr lang="en-US" sz="916">
                <a:solidFill>
                  <a:srgbClr val="083942"/>
                </a:solidFill>
                <a:latin typeface="Twinkl Cursive Looped" panose="02000000000000000000" pitchFamily="2" charset="77"/>
                <a:ea typeface="Arial"/>
                <a:cs typeface="Arial"/>
                <a:sym typeface="Arial"/>
              </a:rPr>
              <a:t>Voice 21 | KS1 Oracy Framework</a:t>
            </a:r>
            <a:endParaRPr sz="916">
              <a:solidFill>
                <a:schemeClr val="dk1"/>
              </a:solidFill>
              <a:latin typeface="Twinkl Cursive Looped" panose="02000000000000000000" pitchFamily="2" charset="77"/>
              <a:ea typeface="Arial"/>
              <a:cs typeface="Arial"/>
              <a:sym typeface="Arial"/>
            </a:endParaRPr>
          </a:p>
        </p:txBody>
      </p:sp>
      <p:grpSp>
        <p:nvGrpSpPr>
          <p:cNvPr id="127" name="Google Shape;127;p1"/>
          <p:cNvGrpSpPr/>
          <p:nvPr/>
        </p:nvGrpSpPr>
        <p:grpSpPr>
          <a:xfrm>
            <a:off x="1798672" y="4088310"/>
            <a:ext cx="481723" cy="326966"/>
            <a:chOff x="723988" y="4813757"/>
            <a:chExt cx="525780" cy="356870"/>
          </a:xfrm>
        </p:grpSpPr>
        <p:sp>
          <p:nvSpPr>
            <p:cNvPr id="128" name="Google Shape;128;p1"/>
            <p:cNvSpPr/>
            <p:nvPr/>
          </p:nvSpPr>
          <p:spPr>
            <a:xfrm>
              <a:off x="723988" y="4813757"/>
              <a:ext cx="525780" cy="356870"/>
            </a:xfrm>
            <a:custGeom>
              <a:avLst/>
              <a:gdLst/>
              <a:ahLst/>
              <a:cxnLst/>
              <a:rect l="l" t="t" r="r" b="b"/>
              <a:pathLst>
                <a:path w="525780" h="356870" extrusionOk="0">
                  <a:moveTo>
                    <a:pt x="144183" y="94907"/>
                  </a:moveTo>
                  <a:lnTo>
                    <a:pt x="136601" y="75145"/>
                  </a:lnTo>
                  <a:lnTo>
                    <a:pt x="122301" y="59728"/>
                  </a:lnTo>
                  <a:lnTo>
                    <a:pt x="102603" y="50774"/>
                  </a:lnTo>
                  <a:lnTo>
                    <a:pt x="81026" y="50304"/>
                  </a:lnTo>
                  <a:lnTo>
                    <a:pt x="61633" y="58013"/>
                  </a:lnTo>
                  <a:lnTo>
                    <a:pt x="46482" y="72580"/>
                  </a:lnTo>
                  <a:lnTo>
                    <a:pt x="37693" y="92633"/>
                  </a:lnTo>
                  <a:lnTo>
                    <a:pt x="37223" y="114592"/>
                  </a:lnTo>
                  <a:lnTo>
                    <a:pt x="44805" y="134340"/>
                  </a:lnTo>
                  <a:lnTo>
                    <a:pt x="59105" y="149771"/>
                  </a:lnTo>
                  <a:lnTo>
                    <a:pt x="78803" y="158724"/>
                  </a:lnTo>
                  <a:lnTo>
                    <a:pt x="100368" y="159194"/>
                  </a:lnTo>
                  <a:lnTo>
                    <a:pt x="119773" y="151485"/>
                  </a:lnTo>
                  <a:lnTo>
                    <a:pt x="134912" y="136918"/>
                  </a:lnTo>
                  <a:lnTo>
                    <a:pt x="143713" y="116865"/>
                  </a:lnTo>
                  <a:lnTo>
                    <a:pt x="144183" y="94907"/>
                  </a:lnTo>
                  <a:close/>
                </a:path>
                <a:path w="525780" h="356870" extrusionOk="0">
                  <a:moveTo>
                    <a:pt x="228650" y="263169"/>
                  </a:moveTo>
                  <a:lnTo>
                    <a:pt x="227926" y="255460"/>
                  </a:lnTo>
                  <a:lnTo>
                    <a:pt x="224332" y="248551"/>
                  </a:lnTo>
                  <a:lnTo>
                    <a:pt x="218122" y="243344"/>
                  </a:lnTo>
                  <a:lnTo>
                    <a:pt x="206248" y="243205"/>
                  </a:lnTo>
                  <a:lnTo>
                    <a:pt x="188239" y="247751"/>
                  </a:lnTo>
                  <a:lnTo>
                    <a:pt x="168897" y="252158"/>
                  </a:lnTo>
                  <a:lnTo>
                    <a:pt x="153060" y="251663"/>
                  </a:lnTo>
                  <a:lnTo>
                    <a:pt x="149593" y="246265"/>
                  </a:lnTo>
                  <a:lnTo>
                    <a:pt x="145910" y="239090"/>
                  </a:lnTo>
                  <a:lnTo>
                    <a:pt x="132600" y="209854"/>
                  </a:lnTo>
                  <a:lnTo>
                    <a:pt x="125437" y="197281"/>
                  </a:lnTo>
                  <a:lnTo>
                    <a:pt x="74930" y="175006"/>
                  </a:lnTo>
                  <a:lnTo>
                    <a:pt x="45986" y="170078"/>
                  </a:lnTo>
                  <a:lnTo>
                    <a:pt x="35674" y="172008"/>
                  </a:lnTo>
                  <a:lnTo>
                    <a:pt x="6921" y="247408"/>
                  </a:lnTo>
                  <a:lnTo>
                    <a:pt x="1663" y="299415"/>
                  </a:lnTo>
                  <a:lnTo>
                    <a:pt x="0" y="346748"/>
                  </a:lnTo>
                  <a:lnTo>
                    <a:pt x="0" y="351459"/>
                  </a:lnTo>
                  <a:lnTo>
                    <a:pt x="3911" y="355434"/>
                  </a:lnTo>
                  <a:lnTo>
                    <a:pt x="99428" y="356514"/>
                  </a:lnTo>
                  <a:lnTo>
                    <a:pt x="103339" y="353263"/>
                  </a:lnTo>
                  <a:lnTo>
                    <a:pt x="103695" y="348919"/>
                  </a:lnTo>
                  <a:lnTo>
                    <a:pt x="114706" y="266128"/>
                  </a:lnTo>
                  <a:lnTo>
                    <a:pt x="144183" y="292519"/>
                  </a:lnTo>
                  <a:lnTo>
                    <a:pt x="148082" y="292874"/>
                  </a:lnTo>
                  <a:lnTo>
                    <a:pt x="151638" y="292874"/>
                  </a:lnTo>
                  <a:lnTo>
                    <a:pt x="176326" y="290855"/>
                  </a:lnTo>
                  <a:lnTo>
                    <a:pt x="199212" y="285648"/>
                  </a:lnTo>
                  <a:lnTo>
                    <a:pt x="216966" y="278536"/>
                  </a:lnTo>
                  <a:lnTo>
                    <a:pt x="226288" y="270827"/>
                  </a:lnTo>
                  <a:lnTo>
                    <a:pt x="228650" y="263169"/>
                  </a:lnTo>
                  <a:close/>
                </a:path>
                <a:path w="525780" h="356870" extrusionOk="0">
                  <a:moveTo>
                    <a:pt x="357339" y="29578"/>
                  </a:moveTo>
                  <a:lnTo>
                    <a:pt x="355015" y="18059"/>
                  </a:lnTo>
                  <a:lnTo>
                    <a:pt x="348691" y="8661"/>
                  </a:lnTo>
                  <a:lnTo>
                    <a:pt x="339293" y="2324"/>
                  </a:lnTo>
                  <a:lnTo>
                    <a:pt x="327774" y="0"/>
                  </a:lnTo>
                  <a:lnTo>
                    <a:pt x="199986" y="0"/>
                  </a:lnTo>
                  <a:lnTo>
                    <a:pt x="188480" y="2324"/>
                  </a:lnTo>
                  <a:lnTo>
                    <a:pt x="179082" y="8661"/>
                  </a:lnTo>
                  <a:lnTo>
                    <a:pt x="172745" y="18059"/>
                  </a:lnTo>
                  <a:lnTo>
                    <a:pt x="170421" y="29578"/>
                  </a:lnTo>
                  <a:lnTo>
                    <a:pt x="170421" y="117856"/>
                  </a:lnTo>
                  <a:lnTo>
                    <a:pt x="172745" y="129362"/>
                  </a:lnTo>
                  <a:lnTo>
                    <a:pt x="179082" y="138760"/>
                  </a:lnTo>
                  <a:lnTo>
                    <a:pt x="188480" y="145097"/>
                  </a:lnTo>
                  <a:lnTo>
                    <a:pt x="199986" y="147421"/>
                  </a:lnTo>
                  <a:lnTo>
                    <a:pt x="201980" y="147421"/>
                  </a:lnTo>
                  <a:lnTo>
                    <a:pt x="201904" y="184035"/>
                  </a:lnTo>
                  <a:lnTo>
                    <a:pt x="207238" y="186753"/>
                  </a:lnTo>
                  <a:lnTo>
                    <a:pt x="258470" y="149377"/>
                  </a:lnTo>
                  <a:lnTo>
                    <a:pt x="264452" y="147421"/>
                  </a:lnTo>
                  <a:lnTo>
                    <a:pt x="327774" y="147421"/>
                  </a:lnTo>
                  <a:lnTo>
                    <a:pt x="339293" y="145097"/>
                  </a:lnTo>
                  <a:lnTo>
                    <a:pt x="348691" y="138760"/>
                  </a:lnTo>
                  <a:lnTo>
                    <a:pt x="355015" y="129362"/>
                  </a:lnTo>
                  <a:lnTo>
                    <a:pt x="357339" y="117856"/>
                  </a:lnTo>
                  <a:lnTo>
                    <a:pt x="357339" y="29578"/>
                  </a:lnTo>
                  <a:close/>
                </a:path>
                <a:path w="525780" h="356870" extrusionOk="0">
                  <a:moveTo>
                    <a:pt x="487972" y="114592"/>
                  </a:moveTo>
                  <a:lnTo>
                    <a:pt x="487502" y="92633"/>
                  </a:lnTo>
                  <a:lnTo>
                    <a:pt x="478701" y="72580"/>
                  </a:lnTo>
                  <a:lnTo>
                    <a:pt x="463562" y="58013"/>
                  </a:lnTo>
                  <a:lnTo>
                    <a:pt x="444157" y="50304"/>
                  </a:lnTo>
                  <a:lnTo>
                    <a:pt x="422592" y="50774"/>
                  </a:lnTo>
                  <a:lnTo>
                    <a:pt x="402894" y="59728"/>
                  </a:lnTo>
                  <a:lnTo>
                    <a:pt x="388594" y="75145"/>
                  </a:lnTo>
                  <a:lnTo>
                    <a:pt x="381012" y="94907"/>
                  </a:lnTo>
                  <a:lnTo>
                    <a:pt x="381482" y="116865"/>
                  </a:lnTo>
                  <a:lnTo>
                    <a:pt x="390271" y="136918"/>
                  </a:lnTo>
                  <a:lnTo>
                    <a:pt x="405422" y="151485"/>
                  </a:lnTo>
                  <a:lnTo>
                    <a:pt x="424815" y="159194"/>
                  </a:lnTo>
                  <a:lnTo>
                    <a:pt x="446392" y="158724"/>
                  </a:lnTo>
                  <a:lnTo>
                    <a:pt x="466090" y="149771"/>
                  </a:lnTo>
                  <a:lnTo>
                    <a:pt x="480390" y="134340"/>
                  </a:lnTo>
                  <a:lnTo>
                    <a:pt x="487972" y="114592"/>
                  </a:lnTo>
                  <a:close/>
                </a:path>
                <a:path w="525780" h="356870" extrusionOk="0">
                  <a:moveTo>
                    <a:pt x="525195" y="346748"/>
                  </a:moveTo>
                  <a:lnTo>
                    <a:pt x="523532" y="299415"/>
                  </a:lnTo>
                  <a:lnTo>
                    <a:pt x="518274" y="247408"/>
                  </a:lnTo>
                  <a:lnTo>
                    <a:pt x="509816" y="202857"/>
                  </a:lnTo>
                  <a:lnTo>
                    <a:pt x="479209" y="170078"/>
                  </a:lnTo>
                  <a:lnTo>
                    <a:pt x="466496" y="171335"/>
                  </a:lnTo>
                  <a:lnTo>
                    <a:pt x="418655" y="182956"/>
                  </a:lnTo>
                  <a:lnTo>
                    <a:pt x="379285" y="239090"/>
                  </a:lnTo>
                  <a:lnTo>
                    <a:pt x="375602" y="246253"/>
                  </a:lnTo>
                  <a:lnTo>
                    <a:pt x="372135" y="251650"/>
                  </a:lnTo>
                  <a:lnTo>
                    <a:pt x="366179" y="247167"/>
                  </a:lnTo>
                  <a:lnTo>
                    <a:pt x="359041" y="239356"/>
                  </a:lnTo>
                  <a:lnTo>
                    <a:pt x="351713" y="229387"/>
                  </a:lnTo>
                  <a:lnTo>
                    <a:pt x="345147" y="218389"/>
                  </a:lnTo>
                  <a:lnTo>
                    <a:pt x="340182" y="212204"/>
                  </a:lnTo>
                  <a:lnTo>
                    <a:pt x="333387" y="208534"/>
                  </a:lnTo>
                  <a:lnTo>
                    <a:pt x="325729" y="207708"/>
                  </a:lnTo>
                  <a:lnTo>
                    <a:pt x="318160" y="210070"/>
                  </a:lnTo>
                  <a:lnTo>
                    <a:pt x="311937" y="215277"/>
                  </a:lnTo>
                  <a:lnTo>
                    <a:pt x="308356" y="222186"/>
                  </a:lnTo>
                  <a:lnTo>
                    <a:pt x="307619" y="229908"/>
                  </a:lnTo>
                  <a:lnTo>
                    <a:pt x="309994" y="237553"/>
                  </a:lnTo>
                  <a:lnTo>
                    <a:pt x="317576" y="250469"/>
                  </a:lnTo>
                  <a:lnTo>
                    <a:pt x="331520" y="269011"/>
                  </a:lnTo>
                  <a:lnTo>
                    <a:pt x="350596" y="285661"/>
                  </a:lnTo>
                  <a:lnTo>
                    <a:pt x="373557" y="292874"/>
                  </a:lnTo>
                  <a:lnTo>
                    <a:pt x="377113" y="292874"/>
                  </a:lnTo>
                  <a:lnTo>
                    <a:pt x="410489" y="266115"/>
                  </a:lnTo>
                  <a:lnTo>
                    <a:pt x="421500" y="348919"/>
                  </a:lnTo>
                  <a:lnTo>
                    <a:pt x="421855" y="353250"/>
                  </a:lnTo>
                  <a:lnTo>
                    <a:pt x="425754" y="356514"/>
                  </a:lnTo>
                  <a:lnTo>
                    <a:pt x="521284" y="355422"/>
                  </a:lnTo>
                  <a:lnTo>
                    <a:pt x="525195" y="351447"/>
                  </a:lnTo>
                  <a:lnTo>
                    <a:pt x="525195" y="346748"/>
                  </a:lnTo>
                  <a:close/>
                </a:path>
              </a:pathLst>
            </a:custGeom>
            <a:solidFill>
              <a:srgbClr val="FFBE66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" name="Google Shape;129;p1"/>
            <p:cNvSpPr/>
            <p:nvPr/>
          </p:nvSpPr>
          <p:spPr>
            <a:xfrm>
              <a:off x="934593" y="4855781"/>
              <a:ext cx="106680" cy="62230"/>
            </a:xfrm>
            <a:custGeom>
              <a:avLst/>
              <a:gdLst/>
              <a:ahLst/>
              <a:cxnLst/>
              <a:rect l="l" t="t" r="r" b="b"/>
              <a:pathLst>
                <a:path w="106680" h="62229" extrusionOk="0">
                  <a:moveTo>
                    <a:pt x="106565" y="44475"/>
                  </a:moveTo>
                  <a:lnTo>
                    <a:pt x="101511" y="39331"/>
                  </a:lnTo>
                  <a:lnTo>
                    <a:pt x="11023" y="39331"/>
                  </a:lnTo>
                  <a:lnTo>
                    <a:pt x="5054" y="39331"/>
                  </a:lnTo>
                  <a:lnTo>
                    <a:pt x="0" y="44005"/>
                  </a:lnTo>
                  <a:lnTo>
                    <a:pt x="0" y="56642"/>
                  </a:lnTo>
                  <a:lnTo>
                    <a:pt x="5054" y="61785"/>
                  </a:lnTo>
                  <a:lnTo>
                    <a:pt x="101511" y="61785"/>
                  </a:lnTo>
                  <a:lnTo>
                    <a:pt x="106565" y="56642"/>
                  </a:lnTo>
                  <a:lnTo>
                    <a:pt x="106565" y="44475"/>
                  </a:lnTo>
                  <a:close/>
                </a:path>
                <a:path w="106680" h="62229" extrusionOk="0">
                  <a:moveTo>
                    <a:pt x="106565" y="5143"/>
                  </a:moveTo>
                  <a:lnTo>
                    <a:pt x="101511" y="0"/>
                  </a:lnTo>
                  <a:lnTo>
                    <a:pt x="11023" y="0"/>
                  </a:lnTo>
                  <a:lnTo>
                    <a:pt x="5054" y="0"/>
                  </a:lnTo>
                  <a:lnTo>
                    <a:pt x="0" y="5143"/>
                  </a:lnTo>
                  <a:lnTo>
                    <a:pt x="0" y="17310"/>
                  </a:lnTo>
                  <a:lnTo>
                    <a:pt x="5054" y="22453"/>
                  </a:lnTo>
                  <a:lnTo>
                    <a:pt x="101511" y="22453"/>
                  </a:lnTo>
                  <a:lnTo>
                    <a:pt x="106565" y="17310"/>
                  </a:lnTo>
                  <a:lnTo>
                    <a:pt x="106565" y="5143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6E55C2D-951F-EEDF-FCF9-A8AD9210A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63">
            <a:extLst>
              <a:ext uri="{FF2B5EF4-FFF2-40B4-BE49-F238E27FC236}">
                <a16:creationId xmlns:a16="http://schemas.microsoft.com/office/drawing/2014/main" id="{6E53BD8C-C4D8-F91F-E58A-FFFD724DC789}"/>
              </a:ext>
            </a:extLst>
          </p:cNvPr>
          <p:cNvSpPr txBox="1"/>
          <p:nvPr/>
        </p:nvSpPr>
        <p:spPr>
          <a:xfrm>
            <a:off x="4394476" y="206047"/>
            <a:ext cx="3403047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latin typeface="Twinkl Cursive Looped" panose="02000000000000000000" pitchFamily="2" charset="77"/>
              </a:rPr>
              <a:t>Sentence Stems for Talk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1D83AD4-A75B-4FB0-6AC9-94377FE44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2900" y="74930"/>
            <a:ext cx="1592580" cy="723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E4EFE63F-72D4-B19E-E895-452B03E15F1E}"/>
              </a:ext>
            </a:extLst>
          </p:cNvPr>
          <p:cNvSpPr txBox="1"/>
          <p:nvPr/>
        </p:nvSpPr>
        <p:spPr>
          <a:xfrm flipH="1">
            <a:off x="211370" y="206047"/>
            <a:ext cx="2100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solidFill>
                  <a:srgbClr val="5183BE"/>
                </a:solidFill>
                <a:latin typeface="Twinkl Cursive Looped" panose="02000000000000000000" pitchFamily="2" charset="77"/>
              </a:rPr>
              <a:t>LKS2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205B553-BFA6-E77A-A4D4-AF72EB9AFBDC}"/>
              </a:ext>
            </a:extLst>
          </p:cNvPr>
          <p:cNvGrpSpPr/>
          <p:nvPr/>
        </p:nvGrpSpPr>
        <p:grpSpPr>
          <a:xfrm>
            <a:off x="7208322" y="1828465"/>
            <a:ext cx="4887157" cy="3835253"/>
            <a:chOff x="165653" y="982869"/>
            <a:chExt cx="3314147" cy="3835253"/>
          </a:xfrm>
        </p:grpSpPr>
        <p:sp>
          <p:nvSpPr>
            <p:cNvPr id="68" name="Rectangle: Rounded Corners 3">
              <a:extLst>
                <a:ext uri="{FF2B5EF4-FFF2-40B4-BE49-F238E27FC236}">
                  <a16:creationId xmlns:a16="http://schemas.microsoft.com/office/drawing/2014/main" id="{5D6CD1AD-78B3-4B82-86CE-9ADE575C4B31}"/>
                </a:ext>
              </a:extLst>
            </p:cNvPr>
            <p:cNvSpPr/>
            <p:nvPr/>
          </p:nvSpPr>
          <p:spPr>
            <a:xfrm>
              <a:off x="165653" y="982869"/>
              <a:ext cx="3072848" cy="3716131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winkl Cursive Looped" panose="02000000000000000000" pitchFamily="2" charset="77"/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70243F74-FB35-A154-DD3D-B4B78F03E875}"/>
                </a:ext>
              </a:extLst>
            </p:cNvPr>
            <p:cNvSpPr txBox="1"/>
            <p:nvPr/>
          </p:nvSpPr>
          <p:spPr>
            <a:xfrm>
              <a:off x="253976" y="1224413"/>
              <a:ext cx="2717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u="sng"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Talking To Argue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A5BFB54-62F2-604A-1A0F-91C8A669B919}"/>
                </a:ext>
              </a:extLst>
            </p:cNvPr>
            <p:cNvSpPr txBox="1"/>
            <p:nvPr/>
          </p:nvSpPr>
          <p:spPr>
            <a:xfrm>
              <a:off x="406400" y="1955800"/>
              <a:ext cx="3073400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An argument for is…</a:t>
              </a:r>
            </a:p>
            <a:p>
              <a:pPr>
                <a:lnSpc>
                  <a:spcPct val="150000"/>
                </a:lnSpc>
              </a:pPr>
              <a:r>
                <a:rPr lang="en-GB"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An argument against is… </a:t>
              </a:r>
            </a:p>
            <a:p>
              <a:pPr>
                <a:lnSpc>
                  <a:spcPct val="150000"/>
                </a:lnSpc>
              </a:pPr>
              <a:r>
                <a:rPr lang="en-GB"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In my opinion…</a:t>
              </a:r>
            </a:p>
            <a:p>
              <a:pPr>
                <a:lnSpc>
                  <a:spcPct val="150000"/>
                </a:lnSpc>
              </a:pPr>
              <a:r>
                <a:rPr lang="en-GB"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understand…however…</a:t>
              </a:r>
            </a:p>
            <a:p>
              <a:pPr>
                <a:lnSpc>
                  <a:spcPct val="150000"/>
                </a:lnSpc>
              </a:pPr>
              <a:r>
                <a:rPr lang="en-GB"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Have you considered…</a:t>
              </a:r>
            </a:p>
            <a:p>
              <a:pPr>
                <a:lnSpc>
                  <a:spcPct val="150000"/>
                </a:lnSpc>
              </a:pPr>
              <a:r>
                <a:rPr lang="en-GB"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Have you thought about… </a:t>
              </a:r>
              <a:endParaRPr lang="en-GB">
                <a:latin typeface="Twinkl Cursive Looped" panose="02000000000000000000" pitchFamily="2" charset="77"/>
              </a:endParaRPr>
            </a:p>
            <a:p>
              <a:endParaRPr lang="en-GB">
                <a:latin typeface="Twinkl Cursive Looped" panose="02000000000000000000" pitchFamily="2" charset="77"/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3382492-1FAF-84CB-10D1-E757A5C88D7C}"/>
              </a:ext>
            </a:extLst>
          </p:cNvPr>
          <p:cNvGrpSpPr/>
          <p:nvPr/>
        </p:nvGrpSpPr>
        <p:grpSpPr>
          <a:xfrm>
            <a:off x="612451" y="820527"/>
            <a:ext cx="5011528" cy="2814431"/>
            <a:chOff x="3534106" y="798830"/>
            <a:chExt cx="5011528" cy="2814431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D1AB2584-2524-6B32-2D7F-70B7A4ECCDA4}"/>
                </a:ext>
              </a:extLst>
            </p:cNvPr>
            <p:cNvGrpSpPr/>
            <p:nvPr/>
          </p:nvGrpSpPr>
          <p:grpSpPr>
            <a:xfrm>
              <a:off x="3534106" y="798830"/>
              <a:ext cx="5011528" cy="2814431"/>
              <a:chOff x="3479248" y="982869"/>
              <a:chExt cx="5011528" cy="2814431"/>
            </a:xfrm>
          </p:grpSpPr>
          <p:sp>
            <p:nvSpPr>
              <p:cNvPr id="74" name="Rectangle: Rounded Corners 6">
                <a:extLst>
                  <a:ext uri="{FF2B5EF4-FFF2-40B4-BE49-F238E27FC236}">
                    <a16:creationId xmlns:a16="http://schemas.microsoft.com/office/drawing/2014/main" id="{318C018C-E55A-8CCF-403A-846B6B1745A6}"/>
                  </a:ext>
                </a:extLst>
              </p:cNvPr>
              <p:cNvSpPr/>
              <p:nvPr/>
            </p:nvSpPr>
            <p:spPr>
              <a:xfrm>
                <a:off x="3479248" y="982869"/>
                <a:ext cx="5011528" cy="2814431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winkl Cursive Looped" panose="02000000000000000000" pitchFamily="2" charset="77"/>
                </a:endParaRP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E350C4A-B673-7F67-082F-8FC566A5C782}"/>
                  </a:ext>
                </a:extLst>
              </p:cNvPr>
              <p:cNvSpPr txBox="1"/>
              <p:nvPr/>
            </p:nvSpPr>
            <p:spPr>
              <a:xfrm>
                <a:off x="3680375" y="1604668"/>
                <a:ext cx="4701760" cy="2132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>
                    <a:latin typeface="Twinkl Cursive Looped" panose="02000000000000000000" pitchFamily="2" charset="77"/>
                    <a:ea typeface="Sassoon Infant Rg" panose="02000503030000020003" pitchFamily="2" charset="0"/>
                  </a:rPr>
                  <a:t>It appears…because…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>
                    <a:latin typeface="Twinkl Cursive Looped" panose="02000000000000000000" pitchFamily="2" charset="77"/>
                    <a:ea typeface="Sassoon Infant Rg" panose="02000503030000020003" pitchFamily="2" charset="0"/>
                  </a:rPr>
                  <a:t>It seems to be…due to…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>
                    <a:latin typeface="Twinkl Cursive Looped" panose="02000000000000000000" pitchFamily="2" charset="77"/>
                    <a:ea typeface="Sassoon Infant Rg" panose="02000503030000020003" pitchFamily="2" charset="0"/>
                  </a:rPr>
                  <a:t>It reminds me…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>
                    <a:latin typeface="Twinkl Cursive Looped" panose="02000000000000000000" pitchFamily="2" charset="77"/>
                    <a:ea typeface="Sassoon Infant Rg" panose="02000503030000020003" pitchFamily="2" charset="0"/>
                  </a:rPr>
                  <a:t>To conclude… / In conclusion… / To sum up…</a:t>
                </a:r>
              </a:p>
            </p:txBody>
          </p: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1B009AD-4EAB-5A1E-B18E-58AD2E51DD2D}"/>
                </a:ext>
              </a:extLst>
            </p:cNvPr>
            <p:cNvSpPr txBox="1"/>
            <p:nvPr/>
          </p:nvSpPr>
          <p:spPr>
            <a:xfrm>
              <a:off x="4625560" y="887226"/>
              <a:ext cx="27178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u="sng"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Talking To Inform</a:t>
              </a:r>
            </a:p>
            <a:p>
              <a:pPr algn="ctr"/>
              <a:r>
                <a:rPr lang="en-GB"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(retelling and description)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8780719-6643-F229-CF71-A6677A8099B8}"/>
              </a:ext>
            </a:extLst>
          </p:cNvPr>
          <p:cNvGrpSpPr/>
          <p:nvPr/>
        </p:nvGrpSpPr>
        <p:grpSpPr>
          <a:xfrm>
            <a:off x="503948" y="3895403"/>
            <a:ext cx="5968104" cy="2756550"/>
            <a:chOff x="3478696" y="3895403"/>
            <a:chExt cx="5228533" cy="2756550"/>
          </a:xfrm>
        </p:grpSpPr>
        <p:sp>
          <p:nvSpPr>
            <p:cNvPr id="77" name="Rectangle: Rounded Corners 7">
              <a:extLst>
                <a:ext uri="{FF2B5EF4-FFF2-40B4-BE49-F238E27FC236}">
                  <a16:creationId xmlns:a16="http://schemas.microsoft.com/office/drawing/2014/main" id="{44C5209D-1172-4191-3564-C0B31854A9FD}"/>
                </a:ext>
              </a:extLst>
            </p:cNvPr>
            <p:cNvSpPr/>
            <p:nvPr/>
          </p:nvSpPr>
          <p:spPr>
            <a:xfrm>
              <a:off x="3478696" y="3895403"/>
              <a:ext cx="5228533" cy="2756550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winkl Cursive Looped" panose="02000000000000000000" pitchFamily="2" charset="77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35A2B245-055A-6DAF-2BA4-87B279CA33EB}"/>
                </a:ext>
              </a:extLst>
            </p:cNvPr>
            <p:cNvSpPr txBox="1"/>
            <p:nvPr/>
          </p:nvSpPr>
          <p:spPr>
            <a:xfrm>
              <a:off x="4625560" y="3936426"/>
              <a:ext cx="30706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u="sng"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Talking To Explain</a:t>
              </a:r>
            </a:p>
            <a:p>
              <a:pPr algn="ctr"/>
              <a:r>
                <a:rPr lang="en-GB"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(Instruction and explanation)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051DFC7-1EF6-A35C-0C4B-69DA74D416FA}"/>
                </a:ext>
              </a:extLst>
            </p:cNvPr>
            <p:cNvSpPr txBox="1"/>
            <p:nvPr/>
          </p:nvSpPr>
          <p:spPr>
            <a:xfrm>
              <a:off x="3729138" y="4348074"/>
              <a:ext cx="4346991" cy="2135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Then, as a result of…</a:t>
              </a:r>
            </a:p>
            <a:p>
              <a:pPr>
                <a:lnSpc>
                  <a:spcPct val="150000"/>
                </a:lnSpc>
              </a:pPr>
              <a:r>
                <a:rPr lang="en-GB"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In contrast to…</a:t>
              </a:r>
            </a:p>
            <a:p>
              <a:pPr>
                <a:lnSpc>
                  <a:spcPct val="150000"/>
                </a:lnSpc>
              </a:pPr>
              <a:r>
                <a:rPr lang="en-GB"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…was successful / unsuccessful because…</a:t>
              </a:r>
            </a:p>
            <a:p>
              <a:pPr>
                <a:lnSpc>
                  <a:spcPct val="150000"/>
                </a:lnSpc>
              </a:pPr>
              <a:r>
                <a:rPr lang="en-GB"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Maybe it is due to…</a:t>
              </a:r>
            </a:p>
            <a:p>
              <a:pPr>
                <a:lnSpc>
                  <a:spcPct val="150000"/>
                </a:lnSpc>
              </a:pPr>
              <a:r>
                <a:rPr lang="en-GB"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Next time I would… as I think…</a:t>
              </a:r>
            </a:p>
          </p:txBody>
        </p:sp>
      </p:grpSp>
      <p:pic>
        <p:nvPicPr>
          <p:cNvPr id="80" name="Picture 2" descr="Discuss Icons - Download Free Vector Icons | Noun Project">
            <a:extLst>
              <a:ext uri="{FF2B5EF4-FFF2-40B4-BE49-F238E27FC236}">
                <a16:creationId xmlns:a16="http://schemas.microsoft.com/office/drawing/2014/main" id="{63E18017-BDE5-EE6E-DD70-C13A3B85E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3744" y="74930"/>
            <a:ext cx="1032909" cy="873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1BA32BD0-20F4-9546-89E8-B050DF33D5D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120"/>
          <a:stretch>
            <a:fillRect/>
          </a:stretch>
        </p:blipFill>
        <p:spPr>
          <a:xfrm>
            <a:off x="4712158" y="4658842"/>
            <a:ext cx="1606360" cy="1379541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BD78620A-8EE0-CB29-DF62-85947287A2B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2931"/>
          <a:stretch>
            <a:fillRect/>
          </a:stretch>
        </p:blipFill>
        <p:spPr>
          <a:xfrm>
            <a:off x="10075462" y="3686530"/>
            <a:ext cx="1625881" cy="1253041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BAA479C7-A5D6-48AE-82C5-962B22987AC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5181"/>
          <a:stretch>
            <a:fillRect/>
          </a:stretch>
        </p:blipFill>
        <p:spPr>
          <a:xfrm>
            <a:off x="10275557" y="2390748"/>
            <a:ext cx="1425786" cy="1209346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018519FF-5AA3-50BE-7772-6BC8CD5CFAF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16755"/>
          <a:stretch>
            <a:fillRect/>
          </a:stretch>
        </p:blipFill>
        <p:spPr>
          <a:xfrm>
            <a:off x="4350414" y="1301155"/>
            <a:ext cx="1236215" cy="1029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2695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921771-B822-DE9B-250B-68C4981083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 err="1"/>
              <a:t>Iyhpiyku</a:t>
            </a:r>
            <a:r>
              <a:rPr lang="en-GB" dirty="0"/>
              <a:t>`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249D65B-E981-7671-0181-DA1EA20881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 err="1"/>
              <a:t>iyliuyliu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88ECEC5-7795-802C-CCC0-BD2333C17A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43834D-D788-A9AC-77FC-6CD7CEACB3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A81B83D-A506-B14C-4F7B-4C60732B5F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 err="1"/>
              <a:t>Nj.jlkj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34D4E18-B7DB-BCD0-6EA8-E7530C39F6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123B684-9BF7-7B2F-22E6-32C2A7510E7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1846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A64E0-0ED6-F208-F723-46B8345C2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Are England and Brazil different?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8B3466-067C-3FCD-C3B1-7F181CDBAF6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1293" y="5761822"/>
            <a:ext cx="3893119" cy="1066100"/>
          </a:xfrm>
        </p:spPr>
        <p:txBody>
          <a:bodyPr/>
          <a:lstStyle/>
          <a:p>
            <a:r>
              <a:rPr lang="en-GB" dirty="0"/>
              <a:t>Year 4 Maple</a:t>
            </a:r>
          </a:p>
          <a:p>
            <a:r>
              <a:rPr lang="en-GB" dirty="0"/>
              <a:t>Tuesday 23 June 2026</a:t>
            </a:r>
          </a:p>
        </p:txBody>
      </p:sp>
    </p:spTree>
    <p:extLst>
      <p:ext uri="{BB962C8B-B14F-4D97-AF65-F5344CB8AC3E}">
        <p14:creationId xmlns:p14="http://schemas.microsoft.com/office/powerpoint/2010/main" val="2695554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4431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D9FA7-D464-DB16-F9D9-1A8F22C9C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CDA825-4A9F-8790-0FB2-64DF3A55F95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084699" y="4308522"/>
            <a:ext cx="2311677" cy="23116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5F9710-C058-4AAB-0AE9-43EB97DCFAE3}"/>
              </a:ext>
            </a:extLst>
          </p:cNvPr>
          <p:cNvSpPr txBox="1"/>
          <p:nvPr/>
        </p:nvSpPr>
        <p:spPr>
          <a:xfrm>
            <a:off x="3538549" y="4725580"/>
            <a:ext cx="1396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winkl Cursive Looped" panose="02000000000000000000" pitchFamily="2" charset="77"/>
              </a:rPr>
              <a:t>Lesson 2: Brazil physical geography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2B39C3-B7BA-66B4-CB70-85C5337903F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rgbClr val="FFC000"/>
              <a:prstClr val="white"/>
            </a:duotone>
          </a:blip>
          <a:stretch>
            <a:fillRect/>
          </a:stretch>
        </p:blipFill>
        <p:spPr>
          <a:xfrm>
            <a:off x="1234800" y="4308522"/>
            <a:ext cx="2317967" cy="23179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7996542-736F-868F-AFBC-EC2927048E44}"/>
              </a:ext>
            </a:extLst>
          </p:cNvPr>
          <p:cNvSpPr txBox="1"/>
          <p:nvPr/>
        </p:nvSpPr>
        <p:spPr>
          <a:xfrm>
            <a:off x="1786266" y="4777132"/>
            <a:ext cx="12984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winkl Cursive Looped" panose="02000000000000000000" pitchFamily="2" charset="77"/>
              </a:rPr>
              <a:t>Lesson 1 → TODAY: Locating Brazil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7B2614B-06E3-135C-6D45-607F4667111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957200" y="4302232"/>
            <a:ext cx="2311677" cy="231167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A650DA9-3C46-2B1D-CC52-2A2D75718E1F}"/>
              </a:ext>
            </a:extLst>
          </p:cNvPr>
          <p:cNvSpPr txBox="1"/>
          <p:nvPr/>
        </p:nvSpPr>
        <p:spPr>
          <a:xfrm>
            <a:off x="5411050" y="4719290"/>
            <a:ext cx="1396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winkl Cursive Looped" panose="02000000000000000000" pitchFamily="2" charset="77"/>
              </a:rPr>
              <a:t>Lesson 3: England comparison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7784B6A-717C-6318-5D17-C7E4CFC4193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821774" y="4302232"/>
            <a:ext cx="2311677" cy="231167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87B0251-6BB0-1D08-6C63-D6A67076886F}"/>
              </a:ext>
            </a:extLst>
          </p:cNvPr>
          <p:cNvSpPr txBox="1"/>
          <p:nvPr/>
        </p:nvSpPr>
        <p:spPr>
          <a:xfrm>
            <a:off x="7275624" y="4719290"/>
            <a:ext cx="1396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winkl Cursive Looped" panose="02000000000000000000" pitchFamily="2" charset="77"/>
              </a:rPr>
              <a:t>Coming up: Human geography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2C10349-D842-12E8-C3D3-D68FB0137A6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077952" y="2459165"/>
            <a:ext cx="2311677" cy="231167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FCB0377-6D62-9F03-9E66-6B6B2C8A4209}"/>
              </a:ext>
            </a:extLst>
          </p:cNvPr>
          <p:cNvSpPr txBox="1"/>
          <p:nvPr/>
        </p:nvSpPr>
        <p:spPr>
          <a:xfrm>
            <a:off x="3531802" y="2876223"/>
            <a:ext cx="1396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winkl Cursive Looped" panose="02000000000000000000" pitchFamily="2" charset="77"/>
              </a:rPr>
              <a:t>Coming up: Culture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00F10C3-A213-7AD6-ADFC-B6E04EFDF5B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950453" y="2459165"/>
            <a:ext cx="2311677" cy="231167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9B2ACFC-574F-E2EA-1287-383E50438186}"/>
              </a:ext>
            </a:extLst>
          </p:cNvPr>
          <p:cNvSpPr txBox="1"/>
          <p:nvPr/>
        </p:nvSpPr>
        <p:spPr>
          <a:xfrm>
            <a:off x="5404303" y="2876223"/>
            <a:ext cx="139605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winkl Cursive Looped" panose="02000000000000000000" pitchFamily="2" charset="77"/>
              </a:rPr>
              <a:t>Coming up:</a:t>
            </a:r>
            <a:r>
              <a:rPr lang="en-US" sz="1400" dirty="0">
                <a:latin typeface="Twinkl Cursive Looped" panose="02000000000000000000" pitchFamily="2" charset="77"/>
              </a:rPr>
              <a:t>Environment</a:t>
            </a:r>
            <a:endParaRPr lang="en-US" dirty="0">
              <a:latin typeface="Twinkl Cursive Looped" panose="02000000000000000000" pitchFamily="2" charset="77"/>
            </a:endParaRPr>
          </a:p>
        </p:txBody>
      </p:sp>
      <p:pic>
        <p:nvPicPr>
          <p:cNvPr id="27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040889C-1C9E-285A-C962-166D70576A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787348"/>
      </p:ext>
    </p:extLst>
  </p:cSld>
  <p:clrMapOvr>
    <a:masterClrMapping/>
  </p:clrMapOvr>
  <p:timing xmlns:p="http://schemas.openxmlformats.org/presentationml/2006/main">
    <p:tnLst>
      <p:par>
        <p:cTn id="2037" dur="indefinite" restart="never" nodeType="tmRoot">
          <p:childTnLst>
            <p:seq concurrent="1" nextAc="seek">
              <p:cTn id="2038" dur="indefinite" nodeType="mainSeq">
                <p:childTnLst>
                  <p:par>
                    <p:cTn id="2005" fill="hold">
                      <p:stCondLst>
                        <p:cond delay="indefinite"/>
                      </p:stCondLst>
                      <p:childTnLst>
                        <p:par>
                          <p:cTn id="2006" fill="hold">
                            <p:stCondLst>
                              <p:cond delay="0"/>
                            </p:stCondLst>
                            <p:childTnLst>
                              <p:par>
                                <p:cTn id="20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1" fill="hold">
                      <p:stCondLst>
                        <p:cond delay="indefinite"/>
                      </p:stCondLst>
                      <p:childTnLst>
                        <p:par>
                          <p:cTn id="2012" fill="hold">
                            <p:stCondLst>
                              <p:cond delay="0"/>
                            </p:stCondLst>
                            <p:childTnLst>
                              <p:par>
                                <p:cTn id="200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7" fill="hold">
                      <p:stCondLst>
                        <p:cond delay="indefinite"/>
                      </p:stCondLst>
                      <p:childTnLst>
                        <p:par>
                          <p:cTn id="2018" fill="hold">
                            <p:stCondLst>
                              <p:cond delay="0"/>
                            </p:stCondLst>
                            <p:childTnLst>
                              <p:par>
                                <p:cTn id="20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23" fill="hold">
                      <p:stCondLst>
                        <p:cond delay="indefinite"/>
                      </p:stCondLst>
                      <p:childTnLst>
                        <p:par>
                          <p:cTn id="2024" fill="hold">
                            <p:stCondLst>
                              <p:cond delay="0"/>
                            </p:stCondLst>
                            <p:childTnLst>
                              <p:par>
                                <p:cTn id="20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29" fill="hold">
                      <p:stCondLst>
                        <p:cond delay="indefinite"/>
                      </p:stCondLst>
                      <p:childTnLst>
                        <p:par>
                          <p:cTn id="2030" fill="hold">
                            <p:stCondLst>
                              <p:cond delay="0"/>
                            </p:stCondLst>
                            <p:childTnLst>
                              <p:par>
                                <p:cTn id="20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5" fill="hold">
                      <p:stCondLst>
                        <p:cond delay="indefinite"/>
                      </p:stCondLst>
                      <p:childTnLst>
                        <p:par>
                          <p:cTn id="2036" fill="hold">
                            <p:stCondLst>
                              <p:cond delay="0"/>
                            </p:stCondLst>
                            <p:childTnLst>
                              <p:par>
                                <p:cTn id="20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Engage your prior knowledge</a:t>
            </a:r>
          </a:p>
        </p:txBody>
      </p:sp>
      <p:sp>
        <p:nvSpPr>
          <p:cNvPr id="208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000" dirty="0"/>
              <a:t>Our Key Question is: Are England and Brazil different?</a:t>
            </a:r>
          </a:p>
          <a:p>
            <a:endParaRPr lang="en-GB" dirty="0"/>
          </a:p>
          <a:p>
            <a:r>
              <a:rPr lang="en-GB" sz="2000" dirty="0"/>
              <a:t>What prior learning do you think you will be able to bring to this enquiry?</a:t>
            </a:r>
          </a:p>
          <a:p>
            <a:endParaRPr lang="en-GB" dirty="0"/>
          </a:p>
          <a:p>
            <a:r>
              <a:rPr lang="en-GB" sz="2000" dirty="0"/>
              <a:t>What do you think we will be learning about?</a:t>
            </a:r>
          </a:p>
          <a:p>
            <a:endParaRPr lang="en-GB" dirty="0"/>
          </a:p>
          <a:p>
            <a:r>
              <a:rPr lang="en-GB" sz="2000" dirty="0"/>
              <a:t>What questions do you have that we might answer as part of this enquiry?</a:t>
            </a:r>
          </a:p>
        </p:txBody>
      </p:sp>
    </p:spTree>
  </p:cSld>
  <p:clrMapOvr>
    <a:masterClrMapping/>
  </p:clrMapOvr>
  <p:timing xmlns:p="http://schemas.openxmlformats.org/presentationml/2006/main">
    <p:tnLst>
      <p:par>
        <p:cTn id="1061" dur="indefinite" restart="never" nodeType="tmRoot">
          <p:childTnLst>
            <p:seq concurrent="1" nextAc="seek">
              <p:cTn id="1062" dur="indefinite" nodeType="mainSeq">
                <p:childTnLst>
                  <p:par>
                    <p:cTn id="1043" fill="hold">
                      <p:stCondLst>
                        <p:cond delay="indefinite"/>
                      </p:stCondLst>
                      <p:childTnLst>
                        <p:par>
                          <p:cTn id="1044" fill="hold">
                            <p:stCondLst>
                              <p:cond delay="0"/>
                            </p:stCondLst>
                            <p:childTnLst>
                              <p:par>
                                <p:cTn id="10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9" fill="hold">
                      <p:stCondLst>
                        <p:cond delay="indefinite"/>
                      </p:stCondLst>
                      <p:childTnLst>
                        <p:par>
                          <p:cTn id="1050" fill="hold">
                            <p:stCondLst>
                              <p:cond delay="0"/>
                            </p:stCondLst>
                            <p:childTnLst>
                              <p:par>
                                <p:cTn id="10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5" fill="hold">
                      <p:stCondLst>
                        <p:cond delay="indefinite"/>
                      </p:stCondLst>
                      <p:childTnLst>
                        <p:par>
                          <p:cTn id="1056" fill="hold">
                            <p:stCondLst>
                              <p:cond delay="0"/>
                            </p:stCondLst>
                            <p:childTnLst>
                              <p:par>
                                <p:cTn id="10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9" fill="hold">
                      <p:stCondLst>
                        <p:cond delay="indefinite"/>
                      </p:stCondLst>
                      <p:childTnLst>
                        <p:par>
                          <p:cTn id="1060" fill="hold">
                            <p:stCondLst>
                              <p:cond delay="0"/>
                            </p:stCondLst>
                            <p:childTnLst>
                              <p:par>
                                <p:cTn id="10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1600" dirty="0"/>
              <a:t>Tuesday 23 June 2026</a:t>
            </a:r>
          </a:p>
        </p:txBody>
      </p:sp>
      <p:sp xmlns:p="http://schemas.openxmlformats.org/presentationml/2006/main" xmlns:a="http://schemas.openxmlformats.org/drawingml/2006/main">
        <p:nvSpPr>
          <p:cNvPr id="210" name="lo10"/>
          <p:cNvSpPr>
            <a:spLocks noGrp="1"/>
          </p:cNvSpPr>
          <p:nvPr>
            <p:ph idx="10"/>
          </p:nvPr>
        </p:nvSpPr>
        <p:spPr/>
        <p:txBody>
          <a:bodyPr insTp="1000000" rtlCol="0">
            <a:normAutofit/>
          </a:bodyPr>
          <a:lstStyle/>
          <a:p>
            <a:r>
              <a:rPr lang="en-GB" dirty="0" sz="1400"/>
              <a:t>locate Brazil on a world map using latitude, longitude and key geographical vocabulary.</a:t>
            </a:r>
          </a:p>
        </p:txBody>
      </p:sp>
      <p:sp xmlns:p="http://schemas.openxmlformats.org/presentationml/2006/main" xmlns:a="http://schemas.openxmlformats.org/drawingml/2006/main">
        <p:nvSpPr>
          <p:cNvPr id="211" name="lo13"/>
          <p:cNvSpPr>
            <a:spLocks noGrp="1"/>
          </p:cNvSpPr>
          <p:nvPr>
            <p:ph idx="13"/>
          </p:nvPr>
        </p:nvSpPr>
        <p:spPr/>
        <p:txBody>
          <a:bodyPr insTp="1000000" rtlCol="0">
            <a:normAutofit/>
          </a:bodyPr>
          <a:lstStyle/>
          <a:p>
            <a:r>
              <a:rPr lang="en-GB" dirty="0" sz="1400"/>
              <a:t>describe and compare the location of places accurately.</a:t>
            </a:r>
          </a:p>
        </p:txBody>
      </p:sp>
      <p:sp xmlns:p="http://schemas.openxmlformats.org/presentationml/2006/main" xmlns:a="http://schemas.openxmlformats.org/drawingml/2006/main">
        <p:nvSpPr>
          <p:cNvPr id="212" name="lo14"/>
          <p:cNvSpPr>
            <a:spLocks noGrp="1"/>
          </p:cNvSpPr>
          <p:nvPr>
            <p:ph idx="14"/>
          </p:nvPr>
        </p:nvSpPr>
        <p:spPr/>
        <p:txBody>
          <a:bodyPr insTp="1000000" rtlCol="0">
            <a:normAutofit/>
          </a:bodyPr>
          <a:lstStyle/>
          <a:p>
            <a:r>
              <a:rPr lang="en-GB" dirty="0" sz="1400"/>
              <a:t>writing a location description that uses at least three key geographical terms.</a:t>
            </a:r>
          </a:p>
        </p:txBody>
      </p:sp>
    </p:spTree>
  </p:cSld>
  <p:clrMapOvr>
    <a:masterClrMapping/>
  </p:clrMapOvr>
  <p:timing xmlns:p="http://schemas.openxmlformats.org/presentationml/2006/main">
    <p:tnLst>
      <p:par>
        <p:cTn id="1075" dur="indefinite" restart="never" nodeType="tmRoot">
          <p:childTnLst>
            <p:seq concurrent="1" nextAc="seek">
              <p:cTn id="1076" dur="indefinite" nodeType="mainSeq">
                <p:childTnLst>
                  <p:par>
                    <p:cTn id="1065" fill="hold">
                      <p:stCondLst>
                        <p:cond delay="indefinite"/>
                      </p:stCondLst>
                      <p:childTnLst>
                        <p:par>
                          <p:cTn id="1066" fill="hold">
                            <p:stCondLst>
                              <p:cond delay="0"/>
                            </p:stCondLst>
                            <p:childTnLst>
                              <p:par>
                                <p:cTn id="10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9" fill="hold">
                      <p:stCondLst>
                        <p:cond delay="indefinite"/>
                      </p:stCondLst>
                      <p:childTnLst>
                        <p:par>
                          <p:cTn id="1070" fill="hold">
                            <p:stCondLst>
                              <p:cond delay="0"/>
                            </p:stCondLst>
                            <p:childTnLst>
                              <p:par>
                                <p:cTn id="10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3" fill="hold">
                      <p:stCondLst>
                        <p:cond delay="indefinite"/>
                      </p:stCondLst>
                      <p:childTnLst>
                        <p:par>
                          <p:cTn id="1074" fill="hold">
                            <p:stCondLst>
                              <p:cond delay="0"/>
                            </p:stCondLst>
                            <p:childTnLst>
                              <p:par>
                                <p:cTn id="10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Latitude, longitude and location</a:t>
            </a:r>
          </a:p>
        </p:txBody>
      </p:sp>
      <p:sp>
        <p:nvSpPr>
          <p:cNvPr id="214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800" dirty="0"/>
              <a:t>Key vocabulary:</a:t>
            </a:r>
          </a:p>
          <a:p>
            <a:pPr lvl="1"/>
            <a:r>
              <a:rPr lang="en-GB" sz="1800" dirty="0"/>
              <a:t>hemisphere — a half of the Earth</a:t>
            </a:r>
          </a:p>
          <a:p>
            <a:pPr lvl="1"/>
            <a:r>
              <a:rPr lang="en-GB" sz="1800" dirty="0"/>
              <a:t>latitude — distance north or south of the Equator</a:t>
            </a:r>
          </a:p>
          <a:p>
            <a:pPr lvl="1"/>
            <a:r>
              <a:rPr lang="en-GB" sz="1800" dirty="0"/>
              <a:t>longitude — distance east or west of Greenwich</a:t>
            </a:r>
          </a:p>
          <a:p>
            <a:pPr lvl="1"/>
            <a:r>
              <a:rPr lang="en-GB" sz="1800" dirty="0"/>
              <a:t>time zone — a region with the same clock time</a:t>
            </a:r>
          </a:p>
          <a:p>
            <a:pPr lvl="1"/>
            <a:r>
              <a:rPr lang="en-GB" sz="1800" dirty="0"/>
              <a:t>GMT — Greenwich Mean Time, our reference point</a:t>
            </a:r>
          </a:p>
          <a:p>
            <a:endParaRPr lang="en-GB" dirty="0"/>
          </a:p>
          <a:p>
            <a:r>
              <a:rPr lang="en-GB" sz="1800" dirty="0"/>
              <a:t>Brazil's location:</a:t>
            </a:r>
          </a:p>
          <a:p>
            <a:pPr lvl="1"/>
            <a:r>
              <a:rPr lang="en-GB" sz="1800" dirty="0"/>
              <a:t>Hemisphere: mainly southern (a small northern tip crosses the Equator)</a:t>
            </a:r>
          </a:p>
          <a:p>
            <a:pPr lvl="1"/>
            <a:r>
              <a:rPr lang="en-GB" sz="1800" dirty="0"/>
              <a:t>Approximate latitude: 5°N to 33°S</a:t>
            </a:r>
          </a:p>
          <a:p>
            <a:pPr lvl="1"/>
            <a:r>
              <a:rPr lang="en-GB" sz="1800" dirty="0"/>
              <a:t>Approximate longitude: 35°W to 74°W</a:t>
            </a:r>
          </a:p>
          <a:p>
            <a:pPr lvl="1"/>
            <a:r>
              <a:rPr lang="en-GB" sz="1800" dirty="0"/>
              <a:t>Time zone: GMT−3 (Brazil is 3 hours behind England)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Let's find Brazil.</a:t>
            </a:r>
          </a:p>
        </p:txBody>
      </p:sp>
      <p:sp>
        <p:nvSpPr>
          <p:cNvPr id="216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000" dirty="0"/>
              <a:t>Use the map on the board.</a:t>
            </a:r>
          </a:p>
          <a:p>
            <a:endParaRPr lang="en-GB" dirty="0"/>
          </a:p>
          <a:p>
            <a:r>
              <a:rPr lang="en-GB" sz="2000" dirty="0"/>
              <a:t>Can you find South America? Can you find Brazil within it?</a:t>
            </a:r>
          </a:p>
          <a:p>
            <a:endParaRPr lang="en-GB" dirty="0"/>
          </a:p>
          <a:p>
            <a:r>
              <a:rPr lang="en-GB" sz="2000" dirty="0"/>
              <a:t>Think about:</a:t>
            </a:r>
          </a:p>
          <a:p>
            <a:pPr lvl="1"/>
            <a:r>
              <a:rPr lang="en-GB" sz="2000" dirty="0"/>
              <a:t>Which hemisphere is Brazil in?</a:t>
            </a:r>
          </a:p>
          <a:p>
            <a:pPr lvl="1"/>
            <a:r>
              <a:rPr lang="en-GB" sz="2000" dirty="0"/>
              <a:t>Does the Equator pass through it?</a:t>
            </a:r>
          </a:p>
          <a:p>
            <a:pPr lvl="1"/>
            <a:r>
              <a:rPr lang="en-GB" sz="2000" dirty="0"/>
              <a:t>Is it north or south of the Tropic of Capricorn?</a:t>
            </a:r>
          </a:p>
          <a:p>
            <a:endParaRPr lang="en-GB" dirty="0"/>
          </a:p>
          <a:p>
            <a:r>
              <a:rPr lang="en-GB" sz="2000" dirty="0"/>
              <a:t>Share what you find with your partner.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Label South America together.</a:t>
            </a:r>
          </a:p>
        </p:txBody>
      </p:sp>
      <p:sp>
        <p:nvSpPr>
          <p:cNvPr id="218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000" dirty="0"/>
              <a:t>Use the map on the board.</a:t>
            </a:r>
          </a:p>
          <a:p>
            <a:endParaRPr lang="en-GB" dirty="0"/>
          </a:p>
          <a:p>
            <a:r>
              <a:rPr lang="en-GB" sz="2000" dirty="0"/>
              <a:t>Find and label these countries on the outline map:</a:t>
            </a:r>
          </a:p>
          <a:p>
            <a:pPr lvl="1"/>
            <a:r>
              <a:rPr lang="en-GB" sz="2000" dirty="0"/>
              <a:t>Brazil  ·  Ecuador  ·  Chile  ·  Bolivia  ·  Colombia</a:t>
            </a:r>
          </a:p>
          <a:p>
            <a:endParaRPr lang="en-GB" dirty="0"/>
          </a:p>
          <a:p>
            <a:r>
              <a:rPr lang="en-GB" sz="2000" dirty="0"/>
              <a:t>Add the Equator and the Tropic of Capricorn.</a:t>
            </a:r>
          </a:p>
          <a:p>
            <a:endParaRPr lang="en-GB" dirty="0"/>
          </a:p>
          <a:p>
            <a:r>
              <a:rPr lang="en-GB" sz="2000" dirty="0"/>
              <a:t>Which country is to the south of Brazil?</a:t>
            </a:r>
          </a:p>
          <a:p>
            <a:r>
              <a:rPr lang="en-GB" sz="2000" dirty="0"/>
              <a:t>Which country is to the north-west of Brazil?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Write your location description.</a:t>
            </a:r>
          </a:p>
        </p:txBody>
      </p:sp>
      <p:sp>
        <p:nvSpPr>
          <p:cNvPr id="220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000" dirty="0"/>
              <a:t>Use the sentence starters on your learning paper.</a:t>
            </a:r>
          </a:p>
          <a:p>
            <a:endParaRPr lang="en-GB" dirty="0"/>
          </a:p>
          <a:p>
            <a:pPr lvl="1"/>
            <a:r>
              <a:rPr lang="en-GB" sz="2000" dirty="0"/>
              <a:t>Brazil is located in …</a:t>
            </a:r>
          </a:p>
          <a:p>
            <a:pPr lvl="1"/>
            <a:r>
              <a:rPr lang="en-GB" sz="2000" dirty="0"/>
              <a:t>It lies between …</a:t>
            </a:r>
          </a:p>
          <a:p>
            <a:pPr lvl="1"/>
            <a:r>
              <a:rPr lang="en-GB" sz="2000" dirty="0"/>
              <a:t>Its neighbouring countries include …</a:t>
            </a:r>
          </a:p>
          <a:p>
            <a:pPr lvl="1"/>
            <a:r>
              <a:rPr lang="en-GB" sz="2000" dirty="0"/>
              <a:t>The time difference between England and Brazil is …</a:t>
            </a:r>
          </a:p>
          <a:p>
            <a:endParaRPr lang="en-GB" dirty="0"/>
          </a:p>
          <a:p>
            <a:r>
              <a:rPr lang="en-GB" sz="2000" dirty="0"/>
              <a:t>Include at least THREE key vocabulary words in your description.</a:t>
            </a:r>
          </a:p>
          <a:p>
            <a:endParaRPr lang="en-GB" dirty="0"/>
          </a:p>
          <a:p>
            <a:r>
              <a:rPr lang="en-GB" sz="2000" dirty="0"/>
              <a:t>Challenge: Can you calculate what time it is in Brazil right now?</a:t>
            </a:r>
          </a:p>
        </p:txBody>
      </p:sp>
    </p:spTree>
  </p:cSld>
  <p:clrMapOvr>
    <a:masterClrMapping/>
  </p:clrMapOvr>
  <p:timing xmlns:p="http://schemas.openxmlformats.org/presentationml/2006/main">
    <p:tnLst>
      <p:par>
        <p:cTn id="1111" dur="indefinite" restart="never" nodeType="tmRoot">
          <p:childTnLst>
            <p:seq concurrent="1" nextAc="seek">
              <p:cTn id="1112" dur="indefinite" nodeType="mainSeq">
                <p:childTnLst>
                  <p:par>
                    <p:cTn id="1081" fill="hold">
                      <p:stCondLst>
                        <p:cond delay="indefinite"/>
                      </p:stCondLst>
                      <p:childTnLst>
                        <p:par>
                          <p:cTn id="1082" fill="hold">
                            <p:stCondLst>
                              <p:cond delay="0"/>
                            </p:stCondLst>
                            <p:childTnLst>
                              <p:par>
                                <p:cTn id="10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5" fill="hold">
                      <p:stCondLst>
                        <p:cond delay="indefinite"/>
                      </p:stCondLst>
                      <p:childTnLst>
                        <p:par>
                          <p:cTn id="1086" fill="hold">
                            <p:stCondLst>
                              <p:cond delay="0"/>
                            </p:stCondLst>
                            <p:childTnLst>
                              <p:par>
                                <p:cTn id="10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9" fill="hold">
                      <p:stCondLst>
                        <p:cond delay="indefinite"/>
                      </p:stCondLst>
                      <p:childTnLst>
                        <p:par>
                          <p:cTn id="1090" fill="hold">
                            <p:stCondLst>
                              <p:cond delay="0"/>
                            </p:stCondLst>
                            <p:childTnLst>
                              <p:par>
                                <p:cTn id="10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3" fill="hold">
                      <p:stCondLst>
                        <p:cond delay="indefinite"/>
                      </p:stCondLst>
                      <p:childTnLst>
                        <p:par>
                          <p:cTn id="1094" fill="hold">
                            <p:stCondLst>
                              <p:cond delay="0"/>
                            </p:stCondLst>
                            <p:childTnLst>
                              <p:par>
                                <p:cTn id="10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9" fill="hold">
                      <p:stCondLst>
                        <p:cond delay="indefinite"/>
                      </p:stCondLst>
                      <p:childTnLst>
                        <p:par>
                          <p:cTn id="1100" fill="hold">
                            <p:stCondLst>
                              <p:cond delay="0"/>
                            </p:stCondLst>
                            <p:childTnLst>
                              <p:par>
                                <p:cTn id="10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5" fill="hold">
                      <p:stCondLst>
                        <p:cond delay="indefinite"/>
                      </p:stCondLst>
                      <p:childTnLst>
                        <p:par>
                          <p:cTn id="1106" fill="hold">
                            <p:stCondLst>
                              <p:cond delay="0"/>
                            </p:stCondLst>
                            <p:childTnLst>
                              <p:par>
                                <p:cTn id="1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9" fill="hold">
                      <p:stCondLst>
                        <p:cond delay="indefinite"/>
                      </p:stCondLst>
                      <p:childTnLst>
                        <p:par>
                          <p:cTn id="1110" fill="hold">
                            <p:stCondLst>
                              <p:cond delay="0"/>
                            </p:stCondLst>
                            <p:childTnLst>
                              <p:par>
                                <p:cTn id="110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h10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GB" sz="1800" dirty="0"/>
              <a:t>Which geographical word felt most challenging to use?</a:t>
            </a:r>
          </a:p>
        </p:txBody>
      </p:sp>
      <p:sp>
        <p:nvSpPr>
          <p:cNvPr id="222" name="ph11"/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en-GB" sz="1800" dirty="0"/>
              <a:t>Why do geographers need to know a country's hemisphere and time zone?</a:t>
            </a:r>
          </a:p>
        </p:txBody>
      </p:sp>
      <p:sp>
        <p:nvSpPr>
          <p:cNvPr id="223" name="ph12"/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r>
              <a:rPr lang="en-GB" sz="1800" dirty="0"/>
              <a:t>How has your knowledge of Brazil changed since the start of the lesson?</a:t>
            </a:r>
          </a:p>
        </p:txBody>
      </p:sp>
    </p:spTree>
  </p:cSld>
  <p:clrMapOvr>
    <a:masterClrMapping/>
  </p:clrMapOvr>
  <p:timing xmlns:p="http://schemas.openxmlformats.org/presentationml/2006/main">
    <p:tnLst>
      <p:par>
        <p:cTn id="1125" dur="indefinite" restart="never" nodeType="tmRoot">
          <p:childTnLst>
            <p:seq concurrent="1" nextAc="seek">
              <p:cTn id="1126" dur="indefinite" nodeType="mainSeq">
                <p:childTnLst>
                  <p:par>
                    <p:cTn id="1115" fill="hold">
                      <p:stCondLst>
                        <p:cond delay="indefinite"/>
                      </p:stCondLst>
                      <p:childTnLst>
                        <p:par>
                          <p:cTn id="1116" fill="hold">
                            <p:stCondLst>
                              <p:cond delay="0"/>
                            </p:stCondLst>
                            <p:childTnLst>
                              <p:par>
                                <p:cTn id="1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9" fill="hold">
                      <p:stCondLst>
                        <p:cond delay="indefinite"/>
                      </p:stCondLst>
                      <p:childTnLst>
                        <p:par>
                          <p:cTn id="1120" fill="hold">
                            <p:stCondLst>
                              <p:cond delay="0"/>
                            </p:stCondLst>
                            <p:childTnLst>
                              <p:par>
                                <p:cTn id="1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3" fill="hold">
                      <p:stCondLst>
                        <p:cond delay="indefinite"/>
                      </p:stCondLst>
                      <p:childTnLst>
                        <p:par>
                          <p:cTn id="1124" fill="hold">
                            <p:stCondLst>
                              <p:cond delay="0"/>
                            </p:stCondLst>
                            <p:childTnLst>
                              <p:par>
                                <p:cTn id="1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k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z="2400">
                <a:b/>
              </a:rPr>
              <a:t>📋 Teacher Checklist — Lesson 1: Locating Brazil</a:t>
            </a:r>
          </a:p>
        </p:txBody>
      </p:sp>
      <p:sp>
        <p:nvSpPr>
          <p:cNvPr id="3" name="chk_body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z="1800">
                <a:b/>
              </a:rPr>
              <a:t>Before the lesson:</a:t>
            </a:r>
          </a:p>
          <a:p>
            <a:pPr lvl="1"/>
            <a:r>
              <a:rPr lang="en-GB" dirty="0" sz="1600"/>
              <a:t>Print LP1 — Locating Brazil (1 per pupil)</a:t>
            </a:r>
          </a:p>
          <a:p>
            <a:pPr lvl="1"/>
            <a:r>
              <a:rPr lang="en-GB" dirty="0" sz="1600"/>
              <a:t>Print South America outline maps (1 per pupil) — unless included on LP</a:t>
            </a:r>
          </a:p>
          <a:p>
            <a:r>
              <a:rPr lang="en-GB" dirty="0" sz="1800">
                <a:b/>
              </a:rPr>
              <a:t>Slide 7 — Let’s find Brazil (We Do):</a:t>
            </a:r>
          </a:p>
          <a:p>
            <a:pPr lvl="1"/>
            <a:r>
              <a:rPr lang="en-GB" dirty="0" sz="1600"/>
              <a:t>Display a world map on the board — must show both hemispheres, the Equator and the Tropic of Capricorn</a:t>
            </a:r>
          </a:p>
          <a:p>
            <a:r>
              <a:rPr lang="en-GB" dirty="0" sz="1800">
                <a:b/>
              </a:rPr>
              <a:t>Slide 8 — Label South America (We Do):</a:t>
            </a:r>
          </a:p>
          <a:p>
            <a:pPr lvl="1"/>
            <a:r>
              <a:rPr lang="en-GB" dirty="0" sz="1600"/>
              <a:t>Keep map on board. Pupils will use their South America outline map from the LP.</a:t>
            </a:r>
          </a:p>
          <a:p>
            <a:pPr lvl="1"/>
            <a:r>
              <a:rPr lang="en-GB" dirty="0" sz="1600"/>
              <a:t>This is Lesson 1 — pupils have no prior notes. Slide says “Use the map on the board.” only.</a:t>
            </a:r>
          </a:p>
          <a:p>
            <a:r>
              <a:rPr lang="en-GB" dirty="0" sz="1800">
                <a:b/>
              </a:rPr>
              <a:t>Slide 9 — Write your location description (You Do):</a:t>
            </a:r>
          </a:p>
          <a:p>
            <a:pPr lvl="1"/>
            <a:r>
              <a:rPr lang="en-GB" dirty="0" sz="1600"/>
              <a:t>Distribute LPs before this slide. Pupils use sentence starters and vocabulary from the LP.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ace, Space &amp; Scal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D2C3B9E7-B64F-9144-B093-0DE3631703F7}"/>
    </a:ext>
  </a:extLst>
</a:theme>
</file>

<file path=ppt/theme/theme2.xml><?xml version="1.0" encoding="utf-8"?>
<a:theme xmlns:a="http://schemas.openxmlformats.org/drawingml/2006/main" name="Human Geography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E81D0F21-355D-B94F-B206-BFD661D1789F}"/>
    </a:ext>
  </a:extLst>
</a:theme>
</file>

<file path=ppt/theme/theme3.xml><?xml version="1.0" encoding="utf-8"?>
<a:theme xmlns:a="http://schemas.openxmlformats.org/drawingml/2006/main" name="Cultural Awareness &amp; Diversity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39893858-C156-AB4E-9927-8667689EC1DC}"/>
    </a:ext>
  </a:extLst>
</a:theme>
</file>

<file path=ppt/theme/theme4.xml><?xml version="1.0" encoding="utf-8"?>
<a:theme xmlns:a="http://schemas.openxmlformats.org/drawingml/2006/main" name="Physical Geography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1114C6C5-458E-3141-886F-AAB2FE0B17DB}"/>
    </a:ext>
  </a:extLst>
</a:theme>
</file>

<file path=ppt/theme/theme5.xml><?xml version="1.0" encoding="utf-8"?>
<a:theme xmlns:a="http://schemas.openxmlformats.org/drawingml/2006/main" name="Environmental Impact &amp; Sustainability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3DF64C86-57E4-4142-8814-3273357A8EBC}"/>
    </a:ext>
  </a:extLst>
</a:theme>
</file>

<file path=ppt/theme/theme6.xml><?xml version="1.0" encoding="utf-8"?>
<a:theme xmlns:a="http://schemas.openxmlformats.org/drawingml/2006/main" name="Z - Note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CF74EC8C-93CA-004C-BE05-B0B3FDDB5246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?>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?>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?>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71695694772F44B387615DF8DED97F" ma:contentTypeVersion="16" ma:contentTypeDescription="Create a new document." ma:contentTypeScope="" ma:versionID="6b988a150421d80c99f84aa2bfb3de38">
  <xsd:schema xmlns:xsd="http://www.w3.org/2001/XMLSchema" xmlns:xs="http://www.w3.org/2001/XMLSchema" xmlns:p="http://schemas.microsoft.com/office/2006/metadata/properties" xmlns:ns2="9e6dd442-da5e-411e-833f-0fee7dcd7819" xmlns:ns3="4848fd07-94db-4308-8950-9cb0e230b958" targetNamespace="http://schemas.microsoft.com/office/2006/metadata/properties" ma:root="true" ma:fieldsID="0840e1ae8104f568f88bbc0ee80d0ce2" ns2:_="" ns3:_="">
    <xsd:import namespace="9e6dd442-da5e-411e-833f-0fee7dcd7819"/>
    <xsd:import namespace="4848fd07-94db-4308-8950-9cb0e230b9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6dd442-da5e-411e-833f-0fee7dcd78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3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d08261e-ebf2-489e-9cf5-3c5ddf1ef5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48fd07-94db-4308-8950-9cb0e230b95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0903c9d-9125-4551-886d-abbd3fd64318}" ma:internalName="TaxCatchAll" ma:showField="CatchAllData" ma:web="4848fd07-94db-4308-8950-9cb0e230b9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e6dd442-da5e-411e-833f-0fee7dcd7819">
      <Terms xmlns="http://schemas.microsoft.com/office/infopath/2007/PartnerControls"/>
    </lcf76f155ced4ddcb4097134ff3c332f>
    <TaxCatchAll xmlns="4848fd07-94db-4308-8950-9cb0e230b958" xsi:nil="true"/>
  </documentManagement>
</p:properties>
</file>

<file path=customXml/itemProps1.xml><?xml version="1.0" encoding="utf-8"?>
<ds:datastoreItem xmlns:ds="http://schemas.openxmlformats.org/officeDocument/2006/customXml" ds:itemID="{4D711390-D44A-4E93-AE20-B41395FDED8B}">
  <ds:schemaRefs>
    <ds:schemaRef ds:uri="4848fd07-94db-4308-8950-9cb0e230b958"/>
    <ds:schemaRef ds:uri="9e6dd442-da5e-411e-833f-0fee7dcd781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6EF9E5F-4208-4CCB-9209-F9F1400DE91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95EA48-DC2D-459B-B922-A2C4EE3BFC7C}">
  <ds:schemaRefs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schemas.microsoft.com/office/2006/metadata/properties"/>
    <ds:schemaRef ds:uri="9e6dd442-da5e-411e-833f-0fee7dcd7819"/>
    <ds:schemaRef ds:uri="http://purl.org/dc/elements/1.1/"/>
    <ds:schemaRef ds:uri="http://purl.org/dc/terms/"/>
    <ds:schemaRef ds:uri="http://purl.org/dc/dcmitype/"/>
    <ds:schemaRef ds:uri="http://schemas.openxmlformats.org/package/2006/metadata/core-properties"/>
    <ds:schemaRef ds:uri="4848fd07-94db-4308-8950-9cb0e230b95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Place, Space &amp; Scale</Template>
  <TotalTime>8</TotalTime>
  <Words>773</Words>
  <Application>Microsoft Macintosh PowerPoint</Application>
  <PresentationFormat>Widescreen</PresentationFormat>
  <Paragraphs>122</Paragraphs>
  <Slides>13</Slides>
  <Notes>1</Notes>
  <HiddenSlides>3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Twinkl Cursive Looped</vt:lpstr>
      <vt:lpstr>Place, Space &amp; Scale</vt:lpstr>
      <vt:lpstr>Human Geography</vt:lpstr>
      <vt:lpstr>Cultural Awareness &amp; Diversity</vt:lpstr>
      <vt:lpstr>Physical Geography</vt:lpstr>
      <vt:lpstr>Environmental Impact &amp; Sustainability</vt:lpstr>
      <vt:lpstr>Z - Notes</vt:lpstr>
      <vt:lpstr>The Oracy Framework</vt:lpstr>
      <vt:lpstr>PowerPoint Presentation</vt:lpstr>
      <vt:lpstr>PowerPoint Presentation</vt:lpstr>
      <vt:lpstr>PowerPoint Presentation</vt:lpstr>
      <vt:lpstr>PowerPoint Presentation</vt:lpstr>
      <vt:lpstr>Connections</vt:lpstr>
      <vt:lpstr>Engage your prior knowledge</vt:lpstr>
      <vt:lpstr>Tuesday 23 June 2026</vt:lpstr>
      <vt:lpstr>Latitude, longitude and location</vt:lpstr>
      <vt:lpstr>Let's find Brazil.</vt:lpstr>
      <vt:lpstr>Label South America together.</vt:lpstr>
      <vt:lpstr>Write your location description.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innes mclean</dc:creator>
  <cp:lastModifiedBy>innes mclean</cp:lastModifiedBy>
  <cp:revision>2</cp:revision>
  <dcterms:created xsi:type="dcterms:W3CDTF">2026-06-21T16:44:49Z</dcterms:created>
  <dcterms:modified xsi:type="dcterms:W3CDTF">2026-06-21T18:42:18Z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0x010100AC71695694772F44B387615DF8DED97F</vt:lpwstr>
  </property>
  <property fmtid="{D5CDD505-2E9C-101B-9397-08002B2CF9AE}" pid="3" name="MediaServiceImageTags">
    <vt:lpwstr/>
  </property>
</Properties>
</file>