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260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259" r:id="rId19"/>
    <p:sldId id="256" r:id="rId20"/>
    <p:sldId id="318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Deck" id="{66BEB757-3A3E-994B-8B52-AC6FEC5ACC75}">
          <p14:sldIdLst>
            <p14:sldId id="260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Resources" id="{154E198E-0130-A84B-84B2-A60C971BA2A2}">
          <p14:sldIdLst>
            <p14:sldId id="259"/>
            <p14:sldId id="256"/>
            <p14:sldId id="318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4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7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&#10;&#10;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18" r:id="rId13"/>
    <p:sldLayoutId id="2147483831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19" r:id="rId13"/>
    <p:sldLayoutId id="2147483832" r:id="rId14"/>
    <p:sldLayoutId id="21474837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20" r:id="rId13"/>
    <p:sldLayoutId id="2147483833" r:id="rId14"/>
    <p:sldLayoutId id="21474837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21" r:id="rId13"/>
    <p:sldLayoutId id="2147483834" r:id="rId14"/>
    <p:sldLayoutId id="21474837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22" r:id="rId13"/>
    <p:sldLayoutId id="2147483835" r:id="rId14"/>
    <p:sldLayoutId id="214748381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14.png"/><Relationship Id="rId4" Type="http://schemas.openxmlformats.org/officeDocument/2006/relationships/image" Target="../media/image4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8.png"/><Relationship Id="rId18" Type="http://schemas.openxmlformats.org/officeDocument/2006/relationships/image" Target="../media/image51.jpeg"/><Relationship Id="rId26" Type="http://schemas.openxmlformats.org/officeDocument/2006/relationships/image" Target="../media/image42.emf"/><Relationship Id="rId3" Type="http://schemas.openxmlformats.org/officeDocument/2006/relationships/image" Target="../media/image45.svg"/><Relationship Id="rId21" Type="http://schemas.openxmlformats.org/officeDocument/2006/relationships/image" Target="../media/image54.jpeg"/><Relationship Id="rId7" Type="http://schemas.openxmlformats.org/officeDocument/2006/relationships/image" Target="../media/image23.png"/><Relationship Id="rId12" Type="http://schemas.openxmlformats.org/officeDocument/2006/relationships/image" Target="../media/image7.png"/><Relationship Id="rId17" Type="http://schemas.openxmlformats.org/officeDocument/2006/relationships/image" Target="../media/image50.png"/><Relationship Id="rId25" Type="http://schemas.openxmlformats.org/officeDocument/2006/relationships/image" Target="../media/image14.png"/><Relationship Id="rId2" Type="http://schemas.openxmlformats.org/officeDocument/2006/relationships/image" Target="../media/image44.png"/><Relationship Id="rId16" Type="http://schemas.openxmlformats.org/officeDocument/2006/relationships/image" Target="../media/image25.png"/><Relationship Id="rId20" Type="http://schemas.openxmlformats.org/officeDocument/2006/relationships/image" Target="../media/image53.jpe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22.png"/><Relationship Id="rId11" Type="http://schemas.microsoft.com/office/2007/relationships/hdphoto" Target="../media/hdphoto1.wdp"/><Relationship Id="rId24" Type="http://schemas.openxmlformats.org/officeDocument/2006/relationships/image" Target="../media/image43.emf"/><Relationship Id="rId32" Type="http://schemas.openxmlformats.org/officeDocument/2006/relationships/image" Target="../media/image16.png"/><Relationship Id="rId5" Type="http://schemas.openxmlformats.org/officeDocument/2006/relationships/image" Target="../media/image21.png"/><Relationship Id="rId15" Type="http://schemas.openxmlformats.org/officeDocument/2006/relationships/image" Target="../media/image49.svg"/><Relationship Id="rId23" Type="http://schemas.openxmlformats.org/officeDocument/2006/relationships/image" Target="../media/image15.png"/><Relationship Id="rId28" Type="http://schemas.openxmlformats.org/officeDocument/2006/relationships/image" Target="../media/image56.emf"/><Relationship Id="rId10" Type="http://schemas.openxmlformats.org/officeDocument/2006/relationships/image" Target="../media/image6.png"/><Relationship Id="rId19" Type="http://schemas.openxmlformats.org/officeDocument/2006/relationships/image" Target="../media/image52.jpeg"/><Relationship Id="rId31" Type="http://schemas.openxmlformats.org/officeDocument/2006/relationships/image" Target="../media/image57.emf"/><Relationship Id="rId4" Type="http://schemas.openxmlformats.org/officeDocument/2006/relationships/image" Target="../media/image46.svg"/><Relationship Id="rId9" Type="http://schemas.openxmlformats.org/officeDocument/2006/relationships/image" Target="../media/image47.png"/><Relationship Id="rId14" Type="http://schemas.openxmlformats.org/officeDocument/2006/relationships/image" Target="../media/image48.svg"/><Relationship Id="rId22" Type="http://schemas.openxmlformats.org/officeDocument/2006/relationships/image" Target="../media/image55.emf"/><Relationship Id="rId27" Type="http://schemas.openxmlformats.org/officeDocument/2006/relationships/image" Target="../media/image13.svg"/><Relationship Id="rId30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30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29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61.png"/><Relationship Id="rId11" Type="http://schemas.openxmlformats.org/officeDocument/2006/relationships/image" Target="../media/image28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image" Target="../media/image27.png"/><Relationship Id="rId4" Type="http://schemas.openxmlformats.org/officeDocument/2006/relationships/image" Target="../media/image59.png"/><Relationship Id="rId9" Type="http://schemas.openxmlformats.org/officeDocument/2006/relationships/image" Target="../media/image26.png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B3466-067C-3FCD-C3B1-7F181CDBA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uytgjuto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991E98-A463-8B1A-EA2D-5A0B8EF5BAC1}"/>
              </a:ext>
            </a:extLst>
          </p:cNvPr>
          <p:cNvGrpSpPr/>
          <p:nvPr/>
        </p:nvGrpSpPr>
        <p:grpSpPr>
          <a:xfrm>
            <a:off x="5780236" y="4444452"/>
            <a:ext cx="2387476" cy="2311677"/>
            <a:chOff x="3849998" y="4440139"/>
            <a:chExt cx="2387476" cy="23116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A880F6-686B-A6EA-06D1-7C7939C55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38EFB32-D95F-CC6E-565B-5772E611C1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F68B90-FF30-91B6-3BDE-D535F6C577C5}"/>
                </a:ext>
              </a:extLst>
            </p:cNvPr>
            <p:cNvSpPr txBox="1"/>
            <p:nvPr/>
          </p:nvSpPr>
          <p:spPr>
            <a:xfrm>
              <a:off x="4303847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C64FF0B-28E2-C7B5-4F4D-649B6A05796B}"/>
              </a:ext>
            </a:extLst>
          </p:cNvPr>
          <p:cNvGrpSpPr/>
          <p:nvPr/>
        </p:nvGrpSpPr>
        <p:grpSpPr>
          <a:xfrm>
            <a:off x="3916118" y="4440139"/>
            <a:ext cx="2317967" cy="2317967"/>
            <a:chOff x="2033634" y="4440139"/>
            <a:chExt cx="2317967" cy="23179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A99C83-2D0C-586A-F705-EA0E4D11F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9" name="Picture 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207AA46-24E8-6F71-842A-8F2F6796E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153136-B232-80B6-6755-E287AC27DF50}"/>
                </a:ext>
              </a:extLst>
            </p:cNvPr>
            <p:cNvSpPr txBox="1"/>
            <p:nvPr/>
          </p:nvSpPr>
          <p:spPr>
            <a:xfrm>
              <a:off x="2455131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2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11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42194-8BAB-D2A1-8A65-1662BFD75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3142965" y="5335920"/>
            <a:ext cx="1691777" cy="397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B66A3-C023-B66D-EDE0-689D8354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2925709" y="5674279"/>
            <a:ext cx="958202" cy="397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8DAD6-6BE2-4013-341B-689DBBC7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3829243" y="5674279"/>
            <a:ext cx="958202" cy="39722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1816C02-1E3A-3A32-82D7-FA1A751A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loukgjkgklj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FB5596-8480-00CA-40B8-DC8E64965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kjhtfkyhfjyhfr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E5BCA3-C506-F363-602A-A5237D68D1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jyrfikjykfjy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D491A9-6552-AD1F-8100-FD8DA5AC56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9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2FC110-F654-AB93-0221-7A3E40ED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3525F8-3E93-62E6-61C7-812412F2A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99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2E13D-5FC7-6678-C8B5-7DACC232C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gjhglg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38F7B-A295-7D5F-A45E-1CD5CCB46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CADF1B-D534-89D6-3A76-E8FAB3A873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21771-B822-DE9B-250B-68C498108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Iyhpiyku</a:t>
            </a:r>
            <a:r>
              <a:rPr lang="en-GB" dirty="0"/>
              <a:t>`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9D65B-E981-7671-0181-DA1EA2088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iyliuyliu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ECEC5-7795-802C-CCC0-BD2333C17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43834D-D788-A9AC-77FC-6CD7CEACB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1B83D-A506-B14C-4F7B-4C60732B5F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Nj.jlkj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4D4E18-B7DB-BCD0-6EA8-E7530C39F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23B684-9BF7-7B2F-22E6-32C2A7510E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4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79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iscuss Icons - Download Free Vector Icons | Noun Project">
            <a:extLst>
              <a:ext uri="{FF2B5EF4-FFF2-40B4-BE49-F238E27FC236}">
                <a16:creationId xmlns:a16="http://schemas.microsoft.com/office/drawing/2014/main" id="{3185EFF1-6DBA-864E-678E-4260F710F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190" y="427531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2FDA2F5-98D0-5123-2047-4CB397A0570A}"/>
              </a:ext>
            </a:extLst>
          </p:cNvPr>
          <p:cNvGrpSpPr/>
          <p:nvPr/>
        </p:nvGrpSpPr>
        <p:grpSpPr>
          <a:xfrm>
            <a:off x="4838123" y="452001"/>
            <a:ext cx="943858" cy="1020727"/>
            <a:chOff x="1798861" y="3129835"/>
            <a:chExt cx="914400" cy="971836"/>
          </a:xfrm>
        </p:grpSpPr>
        <p:pic>
          <p:nvPicPr>
            <p:cNvPr id="16" name="Graphic 15" descr="Users with solid fill">
              <a:extLst>
                <a:ext uri="{FF2B5EF4-FFF2-40B4-BE49-F238E27FC236}">
                  <a16:creationId xmlns:a16="http://schemas.microsoft.com/office/drawing/2014/main" id="{C98CD8E7-4F34-9D20-5976-424772BF1C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8861" y="3187271"/>
              <a:ext cx="914400" cy="914400"/>
            </a:xfrm>
            <a:prstGeom prst="rect">
              <a:avLst/>
            </a:prstGeom>
          </p:spPr>
        </p:pic>
        <p:sp>
          <p:nvSpPr>
            <p:cNvPr id="17" name="Speech Bubble: Oval 18">
              <a:extLst>
                <a:ext uri="{FF2B5EF4-FFF2-40B4-BE49-F238E27FC236}">
                  <a16:creationId xmlns:a16="http://schemas.microsoft.com/office/drawing/2014/main" id="{5A45EB35-6CB3-A79F-B7C1-042C42B803D8}"/>
                </a:ext>
              </a:extLst>
            </p:cNvPr>
            <p:cNvSpPr/>
            <p:nvPr/>
          </p:nvSpPr>
          <p:spPr>
            <a:xfrm>
              <a:off x="2107686" y="3129835"/>
              <a:ext cx="381228" cy="204522"/>
            </a:xfrm>
            <a:prstGeom prst="wedgeEllipseCallou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Twinkl Cursive Looped" panose="02000000000000000000" pitchFamily="2" charset="77"/>
              </a:endParaRPr>
            </a:p>
          </p:txBody>
        </p:sp>
      </p:grpSp>
      <p:pic>
        <p:nvPicPr>
          <p:cNvPr id="18" name="Graphic 17" descr="Lecturer with solid fill">
            <a:extLst>
              <a:ext uri="{FF2B5EF4-FFF2-40B4-BE49-F238E27FC236}">
                <a16:creationId xmlns:a16="http://schemas.microsoft.com/office/drawing/2014/main" id="{47566EA1-535C-805B-E9F1-1462FF913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540" y="385045"/>
            <a:ext cx="914400" cy="914400"/>
          </a:xfrm>
          <a:prstGeom prst="rect">
            <a:avLst/>
          </a:prstGeom>
        </p:spPr>
      </p:pic>
      <p:pic>
        <p:nvPicPr>
          <p:cNvPr id="19" name="Picture 18" descr="A close-up of a card&#10;&#10;Description automatically generated">
            <a:extLst>
              <a:ext uri="{FF2B5EF4-FFF2-40B4-BE49-F238E27FC236}">
                <a16:creationId xmlns:a16="http://schemas.microsoft.com/office/drawing/2014/main" id="{3DA2A9CF-C58C-770A-6292-E5F4DD61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003" y="266316"/>
            <a:ext cx="1359177" cy="670279"/>
          </a:xfrm>
          <a:prstGeom prst="rect">
            <a:avLst/>
          </a:prstGeom>
        </p:spPr>
      </p:pic>
      <p:pic>
        <p:nvPicPr>
          <p:cNvPr id="20" name="Picture 19" descr="A close-up of a pink sign&#10;&#10;Description automatically generated">
            <a:extLst>
              <a:ext uri="{FF2B5EF4-FFF2-40B4-BE49-F238E27FC236}">
                <a16:creationId xmlns:a16="http://schemas.microsoft.com/office/drawing/2014/main" id="{94F35C6D-CE75-B8AC-AF0F-EDBA89DA5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003" y="932858"/>
            <a:ext cx="1501922" cy="645454"/>
          </a:xfrm>
          <a:prstGeom prst="rect">
            <a:avLst/>
          </a:prstGeom>
        </p:spPr>
      </p:pic>
      <p:pic>
        <p:nvPicPr>
          <p:cNvPr id="21" name="Picture 20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38F4BCBB-903C-B581-B33F-28C33F1FB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003" y="1603137"/>
            <a:ext cx="1477096" cy="608216"/>
          </a:xfrm>
          <a:prstGeom prst="rect">
            <a:avLst/>
          </a:prstGeom>
        </p:spPr>
      </p:pic>
      <p:pic>
        <p:nvPicPr>
          <p:cNvPr id="22" name="Picture 21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E7AB8723-B144-8EEA-4BC1-3AD416754D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9416" y="2270927"/>
            <a:ext cx="1477095" cy="614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E7DCEF-DB2B-7DB0-E045-FFB861CE6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7346" y="5261641"/>
            <a:ext cx="956012" cy="13919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E02A95-9CDB-77A2-5C95-2AE7D5E873B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8349134" y="3541522"/>
            <a:ext cx="1332436" cy="16342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373F19-FFF5-1288-3FAD-AED6610D3E3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689129" y="3503530"/>
            <a:ext cx="1186938" cy="16948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49054B-171D-CEF4-1FCE-A097B5890AD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9689129" y="4893006"/>
            <a:ext cx="1249037" cy="1820224"/>
          </a:xfrm>
          <a:prstGeom prst="rect">
            <a:avLst/>
          </a:prstGeom>
        </p:spPr>
      </p:pic>
      <p:pic>
        <p:nvPicPr>
          <p:cNvPr id="27" name="Graphic 26" descr="Clenched Fist outline">
            <a:extLst>
              <a:ext uri="{FF2B5EF4-FFF2-40B4-BE49-F238E27FC236}">
                <a16:creationId xmlns:a16="http://schemas.microsoft.com/office/drawing/2014/main" id="{8C696625-8448-AD0B-AEF4-EF087CA8C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4174" y="427531"/>
            <a:ext cx="914400" cy="914400"/>
          </a:xfrm>
          <a:prstGeom prst="rect">
            <a:avLst/>
          </a:prstGeom>
        </p:spPr>
      </p:pic>
      <p:pic>
        <p:nvPicPr>
          <p:cNvPr id="28" name="Graphic 27" descr="Raised hand outline">
            <a:extLst>
              <a:ext uri="{FF2B5EF4-FFF2-40B4-BE49-F238E27FC236}">
                <a16:creationId xmlns:a16="http://schemas.microsoft.com/office/drawing/2014/main" id="{ADD7D0CD-3F45-64C1-78ED-5B0D37CDB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30176" y="452001"/>
            <a:ext cx="914400" cy="914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25768E-1461-3A07-2785-EAE3A6F8D38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1534"/>
          <a:stretch>
            <a:fillRect/>
          </a:stretch>
        </p:blipFill>
        <p:spPr>
          <a:xfrm>
            <a:off x="300315" y="99496"/>
            <a:ext cx="1325616" cy="1617660"/>
          </a:xfrm>
          <a:prstGeom prst="rect">
            <a:avLst/>
          </a:prstGeom>
        </p:spPr>
      </p:pic>
      <p:pic>
        <p:nvPicPr>
          <p:cNvPr id="34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261A02DA-CF0C-98F3-B72E-FC0F3180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315" y="3810817"/>
            <a:ext cx="997963" cy="99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FE59BEB-0213-FF44-C164-50DF4CCCC31B}"/>
              </a:ext>
            </a:extLst>
          </p:cNvPr>
          <p:cNvGrpSpPr/>
          <p:nvPr/>
        </p:nvGrpSpPr>
        <p:grpSpPr>
          <a:xfrm>
            <a:off x="6887435" y="99496"/>
            <a:ext cx="3380296" cy="3380296"/>
            <a:chOff x="7956409" y="9675304"/>
            <a:chExt cx="4089004" cy="4089004"/>
          </a:xfrm>
        </p:grpSpPr>
        <p:pic>
          <p:nvPicPr>
            <p:cNvPr id="35" name="Picture 34" descr="C:\Users\Jon\Downloads\Learning_Behaviours_Collaboration.jpg">
              <a:extLst>
                <a:ext uri="{FF2B5EF4-FFF2-40B4-BE49-F238E27FC236}">
                  <a16:creationId xmlns:a16="http://schemas.microsoft.com/office/drawing/2014/main" id="{F4B80F78-DB3C-5297-64F0-56ABF906C76D}"/>
                </a:ext>
              </a:extLst>
            </p:cNvPr>
            <p:cNvPicPr/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Picture 35" descr="C:\Users\Jon\Downloads\Learning_Behaviours_CuriosityAndImagination.jpg">
              <a:extLst>
                <a:ext uri="{FF2B5EF4-FFF2-40B4-BE49-F238E27FC236}">
                  <a16:creationId xmlns:a16="http://schemas.microsoft.com/office/drawing/2014/main" id="{B631A946-CAD0-EDA1-88A8-983F55B9143D}"/>
                </a:ext>
              </a:extLst>
            </p:cNvPr>
            <p:cNvPicPr/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Picture 36" descr="C:\Users\Jon\Downloads\Learning_Behaviours_Independence.jpg">
              <a:extLst>
                <a:ext uri="{FF2B5EF4-FFF2-40B4-BE49-F238E27FC236}">
                  <a16:creationId xmlns:a16="http://schemas.microsoft.com/office/drawing/2014/main" id="{EDE35FE1-E3A1-EA7E-55BE-610EB22D73AE}"/>
                </a:ext>
              </a:extLst>
            </p:cNvPr>
            <p:cNvPicPr/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Picture 37" descr="C:\Users\Jon\Downloads\Learning_Behaviours_Resilience.jpg">
              <a:extLst>
                <a:ext uri="{FF2B5EF4-FFF2-40B4-BE49-F238E27FC236}">
                  <a16:creationId xmlns:a16="http://schemas.microsoft.com/office/drawing/2014/main" id="{2505D72A-0C9C-A679-FE47-7A3F1CF02560}"/>
                </a:ext>
              </a:extLst>
            </p:cNvPr>
            <p:cNvPicPr/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94AE93-B538-A9D2-156C-7E63D523C04A}"/>
              </a:ext>
            </a:extLst>
          </p:cNvPr>
          <p:cNvGrpSpPr/>
          <p:nvPr/>
        </p:nvGrpSpPr>
        <p:grpSpPr>
          <a:xfrm>
            <a:off x="3908299" y="4441645"/>
            <a:ext cx="2317966" cy="2317966"/>
            <a:chOff x="1553560" y="1499185"/>
            <a:chExt cx="2317966" cy="231796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5A833D7-1FCC-5CF6-3F81-BD971B841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3" name="Picture 5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D0B7D34-88AC-961A-1FD3-9D2720D06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81A050D-165E-478C-856A-6E8A3BDBB1D8}"/>
                </a:ext>
              </a:extLst>
            </p:cNvPr>
            <p:cNvSpPr txBox="1"/>
            <p:nvPr/>
          </p:nvSpPr>
          <p:spPr>
            <a:xfrm>
              <a:off x="1952791" y="1883340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708ED2-AF24-35FE-6E3D-1914C330EC26}"/>
              </a:ext>
            </a:extLst>
          </p:cNvPr>
          <p:cNvGrpSpPr/>
          <p:nvPr/>
        </p:nvGrpSpPr>
        <p:grpSpPr>
          <a:xfrm>
            <a:off x="2033634" y="4440139"/>
            <a:ext cx="2317967" cy="2317967"/>
            <a:chOff x="2033634" y="4440139"/>
            <a:chExt cx="2317967" cy="231796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625E8A4-3853-F192-C360-2B023842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61" name="Picture 6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A3F8504-501E-29E6-30D9-37C2C603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EE8FA39-FA2B-C356-4E92-2A66FA1E8C47}"/>
                </a:ext>
              </a:extLst>
            </p:cNvPr>
            <p:cNvSpPr txBox="1"/>
            <p:nvPr/>
          </p:nvSpPr>
          <p:spPr>
            <a:xfrm>
              <a:off x="2455131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0044B02-8CAF-78DE-0D2D-BE8583705BE2}"/>
              </a:ext>
            </a:extLst>
          </p:cNvPr>
          <p:cNvGrpSpPr/>
          <p:nvPr/>
        </p:nvGrpSpPr>
        <p:grpSpPr>
          <a:xfrm>
            <a:off x="5780236" y="4444452"/>
            <a:ext cx="2387476" cy="2311677"/>
            <a:chOff x="3849998" y="4440139"/>
            <a:chExt cx="2387476" cy="23116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4E04D2-AC8B-1483-9D94-72997BDC5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9972A224-E08B-F446-384B-42E1F5C5DC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253D44-A046-37CC-3780-A0B0B6E2CB4B}"/>
                </a:ext>
              </a:extLst>
            </p:cNvPr>
            <p:cNvSpPr txBox="1"/>
            <p:nvPr/>
          </p:nvSpPr>
          <p:spPr>
            <a:xfrm>
              <a:off x="4303847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0C7D9D-13AD-177E-0C98-EC3BE8C0E475}"/>
              </a:ext>
            </a:extLst>
          </p:cNvPr>
          <p:cNvGrpSpPr/>
          <p:nvPr/>
        </p:nvGrpSpPr>
        <p:grpSpPr>
          <a:xfrm>
            <a:off x="167708" y="4442277"/>
            <a:ext cx="2311678" cy="2311678"/>
            <a:chOff x="265848" y="1468917"/>
            <a:chExt cx="2311678" cy="231167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7A9019C-34DB-38E4-8930-AD95E75AA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8CEA516-FFEB-9AFD-F486-F0C31145CC48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49" name="Picture 4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A2DEE6D-60F3-B030-A695-5A6A6D77E25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9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50" name="Picture 4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52D7A39-615F-A056-3E3E-5D89F35A2D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0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C44E04-4145-4D63-B603-8C06B3405780}"/>
                </a:ext>
              </a:extLst>
            </p:cNvPr>
            <p:cNvSpPr txBox="1"/>
            <p:nvPr/>
          </p:nvSpPr>
          <p:spPr>
            <a:xfrm>
              <a:off x="667423" y="1899565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6BBC84-84B7-DAD4-22F0-8A1D65CA500B}"/>
              </a:ext>
            </a:extLst>
          </p:cNvPr>
          <p:cNvGrpSpPr/>
          <p:nvPr/>
        </p:nvGrpSpPr>
        <p:grpSpPr>
          <a:xfrm>
            <a:off x="168610" y="2577016"/>
            <a:ext cx="2311677" cy="2311677"/>
            <a:chOff x="1419928" y="1940604"/>
            <a:chExt cx="2311677" cy="231167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6E5F4A0-F31E-00B5-2B2F-4D3EDB48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57" name="Picture 5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56C2708-C818-728B-724D-6DD98A018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80DEF0-6F43-06D3-F335-0F54C33B8392}"/>
                </a:ext>
              </a:extLst>
            </p:cNvPr>
            <p:cNvSpPr txBox="1"/>
            <p:nvPr/>
          </p:nvSpPr>
          <p:spPr>
            <a:xfrm>
              <a:off x="1828892" y="2394555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07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1413306" y="81065"/>
            <a:ext cx="8907511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970"/>
              </a:lnSpc>
            </a:pPr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Our Oracy Frameworks	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1"/>
          <p:cNvGrpSpPr/>
          <p:nvPr/>
        </p:nvGrpSpPr>
        <p:grpSpPr>
          <a:xfrm>
            <a:off x="9297029" y="4627646"/>
            <a:ext cx="397155" cy="463218"/>
            <a:chOff x="8816328" y="5412917"/>
            <a:chExt cx="433478" cy="505583"/>
          </a:xfrm>
        </p:grpSpPr>
        <p:sp>
          <p:nvSpPr>
            <p:cNvPr id="45" name="Google Shape;45;p1"/>
            <p:cNvSpPr/>
            <p:nvPr/>
          </p:nvSpPr>
          <p:spPr>
            <a:xfrm>
              <a:off x="8816328" y="5412917"/>
              <a:ext cx="298450" cy="435609"/>
            </a:xfrm>
            <a:custGeom>
              <a:avLst/>
              <a:gdLst/>
              <a:ahLst/>
              <a:cxnLst/>
              <a:rect l="l" t="t" r="r" b="b"/>
              <a:pathLst>
                <a:path w="298450" h="435610" extrusionOk="0">
                  <a:moveTo>
                    <a:pt x="42017" y="27999"/>
                  </a:moveTo>
                  <a:lnTo>
                    <a:pt x="66726" y="11689"/>
                  </a:lnTo>
                  <a:lnTo>
                    <a:pt x="102706" y="1672"/>
                  </a:lnTo>
                  <a:lnTo>
                    <a:pt x="145518" y="0"/>
                  </a:lnTo>
                  <a:lnTo>
                    <a:pt x="190722" y="8721"/>
                  </a:lnTo>
                  <a:lnTo>
                    <a:pt x="229504" y="26576"/>
                  </a:lnTo>
                  <a:lnTo>
                    <a:pt x="262673" y="57417"/>
                  </a:lnTo>
                  <a:lnTo>
                    <a:pt x="286680" y="96705"/>
                  </a:lnTo>
                  <a:lnTo>
                    <a:pt x="297973" y="139899"/>
                  </a:lnTo>
                  <a:lnTo>
                    <a:pt x="297368" y="172404"/>
                  </a:lnTo>
                  <a:lnTo>
                    <a:pt x="287316" y="207203"/>
                  </a:lnTo>
                  <a:lnTo>
                    <a:pt x="269632" y="240172"/>
                  </a:lnTo>
                  <a:lnTo>
                    <a:pt x="246132" y="267191"/>
                  </a:lnTo>
                  <a:lnTo>
                    <a:pt x="227841" y="282129"/>
                  </a:lnTo>
                  <a:lnTo>
                    <a:pt x="212456" y="302710"/>
                  </a:lnTo>
                  <a:lnTo>
                    <a:pt x="201289" y="326792"/>
                  </a:lnTo>
                  <a:lnTo>
                    <a:pt x="195649" y="352230"/>
                  </a:lnTo>
                  <a:lnTo>
                    <a:pt x="194936" y="358787"/>
                  </a:lnTo>
                  <a:lnTo>
                    <a:pt x="192836" y="367472"/>
                  </a:lnTo>
                  <a:lnTo>
                    <a:pt x="174771" y="402888"/>
                  </a:lnTo>
                  <a:lnTo>
                    <a:pt x="138384" y="428812"/>
                  </a:lnTo>
                  <a:lnTo>
                    <a:pt x="115576" y="435428"/>
                  </a:lnTo>
                  <a:lnTo>
                    <a:pt x="88284" y="433868"/>
                  </a:lnTo>
                  <a:lnTo>
                    <a:pt x="40206" y="416065"/>
                  </a:lnTo>
                  <a:lnTo>
                    <a:pt x="10609" y="385579"/>
                  </a:lnTo>
                  <a:lnTo>
                    <a:pt x="0" y="351483"/>
                  </a:lnTo>
                  <a:lnTo>
                    <a:pt x="488" y="332672"/>
                  </a:lnTo>
                </a:path>
              </a:pathLst>
            </a:custGeom>
            <a:noFill/>
            <a:ln w="43975" cap="flat" cmpd="sng">
              <a:solidFill>
                <a:srgbClr val="3DCA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52808" y="5503652"/>
              <a:ext cx="156479" cy="223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67831" y="5668857"/>
              <a:ext cx="181975" cy="2496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5937" y="4365508"/>
            <a:ext cx="520407" cy="47755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 idx="4294967295"/>
          </p:nvPr>
        </p:nvSpPr>
        <p:spPr>
          <a:xfrm>
            <a:off x="0" y="106363"/>
            <a:ext cx="4954588" cy="5191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635" rIns="0" bIns="0" rtlCol="0" anchor="t" anchorCtr="0">
            <a:spAutoFit/>
          </a:bodyPr>
          <a:lstStyle/>
          <a:p>
            <a:pPr marL="11635"/>
            <a:r>
              <a:rPr lang="en-US" sz="3665"/>
              <a:t>The Oracy Framework</a:t>
            </a:r>
            <a:endParaRPr sz="3665"/>
          </a:p>
        </p:txBody>
      </p:sp>
      <p:grpSp>
        <p:nvGrpSpPr>
          <p:cNvPr id="50" name="Google Shape;50;p1"/>
          <p:cNvGrpSpPr/>
          <p:nvPr/>
        </p:nvGrpSpPr>
        <p:grpSpPr>
          <a:xfrm>
            <a:off x="9932577" y="183388"/>
            <a:ext cx="875011" cy="858141"/>
            <a:chOff x="9161263" y="324002"/>
            <a:chExt cx="955040" cy="936625"/>
          </a:xfrm>
        </p:grpSpPr>
        <p:sp>
          <p:nvSpPr>
            <p:cNvPr id="51" name="Google Shape;51;p1"/>
            <p:cNvSpPr/>
            <p:nvPr/>
          </p:nvSpPr>
          <p:spPr>
            <a:xfrm>
              <a:off x="9185737" y="348481"/>
              <a:ext cx="906144" cy="887094"/>
            </a:xfrm>
            <a:custGeom>
              <a:avLst/>
              <a:gdLst/>
              <a:ahLst/>
              <a:cxnLst/>
              <a:rect l="l" t="t" r="r" b="b"/>
              <a:pathLst>
                <a:path w="906145" h="887094" extrusionOk="0">
                  <a:moveTo>
                    <a:pt x="452894" y="0"/>
                  </a:moveTo>
                  <a:lnTo>
                    <a:pt x="403546" y="2602"/>
                  </a:lnTo>
                  <a:lnTo>
                    <a:pt x="355738" y="10229"/>
                  </a:lnTo>
                  <a:lnTo>
                    <a:pt x="309745" y="22610"/>
                  </a:lnTo>
                  <a:lnTo>
                    <a:pt x="265843" y="39474"/>
                  </a:lnTo>
                  <a:lnTo>
                    <a:pt x="224310" y="60552"/>
                  </a:lnTo>
                  <a:lnTo>
                    <a:pt x="185421" y="85571"/>
                  </a:lnTo>
                  <a:lnTo>
                    <a:pt x="149452" y="114263"/>
                  </a:lnTo>
                  <a:lnTo>
                    <a:pt x="116680" y="146356"/>
                  </a:lnTo>
                  <a:lnTo>
                    <a:pt x="87382" y="181580"/>
                  </a:lnTo>
                  <a:lnTo>
                    <a:pt x="61833" y="219664"/>
                  </a:lnTo>
                  <a:lnTo>
                    <a:pt x="40310" y="260338"/>
                  </a:lnTo>
                  <a:lnTo>
                    <a:pt x="23088" y="303332"/>
                  </a:lnTo>
                  <a:lnTo>
                    <a:pt x="10445" y="348374"/>
                  </a:lnTo>
                  <a:lnTo>
                    <a:pt x="2657" y="395194"/>
                  </a:lnTo>
                  <a:lnTo>
                    <a:pt x="0" y="443522"/>
                  </a:lnTo>
                  <a:lnTo>
                    <a:pt x="2657" y="491850"/>
                  </a:lnTo>
                  <a:lnTo>
                    <a:pt x="10445" y="538670"/>
                  </a:lnTo>
                  <a:lnTo>
                    <a:pt x="23088" y="583713"/>
                  </a:lnTo>
                  <a:lnTo>
                    <a:pt x="40310" y="626707"/>
                  </a:lnTo>
                  <a:lnTo>
                    <a:pt x="61833" y="667382"/>
                  </a:lnTo>
                  <a:lnTo>
                    <a:pt x="87382" y="705468"/>
                  </a:lnTo>
                  <a:lnTo>
                    <a:pt x="116680" y="740693"/>
                  </a:lnTo>
                  <a:lnTo>
                    <a:pt x="149452" y="772787"/>
                  </a:lnTo>
                  <a:lnTo>
                    <a:pt x="185421" y="801480"/>
                  </a:lnTo>
                  <a:lnTo>
                    <a:pt x="224310" y="826501"/>
                  </a:lnTo>
                  <a:lnTo>
                    <a:pt x="265843" y="847579"/>
                  </a:lnTo>
                  <a:lnTo>
                    <a:pt x="309745" y="864445"/>
                  </a:lnTo>
                  <a:lnTo>
                    <a:pt x="355738" y="876826"/>
                  </a:lnTo>
                  <a:lnTo>
                    <a:pt x="403546" y="884454"/>
                  </a:lnTo>
                  <a:lnTo>
                    <a:pt x="452894" y="887056"/>
                  </a:lnTo>
                  <a:lnTo>
                    <a:pt x="502242" y="884454"/>
                  </a:lnTo>
                  <a:lnTo>
                    <a:pt x="550051" y="876826"/>
                  </a:lnTo>
                  <a:lnTo>
                    <a:pt x="596044" y="864445"/>
                  </a:lnTo>
                  <a:lnTo>
                    <a:pt x="639945" y="847579"/>
                  </a:lnTo>
                  <a:lnTo>
                    <a:pt x="681479" y="826501"/>
                  </a:lnTo>
                  <a:lnTo>
                    <a:pt x="720368" y="801480"/>
                  </a:lnTo>
                  <a:lnTo>
                    <a:pt x="756336" y="772787"/>
                  </a:lnTo>
                  <a:lnTo>
                    <a:pt x="789108" y="740693"/>
                  </a:lnTo>
                  <a:lnTo>
                    <a:pt x="818406" y="705468"/>
                  </a:lnTo>
                  <a:lnTo>
                    <a:pt x="843955" y="667382"/>
                  </a:lnTo>
                  <a:lnTo>
                    <a:pt x="865479" y="626707"/>
                  </a:lnTo>
                  <a:lnTo>
                    <a:pt x="882700" y="583713"/>
                  </a:lnTo>
                  <a:lnTo>
                    <a:pt x="895343" y="538670"/>
                  </a:lnTo>
                  <a:lnTo>
                    <a:pt x="903131" y="491850"/>
                  </a:lnTo>
                  <a:lnTo>
                    <a:pt x="905789" y="443522"/>
                  </a:lnTo>
                  <a:lnTo>
                    <a:pt x="903131" y="395194"/>
                  </a:lnTo>
                  <a:lnTo>
                    <a:pt x="895343" y="348374"/>
                  </a:lnTo>
                  <a:lnTo>
                    <a:pt x="882700" y="303332"/>
                  </a:lnTo>
                  <a:lnTo>
                    <a:pt x="865479" y="260338"/>
                  </a:lnTo>
                  <a:lnTo>
                    <a:pt x="843955" y="219664"/>
                  </a:lnTo>
                  <a:lnTo>
                    <a:pt x="818406" y="181580"/>
                  </a:lnTo>
                  <a:lnTo>
                    <a:pt x="789108" y="146356"/>
                  </a:lnTo>
                  <a:lnTo>
                    <a:pt x="756336" y="114263"/>
                  </a:lnTo>
                  <a:lnTo>
                    <a:pt x="720368" y="85571"/>
                  </a:lnTo>
                  <a:lnTo>
                    <a:pt x="681479" y="60552"/>
                  </a:lnTo>
                  <a:lnTo>
                    <a:pt x="639945" y="39474"/>
                  </a:lnTo>
                  <a:lnTo>
                    <a:pt x="596044" y="22610"/>
                  </a:lnTo>
                  <a:lnTo>
                    <a:pt x="550051" y="10229"/>
                  </a:lnTo>
                  <a:lnTo>
                    <a:pt x="502242" y="2602"/>
                  </a:lnTo>
                  <a:lnTo>
                    <a:pt x="4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9161263" y="324002"/>
              <a:ext cx="955040" cy="936625"/>
            </a:xfrm>
            <a:custGeom>
              <a:avLst/>
              <a:gdLst/>
              <a:ahLst/>
              <a:cxnLst/>
              <a:rect l="l" t="t" r="r" b="b"/>
              <a:pathLst>
                <a:path w="955040" h="936625" extrusionOk="0">
                  <a:moveTo>
                    <a:pt x="477367" y="0"/>
                  </a:moveTo>
                  <a:lnTo>
                    <a:pt x="428629" y="2420"/>
                  </a:lnTo>
                  <a:lnTo>
                    <a:pt x="381282" y="9525"/>
                  </a:lnTo>
                  <a:lnTo>
                    <a:pt x="335570" y="21075"/>
                  </a:lnTo>
                  <a:lnTo>
                    <a:pt x="291732" y="36835"/>
                  </a:lnTo>
                  <a:lnTo>
                    <a:pt x="250013" y="56568"/>
                  </a:lnTo>
                  <a:lnTo>
                    <a:pt x="210652" y="80036"/>
                  </a:lnTo>
                  <a:lnTo>
                    <a:pt x="173892" y="107002"/>
                  </a:lnTo>
                  <a:lnTo>
                    <a:pt x="139976" y="137229"/>
                  </a:lnTo>
                  <a:lnTo>
                    <a:pt x="109144" y="170481"/>
                  </a:lnTo>
                  <a:lnTo>
                    <a:pt x="81638" y="206520"/>
                  </a:lnTo>
                  <a:lnTo>
                    <a:pt x="57700" y="245108"/>
                  </a:lnTo>
                  <a:lnTo>
                    <a:pt x="37573" y="286010"/>
                  </a:lnTo>
                  <a:lnTo>
                    <a:pt x="21497" y="328988"/>
                  </a:lnTo>
                  <a:lnTo>
                    <a:pt x="9715" y="373805"/>
                  </a:lnTo>
                  <a:lnTo>
                    <a:pt x="2469" y="420224"/>
                  </a:lnTo>
                  <a:lnTo>
                    <a:pt x="0" y="468007"/>
                  </a:lnTo>
                  <a:lnTo>
                    <a:pt x="2469" y="515789"/>
                  </a:lnTo>
                  <a:lnTo>
                    <a:pt x="9715" y="562205"/>
                  </a:lnTo>
                  <a:lnTo>
                    <a:pt x="21497" y="607020"/>
                  </a:lnTo>
                  <a:lnTo>
                    <a:pt x="37573" y="649997"/>
                  </a:lnTo>
                  <a:lnTo>
                    <a:pt x="57700" y="690897"/>
                  </a:lnTo>
                  <a:lnTo>
                    <a:pt x="81638" y="729485"/>
                  </a:lnTo>
                  <a:lnTo>
                    <a:pt x="109144" y="765523"/>
                  </a:lnTo>
                  <a:lnTo>
                    <a:pt x="139976" y="798774"/>
                  </a:lnTo>
                  <a:lnTo>
                    <a:pt x="173892" y="829001"/>
                  </a:lnTo>
                  <a:lnTo>
                    <a:pt x="210652" y="855967"/>
                  </a:lnTo>
                  <a:lnTo>
                    <a:pt x="250013" y="879434"/>
                  </a:lnTo>
                  <a:lnTo>
                    <a:pt x="291732" y="899166"/>
                  </a:lnTo>
                  <a:lnTo>
                    <a:pt x="335570" y="914926"/>
                  </a:lnTo>
                  <a:lnTo>
                    <a:pt x="381282" y="926477"/>
                  </a:lnTo>
                  <a:lnTo>
                    <a:pt x="428629" y="933581"/>
                  </a:lnTo>
                  <a:lnTo>
                    <a:pt x="477367" y="936002"/>
                  </a:lnTo>
                  <a:lnTo>
                    <a:pt x="526106" y="933581"/>
                  </a:lnTo>
                  <a:lnTo>
                    <a:pt x="573452" y="926477"/>
                  </a:lnTo>
                  <a:lnTo>
                    <a:pt x="619165" y="914926"/>
                  </a:lnTo>
                  <a:lnTo>
                    <a:pt x="663002" y="899166"/>
                  </a:lnTo>
                  <a:lnTo>
                    <a:pt x="688606" y="887056"/>
                  </a:lnTo>
                  <a:lnTo>
                    <a:pt x="477367" y="887056"/>
                  </a:lnTo>
                  <a:lnTo>
                    <a:pt x="427474" y="884232"/>
                  </a:lnTo>
                  <a:lnTo>
                    <a:pt x="379253" y="875970"/>
                  </a:lnTo>
                  <a:lnTo>
                    <a:pt x="333028" y="862586"/>
                  </a:lnTo>
                  <a:lnTo>
                    <a:pt x="289123" y="844399"/>
                  </a:lnTo>
                  <a:lnTo>
                    <a:pt x="247863" y="821724"/>
                  </a:lnTo>
                  <a:lnTo>
                    <a:pt x="209570" y="794879"/>
                  </a:lnTo>
                  <a:lnTo>
                    <a:pt x="174569" y="764181"/>
                  </a:lnTo>
                  <a:lnTo>
                    <a:pt x="143184" y="729945"/>
                  </a:lnTo>
                  <a:lnTo>
                    <a:pt x="115738" y="692490"/>
                  </a:lnTo>
                  <a:lnTo>
                    <a:pt x="92557" y="652132"/>
                  </a:lnTo>
                  <a:lnTo>
                    <a:pt x="73963" y="609188"/>
                  </a:lnTo>
                  <a:lnTo>
                    <a:pt x="60280" y="563975"/>
                  </a:lnTo>
                  <a:lnTo>
                    <a:pt x="51833" y="516809"/>
                  </a:lnTo>
                  <a:lnTo>
                    <a:pt x="48945" y="468007"/>
                  </a:lnTo>
                  <a:lnTo>
                    <a:pt x="51833" y="419203"/>
                  </a:lnTo>
                  <a:lnTo>
                    <a:pt x="60280" y="372035"/>
                  </a:lnTo>
                  <a:lnTo>
                    <a:pt x="73963" y="326820"/>
                  </a:lnTo>
                  <a:lnTo>
                    <a:pt x="92557" y="283874"/>
                  </a:lnTo>
                  <a:lnTo>
                    <a:pt x="115738" y="243515"/>
                  </a:lnTo>
                  <a:lnTo>
                    <a:pt x="143184" y="206059"/>
                  </a:lnTo>
                  <a:lnTo>
                    <a:pt x="174569" y="171823"/>
                  </a:lnTo>
                  <a:lnTo>
                    <a:pt x="209570" y="141123"/>
                  </a:lnTo>
                  <a:lnTo>
                    <a:pt x="247863" y="114278"/>
                  </a:lnTo>
                  <a:lnTo>
                    <a:pt x="289123" y="91603"/>
                  </a:lnTo>
                  <a:lnTo>
                    <a:pt x="333028" y="73416"/>
                  </a:lnTo>
                  <a:lnTo>
                    <a:pt x="379253" y="60032"/>
                  </a:lnTo>
                  <a:lnTo>
                    <a:pt x="427474" y="51770"/>
                  </a:lnTo>
                  <a:lnTo>
                    <a:pt x="477367" y="48945"/>
                  </a:lnTo>
                  <a:lnTo>
                    <a:pt x="688605" y="48945"/>
                  </a:lnTo>
                  <a:lnTo>
                    <a:pt x="663002" y="36835"/>
                  </a:lnTo>
                  <a:lnTo>
                    <a:pt x="619165" y="21075"/>
                  </a:lnTo>
                  <a:lnTo>
                    <a:pt x="573452" y="9525"/>
                  </a:lnTo>
                  <a:lnTo>
                    <a:pt x="526106" y="2420"/>
                  </a:lnTo>
                  <a:lnTo>
                    <a:pt x="477367" y="0"/>
                  </a:lnTo>
                  <a:close/>
                </a:path>
                <a:path w="955040" h="936625" extrusionOk="0">
                  <a:moveTo>
                    <a:pt x="688605" y="48945"/>
                  </a:moveTo>
                  <a:lnTo>
                    <a:pt x="477367" y="48945"/>
                  </a:lnTo>
                  <a:lnTo>
                    <a:pt x="527260" y="51770"/>
                  </a:lnTo>
                  <a:lnTo>
                    <a:pt x="575481" y="60032"/>
                  </a:lnTo>
                  <a:lnTo>
                    <a:pt x="621706" y="73416"/>
                  </a:lnTo>
                  <a:lnTo>
                    <a:pt x="665611" y="91603"/>
                  </a:lnTo>
                  <a:lnTo>
                    <a:pt x="706872" y="114278"/>
                  </a:lnTo>
                  <a:lnTo>
                    <a:pt x="745164" y="141123"/>
                  </a:lnTo>
                  <a:lnTo>
                    <a:pt x="780165" y="171823"/>
                  </a:lnTo>
                  <a:lnTo>
                    <a:pt x="811550" y="206059"/>
                  </a:lnTo>
                  <a:lnTo>
                    <a:pt x="838996" y="243515"/>
                  </a:lnTo>
                  <a:lnTo>
                    <a:pt x="862177" y="283874"/>
                  </a:lnTo>
                  <a:lnTo>
                    <a:pt x="880772" y="326820"/>
                  </a:lnTo>
                  <a:lnTo>
                    <a:pt x="894454" y="372035"/>
                  </a:lnTo>
                  <a:lnTo>
                    <a:pt x="902901" y="419203"/>
                  </a:lnTo>
                  <a:lnTo>
                    <a:pt x="905789" y="468007"/>
                  </a:lnTo>
                  <a:lnTo>
                    <a:pt x="902901" y="516809"/>
                  </a:lnTo>
                  <a:lnTo>
                    <a:pt x="894454" y="563975"/>
                  </a:lnTo>
                  <a:lnTo>
                    <a:pt x="880772" y="609188"/>
                  </a:lnTo>
                  <a:lnTo>
                    <a:pt x="862177" y="652132"/>
                  </a:lnTo>
                  <a:lnTo>
                    <a:pt x="838996" y="692490"/>
                  </a:lnTo>
                  <a:lnTo>
                    <a:pt x="811550" y="729945"/>
                  </a:lnTo>
                  <a:lnTo>
                    <a:pt x="780165" y="764181"/>
                  </a:lnTo>
                  <a:lnTo>
                    <a:pt x="745164" y="794879"/>
                  </a:lnTo>
                  <a:lnTo>
                    <a:pt x="706872" y="821724"/>
                  </a:lnTo>
                  <a:lnTo>
                    <a:pt x="665611" y="844399"/>
                  </a:lnTo>
                  <a:lnTo>
                    <a:pt x="621706" y="862586"/>
                  </a:lnTo>
                  <a:lnTo>
                    <a:pt x="575481" y="875970"/>
                  </a:lnTo>
                  <a:lnTo>
                    <a:pt x="527260" y="884232"/>
                  </a:lnTo>
                  <a:lnTo>
                    <a:pt x="477367" y="887056"/>
                  </a:lnTo>
                  <a:lnTo>
                    <a:pt x="688606" y="887056"/>
                  </a:lnTo>
                  <a:lnTo>
                    <a:pt x="744082" y="855967"/>
                  </a:lnTo>
                  <a:lnTo>
                    <a:pt x="780842" y="829001"/>
                  </a:lnTo>
                  <a:lnTo>
                    <a:pt x="814758" y="798774"/>
                  </a:lnTo>
                  <a:lnTo>
                    <a:pt x="845591" y="765523"/>
                  </a:lnTo>
                  <a:lnTo>
                    <a:pt x="873096" y="729485"/>
                  </a:lnTo>
                  <a:lnTo>
                    <a:pt x="897034" y="690897"/>
                  </a:lnTo>
                  <a:lnTo>
                    <a:pt x="917161" y="649997"/>
                  </a:lnTo>
                  <a:lnTo>
                    <a:pt x="933237" y="607020"/>
                  </a:lnTo>
                  <a:lnTo>
                    <a:pt x="945019" y="562205"/>
                  </a:lnTo>
                  <a:lnTo>
                    <a:pt x="952265" y="515789"/>
                  </a:lnTo>
                  <a:lnTo>
                    <a:pt x="954735" y="468007"/>
                  </a:lnTo>
                  <a:lnTo>
                    <a:pt x="952265" y="420224"/>
                  </a:lnTo>
                  <a:lnTo>
                    <a:pt x="945019" y="373805"/>
                  </a:lnTo>
                  <a:lnTo>
                    <a:pt x="933237" y="328988"/>
                  </a:lnTo>
                  <a:lnTo>
                    <a:pt x="917161" y="286010"/>
                  </a:lnTo>
                  <a:lnTo>
                    <a:pt x="897034" y="245108"/>
                  </a:lnTo>
                  <a:lnTo>
                    <a:pt x="873096" y="206520"/>
                  </a:lnTo>
                  <a:lnTo>
                    <a:pt x="845591" y="170481"/>
                  </a:lnTo>
                  <a:lnTo>
                    <a:pt x="814758" y="137229"/>
                  </a:lnTo>
                  <a:lnTo>
                    <a:pt x="780842" y="107002"/>
                  </a:lnTo>
                  <a:lnTo>
                    <a:pt x="744082" y="80036"/>
                  </a:lnTo>
                  <a:lnTo>
                    <a:pt x="704722" y="56568"/>
                  </a:lnTo>
                  <a:lnTo>
                    <a:pt x="688605" y="48945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9724212" y="520534"/>
              <a:ext cx="186690" cy="354965"/>
            </a:xfrm>
            <a:custGeom>
              <a:avLst/>
              <a:gdLst/>
              <a:ahLst/>
              <a:cxnLst/>
              <a:rect l="l" t="t" r="r" b="b"/>
              <a:pathLst>
                <a:path w="186690" h="354965" extrusionOk="0">
                  <a:moveTo>
                    <a:pt x="85178" y="124574"/>
                  </a:moveTo>
                  <a:lnTo>
                    <a:pt x="81826" y="108331"/>
                  </a:lnTo>
                  <a:lnTo>
                    <a:pt x="72707" y="95072"/>
                  </a:lnTo>
                  <a:lnTo>
                    <a:pt x="59169" y="86131"/>
                  </a:lnTo>
                  <a:lnTo>
                    <a:pt x="42595" y="82854"/>
                  </a:lnTo>
                  <a:lnTo>
                    <a:pt x="26009" y="86131"/>
                  </a:lnTo>
                  <a:lnTo>
                    <a:pt x="12471" y="95072"/>
                  </a:lnTo>
                  <a:lnTo>
                    <a:pt x="3340" y="108331"/>
                  </a:lnTo>
                  <a:lnTo>
                    <a:pt x="0" y="124574"/>
                  </a:lnTo>
                  <a:lnTo>
                    <a:pt x="0" y="312851"/>
                  </a:lnTo>
                  <a:lnTo>
                    <a:pt x="3340" y="329082"/>
                  </a:lnTo>
                  <a:lnTo>
                    <a:pt x="12471" y="342341"/>
                  </a:lnTo>
                  <a:lnTo>
                    <a:pt x="26009" y="351282"/>
                  </a:lnTo>
                  <a:lnTo>
                    <a:pt x="42595" y="354558"/>
                  </a:lnTo>
                  <a:lnTo>
                    <a:pt x="59169" y="351282"/>
                  </a:lnTo>
                  <a:lnTo>
                    <a:pt x="72707" y="342341"/>
                  </a:lnTo>
                  <a:lnTo>
                    <a:pt x="81826" y="329082"/>
                  </a:lnTo>
                  <a:lnTo>
                    <a:pt x="85178" y="312851"/>
                  </a:lnTo>
                  <a:lnTo>
                    <a:pt x="85178" y="124574"/>
                  </a:lnTo>
                  <a:close/>
                </a:path>
                <a:path w="186690" h="354965" extrusionOk="0">
                  <a:moveTo>
                    <a:pt x="186258" y="41846"/>
                  </a:moveTo>
                  <a:lnTo>
                    <a:pt x="182905" y="25552"/>
                  </a:lnTo>
                  <a:lnTo>
                    <a:pt x="173736" y="12255"/>
                  </a:lnTo>
                  <a:lnTo>
                    <a:pt x="160159" y="3289"/>
                  </a:lnTo>
                  <a:lnTo>
                    <a:pt x="143522" y="0"/>
                  </a:lnTo>
                  <a:lnTo>
                    <a:pt x="126898" y="3289"/>
                  </a:lnTo>
                  <a:lnTo>
                    <a:pt x="113309" y="12255"/>
                  </a:lnTo>
                  <a:lnTo>
                    <a:pt x="104165" y="25552"/>
                  </a:lnTo>
                  <a:lnTo>
                    <a:pt x="100799" y="41846"/>
                  </a:lnTo>
                  <a:lnTo>
                    <a:pt x="100799" y="312712"/>
                  </a:lnTo>
                  <a:lnTo>
                    <a:pt x="104165" y="329006"/>
                  </a:lnTo>
                  <a:lnTo>
                    <a:pt x="113309" y="342303"/>
                  </a:lnTo>
                  <a:lnTo>
                    <a:pt x="126898" y="351269"/>
                  </a:lnTo>
                  <a:lnTo>
                    <a:pt x="143522" y="354558"/>
                  </a:lnTo>
                  <a:lnTo>
                    <a:pt x="160159" y="351269"/>
                  </a:lnTo>
                  <a:lnTo>
                    <a:pt x="173736" y="342303"/>
                  </a:lnTo>
                  <a:lnTo>
                    <a:pt x="182905" y="329006"/>
                  </a:lnTo>
                  <a:lnTo>
                    <a:pt x="186258" y="312712"/>
                  </a:lnTo>
                  <a:lnTo>
                    <a:pt x="186258" y="41846"/>
                  </a:lnTo>
                  <a:close/>
                </a:path>
              </a:pathLst>
            </a:custGeom>
            <a:solidFill>
              <a:srgbClr val="6824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9623409" y="603382"/>
              <a:ext cx="85725" cy="271780"/>
            </a:xfrm>
            <a:custGeom>
              <a:avLst/>
              <a:gdLst/>
              <a:ahLst/>
              <a:cxnLst/>
              <a:rect l="l" t="t" r="r" b="b"/>
              <a:pathLst>
                <a:path w="85725" h="271780" extrusionOk="0">
                  <a:moveTo>
                    <a:pt x="42595" y="0"/>
                  </a:moveTo>
                  <a:lnTo>
                    <a:pt x="26017" y="3278"/>
                  </a:lnTo>
                  <a:lnTo>
                    <a:pt x="12477" y="12220"/>
                  </a:lnTo>
                  <a:lnTo>
                    <a:pt x="3348" y="25481"/>
                  </a:lnTo>
                  <a:lnTo>
                    <a:pt x="0" y="41719"/>
                  </a:lnTo>
                  <a:lnTo>
                    <a:pt x="0" y="229997"/>
                  </a:lnTo>
                  <a:lnTo>
                    <a:pt x="3348" y="246232"/>
                  </a:lnTo>
                  <a:lnTo>
                    <a:pt x="12477" y="259489"/>
                  </a:lnTo>
                  <a:lnTo>
                    <a:pt x="26017" y="268426"/>
                  </a:lnTo>
                  <a:lnTo>
                    <a:pt x="42595" y="271703"/>
                  </a:lnTo>
                  <a:lnTo>
                    <a:pt x="59174" y="268426"/>
                  </a:lnTo>
                  <a:lnTo>
                    <a:pt x="72713" y="259489"/>
                  </a:lnTo>
                  <a:lnTo>
                    <a:pt x="81843" y="246232"/>
                  </a:lnTo>
                  <a:lnTo>
                    <a:pt x="85191" y="229997"/>
                  </a:lnTo>
                  <a:lnTo>
                    <a:pt x="85191" y="41719"/>
                  </a:lnTo>
                  <a:lnTo>
                    <a:pt x="81843" y="25481"/>
                  </a:lnTo>
                  <a:lnTo>
                    <a:pt x="72713" y="12220"/>
                  </a:lnTo>
                  <a:lnTo>
                    <a:pt x="59174" y="3278"/>
                  </a:lnTo>
                  <a:lnTo>
                    <a:pt x="42595" y="0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" name="Google Shape;55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30864" y="695854"/>
              <a:ext cx="278287" cy="179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31369" y="912825"/>
              <a:ext cx="374516" cy="113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33913" y="909698"/>
              <a:ext cx="150858" cy="111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2566880" y="792701"/>
            <a:ext cx="6866870" cy="2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452">
                <a:solidFill>
                  <a:srgbClr val="083942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Here are some things to think about when you are using your oracy skills:</a:t>
            </a:r>
            <a:endParaRPr sz="1452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39061" y="2540314"/>
            <a:ext cx="1744788" cy="603897"/>
          </a:xfrm>
          <a:custGeom>
            <a:avLst/>
            <a:gdLst/>
            <a:ahLst/>
            <a:cxnLst/>
            <a:rect l="l" t="t" r="r" b="b"/>
            <a:pathLst>
              <a:path w="1904364" h="659129" extrusionOk="0">
                <a:moveTo>
                  <a:pt x="157443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574431" y="658672"/>
                </a:lnTo>
                <a:lnTo>
                  <a:pt x="1623099" y="655101"/>
                </a:lnTo>
                <a:lnTo>
                  <a:pt x="1669549" y="644729"/>
                </a:lnTo>
                <a:lnTo>
                  <a:pt x="1713272" y="628063"/>
                </a:lnTo>
                <a:lnTo>
                  <a:pt x="1753759" y="605615"/>
                </a:lnTo>
                <a:lnTo>
                  <a:pt x="1790501" y="577892"/>
                </a:lnTo>
                <a:lnTo>
                  <a:pt x="1822988" y="545406"/>
                </a:lnTo>
                <a:lnTo>
                  <a:pt x="1850710" y="508664"/>
                </a:lnTo>
                <a:lnTo>
                  <a:pt x="1873159" y="468177"/>
                </a:lnTo>
                <a:lnTo>
                  <a:pt x="1889824" y="424453"/>
                </a:lnTo>
                <a:lnTo>
                  <a:pt x="1900197" y="378003"/>
                </a:lnTo>
                <a:lnTo>
                  <a:pt x="1903768" y="329336"/>
                </a:lnTo>
                <a:lnTo>
                  <a:pt x="1900197" y="280669"/>
                </a:lnTo>
                <a:lnTo>
                  <a:pt x="1889824" y="234218"/>
                </a:lnTo>
                <a:lnTo>
                  <a:pt x="1873159" y="190495"/>
                </a:lnTo>
                <a:lnTo>
                  <a:pt x="1850710" y="150008"/>
                </a:lnTo>
                <a:lnTo>
                  <a:pt x="1822988" y="113266"/>
                </a:lnTo>
                <a:lnTo>
                  <a:pt x="1790501" y="80780"/>
                </a:lnTo>
                <a:lnTo>
                  <a:pt x="1753759" y="53057"/>
                </a:lnTo>
                <a:lnTo>
                  <a:pt x="1713272" y="30609"/>
                </a:lnTo>
                <a:lnTo>
                  <a:pt x="1669549" y="13943"/>
                </a:lnTo>
                <a:lnTo>
                  <a:pt x="1623099" y="3570"/>
                </a:lnTo>
                <a:lnTo>
                  <a:pt x="1574431" y="0"/>
                </a:lnTo>
                <a:close/>
              </a:path>
            </a:pathLst>
          </a:custGeom>
          <a:solidFill>
            <a:srgbClr val="FFBE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169692" y="2661135"/>
            <a:ext cx="83486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Physical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970842" y="2534020"/>
            <a:ext cx="1910598" cy="603897"/>
          </a:xfrm>
          <a:custGeom>
            <a:avLst/>
            <a:gdLst/>
            <a:ahLst/>
            <a:cxnLst/>
            <a:rect l="l" t="t" r="r" b="b"/>
            <a:pathLst>
              <a:path w="2085339" h="659129" extrusionOk="0">
                <a:moveTo>
                  <a:pt x="1755482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755482" y="658672"/>
                </a:lnTo>
                <a:lnTo>
                  <a:pt x="1804150" y="655101"/>
                </a:lnTo>
                <a:lnTo>
                  <a:pt x="1850600" y="644729"/>
                </a:lnTo>
                <a:lnTo>
                  <a:pt x="1894323" y="628063"/>
                </a:lnTo>
                <a:lnTo>
                  <a:pt x="1934810" y="605615"/>
                </a:lnTo>
                <a:lnTo>
                  <a:pt x="1971552" y="577892"/>
                </a:lnTo>
                <a:lnTo>
                  <a:pt x="2004039" y="545406"/>
                </a:lnTo>
                <a:lnTo>
                  <a:pt x="2031761" y="508664"/>
                </a:lnTo>
                <a:lnTo>
                  <a:pt x="2054210" y="468177"/>
                </a:lnTo>
                <a:lnTo>
                  <a:pt x="2070875" y="424453"/>
                </a:lnTo>
                <a:lnTo>
                  <a:pt x="2081248" y="378003"/>
                </a:lnTo>
                <a:lnTo>
                  <a:pt x="2084819" y="329336"/>
                </a:lnTo>
                <a:lnTo>
                  <a:pt x="2081248" y="280669"/>
                </a:lnTo>
                <a:lnTo>
                  <a:pt x="2070875" y="234218"/>
                </a:lnTo>
                <a:lnTo>
                  <a:pt x="2054210" y="190495"/>
                </a:lnTo>
                <a:lnTo>
                  <a:pt x="2031761" y="150008"/>
                </a:lnTo>
                <a:lnTo>
                  <a:pt x="2004039" y="113266"/>
                </a:lnTo>
                <a:lnTo>
                  <a:pt x="1971552" y="80780"/>
                </a:lnTo>
                <a:lnTo>
                  <a:pt x="1934810" y="53057"/>
                </a:lnTo>
                <a:lnTo>
                  <a:pt x="1894323" y="30609"/>
                </a:lnTo>
                <a:lnTo>
                  <a:pt x="1850600" y="13943"/>
                </a:lnTo>
                <a:lnTo>
                  <a:pt x="1804150" y="3570"/>
                </a:lnTo>
                <a:lnTo>
                  <a:pt x="1755482" y="0"/>
                </a:ln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465621" y="2681307"/>
            <a:ext cx="954718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Linguistic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274206" y="2522897"/>
            <a:ext cx="1770969" cy="603897"/>
          </a:xfrm>
          <a:custGeom>
            <a:avLst/>
            <a:gdLst/>
            <a:ahLst/>
            <a:cxnLst/>
            <a:rect l="l" t="t" r="r" b="b"/>
            <a:pathLst>
              <a:path w="1932940" h="659129" extrusionOk="0">
                <a:moveTo>
                  <a:pt x="160345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603451" y="658672"/>
                </a:lnTo>
                <a:lnTo>
                  <a:pt x="1652118" y="655101"/>
                </a:lnTo>
                <a:lnTo>
                  <a:pt x="1698569" y="644729"/>
                </a:lnTo>
                <a:lnTo>
                  <a:pt x="1742294" y="628063"/>
                </a:lnTo>
                <a:lnTo>
                  <a:pt x="1782782" y="605615"/>
                </a:lnTo>
                <a:lnTo>
                  <a:pt x="1819526" y="577892"/>
                </a:lnTo>
                <a:lnTo>
                  <a:pt x="1852014" y="545406"/>
                </a:lnTo>
                <a:lnTo>
                  <a:pt x="1879738" y="508664"/>
                </a:lnTo>
                <a:lnTo>
                  <a:pt x="1902188" y="468177"/>
                </a:lnTo>
                <a:lnTo>
                  <a:pt x="1918855" y="424453"/>
                </a:lnTo>
                <a:lnTo>
                  <a:pt x="1929229" y="378003"/>
                </a:lnTo>
                <a:lnTo>
                  <a:pt x="1932800" y="329336"/>
                </a:lnTo>
                <a:lnTo>
                  <a:pt x="1929229" y="280669"/>
                </a:lnTo>
                <a:lnTo>
                  <a:pt x="1918855" y="234218"/>
                </a:lnTo>
                <a:lnTo>
                  <a:pt x="1902188" y="190495"/>
                </a:lnTo>
                <a:lnTo>
                  <a:pt x="1879738" y="150008"/>
                </a:lnTo>
                <a:lnTo>
                  <a:pt x="1852014" y="113266"/>
                </a:lnTo>
                <a:lnTo>
                  <a:pt x="1819526" y="80780"/>
                </a:lnTo>
                <a:lnTo>
                  <a:pt x="1782782" y="53057"/>
                </a:lnTo>
                <a:lnTo>
                  <a:pt x="1742294" y="30609"/>
                </a:lnTo>
                <a:lnTo>
                  <a:pt x="1698569" y="13943"/>
                </a:lnTo>
                <a:lnTo>
                  <a:pt x="1652118" y="3570"/>
                </a:lnTo>
                <a:lnTo>
                  <a:pt x="1603451" y="0"/>
                </a:lnTo>
                <a:close/>
              </a:path>
            </a:pathLst>
          </a:custGeom>
          <a:solidFill>
            <a:srgbClr val="FBE2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669535" y="2676773"/>
            <a:ext cx="93900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Cognitive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24541" y="1202081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42633" y="1255561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0EE4F1-94DF-61E8-B599-7F8A46976242}"/>
              </a:ext>
            </a:extLst>
          </p:cNvPr>
          <p:cNvGrpSpPr/>
          <p:nvPr/>
        </p:nvGrpSpPr>
        <p:grpSpPr>
          <a:xfrm>
            <a:off x="4333587" y="1203131"/>
            <a:ext cx="1185106" cy="1185106"/>
            <a:chOff x="4333587" y="1203131"/>
            <a:chExt cx="1185106" cy="1185106"/>
          </a:xfrm>
        </p:grpSpPr>
        <p:sp>
          <p:nvSpPr>
            <p:cNvPr id="68" name="Google Shape;68;p1"/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"/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79530" y="1203147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/>
          <p:nvPr/>
        </p:nvSpPr>
        <p:spPr>
          <a:xfrm>
            <a:off x="8478385" y="2476605"/>
            <a:ext cx="1987396" cy="833123"/>
          </a:xfrm>
          <a:custGeom>
            <a:avLst/>
            <a:gdLst/>
            <a:ahLst/>
            <a:cxnLst/>
            <a:rect l="l" t="t" r="r" b="b"/>
            <a:pathLst>
              <a:path w="2169159" h="909320" extrusionOk="0">
                <a:moveTo>
                  <a:pt x="1714563" y="0"/>
                </a:moveTo>
                <a:lnTo>
                  <a:pt x="454444" y="0"/>
                </a:lnTo>
                <a:lnTo>
                  <a:pt x="407980" y="2346"/>
                </a:lnTo>
                <a:lnTo>
                  <a:pt x="362859" y="9232"/>
                </a:lnTo>
                <a:lnTo>
                  <a:pt x="319308" y="20431"/>
                </a:lnTo>
                <a:lnTo>
                  <a:pt x="277556" y="35713"/>
                </a:lnTo>
                <a:lnTo>
                  <a:pt x="237831" y="54849"/>
                </a:lnTo>
                <a:lnTo>
                  <a:pt x="200362" y="77613"/>
                </a:lnTo>
                <a:lnTo>
                  <a:pt x="165377" y="103774"/>
                </a:lnTo>
                <a:lnTo>
                  <a:pt x="133105" y="133105"/>
                </a:lnTo>
                <a:lnTo>
                  <a:pt x="103774" y="165377"/>
                </a:lnTo>
                <a:lnTo>
                  <a:pt x="77613" y="200362"/>
                </a:lnTo>
                <a:lnTo>
                  <a:pt x="54849" y="237831"/>
                </a:lnTo>
                <a:lnTo>
                  <a:pt x="35713" y="277556"/>
                </a:lnTo>
                <a:lnTo>
                  <a:pt x="20431" y="319308"/>
                </a:lnTo>
                <a:lnTo>
                  <a:pt x="9232" y="362859"/>
                </a:lnTo>
                <a:lnTo>
                  <a:pt x="2346" y="407980"/>
                </a:lnTo>
                <a:lnTo>
                  <a:pt x="0" y="454444"/>
                </a:lnTo>
                <a:lnTo>
                  <a:pt x="2346" y="500907"/>
                </a:lnTo>
                <a:lnTo>
                  <a:pt x="9232" y="546028"/>
                </a:lnTo>
                <a:lnTo>
                  <a:pt x="20431" y="589579"/>
                </a:lnTo>
                <a:lnTo>
                  <a:pt x="35713" y="631332"/>
                </a:lnTo>
                <a:lnTo>
                  <a:pt x="54849" y="671056"/>
                </a:lnTo>
                <a:lnTo>
                  <a:pt x="77613" y="708525"/>
                </a:lnTo>
                <a:lnTo>
                  <a:pt x="103774" y="743510"/>
                </a:lnTo>
                <a:lnTo>
                  <a:pt x="133105" y="775782"/>
                </a:lnTo>
                <a:lnTo>
                  <a:pt x="165377" y="805113"/>
                </a:lnTo>
                <a:lnTo>
                  <a:pt x="200362" y="831274"/>
                </a:lnTo>
                <a:lnTo>
                  <a:pt x="237831" y="854038"/>
                </a:lnTo>
                <a:lnTo>
                  <a:pt x="277556" y="873175"/>
                </a:lnTo>
                <a:lnTo>
                  <a:pt x="319308" y="888456"/>
                </a:lnTo>
                <a:lnTo>
                  <a:pt x="362859" y="899655"/>
                </a:lnTo>
                <a:lnTo>
                  <a:pt x="407980" y="906541"/>
                </a:lnTo>
                <a:lnTo>
                  <a:pt x="454444" y="908888"/>
                </a:lnTo>
                <a:lnTo>
                  <a:pt x="1714563" y="908888"/>
                </a:lnTo>
                <a:lnTo>
                  <a:pt x="1761026" y="906541"/>
                </a:lnTo>
                <a:lnTo>
                  <a:pt x="1806148" y="899655"/>
                </a:lnTo>
                <a:lnTo>
                  <a:pt x="1849699" y="888456"/>
                </a:lnTo>
                <a:lnTo>
                  <a:pt x="1891451" y="873175"/>
                </a:lnTo>
                <a:lnTo>
                  <a:pt x="1931176" y="854038"/>
                </a:lnTo>
                <a:lnTo>
                  <a:pt x="1968645" y="831274"/>
                </a:lnTo>
                <a:lnTo>
                  <a:pt x="2003630" y="805113"/>
                </a:lnTo>
                <a:lnTo>
                  <a:pt x="2035902" y="775782"/>
                </a:lnTo>
                <a:lnTo>
                  <a:pt x="2065232" y="743510"/>
                </a:lnTo>
                <a:lnTo>
                  <a:pt x="2091394" y="708525"/>
                </a:lnTo>
                <a:lnTo>
                  <a:pt x="2114157" y="671056"/>
                </a:lnTo>
                <a:lnTo>
                  <a:pt x="2133294" y="631332"/>
                </a:lnTo>
                <a:lnTo>
                  <a:pt x="2148576" y="589579"/>
                </a:lnTo>
                <a:lnTo>
                  <a:pt x="2159774" y="546028"/>
                </a:lnTo>
                <a:lnTo>
                  <a:pt x="2166661" y="500907"/>
                </a:lnTo>
                <a:lnTo>
                  <a:pt x="2169007" y="454444"/>
                </a:lnTo>
                <a:lnTo>
                  <a:pt x="2166661" y="407980"/>
                </a:lnTo>
                <a:lnTo>
                  <a:pt x="2159774" y="362859"/>
                </a:lnTo>
                <a:lnTo>
                  <a:pt x="2148576" y="319308"/>
                </a:lnTo>
                <a:lnTo>
                  <a:pt x="2133294" y="277556"/>
                </a:lnTo>
                <a:lnTo>
                  <a:pt x="2114157" y="237831"/>
                </a:lnTo>
                <a:lnTo>
                  <a:pt x="2091394" y="200362"/>
                </a:lnTo>
                <a:lnTo>
                  <a:pt x="2065232" y="165377"/>
                </a:lnTo>
                <a:lnTo>
                  <a:pt x="2035902" y="133105"/>
                </a:lnTo>
                <a:lnTo>
                  <a:pt x="2003630" y="103774"/>
                </a:lnTo>
                <a:lnTo>
                  <a:pt x="1968645" y="77613"/>
                </a:lnTo>
                <a:lnTo>
                  <a:pt x="1931176" y="54849"/>
                </a:lnTo>
                <a:lnTo>
                  <a:pt x="1891451" y="35713"/>
                </a:lnTo>
                <a:lnTo>
                  <a:pt x="1849699" y="20431"/>
                </a:lnTo>
                <a:lnTo>
                  <a:pt x="1806148" y="9232"/>
                </a:lnTo>
                <a:lnTo>
                  <a:pt x="1761026" y="2346"/>
                </a:lnTo>
                <a:lnTo>
                  <a:pt x="1714563" y="0"/>
                </a:lnTo>
                <a:close/>
              </a:path>
            </a:pathLst>
          </a:custGeom>
          <a:solidFill>
            <a:srgbClr val="8BDF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938880" y="2639112"/>
            <a:ext cx="993697" cy="5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04" rIns="0" bIns="0" anchor="t" anchorCtr="0">
            <a:spAutoFit/>
          </a:bodyPr>
          <a:lstStyle/>
          <a:p>
            <a:pPr marL="11635" marR="4653" indent="84932">
              <a:lnSpc>
                <a:spcPct val="111172"/>
              </a:lnSpc>
            </a:pPr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Social &amp;  Emotional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956569" y="35198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5384" y="3701973"/>
            <a:ext cx="1691265" cy="33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114599">
              <a:lnSpc>
                <a:spcPct val="101400"/>
              </a:lnSpc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sentence  stems to link others’ ideas?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27217" y="3338942"/>
            <a:ext cx="1987396" cy="565500"/>
          </a:xfrm>
          <a:custGeom>
            <a:avLst/>
            <a:gdLst/>
            <a:ahLst/>
            <a:cxnLst/>
            <a:rect l="l" t="t" r="r" b="b"/>
            <a:pathLst>
              <a:path w="2169159" h="61722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605"/>
                </a:lnTo>
                <a:lnTo>
                  <a:pt x="7341" y="518120"/>
                </a:lnTo>
                <a:lnTo>
                  <a:pt x="27785" y="557650"/>
                </a:lnTo>
                <a:lnTo>
                  <a:pt x="58959" y="588824"/>
                </a:lnTo>
                <a:lnTo>
                  <a:pt x="98490" y="609268"/>
                </a:lnTo>
                <a:lnTo>
                  <a:pt x="144005" y="616610"/>
                </a:lnTo>
                <a:lnTo>
                  <a:pt x="2025002" y="616610"/>
                </a:lnTo>
                <a:lnTo>
                  <a:pt x="2070517" y="609268"/>
                </a:lnTo>
                <a:lnTo>
                  <a:pt x="2110048" y="588824"/>
                </a:lnTo>
                <a:lnTo>
                  <a:pt x="2141221" y="557650"/>
                </a:lnTo>
                <a:lnTo>
                  <a:pt x="2161665" y="518120"/>
                </a:lnTo>
                <a:lnTo>
                  <a:pt x="2169007" y="472605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55566" y="3458359"/>
            <a:ext cx="1433531" cy="49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Is what you want to say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  <a:p>
            <a:pPr marL="54101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clear and </a:t>
            </a:r>
            <a:r>
              <a:rPr lang="en-US" sz="1053" err="1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organised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92047" y="3701973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90081" y="3799745"/>
            <a:ext cx="17308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taking turns to talk  and listen and encouraging  others to take part?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629598" y="3380223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84911" y="3516429"/>
            <a:ext cx="15551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thinking about  the speed and volume of  your voice?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45165" y="4431146"/>
            <a:ext cx="1987396" cy="729564"/>
          </a:xfrm>
          <a:custGeom>
            <a:avLst/>
            <a:gdLst/>
            <a:ahLst/>
            <a:cxnLst/>
            <a:rect l="l" t="t" r="r" b="b"/>
            <a:pathLst>
              <a:path w="2169160" h="79628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52106"/>
                </a:lnTo>
                <a:lnTo>
                  <a:pt x="7341" y="697620"/>
                </a:lnTo>
                <a:lnTo>
                  <a:pt x="27785" y="737148"/>
                </a:lnTo>
                <a:lnTo>
                  <a:pt x="58959" y="768317"/>
                </a:lnTo>
                <a:lnTo>
                  <a:pt x="98490" y="788758"/>
                </a:lnTo>
                <a:lnTo>
                  <a:pt x="144005" y="796099"/>
                </a:lnTo>
                <a:lnTo>
                  <a:pt x="2025002" y="796099"/>
                </a:lnTo>
                <a:lnTo>
                  <a:pt x="2070517" y="788758"/>
                </a:lnTo>
                <a:lnTo>
                  <a:pt x="2110048" y="768317"/>
                </a:lnTo>
                <a:lnTo>
                  <a:pt x="2141221" y="737148"/>
                </a:lnTo>
                <a:lnTo>
                  <a:pt x="2161665" y="697620"/>
                </a:lnTo>
                <a:lnTo>
                  <a:pt x="2169007" y="652106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813729" y="4541524"/>
            <a:ext cx="1694173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gestures and  expression to help make  your point?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93429" y="5546941"/>
            <a:ext cx="1987396" cy="564918"/>
          </a:xfrm>
          <a:custGeom>
            <a:avLst/>
            <a:gdLst/>
            <a:ahLst/>
            <a:cxnLst/>
            <a:rect l="l" t="t" r="r" b="b"/>
            <a:pathLst>
              <a:path w="2169160" h="616584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274"/>
                </a:lnTo>
                <a:lnTo>
                  <a:pt x="7341" y="517794"/>
                </a:lnTo>
                <a:lnTo>
                  <a:pt x="27785" y="557326"/>
                </a:lnTo>
                <a:lnTo>
                  <a:pt x="58959" y="588497"/>
                </a:lnTo>
                <a:lnTo>
                  <a:pt x="98490" y="608939"/>
                </a:lnTo>
                <a:lnTo>
                  <a:pt x="144005" y="616280"/>
                </a:lnTo>
                <a:lnTo>
                  <a:pt x="2025002" y="616280"/>
                </a:lnTo>
                <a:lnTo>
                  <a:pt x="2070517" y="608939"/>
                </a:lnTo>
                <a:lnTo>
                  <a:pt x="2110048" y="588497"/>
                </a:lnTo>
                <a:lnTo>
                  <a:pt x="2141221" y="557326"/>
                </a:lnTo>
                <a:lnTo>
                  <a:pt x="2161665" y="517794"/>
                </a:lnTo>
                <a:lnTo>
                  <a:pt x="2169007" y="472274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760989" y="5647438"/>
            <a:ext cx="167904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facing who you are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66317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speaking or listening to?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950758" y="5050049"/>
            <a:ext cx="1987501" cy="727277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195964" y="5245657"/>
            <a:ext cx="153010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74462"/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new and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11635">
              <a:spcBef>
                <a:spcPts val="18"/>
              </a:spcBef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appropriate vocabulary?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227217" y="43433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59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479133" y="4434365"/>
            <a:ext cx="1458548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275739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asking  relevant questions and  responding to others?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6256562" y="5090967"/>
            <a:ext cx="1987396" cy="985429"/>
            <a:chOff x="5489995" y="5978044"/>
            <a:chExt cx="2169160" cy="1075555"/>
          </a:xfrm>
        </p:grpSpPr>
        <p:sp>
          <p:nvSpPr>
            <p:cNvPr id="103" name="Google Shape;103;p1"/>
            <p:cNvSpPr/>
            <p:nvPr/>
          </p:nvSpPr>
          <p:spPr>
            <a:xfrm>
              <a:off x="5489995" y="6433839"/>
              <a:ext cx="2169160" cy="619760"/>
            </a:xfrm>
            <a:custGeom>
              <a:avLst/>
              <a:gdLst/>
              <a:ahLst/>
              <a:cxnLst/>
              <a:rect l="l" t="t" r="r" b="b"/>
              <a:pathLst>
                <a:path w="2169159" h="619759" extrusionOk="0">
                  <a:moveTo>
                    <a:pt x="2025002" y="0"/>
                  </a:moveTo>
                  <a:lnTo>
                    <a:pt x="144005" y="0"/>
                  </a:lnTo>
                  <a:lnTo>
                    <a:pt x="98490" y="7340"/>
                  </a:lnTo>
                  <a:lnTo>
                    <a:pt x="58959" y="27782"/>
                  </a:lnTo>
                  <a:lnTo>
                    <a:pt x="27785" y="58954"/>
                  </a:lnTo>
                  <a:lnTo>
                    <a:pt x="7341" y="98485"/>
                  </a:lnTo>
                  <a:lnTo>
                    <a:pt x="0" y="144005"/>
                  </a:lnTo>
                  <a:lnTo>
                    <a:pt x="0" y="475754"/>
                  </a:lnTo>
                  <a:lnTo>
                    <a:pt x="7341" y="521269"/>
                  </a:lnTo>
                  <a:lnTo>
                    <a:pt x="27785" y="560800"/>
                  </a:lnTo>
                  <a:lnTo>
                    <a:pt x="58959" y="591974"/>
                  </a:lnTo>
                  <a:lnTo>
                    <a:pt x="98490" y="612418"/>
                  </a:lnTo>
                  <a:lnTo>
                    <a:pt x="144005" y="619759"/>
                  </a:lnTo>
                  <a:lnTo>
                    <a:pt x="2025002" y="619759"/>
                  </a:lnTo>
                  <a:lnTo>
                    <a:pt x="2070517" y="612418"/>
                  </a:lnTo>
                  <a:lnTo>
                    <a:pt x="2110048" y="591974"/>
                  </a:lnTo>
                  <a:lnTo>
                    <a:pt x="2141221" y="560800"/>
                  </a:lnTo>
                  <a:lnTo>
                    <a:pt x="2161665" y="521269"/>
                  </a:lnTo>
                  <a:lnTo>
                    <a:pt x="2169007" y="475754"/>
                  </a:lnTo>
                  <a:lnTo>
                    <a:pt x="2169007" y="144005"/>
                  </a:lnTo>
                  <a:lnTo>
                    <a:pt x="2161665" y="98485"/>
                  </a:lnTo>
                  <a:lnTo>
                    <a:pt x="2141221" y="58954"/>
                  </a:lnTo>
                  <a:lnTo>
                    <a:pt x="2110048" y="27782"/>
                  </a:lnTo>
                  <a:lnTo>
                    <a:pt x="2070517" y="7340"/>
                  </a:lnTo>
                  <a:lnTo>
                    <a:pt x="2025002" y="0"/>
                  </a:lnTo>
                  <a:close/>
                </a:path>
              </a:pathLst>
            </a:custGeom>
            <a:solidFill>
              <a:srgbClr val="F8CF0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288194" y="6283809"/>
              <a:ext cx="237031" cy="237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213521" y="0"/>
                  </a:move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close/>
                </a:path>
              </a:pathLst>
            </a:custGeom>
            <a:solidFill>
              <a:srgbClr val="FEF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329151" y="329151"/>
                  </a:move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close/>
                </a:path>
              </a:pathLst>
            </a:custGeom>
            <a:noFill/>
            <a:ln w="52750" cap="flat" cmpd="sng">
              <a:solidFill>
                <a:srgbClr val="F8CF0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"/>
          <p:cNvSpPr txBox="1"/>
          <p:nvPr/>
        </p:nvSpPr>
        <p:spPr>
          <a:xfrm>
            <a:off x="6443026" y="5129785"/>
            <a:ext cx="1614468" cy="84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R="182081" algn="r"/>
            <a:r>
              <a:rPr lang="en-US" sz="1923">
                <a:solidFill>
                  <a:srgbClr val="F8CF0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?</a:t>
            </a:r>
            <a:endParaRPr sz="1923">
              <a:solidFill>
                <a:schemeClr val="dk1"/>
              </a:solidFill>
              <a:latin typeface="Twinkl Cursive Looped" panose="02000000000000000000" pitchFamily="2" charset="77"/>
              <a:ea typeface="Tahoma"/>
              <a:cs typeface="Tahoma"/>
              <a:sym typeface="Tahoma"/>
            </a:endParaRPr>
          </a:p>
          <a:p>
            <a:pPr marL="173353" marR="4653" indent="-162303">
              <a:lnSpc>
                <a:spcPct val="101400"/>
              </a:lnSpc>
              <a:spcBef>
                <a:spcPts val="1636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giving reasons for  what you are saying?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483016" y="5163089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690080" y="5245656"/>
            <a:ext cx="1656939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talking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confidently 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and thinking about your  audience?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3213248" y="5102742"/>
            <a:ext cx="358383" cy="471157"/>
            <a:chOff x="2201303" y="6017755"/>
            <a:chExt cx="391160" cy="514247"/>
          </a:xfrm>
        </p:grpSpPr>
        <p:pic>
          <p:nvPicPr>
            <p:cNvPr id="111" name="Google Shape;111;p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354421" y="6017755"/>
              <a:ext cx="84378" cy="843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"/>
            <p:cNvSpPr/>
            <p:nvPr/>
          </p:nvSpPr>
          <p:spPr>
            <a:xfrm>
              <a:off x="2201303" y="6121157"/>
              <a:ext cx="391160" cy="410845"/>
            </a:xfrm>
            <a:custGeom>
              <a:avLst/>
              <a:gdLst/>
              <a:ahLst/>
              <a:cxnLst/>
              <a:rect l="l" t="t" r="r" b="b"/>
              <a:pathLst>
                <a:path w="391160" h="410845" extrusionOk="0">
                  <a:moveTo>
                    <a:pt x="195658" y="0"/>
                  </a:moveTo>
                  <a:lnTo>
                    <a:pt x="153869" y="7597"/>
                  </a:lnTo>
                  <a:lnTo>
                    <a:pt x="13553" y="57581"/>
                  </a:lnTo>
                  <a:lnTo>
                    <a:pt x="0" y="74351"/>
                  </a:lnTo>
                  <a:lnTo>
                    <a:pt x="815" y="82054"/>
                  </a:lnTo>
                  <a:lnTo>
                    <a:pt x="4558" y="88834"/>
                  </a:lnTo>
                  <a:lnTo>
                    <a:pt x="10408" y="93491"/>
                  </a:lnTo>
                  <a:lnTo>
                    <a:pt x="17579" y="95613"/>
                  </a:lnTo>
                  <a:lnTo>
                    <a:pt x="25288" y="94792"/>
                  </a:lnTo>
                  <a:lnTo>
                    <a:pt x="133111" y="55232"/>
                  </a:lnTo>
                  <a:lnTo>
                    <a:pt x="133111" y="386270"/>
                  </a:lnTo>
                  <a:lnTo>
                    <a:pt x="135028" y="395759"/>
                  </a:lnTo>
                  <a:lnTo>
                    <a:pt x="140255" y="403510"/>
                  </a:lnTo>
                  <a:lnTo>
                    <a:pt x="148005" y="408737"/>
                  </a:lnTo>
                  <a:lnTo>
                    <a:pt x="157495" y="410654"/>
                  </a:lnTo>
                  <a:lnTo>
                    <a:pt x="166984" y="408737"/>
                  </a:lnTo>
                  <a:lnTo>
                    <a:pt x="174735" y="403510"/>
                  </a:lnTo>
                  <a:lnTo>
                    <a:pt x="179962" y="395759"/>
                  </a:lnTo>
                  <a:lnTo>
                    <a:pt x="181879" y="386270"/>
                  </a:lnTo>
                  <a:lnTo>
                    <a:pt x="181879" y="199669"/>
                  </a:lnTo>
                  <a:lnTo>
                    <a:pt x="187886" y="193662"/>
                  </a:lnTo>
                  <a:lnTo>
                    <a:pt x="202745" y="193662"/>
                  </a:lnTo>
                  <a:lnTo>
                    <a:pt x="208752" y="199669"/>
                  </a:lnTo>
                  <a:lnTo>
                    <a:pt x="208752" y="386270"/>
                  </a:lnTo>
                  <a:lnTo>
                    <a:pt x="210669" y="395759"/>
                  </a:lnTo>
                  <a:lnTo>
                    <a:pt x="215896" y="403510"/>
                  </a:lnTo>
                  <a:lnTo>
                    <a:pt x="223647" y="408737"/>
                  </a:lnTo>
                  <a:lnTo>
                    <a:pt x="233136" y="410654"/>
                  </a:lnTo>
                  <a:lnTo>
                    <a:pt x="242623" y="408737"/>
                  </a:lnTo>
                  <a:lnTo>
                    <a:pt x="250370" y="403510"/>
                  </a:lnTo>
                  <a:lnTo>
                    <a:pt x="255592" y="395759"/>
                  </a:lnTo>
                  <a:lnTo>
                    <a:pt x="257507" y="386270"/>
                  </a:lnTo>
                  <a:lnTo>
                    <a:pt x="257507" y="55232"/>
                  </a:lnTo>
                  <a:lnTo>
                    <a:pt x="367273" y="95402"/>
                  </a:lnTo>
                  <a:lnTo>
                    <a:pt x="369242" y="95694"/>
                  </a:lnTo>
                  <a:lnTo>
                    <a:pt x="379478" y="95694"/>
                  </a:lnTo>
                  <a:lnTo>
                    <a:pt x="387162" y="90373"/>
                  </a:lnTo>
                  <a:lnTo>
                    <a:pt x="389790" y="82054"/>
                  </a:lnTo>
                  <a:lnTo>
                    <a:pt x="390606" y="74351"/>
                  </a:lnTo>
                  <a:lnTo>
                    <a:pt x="388484" y="67179"/>
                  </a:lnTo>
                  <a:lnTo>
                    <a:pt x="240642" y="9004"/>
                  </a:lnTo>
                  <a:lnTo>
                    <a:pt x="206455" y="140"/>
                  </a:lnTo>
                  <a:lnTo>
                    <a:pt x="195658" y="0"/>
                  </a:lnTo>
                  <a:close/>
                </a:path>
              </a:pathLst>
            </a:custGeom>
            <a:solidFill>
              <a:srgbClr val="FFC9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6330764" y="3963462"/>
            <a:ext cx="550955" cy="368273"/>
            <a:chOff x="5651392" y="4536803"/>
            <a:chExt cx="601345" cy="401955"/>
          </a:xfrm>
        </p:grpSpPr>
        <p:sp>
          <p:nvSpPr>
            <p:cNvPr id="114" name="Google Shape;114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564946" y="0"/>
                  </a:moveTo>
                  <a:lnTo>
                    <a:pt x="36004" y="0"/>
                  </a:ln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close/>
                </a:path>
              </a:pathLst>
            </a:custGeom>
            <a:solidFill>
              <a:srgbClr val="FCEC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36004" y="0"/>
                  </a:move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lnTo>
                    <a:pt x="3600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725458" y="4614223"/>
              <a:ext cx="124307" cy="9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741252" y="4768069"/>
              <a:ext cx="92710" cy="92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"/>
          <p:cNvSpPr txBox="1"/>
          <p:nvPr/>
        </p:nvSpPr>
        <p:spPr>
          <a:xfrm>
            <a:off x="1555695" y="6380960"/>
            <a:ext cx="1430622" cy="29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KS1 Oracy Framework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798672" y="4088310"/>
            <a:ext cx="481723" cy="326966"/>
            <a:chOff x="723988" y="4813757"/>
            <a:chExt cx="525780" cy="356870"/>
          </a:xfrm>
        </p:grpSpPr>
        <p:sp>
          <p:nvSpPr>
            <p:cNvPr id="128" name="Google Shape;128;p1"/>
            <p:cNvSpPr/>
            <p:nvPr/>
          </p:nvSpPr>
          <p:spPr>
            <a:xfrm>
              <a:off x="723988" y="4813757"/>
              <a:ext cx="525780" cy="356870"/>
            </a:xfrm>
            <a:custGeom>
              <a:avLst/>
              <a:gdLst/>
              <a:ahLst/>
              <a:cxnLst/>
              <a:rect l="l" t="t" r="r" b="b"/>
              <a:pathLst>
                <a:path w="525780" h="356870" extrusionOk="0">
                  <a:moveTo>
                    <a:pt x="144183" y="94907"/>
                  </a:moveTo>
                  <a:lnTo>
                    <a:pt x="136601" y="75145"/>
                  </a:lnTo>
                  <a:lnTo>
                    <a:pt x="122301" y="59728"/>
                  </a:lnTo>
                  <a:lnTo>
                    <a:pt x="102603" y="50774"/>
                  </a:lnTo>
                  <a:lnTo>
                    <a:pt x="81026" y="50304"/>
                  </a:lnTo>
                  <a:lnTo>
                    <a:pt x="61633" y="58013"/>
                  </a:lnTo>
                  <a:lnTo>
                    <a:pt x="46482" y="72580"/>
                  </a:lnTo>
                  <a:lnTo>
                    <a:pt x="37693" y="92633"/>
                  </a:lnTo>
                  <a:lnTo>
                    <a:pt x="37223" y="114592"/>
                  </a:lnTo>
                  <a:lnTo>
                    <a:pt x="44805" y="134340"/>
                  </a:lnTo>
                  <a:lnTo>
                    <a:pt x="59105" y="149771"/>
                  </a:lnTo>
                  <a:lnTo>
                    <a:pt x="78803" y="158724"/>
                  </a:lnTo>
                  <a:lnTo>
                    <a:pt x="100368" y="159194"/>
                  </a:lnTo>
                  <a:lnTo>
                    <a:pt x="119773" y="151485"/>
                  </a:lnTo>
                  <a:lnTo>
                    <a:pt x="134912" y="136918"/>
                  </a:lnTo>
                  <a:lnTo>
                    <a:pt x="143713" y="116865"/>
                  </a:lnTo>
                  <a:lnTo>
                    <a:pt x="144183" y="94907"/>
                  </a:lnTo>
                  <a:close/>
                </a:path>
                <a:path w="525780" h="356870" extrusionOk="0">
                  <a:moveTo>
                    <a:pt x="228650" y="263169"/>
                  </a:moveTo>
                  <a:lnTo>
                    <a:pt x="227926" y="255460"/>
                  </a:lnTo>
                  <a:lnTo>
                    <a:pt x="224332" y="248551"/>
                  </a:lnTo>
                  <a:lnTo>
                    <a:pt x="218122" y="243344"/>
                  </a:lnTo>
                  <a:lnTo>
                    <a:pt x="206248" y="243205"/>
                  </a:lnTo>
                  <a:lnTo>
                    <a:pt x="188239" y="247751"/>
                  </a:lnTo>
                  <a:lnTo>
                    <a:pt x="168897" y="252158"/>
                  </a:lnTo>
                  <a:lnTo>
                    <a:pt x="153060" y="251663"/>
                  </a:lnTo>
                  <a:lnTo>
                    <a:pt x="149593" y="246265"/>
                  </a:lnTo>
                  <a:lnTo>
                    <a:pt x="145910" y="239090"/>
                  </a:lnTo>
                  <a:lnTo>
                    <a:pt x="132600" y="209854"/>
                  </a:lnTo>
                  <a:lnTo>
                    <a:pt x="125437" y="197281"/>
                  </a:lnTo>
                  <a:lnTo>
                    <a:pt x="74930" y="175006"/>
                  </a:lnTo>
                  <a:lnTo>
                    <a:pt x="45986" y="170078"/>
                  </a:lnTo>
                  <a:lnTo>
                    <a:pt x="35674" y="172008"/>
                  </a:lnTo>
                  <a:lnTo>
                    <a:pt x="6921" y="247408"/>
                  </a:lnTo>
                  <a:lnTo>
                    <a:pt x="1663" y="299415"/>
                  </a:lnTo>
                  <a:lnTo>
                    <a:pt x="0" y="346748"/>
                  </a:lnTo>
                  <a:lnTo>
                    <a:pt x="0" y="351459"/>
                  </a:lnTo>
                  <a:lnTo>
                    <a:pt x="3911" y="355434"/>
                  </a:lnTo>
                  <a:lnTo>
                    <a:pt x="99428" y="356514"/>
                  </a:lnTo>
                  <a:lnTo>
                    <a:pt x="103339" y="353263"/>
                  </a:lnTo>
                  <a:lnTo>
                    <a:pt x="103695" y="348919"/>
                  </a:lnTo>
                  <a:lnTo>
                    <a:pt x="114706" y="266128"/>
                  </a:lnTo>
                  <a:lnTo>
                    <a:pt x="144183" y="292519"/>
                  </a:lnTo>
                  <a:lnTo>
                    <a:pt x="148082" y="292874"/>
                  </a:lnTo>
                  <a:lnTo>
                    <a:pt x="151638" y="292874"/>
                  </a:lnTo>
                  <a:lnTo>
                    <a:pt x="176326" y="290855"/>
                  </a:lnTo>
                  <a:lnTo>
                    <a:pt x="199212" y="285648"/>
                  </a:lnTo>
                  <a:lnTo>
                    <a:pt x="216966" y="278536"/>
                  </a:lnTo>
                  <a:lnTo>
                    <a:pt x="226288" y="270827"/>
                  </a:lnTo>
                  <a:lnTo>
                    <a:pt x="228650" y="263169"/>
                  </a:lnTo>
                  <a:close/>
                </a:path>
                <a:path w="525780" h="356870" extrusionOk="0">
                  <a:moveTo>
                    <a:pt x="357339" y="29578"/>
                  </a:moveTo>
                  <a:lnTo>
                    <a:pt x="355015" y="18059"/>
                  </a:lnTo>
                  <a:lnTo>
                    <a:pt x="348691" y="8661"/>
                  </a:lnTo>
                  <a:lnTo>
                    <a:pt x="339293" y="2324"/>
                  </a:lnTo>
                  <a:lnTo>
                    <a:pt x="327774" y="0"/>
                  </a:lnTo>
                  <a:lnTo>
                    <a:pt x="199986" y="0"/>
                  </a:lnTo>
                  <a:lnTo>
                    <a:pt x="188480" y="2324"/>
                  </a:lnTo>
                  <a:lnTo>
                    <a:pt x="179082" y="8661"/>
                  </a:lnTo>
                  <a:lnTo>
                    <a:pt x="172745" y="18059"/>
                  </a:lnTo>
                  <a:lnTo>
                    <a:pt x="170421" y="29578"/>
                  </a:lnTo>
                  <a:lnTo>
                    <a:pt x="170421" y="117856"/>
                  </a:lnTo>
                  <a:lnTo>
                    <a:pt x="172745" y="129362"/>
                  </a:lnTo>
                  <a:lnTo>
                    <a:pt x="179082" y="138760"/>
                  </a:lnTo>
                  <a:lnTo>
                    <a:pt x="188480" y="145097"/>
                  </a:lnTo>
                  <a:lnTo>
                    <a:pt x="199986" y="147421"/>
                  </a:lnTo>
                  <a:lnTo>
                    <a:pt x="201980" y="147421"/>
                  </a:lnTo>
                  <a:lnTo>
                    <a:pt x="201904" y="184035"/>
                  </a:lnTo>
                  <a:lnTo>
                    <a:pt x="207238" y="186753"/>
                  </a:lnTo>
                  <a:lnTo>
                    <a:pt x="258470" y="149377"/>
                  </a:lnTo>
                  <a:lnTo>
                    <a:pt x="264452" y="147421"/>
                  </a:lnTo>
                  <a:lnTo>
                    <a:pt x="327774" y="147421"/>
                  </a:lnTo>
                  <a:lnTo>
                    <a:pt x="339293" y="145097"/>
                  </a:lnTo>
                  <a:lnTo>
                    <a:pt x="348691" y="138760"/>
                  </a:lnTo>
                  <a:lnTo>
                    <a:pt x="355015" y="129362"/>
                  </a:lnTo>
                  <a:lnTo>
                    <a:pt x="357339" y="117856"/>
                  </a:lnTo>
                  <a:lnTo>
                    <a:pt x="357339" y="29578"/>
                  </a:lnTo>
                  <a:close/>
                </a:path>
                <a:path w="525780" h="356870" extrusionOk="0">
                  <a:moveTo>
                    <a:pt x="487972" y="114592"/>
                  </a:moveTo>
                  <a:lnTo>
                    <a:pt x="487502" y="92633"/>
                  </a:lnTo>
                  <a:lnTo>
                    <a:pt x="478701" y="72580"/>
                  </a:lnTo>
                  <a:lnTo>
                    <a:pt x="463562" y="58013"/>
                  </a:lnTo>
                  <a:lnTo>
                    <a:pt x="444157" y="50304"/>
                  </a:lnTo>
                  <a:lnTo>
                    <a:pt x="422592" y="50774"/>
                  </a:lnTo>
                  <a:lnTo>
                    <a:pt x="402894" y="59728"/>
                  </a:lnTo>
                  <a:lnTo>
                    <a:pt x="388594" y="75145"/>
                  </a:lnTo>
                  <a:lnTo>
                    <a:pt x="381012" y="94907"/>
                  </a:lnTo>
                  <a:lnTo>
                    <a:pt x="381482" y="116865"/>
                  </a:lnTo>
                  <a:lnTo>
                    <a:pt x="390271" y="136918"/>
                  </a:lnTo>
                  <a:lnTo>
                    <a:pt x="405422" y="151485"/>
                  </a:lnTo>
                  <a:lnTo>
                    <a:pt x="424815" y="159194"/>
                  </a:lnTo>
                  <a:lnTo>
                    <a:pt x="446392" y="158724"/>
                  </a:lnTo>
                  <a:lnTo>
                    <a:pt x="466090" y="149771"/>
                  </a:lnTo>
                  <a:lnTo>
                    <a:pt x="480390" y="134340"/>
                  </a:lnTo>
                  <a:lnTo>
                    <a:pt x="487972" y="114592"/>
                  </a:lnTo>
                  <a:close/>
                </a:path>
                <a:path w="525780" h="356870" extrusionOk="0">
                  <a:moveTo>
                    <a:pt x="525195" y="346748"/>
                  </a:moveTo>
                  <a:lnTo>
                    <a:pt x="523532" y="299415"/>
                  </a:lnTo>
                  <a:lnTo>
                    <a:pt x="518274" y="247408"/>
                  </a:lnTo>
                  <a:lnTo>
                    <a:pt x="509816" y="202857"/>
                  </a:lnTo>
                  <a:lnTo>
                    <a:pt x="479209" y="170078"/>
                  </a:lnTo>
                  <a:lnTo>
                    <a:pt x="466496" y="171335"/>
                  </a:lnTo>
                  <a:lnTo>
                    <a:pt x="418655" y="182956"/>
                  </a:lnTo>
                  <a:lnTo>
                    <a:pt x="379285" y="239090"/>
                  </a:lnTo>
                  <a:lnTo>
                    <a:pt x="375602" y="246253"/>
                  </a:lnTo>
                  <a:lnTo>
                    <a:pt x="372135" y="251650"/>
                  </a:lnTo>
                  <a:lnTo>
                    <a:pt x="366179" y="247167"/>
                  </a:lnTo>
                  <a:lnTo>
                    <a:pt x="359041" y="239356"/>
                  </a:lnTo>
                  <a:lnTo>
                    <a:pt x="351713" y="229387"/>
                  </a:lnTo>
                  <a:lnTo>
                    <a:pt x="345147" y="218389"/>
                  </a:lnTo>
                  <a:lnTo>
                    <a:pt x="340182" y="212204"/>
                  </a:lnTo>
                  <a:lnTo>
                    <a:pt x="333387" y="208534"/>
                  </a:lnTo>
                  <a:lnTo>
                    <a:pt x="325729" y="207708"/>
                  </a:lnTo>
                  <a:lnTo>
                    <a:pt x="318160" y="210070"/>
                  </a:lnTo>
                  <a:lnTo>
                    <a:pt x="311937" y="215277"/>
                  </a:lnTo>
                  <a:lnTo>
                    <a:pt x="308356" y="222186"/>
                  </a:lnTo>
                  <a:lnTo>
                    <a:pt x="307619" y="229908"/>
                  </a:lnTo>
                  <a:lnTo>
                    <a:pt x="309994" y="237553"/>
                  </a:lnTo>
                  <a:lnTo>
                    <a:pt x="317576" y="250469"/>
                  </a:lnTo>
                  <a:lnTo>
                    <a:pt x="331520" y="269011"/>
                  </a:lnTo>
                  <a:lnTo>
                    <a:pt x="350596" y="285661"/>
                  </a:lnTo>
                  <a:lnTo>
                    <a:pt x="373557" y="292874"/>
                  </a:lnTo>
                  <a:lnTo>
                    <a:pt x="377113" y="292874"/>
                  </a:lnTo>
                  <a:lnTo>
                    <a:pt x="410489" y="266115"/>
                  </a:lnTo>
                  <a:lnTo>
                    <a:pt x="421500" y="348919"/>
                  </a:lnTo>
                  <a:lnTo>
                    <a:pt x="421855" y="353250"/>
                  </a:lnTo>
                  <a:lnTo>
                    <a:pt x="425754" y="356514"/>
                  </a:lnTo>
                  <a:lnTo>
                    <a:pt x="521284" y="355422"/>
                  </a:lnTo>
                  <a:lnTo>
                    <a:pt x="525195" y="351447"/>
                  </a:lnTo>
                  <a:lnTo>
                    <a:pt x="525195" y="346748"/>
                  </a:lnTo>
                  <a:close/>
                </a:path>
              </a:pathLst>
            </a:custGeom>
            <a:solidFill>
              <a:srgbClr val="FFBE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934593" y="4855781"/>
              <a:ext cx="106680" cy="62230"/>
            </a:xfrm>
            <a:custGeom>
              <a:avLst/>
              <a:gdLst/>
              <a:ahLst/>
              <a:cxnLst/>
              <a:rect l="l" t="t" r="r" b="b"/>
              <a:pathLst>
                <a:path w="106680" h="62229" extrusionOk="0">
                  <a:moveTo>
                    <a:pt x="106565" y="44475"/>
                  </a:moveTo>
                  <a:lnTo>
                    <a:pt x="101511" y="39331"/>
                  </a:lnTo>
                  <a:lnTo>
                    <a:pt x="11023" y="39331"/>
                  </a:lnTo>
                  <a:lnTo>
                    <a:pt x="5054" y="39331"/>
                  </a:lnTo>
                  <a:lnTo>
                    <a:pt x="0" y="44005"/>
                  </a:lnTo>
                  <a:lnTo>
                    <a:pt x="0" y="56642"/>
                  </a:lnTo>
                  <a:lnTo>
                    <a:pt x="5054" y="61785"/>
                  </a:lnTo>
                  <a:lnTo>
                    <a:pt x="101511" y="61785"/>
                  </a:lnTo>
                  <a:lnTo>
                    <a:pt x="106565" y="56642"/>
                  </a:lnTo>
                  <a:lnTo>
                    <a:pt x="106565" y="44475"/>
                  </a:lnTo>
                  <a:close/>
                </a:path>
                <a:path w="106680" h="62229" extrusionOk="0">
                  <a:moveTo>
                    <a:pt x="106565" y="5143"/>
                  </a:moveTo>
                  <a:lnTo>
                    <a:pt x="101511" y="0"/>
                  </a:lnTo>
                  <a:lnTo>
                    <a:pt x="11023" y="0"/>
                  </a:lnTo>
                  <a:lnTo>
                    <a:pt x="5054" y="0"/>
                  </a:lnTo>
                  <a:lnTo>
                    <a:pt x="0" y="5143"/>
                  </a:lnTo>
                  <a:lnTo>
                    <a:pt x="0" y="17310"/>
                  </a:lnTo>
                  <a:lnTo>
                    <a:pt x="5054" y="22453"/>
                  </a:lnTo>
                  <a:lnTo>
                    <a:pt x="101511" y="22453"/>
                  </a:lnTo>
                  <a:lnTo>
                    <a:pt x="106565" y="17310"/>
                  </a:lnTo>
                  <a:lnTo>
                    <a:pt x="106565" y="5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5C2D-951F-EEDF-FCF9-A8AD9210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6E53BD8C-C4D8-F91F-E58A-FFFD724DC789}"/>
              </a:ext>
            </a:extLst>
          </p:cNvPr>
          <p:cNvSpPr txBox="1"/>
          <p:nvPr/>
        </p:nvSpPr>
        <p:spPr>
          <a:xfrm>
            <a:off x="4394476" y="206047"/>
            <a:ext cx="3403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inkl Cursive Looped" panose="02000000000000000000" pitchFamily="2" charset="77"/>
              </a:rPr>
              <a:t>Sentence Stems for Talk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1D83AD4-A75B-4FB0-6AC9-94377FE4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900" y="74930"/>
            <a:ext cx="1592580" cy="723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4EFE63F-72D4-B19E-E895-452B03E15F1E}"/>
              </a:ext>
            </a:extLst>
          </p:cNvPr>
          <p:cNvSpPr txBox="1"/>
          <p:nvPr/>
        </p:nvSpPr>
        <p:spPr>
          <a:xfrm flipH="1">
            <a:off x="211370" y="206047"/>
            <a:ext cx="210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5183BE"/>
                </a:solidFill>
                <a:latin typeface="Twinkl Cursive Looped" panose="02000000000000000000" pitchFamily="2" charset="77"/>
              </a:rPr>
              <a:t>LKS2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05B553-BFA6-E77A-A4D4-AF72EB9AFBDC}"/>
              </a:ext>
            </a:extLst>
          </p:cNvPr>
          <p:cNvGrpSpPr/>
          <p:nvPr/>
        </p:nvGrpSpPr>
        <p:grpSpPr>
          <a:xfrm>
            <a:off x="7208322" y="1828465"/>
            <a:ext cx="4887157" cy="3835253"/>
            <a:chOff x="165653" y="982869"/>
            <a:chExt cx="3314147" cy="3835253"/>
          </a:xfrm>
        </p:grpSpPr>
        <p:sp>
          <p:nvSpPr>
            <p:cNvPr id="68" name="Rectangle: Rounded Corners 3">
              <a:extLst>
                <a:ext uri="{FF2B5EF4-FFF2-40B4-BE49-F238E27FC236}">
                  <a16:creationId xmlns:a16="http://schemas.microsoft.com/office/drawing/2014/main" id="{5D6CD1AD-78B3-4B82-86CE-9ADE575C4B31}"/>
                </a:ext>
              </a:extLst>
            </p:cNvPr>
            <p:cNvSpPr/>
            <p:nvPr/>
          </p:nvSpPr>
          <p:spPr>
            <a:xfrm>
              <a:off x="165653" y="982869"/>
              <a:ext cx="3072848" cy="371613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243F74-FB35-A154-DD3D-B4B78F03E875}"/>
                </a:ext>
              </a:extLst>
            </p:cNvPr>
            <p:cNvSpPr txBox="1"/>
            <p:nvPr/>
          </p:nvSpPr>
          <p:spPr>
            <a:xfrm>
              <a:off x="253976" y="1224413"/>
              <a:ext cx="271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Argue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5BFB54-62F2-604A-1A0F-91C8A669B919}"/>
                </a:ext>
              </a:extLst>
            </p:cNvPr>
            <p:cNvSpPr txBox="1"/>
            <p:nvPr/>
          </p:nvSpPr>
          <p:spPr>
            <a:xfrm>
              <a:off x="406400" y="1955800"/>
              <a:ext cx="30734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for is…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against is… 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my opinion…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understand…however…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considered…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thought about… </a:t>
              </a:r>
              <a:endParaRPr lang="en-GB">
                <a:latin typeface="Twinkl Cursive Looped" panose="02000000000000000000" pitchFamily="2" charset="77"/>
              </a:endParaRPr>
            </a:p>
            <a:p>
              <a:endParaRPr lang="en-GB">
                <a:latin typeface="Twinkl Cursive Looped" panose="02000000000000000000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382492-1FAF-84CB-10D1-E757A5C88D7C}"/>
              </a:ext>
            </a:extLst>
          </p:cNvPr>
          <p:cNvGrpSpPr/>
          <p:nvPr/>
        </p:nvGrpSpPr>
        <p:grpSpPr>
          <a:xfrm>
            <a:off x="612451" y="820527"/>
            <a:ext cx="5011528" cy="2814431"/>
            <a:chOff x="3534106" y="798830"/>
            <a:chExt cx="5011528" cy="28144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1AB2584-2524-6B32-2D7F-70B7A4ECCDA4}"/>
                </a:ext>
              </a:extLst>
            </p:cNvPr>
            <p:cNvGrpSpPr/>
            <p:nvPr/>
          </p:nvGrpSpPr>
          <p:grpSpPr>
            <a:xfrm>
              <a:off x="3534106" y="798830"/>
              <a:ext cx="5011528" cy="2814431"/>
              <a:chOff x="3479248" y="982869"/>
              <a:chExt cx="5011528" cy="2814431"/>
            </a:xfrm>
          </p:grpSpPr>
          <p:sp>
            <p:nvSpPr>
              <p:cNvPr id="74" name="Rectangle: Rounded Corners 6">
                <a:extLst>
                  <a:ext uri="{FF2B5EF4-FFF2-40B4-BE49-F238E27FC236}">
                    <a16:creationId xmlns:a16="http://schemas.microsoft.com/office/drawing/2014/main" id="{318C018C-E55A-8CCF-403A-846B6B1745A6}"/>
                  </a:ext>
                </a:extLst>
              </p:cNvPr>
              <p:cNvSpPr/>
              <p:nvPr/>
            </p:nvSpPr>
            <p:spPr>
              <a:xfrm>
                <a:off x="3479248" y="982869"/>
                <a:ext cx="5011528" cy="2814431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winkl Cursive Looped" panose="02000000000000000000" pitchFamily="2" charset="7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E350C4A-B673-7F67-082F-8FC566A5C782}"/>
                  </a:ext>
                </a:extLst>
              </p:cNvPr>
              <p:cNvSpPr txBox="1"/>
              <p:nvPr/>
            </p:nvSpPr>
            <p:spPr>
              <a:xfrm>
                <a:off x="3680375" y="1604668"/>
                <a:ext cx="4701760" cy="213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appears…because…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seems to be…due to…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reminds me…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To conclude… / In conclusion… / To sum up…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B009AD-4EAB-5A1E-B18E-58AD2E51DD2D}"/>
                </a:ext>
              </a:extLst>
            </p:cNvPr>
            <p:cNvSpPr txBox="1"/>
            <p:nvPr/>
          </p:nvSpPr>
          <p:spPr>
            <a:xfrm>
              <a:off x="4625560" y="887226"/>
              <a:ext cx="271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Inform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(retelling and description)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780719-6643-F229-CF71-A6677A8099B8}"/>
              </a:ext>
            </a:extLst>
          </p:cNvPr>
          <p:cNvGrpSpPr/>
          <p:nvPr/>
        </p:nvGrpSpPr>
        <p:grpSpPr>
          <a:xfrm>
            <a:off x="503948" y="3895403"/>
            <a:ext cx="5968104" cy="2756550"/>
            <a:chOff x="3478696" y="3895403"/>
            <a:chExt cx="5228533" cy="2756550"/>
          </a:xfrm>
        </p:grpSpPr>
        <p:sp>
          <p:nvSpPr>
            <p:cNvPr id="77" name="Rectangle: Rounded Corners 7">
              <a:extLst>
                <a:ext uri="{FF2B5EF4-FFF2-40B4-BE49-F238E27FC236}">
                  <a16:creationId xmlns:a16="http://schemas.microsoft.com/office/drawing/2014/main" id="{44C5209D-1172-4191-3564-C0B31854A9FD}"/>
                </a:ext>
              </a:extLst>
            </p:cNvPr>
            <p:cNvSpPr/>
            <p:nvPr/>
          </p:nvSpPr>
          <p:spPr>
            <a:xfrm>
              <a:off x="3478696" y="3895403"/>
              <a:ext cx="5228533" cy="275655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5A2B245-055A-6DAF-2BA4-87B279CA33EB}"/>
                </a:ext>
              </a:extLst>
            </p:cNvPr>
            <p:cNvSpPr txBox="1"/>
            <p:nvPr/>
          </p:nvSpPr>
          <p:spPr>
            <a:xfrm>
              <a:off x="4625560" y="3936426"/>
              <a:ext cx="3070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Explain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(Instruction and explanation)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051DFC7-1EF6-A35C-0C4B-69DA74D416FA}"/>
                </a:ext>
              </a:extLst>
            </p:cNvPr>
            <p:cNvSpPr txBox="1"/>
            <p:nvPr/>
          </p:nvSpPr>
          <p:spPr>
            <a:xfrm>
              <a:off x="3729138" y="4348074"/>
              <a:ext cx="4346991" cy="2135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Then, as a result of…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contrast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…was successful / unsuccessful because…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Maybe it is due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Next time I would… as I think…</a:t>
              </a:r>
            </a:p>
          </p:txBody>
        </p:sp>
      </p:grpSp>
      <p:pic>
        <p:nvPicPr>
          <p:cNvPr id="80" name="Picture 2" descr="Discuss Icons - Download Free Vector Icons | Noun Project">
            <a:extLst>
              <a:ext uri="{FF2B5EF4-FFF2-40B4-BE49-F238E27FC236}">
                <a16:creationId xmlns:a16="http://schemas.microsoft.com/office/drawing/2014/main" id="{63E18017-BDE5-EE6E-DD70-C13A3B85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744" y="74930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1BA32BD0-20F4-9546-89E8-B050DF33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120"/>
          <a:stretch>
            <a:fillRect/>
          </a:stretch>
        </p:blipFill>
        <p:spPr>
          <a:xfrm>
            <a:off x="4712158" y="4658842"/>
            <a:ext cx="1606360" cy="13795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D78620A-8EE0-CB29-DF62-85947287A2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931"/>
          <a:stretch>
            <a:fillRect/>
          </a:stretch>
        </p:blipFill>
        <p:spPr>
          <a:xfrm>
            <a:off x="10075462" y="3686530"/>
            <a:ext cx="1625881" cy="125304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AA479C7-A5D6-48AE-82C5-962B22987A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81"/>
          <a:stretch>
            <a:fillRect/>
          </a:stretch>
        </p:blipFill>
        <p:spPr>
          <a:xfrm>
            <a:off x="10275557" y="2390748"/>
            <a:ext cx="1425786" cy="120934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8519FF-5AA3-50BE-7772-6BC8CD5CF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6755"/>
          <a:stretch>
            <a:fillRect/>
          </a:stretch>
        </p:blipFill>
        <p:spPr>
          <a:xfrm>
            <a:off x="4350414" y="1301155"/>
            <a:ext cx="1236215" cy="10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E140-D434-17CE-9CCF-53D4E8D5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3AA93167-5691-9572-529E-D57BBF0A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22580" y="4445465"/>
            <a:ext cx="1364627" cy="58373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ED80A6-0E01-7ED4-C5DE-814CF2718B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28232" y="3762104"/>
            <a:ext cx="1364627" cy="583734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768CC8-B889-5430-4900-11E69D8DADE4}"/>
              </a:ext>
            </a:extLst>
          </p:cNvPr>
          <p:cNvCxnSpPr>
            <a:cxnSpLocks/>
          </p:cNvCxnSpPr>
          <p:nvPr/>
        </p:nvCxnSpPr>
        <p:spPr>
          <a:xfrm>
            <a:off x="-139874" y="4400294"/>
            <a:ext cx="1238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CFF4FB9-2535-0B68-568A-18537F25C873}"/>
              </a:ext>
            </a:extLst>
          </p:cNvPr>
          <p:cNvSpPr txBox="1"/>
          <p:nvPr/>
        </p:nvSpPr>
        <p:spPr>
          <a:xfrm>
            <a:off x="114359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42E69F-3B9D-C32C-2A3D-396D7551E404}"/>
              </a:ext>
            </a:extLst>
          </p:cNvPr>
          <p:cNvSpPr txBox="1"/>
          <p:nvPr/>
        </p:nvSpPr>
        <p:spPr>
          <a:xfrm>
            <a:off x="223739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58A53E-98F2-797B-F532-97069387E79B}"/>
              </a:ext>
            </a:extLst>
          </p:cNvPr>
          <p:cNvSpPr txBox="1"/>
          <p:nvPr/>
        </p:nvSpPr>
        <p:spPr>
          <a:xfrm>
            <a:off x="114359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AAA326-26AB-CBF6-6957-144E645D3C83}"/>
              </a:ext>
            </a:extLst>
          </p:cNvPr>
          <p:cNvSpPr txBox="1"/>
          <p:nvPr/>
        </p:nvSpPr>
        <p:spPr>
          <a:xfrm>
            <a:off x="239205" y="246823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winkl Cursive Looped" panose="02000000000000000000" pitchFamily="2" charset="77"/>
              </a:rPr>
              <a:t>Lesson planning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753D17-32C0-DCA7-2C2D-35EB5E642FDA}"/>
              </a:ext>
            </a:extLst>
          </p:cNvPr>
          <p:cNvSpPr txBox="1"/>
          <p:nvPr/>
        </p:nvSpPr>
        <p:spPr>
          <a:xfrm>
            <a:off x="195510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79FB8A-C687-557B-A063-19FD4E8471AC}"/>
              </a:ext>
            </a:extLst>
          </p:cNvPr>
          <p:cNvSpPr txBox="1"/>
          <p:nvPr/>
        </p:nvSpPr>
        <p:spPr>
          <a:xfrm>
            <a:off x="264038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7476F07-B29E-CA18-49C2-8ABA689F54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1381553" y="4445465"/>
            <a:ext cx="1364627" cy="583735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30841E53-40D6-42F8-8169-11BD28EBA8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1387205" y="3762104"/>
            <a:ext cx="1364627" cy="58373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48D95D25-5F5D-1572-13E4-519667F67089}"/>
              </a:ext>
            </a:extLst>
          </p:cNvPr>
          <p:cNvSpPr txBox="1"/>
          <p:nvPr/>
        </p:nvSpPr>
        <p:spPr>
          <a:xfrm>
            <a:off x="1473332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8E0055C-9B69-29C8-5371-B845F8DB20CB}"/>
              </a:ext>
            </a:extLst>
          </p:cNvPr>
          <p:cNvSpPr txBox="1"/>
          <p:nvPr/>
        </p:nvSpPr>
        <p:spPr>
          <a:xfrm>
            <a:off x="1582712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B9E0CC1-DA4E-D43A-8BE8-F6846CBFA010}"/>
              </a:ext>
            </a:extLst>
          </p:cNvPr>
          <p:cNvSpPr txBox="1"/>
          <p:nvPr/>
        </p:nvSpPr>
        <p:spPr>
          <a:xfrm>
            <a:off x="1473332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A4E07BD-9DD7-92CF-4FE3-20D6E89C381A}"/>
              </a:ext>
            </a:extLst>
          </p:cNvPr>
          <p:cNvSpPr txBox="1"/>
          <p:nvPr/>
        </p:nvSpPr>
        <p:spPr>
          <a:xfrm>
            <a:off x="1554483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8B0E08-3D4C-E991-82ED-4D7FC19A1EB7}"/>
              </a:ext>
            </a:extLst>
          </p:cNvPr>
          <p:cNvSpPr txBox="1"/>
          <p:nvPr/>
        </p:nvSpPr>
        <p:spPr>
          <a:xfrm>
            <a:off x="1623011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2A84CF01-3262-5EA2-A810-D995F86AC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2740526" y="4445465"/>
            <a:ext cx="1364627" cy="583735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D8A3C4C7-164B-B1BE-8A87-8DA962317F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2746178" y="3762104"/>
            <a:ext cx="1364627" cy="583734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44454586-8A06-DF5E-AE49-C33E6C3FDFE8}"/>
              </a:ext>
            </a:extLst>
          </p:cNvPr>
          <p:cNvSpPr txBox="1"/>
          <p:nvPr/>
        </p:nvSpPr>
        <p:spPr>
          <a:xfrm>
            <a:off x="2832305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527F641-6E5F-7B47-F528-9C25DEFDBB89}"/>
              </a:ext>
            </a:extLst>
          </p:cNvPr>
          <p:cNvSpPr txBox="1"/>
          <p:nvPr/>
        </p:nvSpPr>
        <p:spPr>
          <a:xfrm>
            <a:off x="2941685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5AFF610-3A86-96DC-989D-0A74993BBDB8}"/>
              </a:ext>
            </a:extLst>
          </p:cNvPr>
          <p:cNvSpPr txBox="1"/>
          <p:nvPr/>
        </p:nvSpPr>
        <p:spPr>
          <a:xfrm>
            <a:off x="2832305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85D34F8-774F-4421-108B-4CCE6B926C61}"/>
              </a:ext>
            </a:extLst>
          </p:cNvPr>
          <p:cNvSpPr txBox="1"/>
          <p:nvPr/>
        </p:nvSpPr>
        <p:spPr>
          <a:xfrm>
            <a:off x="2913456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34C1FDD-6E9C-FE8E-2FEF-D726508F7E51}"/>
              </a:ext>
            </a:extLst>
          </p:cNvPr>
          <p:cNvSpPr txBox="1"/>
          <p:nvPr/>
        </p:nvSpPr>
        <p:spPr>
          <a:xfrm>
            <a:off x="2981984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DF88A8E7-7A2E-3AA6-564A-0D645721B4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4099499" y="4445465"/>
            <a:ext cx="1364627" cy="583735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623EFF4-12FA-4067-5B32-4326D6E2941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4105151" y="3762104"/>
            <a:ext cx="1364627" cy="583734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A5FDAF72-B419-EB4A-6F9A-225A8F38DFEE}"/>
              </a:ext>
            </a:extLst>
          </p:cNvPr>
          <p:cNvSpPr txBox="1"/>
          <p:nvPr/>
        </p:nvSpPr>
        <p:spPr>
          <a:xfrm>
            <a:off x="4191278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4E35D45-B8B9-AD09-CB4A-7F834488F578}"/>
              </a:ext>
            </a:extLst>
          </p:cNvPr>
          <p:cNvSpPr txBox="1"/>
          <p:nvPr/>
        </p:nvSpPr>
        <p:spPr>
          <a:xfrm>
            <a:off x="4300658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D90DD1E-DE45-ADB8-864A-3566C23B6C1C}"/>
              </a:ext>
            </a:extLst>
          </p:cNvPr>
          <p:cNvSpPr txBox="1"/>
          <p:nvPr/>
        </p:nvSpPr>
        <p:spPr>
          <a:xfrm>
            <a:off x="4191278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FF2609F-5B12-C91C-FF26-2D4F26E77454}"/>
              </a:ext>
            </a:extLst>
          </p:cNvPr>
          <p:cNvSpPr txBox="1"/>
          <p:nvPr/>
        </p:nvSpPr>
        <p:spPr>
          <a:xfrm>
            <a:off x="4272429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E99D1C7-2B87-C5A8-DC79-40027847D6AA}"/>
              </a:ext>
            </a:extLst>
          </p:cNvPr>
          <p:cNvSpPr txBox="1"/>
          <p:nvPr/>
        </p:nvSpPr>
        <p:spPr>
          <a:xfrm>
            <a:off x="4340957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53BA2718-B7E2-8F50-9B21-9F594A82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5458472" y="4445465"/>
            <a:ext cx="1364627" cy="583735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01E37C6-685D-C416-9005-3BD4551710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5464124" y="3762104"/>
            <a:ext cx="1364627" cy="583734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AB3E2845-14DB-6365-A6E3-C8D42DC0E8FC}"/>
              </a:ext>
            </a:extLst>
          </p:cNvPr>
          <p:cNvSpPr txBox="1"/>
          <p:nvPr/>
        </p:nvSpPr>
        <p:spPr>
          <a:xfrm>
            <a:off x="5550251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26BAA9-9411-751C-C943-448459E75EBF}"/>
              </a:ext>
            </a:extLst>
          </p:cNvPr>
          <p:cNvSpPr txBox="1"/>
          <p:nvPr/>
        </p:nvSpPr>
        <p:spPr>
          <a:xfrm>
            <a:off x="5659631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08D0CEC-7652-1C34-2E4D-473BEF019219}"/>
              </a:ext>
            </a:extLst>
          </p:cNvPr>
          <p:cNvSpPr txBox="1"/>
          <p:nvPr/>
        </p:nvSpPr>
        <p:spPr>
          <a:xfrm>
            <a:off x="5550251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71E5F79-BC06-9DBA-6485-71379A103C7D}"/>
              </a:ext>
            </a:extLst>
          </p:cNvPr>
          <p:cNvSpPr txBox="1"/>
          <p:nvPr/>
        </p:nvSpPr>
        <p:spPr>
          <a:xfrm>
            <a:off x="5631402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B626C24-1154-D366-513D-FF1B60792E3A}"/>
              </a:ext>
            </a:extLst>
          </p:cNvPr>
          <p:cNvSpPr txBox="1"/>
          <p:nvPr/>
        </p:nvSpPr>
        <p:spPr>
          <a:xfrm>
            <a:off x="5699930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D53A8DD4-7334-464C-BA12-5D1AF169FE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6817445" y="4445465"/>
            <a:ext cx="1364627" cy="583735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10DD70CE-1D1F-7FC6-B0D2-687F786C5C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6823097" y="3762104"/>
            <a:ext cx="1364627" cy="58373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A99F7F0F-906B-F778-32C2-B9224DE40774}"/>
              </a:ext>
            </a:extLst>
          </p:cNvPr>
          <p:cNvSpPr txBox="1"/>
          <p:nvPr/>
        </p:nvSpPr>
        <p:spPr>
          <a:xfrm>
            <a:off x="6909224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F9CDDD2-9D7F-E18D-B185-9F485499A7C2}"/>
              </a:ext>
            </a:extLst>
          </p:cNvPr>
          <p:cNvSpPr txBox="1"/>
          <p:nvPr/>
        </p:nvSpPr>
        <p:spPr>
          <a:xfrm>
            <a:off x="7018604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0E36CA-AC64-C9FF-B459-8C6CB53190FD}"/>
              </a:ext>
            </a:extLst>
          </p:cNvPr>
          <p:cNvSpPr txBox="1"/>
          <p:nvPr/>
        </p:nvSpPr>
        <p:spPr>
          <a:xfrm>
            <a:off x="6909224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FF4F2F0-7576-652A-8AD7-B65DE5416F8B}"/>
              </a:ext>
            </a:extLst>
          </p:cNvPr>
          <p:cNvSpPr txBox="1"/>
          <p:nvPr/>
        </p:nvSpPr>
        <p:spPr>
          <a:xfrm>
            <a:off x="6990375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0E6F247-4ED4-9EE0-75E8-8757642BA313}"/>
              </a:ext>
            </a:extLst>
          </p:cNvPr>
          <p:cNvSpPr txBox="1"/>
          <p:nvPr/>
        </p:nvSpPr>
        <p:spPr>
          <a:xfrm>
            <a:off x="7058903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F58316B5-B5D9-3592-7BD8-4532D1B8F0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8176418" y="4445465"/>
            <a:ext cx="1364627" cy="583735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E5695FDF-2402-8D19-225F-353AE8829A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8182070" y="3762104"/>
            <a:ext cx="1364627" cy="583734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3C569610-6385-F13B-7DD8-9E3BAC3387C5}"/>
              </a:ext>
            </a:extLst>
          </p:cNvPr>
          <p:cNvSpPr txBox="1"/>
          <p:nvPr/>
        </p:nvSpPr>
        <p:spPr>
          <a:xfrm>
            <a:off x="8268197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35C8021-1EC5-6A86-6BD6-D9D1E7DBF4FE}"/>
              </a:ext>
            </a:extLst>
          </p:cNvPr>
          <p:cNvSpPr txBox="1"/>
          <p:nvPr/>
        </p:nvSpPr>
        <p:spPr>
          <a:xfrm>
            <a:off x="8377577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F60166E-FD6C-9353-4B61-70CED441BDC3}"/>
              </a:ext>
            </a:extLst>
          </p:cNvPr>
          <p:cNvSpPr txBox="1"/>
          <p:nvPr/>
        </p:nvSpPr>
        <p:spPr>
          <a:xfrm>
            <a:off x="8268197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7E4AC7-C16C-5B0F-0A46-12B8DC9BC927}"/>
              </a:ext>
            </a:extLst>
          </p:cNvPr>
          <p:cNvSpPr txBox="1"/>
          <p:nvPr/>
        </p:nvSpPr>
        <p:spPr>
          <a:xfrm>
            <a:off x="8349348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FD5F44-08ED-FE00-7DCA-25EF86820999}"/>
              </a:ext>
            </a:extLst>
          </p:cNvPr>
          <p:cNvSpPr txBox="1"/>
          <p:nvPr/>
        </p:nvSpPr>
        <p:spPr>
          <a:xfrm>
            <a:off x="8417876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1862EEC4-75AC-2653-B2FA-141D67D8F0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9535391" y="4445465"/>
            <a:ext cx="1364627" cy="58373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2237FFB2-076C-074D-478C-965AD7E7DA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9541043" y="3762104"/>
            <a:ext cx="1364627" cy="583734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9DBFD711-E2FF-0378-3549-02361941A37A}"/>
              </a:ext>
            </a:extLst>
          </p:cNvPr>
          <p:cNvSpPr txBox="1"/>
          <p:nvPr/>
        </p:nvSpPr>
        <p:spPr>
          <a:xfrm>
            <a:off x="9627170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C99B0B7-F067-5E58-79F4-F6A89B148E8D}"/>
              </a:ext>
            </a:extLst>
          </p:cNvPr>
          <p:cNvSpPr txBox="1"/>
          <p:nvPr/>
        </p:nvSpPr>
        <p:spPr>
          <a:xfrm>
            <a:off x="9736550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3FA698F-4C98-298F-79F9-31656DA9B8A1}"/>
              </a:ext>
            </a:extLst>
          </p:cNvPr>
          <p:cNvSpPr txBox="1"/>
          <p:nvPr/>
        </p:nvSpPr>
        <p:spPr>
          <a:xfrm>
            <a:off x="9627170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B35F29E-4CB4-A9D5-5D1A-7C0D5F403BB9}"/>
              </a:ext>
            </a:extLst>
          </p:cNvPr>
          <p:cNvSpPr txBox="1"/>
          <p:nvPr/>
        </p:nvSpPr>
        <p:spPr>
          <a:xfrm>
            <a:off x="9708321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5E36132-0480-DF1F-1B01-89CB3096F6EF}"/>
              </a:ext>
            </a:extLst>
          </p:cNvPr>
          <p:cNvSpPr txBox="1"/>
          <p:nvPr/>
        </p:nvSpPr>
        <p:spPr>
          <a:xfrm>
            <a:off x="9776849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3B418FD6-AE2E-5C2F-7AD7-4AEDA0A334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10894364" y="4445465"/>
            <a:ext cx="1364627" cy="58373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CEAEE830-8AC7-7F44-78CA-E8B45CA7FC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10900016" y="3762104"/>
            <a:ext cx="1364627" cy="583734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C2286DA6-FE50-07A3-12E4-1965B410E5EB}"/>
              </a:ext>
            </a:extLst>
          </p:cNvPr>
          <p:cNvSpPr txBox="1"/>
          <p:nvPr/>
        </p:nvSpPr>
        <p:spPr>
          <a:xfrm>
            <a:off x="10986143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7AF8C4-E0CC-3E21-D9C6-980904F0A8BF}"/>
              </a:ext>
            </a:extLst>
          </p:cNvPr>
          <p:cNvSpPr txBox="1"/>
          <p:nvPr/>
        </p:nvSpPr>
        <p:spPr>
          <a:xfrm>
            <a:off x="11095523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3AC6F1A-7E15-05EC-4088-3BEC13A40300}"/>
              </a:ext>
            </a:extLst>
          </p:cNvPr>
          <p:cNvSpPr txBox="1"/>
          <p:nvPr/>
        </p:nvSpPr>
        <p:spPr>
          <a:xfrm>
            <a:off x="10986143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5BC919D-847B-403D-DA1C-4386C3724644}"/>
              </a:ext>
            </a:extLst>
          </p:cNvPr>
          <p:cNvSpPr txBox="1"/>
          <p:nvPr/>
        </p:nvSpPr>
        <p:spPr>
          <a:xfrm>
            <a:off x="11067294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C2C69E3-3C6C-89D3-2A2B-3DAF5CD145BF}"/>
              </a:ext>
            </a:extLst>
          </p:cNvPr>
          <p:cNvSpPr txBox="1"/>
          <p:nvPr/>
        </p:nvSpPr>
        <p:spPr>
          <a:xfrm>
            <a:off x="11135822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489408986"/>
      </p:ext>
    </p:extLst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0</TotalTime>
  <Words>1049</Words>
  <Application>Microsoft Macintosh PowerPoint</Application>
  <PresentationFormat>Widescreen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PowerPoint Presentation</vt:lpstr>
      <vt:lpstr>PowerPoint Presentation</vt:lpstr>
      <vt:lpstr>PowerPoint Presentation</vt:lpstr>
      <vt:lpstr>PowerPoint Presentation</vt:lpstr>
      <vt:lpstr>loukgjkgklj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Oracy Framework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1</cp:revision>
  <dcterms:created xsi:type="dcterms:W3CDTF">2026-06-21T16:44:49Z</dcterms:created>
  <dcterms:modified xsi:type="dcterms:W3CDTF">2026-06-21T16:45:09Z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