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5.xml" ContentType="application/vnd.openxmlformats-officedocument.them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Default Extension="odttf" ContentType="application/vnd.openxmlformats-officedocument.obfuscatedFon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4"/>
    <p:sldMasterId id="2147483772" r:id="rId5"/>
    <p:sldMasterId id="2147483676" r:id="rId6"/>
    <p:sldMasterId id="2147483688" r:id="rId7"/>
    <p:sldMasterId id="2147483788" r:id="rId8"/>
    <p:sldMasterId id="2147483770" r:id="rId9"/>
  </p:sldMasterIdLst>
  <p:notesMasterIdLst>
    <p:notesMasterId r:id="rId23"/>
  </p:notesMasterIdLst>
  <p:sldIdLst>
    <p:sldId id="256" r:id="rId28"/>
    <p:sldId id="257" r:id="rId29"/>
    <p:sldId id="258" r:id="rId30"/>
    <p:sldId id="259" r:id="rId31"/>
    <p:sldId id="260" r:id="rId32"/>
    <p:sldId id="261" r:id="rId33"/>
    <p:sldId id="262" r:id="rId34"/>
    <p:sldId id="263" r:id="rId35"/>
    <p:sldId id="264" r:id="rId36"/>
    <p:sldId id="26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mbeddedFontLst>
    <p:embeddedFont>
      <p:font typeface="Twinkl Cursive Looped" panose="020B0502050000060200" pitchFamily="34" charset="0"/>
      <p:regular r:id="rId38"/>
    </p:embeddedFont>
  </p:embeddedFontLst>
  <p:extLst>
    <p:ext uri="{521415D9-36F7-43E2-AB2F-B90AF26B5E84}">
      <p14:sectionLst xmlns:p14="http://schemas.microsoft.com/office/powerpoint/2010/main">
        <p14:section name="Slide Deck" id="{66BEB757-3A3E-994B-8B52-AC6FEC5ACC75}">
          <p14:sldIdLst>
            <p14:sldId id="260"/>
          </p14:sldIdLst>
        </p14:section>
        <p14:section name="Resources" id="{154E198E-0130-A84B-84B2-A60C971BA2A2}">
          <p14:sldIdLst>
            <p14:sldId id="259"/>
            <p14:sldId id="256"/>
            <p14:sldId id="262"/>
            <p14:sldId id="257"/>
            <p14:sldId id="258"/>
            <p14:sldId id="261"/>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FFEEB0"/>
    <a:srgbClr val="4574C4"/>
    <a:srgbClr val="BDD7EF"/>
    <a:srgbClr val="DDEAF8"/>
    <a:srgbClr val="FFEC9F"/>
    <a:srgbClr val="FFF3CC"/>
    <a:srgbClr val="61CCF5"/>
    <a:srgbClr val="B1B1FF"/>
    <a:srgbClr val="FDD6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8" d="100"/>
          <a:sy n="128" d="100"/>
        </p:scale>
        <p:origin x="4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26" Type="http://schemas.openxmlformats.org/officeDocument/2006/relationships/theme" Target="theme/theme1.xml"/><Relationship Id="rId7" Type="http://schemas.openxmlformats.org/officeDocument/2006/relationships/slideMaster" Target="slideMasters/slideMaster4.xml"/><Relationship Id="rId25" Type="http://schemas.openxmlformats.org/officeDocument/2006/relationships/viewProps" Target="viewProps.xml"/><Relationship Id="rId6" Type="http://schemas.openxmlformats.org/officeDocument/2006/relationships/slideMaster" Target="slideMasters/slideMaster3.xml"/><Relationship Id="rId24" Type="http://schemas.openxmlformats.org/officeDocument/2006/relationships/presProps" Target="presProps.xml"/><Relationship Id="rId5" Type="http://schemas.openxmlformats.org/officeDocument/2006/relationships/slideMaster" Target="slideMasters/slideMaster2.xml"/><Relationship Id="rId23"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27" Type="http://schemas.openxmlformats.org/officeDocument/2006/relationships/tableStyles" Target="tableStyles.xml"/><Relationship Id="rId28" Type="http://schemas.openxmlformats.org/officeDocument/2006/relationships/slide" Target="slides/slide1.xml"/><Relationship Id="rId29" Type="http://schemas.openxmlformats.org/officeDocument/2006/relationships/slide" Target="slides/slide2.xml"/><Relationship Id="rId30" Type="http://schemas.openxmlformats.org/officeDocument/2006/relationships/slide" Target="slides/slide3.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font" Target="fonts/font1.odttf"/></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5AC37F-2C6E-4F08-971B-2D4300BA0034}" type="doc">
      <dgm:prSet loTypeId="urn:microsoft.com/office/officeart/2005/8/layout/chart3" loCatId="cycle" qsTypeId="urn:microsoft.com/office/officeart/2005/8/quickstyle/simple1" qsCatId="simple" csTypeId="urn:microsoft.com/office/officeart/2005/8/colors/accent1_2" csCatId="accent1" phldr="1"/>
      <dgm:spPr/>
    </dgm:pt>
    <dgm:pt modelId="{B5B0CF34-2600-46D6-8B75-017CF5458D58}">
      <dgm:prSet phldrT="[Text]"/>
      <dgm:spPr>
        <a:solidFill>
          <a:schemeClr val="accent6">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Map Skills</a:t>
          </a:r>
        </a:p>
      </dgm:t>
    </dgm:pt>
    <dgm:pt modelId="{8EC2EF94-344F-4799-9CA8-1A1F582701C0}" type="parTrans" cxnId="{23C53151-7C63-46A6-8D7C-3E82E4668D54}">
      <dgm:prSet/>
      <dgm:spPr/>
      <dgm:t>
        <a:bodyPr/>
        <a:lstStyle/>
        <a:p>
          <a:endParaRPr lang="en-GB"/>
        </a:p>
      </dgm:t>
    </dgm:pt>
    <dgm:pt modelId="{80B188ED-24EC-4712-B77C-110F40C0ED93}" type="sibTrans" cxnId="{23C53151-7C63-46A6-8D7C-3E82E4668D54}">
      <dgm:prSet/>
      <dgm:spPr/>
      <dgm:t>
        <a:bodyPr/>
        <a:lstStyle/>
        <a:p>
          <a:endParaRPr lang="en-GB"/>
        </a:p>
      </dgm:t>
    </dgm:pt>
    <dgm:pt modelId="{6BE5B492-07D4-4024-8274-68C45B6A01EC}">
      <dgm:prSet phldrT="[Text]"/>
      <dgm:spPr>
        <a:solidFill>
          <a:schemeClr val="accent5">
            <a:lumMod val="60000"/>
            <a:lumOff val="40000"/>
          </a:schemeClr>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Field work</a:t>
          </a:r>
        </a:p>
      </dgm:t>
    </dgm:pt>
    <dgm:pt modelId="{914C4660-F68B-413A-96D3-70B654E45E7F}" type="sibTrans" cxnId="{F03D0886-7F16-4B56-BE53-FE717A304979}">
      <dgm:prSet/>
      <dgm:spPr/>
      <dgm:t>
        <a:bodyPr/>
        <a:lstStyle/>
        <a:p>
          <a:endParaRPr lang="en-GB"/>
        </a:p>
      </dgm:t>
    </dgm:pt>
    <dgm:pt modelId="{52DBB1B4-6CB6-4C9D-945F-0D8DE9763D0F}" type="parTrans" cxnId="{F03D0886-7F16-4B56-BE53-FE717A304979}">
      <dgm:prSet/>
      <dgm:spPr/>
      <dgm:t>
        <a:bodyPr/>
        <a:lstStyle/>
        <a:p>
          <a:endParaRPr lang="en-GB"/>
        </a:p>
      </dgm:t>
    </dgm:pt>
    <dgm:pt modelId="{DF4AA65E-26A4-4C26-9976-F0B2CD677D3B}">
      <dgm:prSet phldrT="[Text]"/>
      <dgm:spPr>
        <a:solidFill>
          <a:srgbClr val="FFF19F"/>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Observing</a:t>
          </a:r>
        </a:p>
      </dgm:t>
    </dgm:pt>
    <dgm:pt modelId="{A0458991-E933-48EB-9B54-19732A7D7CA3}" type="sibTrans" cxnId="{7D27582D-FC83-463C-BF8D-BEFDC51CD80B}">
      <dgm:prSet/>
      <dgm:spPr/>
      <dgm:t>
        <a:bodyPr/>
        <a:lstStyle/>
        <a:p>
          <a:endParaRPr lang="en-GB"/>
        </a:p>
      </dgm:t>
    </dgm:pt>
    <dgm:pt modelId="{F758932D-5E81-4976-91DD-442B238EDEEF}" type="parTrans" cxnId="{7D27582D-FC83-463C-BF8D-BEFDC51CD80B}">
      <dgm:prSet/>
      <dgm:spPr/>
      <dgm:t>
        <a:bodyPr/>
        <a:lstStyle/>
        <a:p>
          <a:endParaRPr lang="en-GB"/>
        </a:p>
      </dgm:t>
    </dgm:pt>
    <dgm:pt modelId="{13AFCDED-7AD5-4452-9162-2C438199E2AE}">
      <dgm:prSet phldrT="[Text]"/>
      <dgm:spPr>
        <a:solidFill>
          <a:schemeClr val="accent2">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Questioning</a:t>
          </a:r>
        </a:p>
      </dgm:t>
    </dgm:pt>
    <dgm:pt modelId="{DB82C7AA-28CC-4ABF-AC85-10CB06920A1C}" type="sibTrans" cxnId="{3B5A05B0-2F81-4BE3-A6D3-18881B342EF7}">
      <dgm:prSet/>
      <dgm:spPr/>
      <dgm:t>
        <a:bodyPr/>
        <a:lstStyle/>
        <a:p>
          <a:endParaRPr lang="en-GB"/>
        </a:p>
      </dgm:t>
    </dgm:pt>
    <dgm:pt modelId="{C6738539-F672-4339-942F-EAA32586076E}" type="parTrans" cxnId="{3B5A05B0-2F81-4BE3-A6D3-18881B342EF7}">
      <dgm:prSet/>
      <dgm:spPr/>
      <dgm:t>
        <a:bodyPr/>
        <a:lstStyle/>
        <a:p>
          <a:endParaRPr lang="en-GB"/>
        </a:p>
      </dgm:t>
    </dgm:pt>
    <dgm:pt modelId="{33EE0DAD-9CE8-F74D-9817-24DC087009A6}">
      <dgm:prSet/>
      <dgm:spPr>
        <a:solidFill>
          <a:schemeClr val="accent4">
            <a:lumMod val="60000"/>
            <a:lumOff val="40000"/>
          </a:schemeClr>
        </a:solidFill>
        <a:ln>
          <a:noFill/>
        </a:ln>
      </dgm:spPr>
      <dgm:t>
        <a:bodyPr/>
        <a:lstStyle/>
        <a:p>
          <a:endParaRPr lang="en-GB" b="0" i="0">
            <a:effectLst/>
            <a:latin typeface="Twinkl Cursive Looped" panose="02000000000000000000" pitchFamily="2" charset="77"/>
            <a:ea typeface="Calibri" panose="020F0502020204030204" pitchFamily="34" charset="0"/>
            <a:cs typeface="Times New Roman" panose="02020603050405020304" pitchFamily="18" charset="0"/>
          </a:endParaRPr>
        </a:p>
        <a:p>
          <a:r>
            <a:rPr lang="en-GB" b="0" i="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b="0" i="0">
            <a:solidFill>
              <a:schemeClr val="tx1"/>
            </a:solidFill>
            <a:latin typeface="Twinkl Cursive Looped" panose="02000000000000000000" pitchFamily="2" charset="77"/>
          </a:endParaRPr>
        </a:p>
      </dgm:t>
    </dgm:pt>
    <dgm:pt modelId="{D1DCB249-DF8A-3044-A43E-1536098E913D}" type="sibTrans" cxnId="{DEB8C310-02F0-B248-AB26-9D1A246E7955}">
      <dgm:prSet/>
      <dgm:spPr/>
      <dgm:t>
        <a:bodyPr/>
        <a:lstStyle/>
        <a:p>
          <a:endParaRPr lang="en-GB"/>
        </a:p>
      </dgm:t>
    </dgm:pt>
    <dgm:pt modelId="{9B63A272-D067-804C-96EB-FFA65D6078C6}" type="parTrans" cxnId="{DEB8C310-02F0-B248-AB26-9D1A246E7955}">
      <dgm:prSet/>
      <dgm:spPr/>
      <dgm:t>
        <a:bodyPr/>
        <a:lstStyle/>
        <a:p>
          <a:endParaRPr lang="en-GB"/>
        </a:p>
      </dgm:t>
    </dgm:pt>
    <dgm:pt modelId="{CC6E1910-1D0B-4841-86F4-9AF0761816CF}" type="pres">
      <dgm:prSet presAssocID="{AC5AC37F-2C6E-4F08-971B-2D4300BA0034}" presName="compositeShape" presStyleCnt="0">
        <dgm:presLayoutVars>
          <dgm:chMax val="7"/>
          <dgm:dir/>
          <dgm:resizeHandles val="exact"/>
        </dgm:presLayoutVars>
      </dgm:prSet>
      <dgm:spPr/>
    </dgm:pt>
    <dgm:pt modelId="{89DC922F-024C-4BDD-AD61-6C4C1382FADE}" type="pres">
      <dgm:prSet presAssocID="{AC5AC37F-2C6E-4F08-971B-2D4300BA0034}" presName="wedge1" presStyleLbl="node1" presStyleIdx="0" presStyleCnt="5" custLinFactNeighborX="-3576" custLinFactNeighborY="4948"/>
      <dgm:spPr/>
    </dgm:pt>
    <dgm:pt modelId="{A1532AD7-411D-468B-B691-71FBDCBC8036}" type="pres">
      <dgm:prSet presAssocID="{AC5AC37F-2C6E-4F08-971B-2D4300BA0034}" presName="wedge1Tx" presStyleLbl="node1" presStyleIdx="0" presStyleCnt="5">
        <dgm:presLayoutVars>
          <dgm:chMax val="0"/>
          <dgm:chPref val="0"/>
          <dgm:bulletEnabled val="1"/>
        </dgm:presLayoutVars>
      </dgm:prSet>
      <dgm:spPr/>
    </dgm:pt>
    <dgm:pt modelId="{58936AA0-0B89-4645-91A0-8B9B41F948F1}" type="pres">
      <dgm:prSet presAssocID="{AC5AC37F-2C6E-4F08-971B-2D4300BA0034}" presName="wedge2" presStyleLbl="node1" presStyleIdx="1" presStyleCnt="5"/>
      <dgm:spPr/>
    </dgm:pt>
    <dgm:pt modelId="{2D3B47F9-EF16-4F9D-A4FA-DB899BED48F4}" type="pres">
      <dgm:prSet presAssocID="{AC5AC37F-2C6E-4F08-971B-2D4300BA0034}" presName="wedge2Tx" presStyleLbl="node1" presStyleIdx="1" presStyleCnt="5">
        <dgm:presLayoutVars>
          <dgm:chMax val="0"/>
          <dgm:chPref val="0"/>
          <dgm:bulletEnabled val="1"/>
        </dgm:presLayoutVars>
      </dgm:prSet>
      <dgm:spPr/>
    </dgm:pt>
    <dgm:pt modelId="{C516C106-8C6B-4887-B149-4E05A1C61FC6}" type="pres">
      <dgm:prSet presAssocID="{AC5AC37F-2C6E-4F08-971B-2D4300BA0034}" presName="wedge3" presStyleLbl="node1" presStyleIdx="2" presStyleCnt="5"/>
      <dgm:spPr/>
    </dgm:pt>
    <dgm:pt modelId="{181C802E-1803-4BC1-9915-6FB92EEAA124}" type="pres">
      <dgm:prSet presAssocID="{AC5AC37F-2C6E-4F08-971B-2D4300BA0034}" presName="wedge3Tx" presStyleLbl="node1" presStyleIdx="2" presStyleCnt="5">
        <dgm:presLayoutVars>
          <dgm:chMax val="0"/>
          <dgm:chPref val="0"/>
          <dgm:bulletEnabled val="1"/>
        </dgm:presLayoutVars>
      </dgm:prSet>
      <dgm:spPr/>
    </dgm:pt>
    <dgm:pt modelId="{A28F0A0C-9743-4573-A759-3902FE3CBCFF}" type="pres">
      <dgm:prSet presAssocID="{AC5AC37F-2C6E-4F08-971B-2D4300BA0034}" presName="wedge4" presStyleLbl="node1" presStyleIdx="3" presStyleCnt="5"/>
      <dgm:spPr/>
    </dgm:pt>
    <dgm:pt modelId="{014FD06A-D5A0-4D65-A35E-080C058D5EB3}" type="pres">
      <dgm:prSet presAssocID="{AC5AC37F-2C6E-4F08-971B-2D4300BA0034}" presName="wedge4Tx" presStyleLbl="node1" presStyleIdx="3" presStyleCnt="5">
        <dgm:presLayoutVars>
          <dgm:chMax val="0"/>
          <dgm:chPref val="0"/>
          <dgm:bulletEnabled val="1"/>
        </dgm:presLayoutVars>
      </dgm:prSet>
      <dgm:spPr/>
    </dgm:pt>
    <dgm:pt modelId="{CFA47686-B03D-4440-9C22-9202162782D0}" type="pres">
      <dgm:prSet presAssocID="{AC5AC37F-2C6E-4F08-971B-2D4300BA0034}" presName="wedge5" presStyleLbl="node1" presStyleIdx="4" presStyleCnt="5"/>
      <dgm:spPr/>
    </dgm:pt>
    <dgm:pt modelId="{A74B7F9D-4AA6-1147-8A67-D67F75D183AB}" type="pres">
      <dgm:prSet presAssocID="{AC5AC37F-2C6E-4F08-971B-2D4300BA0034}" presName="wedge5Tx" presStyleLbl="node1" presStyleIdx="4" presStyleCnt="5">
        <dgm:presLayoutVars>
          <dgm:chMax val="0"/>
          <dgm:chPref val="0"/>
          <dgm:bulletEnabled val="1"/>
        </dgm:presLayoutVars>
      </dgm:prSet>
      <dgm:spPr/>
    </dgm:pt>
  </dgm:ptLst>
  <dgm:cxnLst>
    <dgm:cxn modelId="{FC3FAF08-79B3-7B4D-B83A-F7451EB4EC25}" type="presOf" srcId="{33EE0DAD-9CE8-F74D-9817-24DC087009A6}" destId="{CFA47686-B03D-4440-9C22-9202162782D0}" srcOrd="0" destOrd="0" presId="urn:microsoft.com/office/officeart/2005/8/layout/chart3"/>
    <dgm:cxn modelId="{DEB8C310-02F0-B248-AB26-9D1A246E7955}" srcId="{AC5AC37F-2C6E-4F08-971B-2D4300BA0034}" destId="{33EE0DAD-9CE8-F74D-9817-24DC087009A6}" srcOrd="4" destOrd="0" parTransId="{9B63A272-D067-804C-96EB-FFA65D6078C6}" sibTransId="{D1DCB249-DF8A-3044-A43E-1536098E913D}"/>
    <dgm:cxn modelId="{80952827-00F7-4588-8F4A-DF4A6235A95F}" type="presOf" srcId="{6BE5B492-07D4-4024-8274-68C45B6A01EC}" destId="{2D3B47F9-EF16-4F9D-A4FA-DB899BED48F4}" srcOrd="1" destOrd="0" presId="urn:microsoft.com/office/officeart/2005/8/layout/chart3"/>
    <dgm:cxn modelId="{7D27582D-FC83-463C-BF8D-BEFDC51CD80B}" srcId="{AC5AC37F-2C6E-4F08-971B-2D4300BA0034}" destId="{DF4AA65E-26A4-4C26-9976-F0B2CD677D3B}" srcOrd="2" destOrd="0" parTransId="{F758932D-5E81-4976-91DD-442B238EDEEF}" sibTransId="{A0458991-E933-48EB-9B54-19732A7D7CA3}"/>
    <dgm:cxn modelId="{1A18AA3E-19E4-4CC8-978C-86A145AFB6E6}" type="presOf" srcId="{AC5AC37F-2C6E-4F08-971B-2D4300BA0034}" destId="{CC6E1910-1D0B-4841-86F4-9AF0761816CF}" srcOrd="0" destOrd="0" presId="urn:microsoft.com/office/officeart/2005/8/layout/chart3"/>
    <dgm:cxn modelId="{12DC0D49-3520-4715-A55C-C71CA8A4B9BF}" type="presOf" srcId="{13AFCDED-7AD5-4452-9162-2C438199E2AE}" destId="{014FD06A-D5A0-4D65-A35E-080C058D5EB3}" srcOrd="1" destOrd="0" presId="urn:microsoft.com/office/officeart/2005/8/layout/chart3"/>
    <dgm:cxn modelId="{23C53151-7C63-46A6-8D7C-3E82E4668D54}" srcId="{AC5AC37F-2C6E-4F08-971B-2D4300BA0034}" destId="{B5B0CF34-2600-46D6-8B75-017CF5458D58}" srcOrd="0" destOrd="0" parTransId="{8EC2EF94-344F-4799-9CA8-1A1F582701C0}" sibTransId="{80B188ED-24EC-4712-B77C-110F40C0ED93}"/>
    <dgm:cxn modelId="{79F6A75A-1D6D-4ED9-9775-C45057AEE72F}" type="presOf" srcId="{B5B0CF34-2600-46D6-8B75-017CF5458D58}" destId="{A1532AD7-411D-468B-B691-71FBDCBC8036}" srcOrd="1" destOrd="0" presId="urn:microsoft.com/office/officeart/2005/8/layout/chart3"/>
    <dgm:cxn modelId="{F03D0886-7F16-4B56-BE53-FE717A304979}" srcId="{AC5AC37F-2C6E-4F08-971B-2D4300BA0034}" destId="{6BE5B492-07D4-4024-8274-68C45B6A01EC}" srcOrd="1" destOrd="0" parTransId="{52DBB1B4-6CB6-4C9D-945F-0D8DE9763D0F}" sibTransId="{914C4660-F68B-413A-96D3-70B654E45E7F}"/>
    <dgm:cxn modelId="{5C7E5598-5072-4096-AF48-07A4F3E92492}" type="presOf" srcId="{B5B0CF34-2600-46D6-8B75-017CF5458D58}" destId="{89DC922F-024C-4BDD-AD61-6C4C1382FADE}" srcOrd="0" destOrd="0" presId="urn:microsoft.com/office/officeart/2005/8/layout/chart3"/>
    <dgm:cxn modelId="{6C59329B-41E2-4E94-803D-70368A937400}" type="presOf" srcId="{DF4AA65E-26A4-4C26-9976-F0B2CD677D3B}" destId="{181C802E-1803-4BC1-9915-6FB92EEAA124}" srcOrd="1" destOrd="0" presId="urn:microsoft.com/office/officeart/2005/8/layout/chart3"/>
    <dgm:cxn modelId="{D562F4A7-8FF9-4C06-B7C8-EA0241F1FD1D}" type="presOf" srcId="{13AFCDED-7AD5-4452-9162-2C438199E2AE}" destId="{A28F0A0C-9743-4573-A759-3902FE3CBCFF}" srcOrd="0" destOrd="0" presId="urn:microsoft.com/office/officeart/2005/8/layout/chart3"/>
    <dgm:cxn modelId="{3B5A05B0-2F81-4BE3-A6D3-18881B342EF7}" srcId="{AC5AC37F-2C6E-4F08-971B-2D4300BA0034}" destId="{13AFCDED-7AD5-4452-9162-2C438199E2AE}" srcOrd="3" destOrd="0" parTransId="{C6738539-F672-4339-942F-EAA32586076E}" sibTransId="{DB82C7AA-28CC-4ABF-AC85-10CB06920A1C}"/>
    <dgm:cxn modelId="{8EAC46C2-60D5-4387-8748-307CD39C649F}" type="presOf" srcId="{6BE5B492-07D4-4024-8274-68C45B6A01EC}" destId="{58936AA0-0B89-4645-91A0-8B9B41F948F1}" srcOrd="0" destOrd="0" presId="urn:microsoft.com/office/officeart/2005/8/layout/chart3"/>
    <dgm:cxn modelId="{B23615CD-CDB0-4BA3-BB8B-87B7B6432F73}" type="presOf" srcId="{DF4AA65E-26A4-4C26-9976-F0B2CD677D3B}" destId="{C516C106-8C6B-4887-B149-4E05A1C61FC6}" srcOrd="0" destOrd="0" presId="urn:microsoft.com/office/officeart/2005/8/layout/chart3"/>
    <dgm:cxn modelId="{1ABAAAFC-1B68-324E-8E00-C197FF47C8A8}" type="presOf" srcId="{33EE0DAD-9CE8-F74D-9817-24DC087009A6}" destId="{A74B7F9D-4AA6-1147-8A67-D67F75D183AB}" srcOrd="1" destOrd="0" presId="urn:microsoft.com/office/officeart/2005/8/layout/chart3"/>
    <dgm:cxn modelId="{F2C101A2-44A3-4E73-8D84-BD6EE80130A5}" type="presParOf" srcId="{CC6E1910-1D0B-4841-86F4-9AF0761816CF}" destId="{89DC922F-024C-4BDD-AD61-6C4C1382FADE}" srcOrd="0" destOrd="0" presId="urn:microsoft.com/office/officeart/2005/8/layout/chart3"/>
    <dgm:cxn modelId="{DD85FD61-08BA-4D19-8391-662506573E6D}" type="presParOf" srcId="{CC6E1910-1D0B-4841-86F4-9AF0761816CF}" destId="{A1532AD7-411D-468B-B691-71FBDCBC8036}" srcOrd="1" destOrd="0" presId="urn:microsoft.com/office/officeart/2005/8/layout/chart3"/>
    <dgm:cxn modelId="{7753B6B9-BC16-4DA2-865A-5442BF31852E}" type="presParOf" srcId="{CC6E1910-1D0B-4841-86F4-9AF0761816CF}" destId="{58936AA0-0B89-4645-91A0-8B9B41F948F1}" srcOrd="2" destOrd="0" presId="urn:microsoft.com/office/officeart/2005/8/layout/chart3"/>
    <dgm:cxn modelId="{3F59F893-F429-4E4D-AF8D-F86641293D87}" type="presParOf" srcId="{CC6E1910-1D0B-4841-86F4-9AF0761816CF}" destId="{2D3B47F9-EF16-4F9D-A4FA-DB899BED48F4}" srcOrd="3" destOrd="0" presId="urn:microsoft.com/office/officeart/2005/8/layout/chart3"/>
    <dgm:cxn modelId="{281F5C53-A513-48FE-82DF-A1E1AD8E6F82}" type="presParOf" srcId="{CC6E1910-1D0B-4841-86F4-9AF0761816CF}" destId="{C516C106-8C6B-4887-B149-4E05A1C61FC6}" srcOrd="4" destOrd="0" presId="urn:microsoft.com/office/officeart/2005/8/layout/chart3"/>
    <dgm:cxn modelId="{219E7A3A-875D-4817-B1ED-B717CACA18EF}" type="presParOf" srcId="{CC6E1910-1D0B-4841-86F4-9AF0761816CF}" destId="{181C802E-1803-4BC1-9915-6FB92EEAA124}" srcOrd="5" destOrd="0" presId="urn:microsoft.com/office/officeart/2005/8/layout/chart3"/>
    <dgm:cxn modelId="{BCE89248-2A1B-43AF-82BF-733902E657A2}" type="presParOf" srcId="{CC6E1910-1D0B-4841-86F4-9AF0761816CF}" destId="{A28F0A0C-9743-4573-A759-3902FE3CBCFF}" srcOrd="6" destOrd="0" presId="urn:microsoft.com/office/officeart/2005/8/layout/chart3"/>
    <dgm:cxn modelId="{95494642-BC9F-465E-8444-6F4809375C6E}" type="presParOf" srcId="{CC6E1910-1D0B-4841-86F4-9AF0761816CF}" destId="{014FD06A-D5A0-4D65-A35E-080C058D5EB3}" srcOrd="7" destOrd="0" presId="urn:microsoft.com/office/officeart/2005/8/layout/chart3"/>
    <dgm:cxn modelId="{51932E89-C8C3-634A-A7E6-6CF40CD6B5C4}" type="presParOf" srcId="{CC6E1910-1D0B-4841-86F4-9AF0761816CF}" destId="{CFA47686-B03D-4440-9C22-9202162782D0}" srcOrd="8" destOrd="0" presId="urn:microsoft.com/office/officeart/2005/8/layout/chart3"/>
    <dgm:cxn modelId="{BE496223-D79F-3246-8333-2A8050260AC8}" type="presParOf" srcId="{CC6E1910-1D0B-4841-86F4-9AF0761816CF}" destId="{A74B7F9D-4AA6-1147-8A67-D67F75D183AB}"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5AC37F-2C6E-4F08-971B-2D4300BA0034}" type="doc">
      <dgm:prSet loTypeId="urn:microsoft.com/office/officeart/2005/8/layout/chart3" loCatId="cycle" qsTypeId="urn:microsoft.com/office/officeart/2005/8/quickstyle/simple1" qsCatId="simple" csTypeId="urn:microsoft.com/office/officeart/2005/8/colors/accent1_2" csCatId="accent1" phldr="1"/>
      <dgm:spPr/>
    </dgm:pt>
    <dgm:pt modelId="{B5B0CF34-2600-46D6-8B75-017CF5458D58}">
      <dgm:prSet phldrT="[Text]"/>
      <dgm:spPr>
        <a:solidFill>
          <a:schemeClr val="accent6">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Map Skills</a:t>
          </a:r>
        </a:p>
      </dgm:t>
    </dgm:pt>
    <dgm:pt modelId="{8EC2EF94-344F-4799-9CA8-1A1F582701C0}" type="parTrans" cxnId="{23C53151-7C63-46A6-8D7C-3E82E4668D54}">
      <dgm:prSet/>
      <dgm:spPr/>
      <dgm:t>
        <a:bodyPr/>
        <a:lstStyle/>
        <a:p>
          <a:endParaRPr lang="en-GB"/>
        </a:p>
      </dgm:t>
    </dgm:pt>
    <dgm:pt modelId="{80B188ED-24EC-4712-B77C-110F40C0ED93}" type="sibTrans" cxnId="{23C53151-7C63-46A6-8D7C-3E82E4668D54}">
      <dgm:prSet/>
      <dgm:spPr/>
      <dgm:t>
        <a:bodyPr/>
        <a:lstStyle/>
        <a:p>
          <a:endParaRPr lang="en-GB"/>
        </a:p>
      </dgm:t>
    </dgm:pt>
    <dgm:pt modelId="{6BE5B492-07D4-4024-8274-68C45B6A01EC}">
      <dgm:prSet phldrT="[Text]"/>
      <dgm:spPr>
        <a:solidFill>
          <a:schemeClr val="accent5">
            <a:lumMod val="60000"/>
            <a:lumOff val="40000"/>
          </a:schemeClr>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Field work</a:t>
          </a:r>
        </a:p>
      </dgm:t>
    </dgm:pt>
    <dgm:pt modelId="{914C4660-F68B-413A-96D3-70B654E45E7F}" type="sibTrans" cxnId="{F03D0886-7F16-4B56-BE53-FE717A304979}">
      <dgm:prSet/>
      <dgm:spPr/>
      <dgm:t>
        <a:bodyPr/>
        <a:lstStyle/>
        <a:p>
          <a:endParaRPr lang="en-GB"/>
        </a:p>
      </dgm:t>
    </dgm:pt>
    <dgm:pt modelId="{52DBB1B4-6CB6-4C9D-945F-0D8DE9763D0F}" type="parTrans" cxnId="{F03D0886-7F16-4B56-BE53-FE717A304979}">
      <dgm:prSet/>
      <dgm:spPr/>
      <dgm:t>
        <a:bodyPr/>
        <a:lstStyle/>
        <a:p>
          <a:endParaRPr lang="en-GB"/>
        </a:p>
      </dgm:t>
    </dgm:pt>
    <dgm:pt modelId="{DF4AA65E-26A4-4C26-9976-F0B2CD677D3B}">
      <dgm:prSet phldrT="[Text]"/>
      <dgm:spPr>
        <a:solidFill>
          <a:srgbClr val="FFF19F"/>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Observing</a:t>
          </a:r>
        </a:p>
      </dgm:t>
    </dgm:pt>
    <dgm:pt modelId="{A0458991-E933-48EB-9B54-19732A7D7CA3}" type="sibTrans" cxnId="{7D27582D-FC83-463C-BF8D-BEFDC51CD80B}">
      <dgm:prSet/>
      <dgm:spPr/>
      <dgm:t>
        <a:bodyPr/>
        <a:lstStyle/>
        <a:p>
          <a:endParaRPr lang="en-GB"/>
        </a:p>
      </dgm:t>
    </dgm:pt>
    <dgm:pt modelId="{F758932D-5E81-4976-91DD-442B238EDEEF}" type="parTrans" cxnId="{7D27582D-FC83-463C-BF8D-BEFDC51CD80B}">
      <dgm:prSet/>
      <dgm:spPr/>
      <dgm:t>
        <a:bodyPr/>
        <a:lstStyle/>
        <a:p>
          <a:endParaRPr lang="en-GB"/>
        </a:p>
      </dgm:t>
    </dgm:pt>
    <dgm:pt modelId="{13AFCDED-7AD5-4452-9162-2C438199E2AE}">
      <dgm:prSet phldrT="[Text]"/>
      <dgm:spPr>
        <a:solidFill>
          <a:schemeClr val="accent2">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Questioning</a:t>
          </a:r>
        </a:p>
      </dgm:t>
    </dgm:pt>
    <dgm:pt modelId="{DB82C7AA-28CC-4ABF-AC85-10CB06920A1C}" type="sibTrans" cxnId="{3B5A05B0-2F81-4BE3-A6D3-18881B342EF7}">
      <dgm:prSet/>
      <dgm:spPr/>
      <dgm:t>
        <a:bodyPr/>
        <a:lstStyle/>
        <a:p>
          <a:endParaRPr lang="en-GB"/>
        </a:p>
      </dgm:t>
    </dgm:pt>
    <dgm:pt modelId="{C6738539-F672-4339-942F-EAA32586076E}" type="parTrans" cxnId="{3B5A05B0-2F81-4BE3-A6D3-18881B342EF7}">
      <dgm:prSet/>
      <dgm:spPr/>
      <dgm:t>
        <a:bodyPr/>
        <a:lstStyle/>
        <a:p>
          <a:endParaRPr lang="en-GB"/>
        </a:p>
      </dgm:t>
    </dgm:pt>
    <dgm:pt modelId="{33EE0DAD-9CE8-F74D-9817-24DC087009A6}">
      <dgm:prSet/>
      <dgm:spPr>
        <a:solidFill>
          <a:schemeClr val="accent4">
            <a:lumMod val="60000"/>
            <a:lumOff val="40000"/>
          </a:schemeClr>
        </a:solidFill>
        <a:ln>
          <a:noFill/>
        </a:ln>
      </dgm:spPr>
      <dgm:t>
        <a:bodyPr/>
        <a:lstStyle/>
        <a:p>
          <a:endParaRPr lang="en-GB" b="0" i="0">
            <a:effectLst/>
            <a:latin typeface="Twinkl Cursive Looped" panose="02000000000000000000" pitchFamily="2" charset="77"/>
            <a:ea typeface="Calibri" panose="020F0502020204030204" pitchFamily="34" charset="0"/>
            <a:cs typeface="Times New Roman" panose="02020603050405020304" pitchFamily="18" charset="0"/>
          </a:endParaRPr>
        </a:p>
        <a:p>
          <a:r>
            <a:rPr lang="en-GB" b="0" i="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b="0" i="0">
            <a:solidFill>
              <a:schemeClr val="tx1"/>
            </a:solidFill>
            <a:latin typeface="Twinkl Cursive Looped" panose="02000000000000000000" pitchFamily="2" charset="77"/>
          </a:endParaRPr>
        </a:p>
      </dgm:t>
    </dgm:pt>
    <dgm:pt modelId="{D1DCB249-DF8A-3044-A43E-1536098E913D}" type="sibTrans" cxnId="{DEB8C310-02F0-B248-AB26-9D1A246E7955}">
      <dgm:prSet/>
      <dgm:spPr/>
      <dgm:t>
        <a:bodyPr/>
        <a:lstStyle/>
        <a:p>
          <a:endParaRPr lang="en-GB"/>
        </a:p>
      </dgm:t>
    </dgm:pt>
    <dgm:pt modelId="{9B63A272-D067-804C-96EB-FFA65D6078C6}" type="parTrans" cxnId="{DEB8C310-02F0-B248-AB26-9D1A246E7955}">
      <dgm:prSet/>
      <dgm:spPr/>
      <dgm:t>
        <a:bodyPr/>
        <a:lstStyle/>
        <a:p>
          <a:endParaRPr lang="en-GB"/>
        </a:p>
      </dgm:t>
    </dgm:pt>
    <dgm:pt modelId="{CC6E1910-1D0B-4841-86F4-9AF0761816CF}" type="pres">
      <dgm:prSet presAssocID="{AC5AC37F-2C6E-4F08-971B-2D4300BA0034}" presName="compositeShape" presStyleCnt="0">
        <dgm:presLayoutVars>
          <dgm:chMax val="7"/>
          <dgm:dir/>
          <dgm:resizeHandles val="exact"/>
        </dgm:presLayoutVars>
      </dgm:prSet>
      <dgm:spPr/>
    </dgm:pt>
    <dgm:pt modelId="{89DC922F-024C-4BDD-AD61-6C4C1382FADE}" type="pres">
      <dgm:prSet presAssocID="{AC5AC37F-2C6E-4F08-971B-2D4300BA0034}" presName="wedge1" presStyleLbl="node1" presStyleIdx="0" presStyleCnt="5" custLinFactNeighborX="-3576" custLinFactNeighborY="4948"/>
      <dgm:spPr/>
    </dgm:pt>
    <dgm:pt modelId="{A1532AD7-411D-468B-B691-71FBDCBC8036}" type="pres">
      <dgm:prSet presAssocID="{AC5AC37F-2C6E-4F08-971B-2D4300BA0034}" presName="wedge1Tx" presStyleLbl="node1" presStyleIdx="0" presStyleCnt="5">
        <dgm:presLayoutVars>
          <dgm:chMax val="0"/>
          <dgm:chPref val="0"/>
          <dgm:bulletEnabled val="1"/>
        </dgm:presLayoutVars>
      </dgm:prSet>
      <dgm:spPr/>
    </dgm:pt>
    <dgm:pt modelId="{58936AA0-0B89-4645-91A0-8B9B41F948F1}" type="pres">
      <dgm:prSet presAssocID="{AC5AC37F-2C6E-4F08-971B-2D4300BA0034}" presName="wedge2" presStyleLbl="node1" presStyleIdx="1" presStyleCnt="5"/>
      <dgm:spPr/>
    </dgm:pt>
    <dgm:pt modelId="{2D3B47F9-EF16-4F9D-A4FA-DB899BED48F4}" type="pres">
      <dgm:prSet presAssocID="{AC5AC37F-2C6E-4F08-971B-2D4300BA0034}" presName="wedge2Tx" presStyleLbl="node1" presStyleIdx="1" presStyleCnt="5">
        <dgm:presLayoutVars>
          <dgm:chMax val="0"/>
          <dgm:chPref val="0"/>
          <dgm:bulletEnabled val="1"/>
        </dgm:presLayoutVars>
      </dgm:prSet>
      <dgm:spPr/>
    </dgm:pt>
    <dgm:pt modelId="{C516C106-8C6B-4887-B149-4E05A1C61FC6}" type="pres">
      <dgm:prSet presAssocID="{AC5AC37F-2C6E-4F08-971B-2D4300BA0034}" presName="wedge3" presStyleLbl="node1" presStyleIdx="2" presStyleCnt="5"/>
      <dgm:spPr/>
    </dgm:pt>
    <dgm:pt modelId="{181C802E-1803-4BC1-9915-6FB92EEAA124}" type="pres">
      <dgm:prSet presAssocID="{AC5AC37F-2C6E-4F08-971B-2D4300BA0034}" presName="wedge3Tx" presStyleLbl="node1" presStyleIdx="2" presStyleCnt="5">
        <dgm:presLayoutVars>
          <dgm:chMax val="0"/>
          <dgm:chPref val="0"/>
          <dgm:bulletEnabled val="1"/>
        </dgm:presLayoutVars>
      </dgm:prSet>
      <dgm:spPr/>
    </dgm:pt>
    <dgm:pt modelId="{A28F0A0C-9743-4573-A759-3902FE3CBCFF}" type="pres">
      <dgm:prSet presAssocID="{AC5AC37F-2C6E-4F08-971B-2D4300BA0034}" presName="wedge4" presStyleLbl="node1" presStyleIdx="3" presStyleCnt="5"/>
      <dgm:spPr/>
    </dgm:pt>
    <dgm:pt modelId="{014FD06A-D5A0-4D65-A35E-080C058D5EB3}" type="pres">
      <dgm:prSet presAssocID="{AC5AC37F-2C6E-4F08-971B-2D4300BA0034}" presName="wedge4Tx" presStyleLbl="node1" presStyleIdx="3" presStyleCnt="5">
        <dgm:presLayoutVars>
          <dgm:chMax val="0"/>
          <dgm:chPref val="0"/>
          <dgm:bulletEnabled val="1"/>
        </dgm:presLayoutVars>
      </dgm:prSet>
      <dgm:spPr/>
    </dgm:pt>
    <dgm:pt modelId="{CFA47686-B03D-4440-9C22-9202162782D0}" type="pres">
      <dgm:prSet presAssocID="{AC5AC37F-2C6E-4F08-971B-2D4300BA0034}" presName="wedge5" presStyleLbl="node1" presStyleIdx="4" presStyleCnt="5"/>
      <dgm:spPr/>
    </dgm:pt>
    <dgm:pt modelId="{A74B7F9D-4AA6-1147-8A67-D67F75D183AB}" type="pres">
      <dgm:prSet presAssocID="{AC5AC37F-2C6E-4F08-971B-2D4300BA0034}" presName="wedge5Tx" presStyleLbl="node1" presStyleIdx="4" presStyleCnt="5">
        <dgm:presLayoutVars>
          <dgm:chMax val="0"/>
          <dgm:chPref val="0"/>
          <dgm:bulletEnabled val="1"/>
        </dgm:presLayoutVars>
      </dgm:prSet>
      <dgm:spPr/>
    </dgm:pt>
  </dgm:ptLst>
  <dgm:cxnLst>
    <dgm:cxn modelId="{FC3FAF08-79B3-7B4D-B83A-F7451EB4EC25}" type="presOf" srcId="{33EE0DAD-9CE8-F74D-9817-24DC087009A6}" destId="{CFA47686-B03D-4440-9C22-9202162782D0}" srcOrd="0" destOrd="0" presId="urn:microsoft.com/office/officeart/2005/8/layout/chart3"/>
    <dgm:cxn modelId="{DEB8C310-02F0-B248-AB26-9D1A246E7955}" srcId="{AC5AC37F-2C6E-4F08-971B-2D4300BA0034}" destId="{33EE0DAD-9CE8-F74D-9817-24DC087009A6}" srcOrd="4" destOrd="0" parTransId="{9B63A272-D067-804C-96EB-FFA65D6078C6}" sibTransId="{D1DCB249-DF8A-3044-A43E-1536098E913D}"/>
    <dgm:cxn modelId="{80952827-00F7-4588-8F4A-DF4A6235A95F}" type="presOf" srcId="{6BE5B492-07D4-4024-8274-68C45B6A01EC}" destId="{2D3B47F9-EF16-4F9D-A4FA-DB899BED48F4}" srcOrd="1" destOrd="0" presId="urn:microsoft.com/office/officeart/2005/8/layout/chart3"/>
    <dgm:cxn modelId="{7D27582D-FC83-463C-BF8D-BEFDC51CD80B}" srcId="{AC5AC37F-2C6E-4F08-971B-2D4300BA0034}" destId="{DF4AA65E-26A4-4C26-9976-F0B2CD677D3B}" srcOrd="2" destOrd="0" parTransId="{F758932D-5E81-4976-91DD-442B238EDEEF}" sibTransId="{A0458991-E933-48EB-9B54-19732A7D7CA3}"/>
    <dgm:cxn modelId="{1A18AA3E-19E4-4CC8-978C-86A145AFB6E6}" type="presOf" srcId="{AC5AC37F-2C6E-4F08-971B-2D4300BA0034}" destId="{CC6E1910-1D0B-4841-86F4-9AF0761816CF}" srcOrd="0" destOrd="0" presId="urn:microsoft.com/office/officeart/2005/8/layout/chart3"/>
    <dgm:cxn modelId="{12DC0D49-3520-4715-A55C-C71CA8A4B9BF}" type="presOf" srcId="{13AFCDED-7AD5-4452-9162-2C438199E2AE}" destId="{014FD06A-D5A0-4D65-A35E-080C058D5EB3}" srcOrd="1" destOrd="0" presId="urn:microsoft.com/office/officeart/2005/8/layout/chart3"/>
    <dgm:cxn modelId="{23C53151-7C63-46A6-8D7C-3E82E4668D54}" srcId="{AC5AC37F-2C6E-4F08-971B-2D4300BA0034}" destId="{B5B0CF34-2600-46D6-8B75-017CF5458D58}" srcOrd="0" destOrd="0" parTransId="{8EC2EF94-344F-4799-9CA8-1A1F582701C0}" sibTransId="{80B188ED-24EC-4712-B77C-110F40C0ED93}"/>
    <dgm:cxn modelId="{79F6A75A-1D6D-4ED9-9775-C45057AEE72F}" type="presOf" srcId="{B5B0CF34-2600-46D6-8B75-017CF5458D58}" destId="{A1532AD7-411D-468B-B691-71FBDCBC8036}" srcOrd="1" destOrd="0" presId="urn:microsoft.com/office/officeart/2005/8/layout/chart3"/>
    <dgm:cxn modelId="{F03D0886-7F16-4B56-BE53-FE717A304979}" srcId="{AC5AC37F-2C6E-4F08-971B-2D4300BA0034}" destId="{6BE5B492-07D4-4024-8274-68C45B6A01EC}" srcOrd="1" destOrd="0" parTransId="{52DBB1B4-6CB6-4C9D-945F-0D8DE9763D0F}" sibTransId="{914C4660-F68B-413A-96D3-70B654E45E7F}"/>
    <dgm:cxn modelId="{5C7E5598-5072-4096-AF48-07A4F3E92492}" type="presOf" srcId="{B5B0CF34-2600-46D6-8B75-017CF5458D58}" destId="{89DC922F-024C-4BDD-AD61-6C4C1382FADE}" srcOrd="0" destOrd="0" presId="urn:microsoft.com/office/officeart/2005/8/layout/chart3"/>
    <dgm:cxn modelId="{6C59329B-41E2-4E94-803D-70368A937400}" type="presOf" srcId="{DF4AA65E-26A4-4C26-9976-F0B2CD677D3B}" destId="{181C802E-1803-4BC1-9915-6FB92EEAA124}" srcOrd="1" destOrd="0" presId="urn:microsoft.com/office/officeart/2005/8/layout/chart3"/>
    <dgm:cxn modelId="{D562F4A7-8FF9-4C06-B7C8-EA0241F1FD1D}" type="presOf" srcId="{13AFCDED-7AD5-4452-9162-2C438199E2AE}" destId="{A28F0A0C-9743-4573-A759-3902FE3CBCFF}" srcOrd="0" destOrd="0" presId="urn:microsoft.com/office/officeart/2005/8/layout/chart3"/>
    <dgm:cxn modelId="{3B5A05B0-2F81-4BE3-A6D3-18881B342EF7}" srcId="{AC5AC37F-2C6E-4F08-971B-2D4300BA0034}" destId="{13AFCDED-7AD5-4452-9162-2C438199E2AE}" srcOrd="3" destOrd="0" parTransId="{C6738539-F672-4339-942F-EAA32586076E}" sibTransId="{DB82C7AA-28CC-4ABF-AC85-10CB06920A1C}"/>
    <dgm:cxn modelId="{8EAC46C2-60D5-4387-8748-307CD39C649F}" type="presOf" srcId="{6BE5B492-07D4-4024-8274-68C45B6A01EC}" destId="{58936AA0-0B89-4645-91A0-8B9B41F948F1}" srcOrd="0" destOrd="0" presId="urn:microsoft.com/office/officeart/2005/8/layout/chart3"/>
    <dgm:cxn modelId="{B23615CD-CDB0-4BA3-BB8B-87B7B6432F73}" type="presOf" srcId="{DF4AA65E-26A4-4C26-9976-F0B2CD677D3B}" destId="{C516C106-8C6B-4887-B149-4E05A1C61FC6}" srcOrd="0" destOrd="0" presId="urn:microsoft.com/office/officeart/2005/8/layout/chart3"/>
    <dgm:cxn modelId="{1ABAAAFC-1B68-324E-8E00-C197FF47C8A8}" type="presOf" srcId="{33EE0DAD-9CE8-F74D-9817-24DC087009A6}" destId="{A74B7F9D-4AA6-1147-8A67-D67F75D183AB}" srcOrd="1" destOrd="0" presId="urn:microsoft.com/office/officeart/2005/8/layout/chart3"/>
    <dgm:cxn modelId="{F2C101A2-44A3-4E73-8D84-BD6EE80130A5}" type="presParOf" srcId="{CC6E1910-1D0B-4841-86F4-9AF0761816CF}" destId="{89DC922F-024C-4BDD-AD61-6C4C1382FADE}" srcOrd="0" destOrd="0" presId="urn:microsoft.com/office/officeart/2005/8/layout/chart3"/>
    <dgm:cxn modelId="{DD85FD61-08BA-4D19-8391-662506573E6D}" type="presParOf" srcId="{CC6E1910-1D0B-4841-86F4-9AF0761816CF}" destId="{A1532AD7-411D-468B-B691-71FBDCBC8036}" srcOrd="1" destOrd="0" presId="urn:microsoft.com/office/officeart/2005/8/layout/chart3"/>
    <dgm:cxn modelId="{7753B6B9-BC16-4DA2-865A-5442BF31852E}" type="presParOf" srcId="{CC6E1910-1D0B-4841-86F4-9AF0761816CF}" destId="{58936AA0-0B89-4645-91A0-8B9B41F948F1}" srcOrd="2" destOrd="0" presId="urn:microsoft.com/office/officeart/2005/8/layout/chart3"/>
    <dgm:cxn modelId="{3F59F893-F429-4E4D-AF8D-F86641293D87}" type="presParOf" srcId="{CC6E1910-1D0B-4841-86F4-9AF0761816CF}" destId="{2D3B47F9-EF16-4F9D-A4FA-DB899BED48F4}" srcOrd="3" destOrd="0" presId="urn:microsoft.com/office/officeart/2005/8/layout/chart3"/>
    <dgm:cxn modelId="{281F5C53-A513-48FE-82DF-A1E1AD8E6F82}" type="presParOf" srcId="{CC6E1910-1D0B-4841-86F4-9AF0761816CF}" destId="{C516C106-8C6B-4887-B149-4E05A1C61FC6}" srcOrd="4" destOrd="0" presId="urn:microsoft.com/office/officeart/2005/8/layout/chart3"/>
    <dgm:cxn modelId="{219E7A3A-875D-4817-B1ED-B717CACA18EF}" type="presParOf" srcId="{CC6E1910-1D0B-4841-86F4-9AF0761816CF}" destId="{181C802E-1803-4BC1-9915-6FB92EEAA124}" srcOrd="5" destOrd="0" presId="urn:microsoft.com/office/officeart/2005/8/layout/chart3"/>
    <dgm:cxn modelId="{BCE89248-2A1B-43AF-82BF-733902E657A2}" type="presParOf" srcId="{CC6E1910-1D0B-4841-86F4-9AF0761816CF}" destId="{A28F0A0C-9743-4573-A759-3902FE3CBCFF}" srcOrd="6" destOrd="0" presId="urn:microsoft.com/office/officeart/2005/8/layout/chart3"/>
    <dgm:cxn modelId="{95494642-BC9F-465E-8444-6F4809375C6E}" type="presParOf" srcId="{CC6E1910-1D0B-4841-86F4-9AF0761816CF}" destId="{014FD06A-D5A0-4D65-A35E-080C058D5EB3}" srcOrd="7" destOrd="0" presId="urn:microsoft.com/office/officeart/2005/8/layout/chart3"/>
    <dgm:cxn modelId="{51932E89-C8C3-634A-A7E6-6CF40CD6B5C4}" type="presParOf" srcId="{CC6E1910-1D0B-4841-86F4-9AF0761816CF}" destId="{CFA47686-B03D-4440-9C22-9202162782D0}" srcOrd="8" destOrd="0" presId="urn:microsoft.com/office/officeart/2005/8/layout/chart3"/>
    <dgm:cxn modelId="{BE496223-D79F-3246-8333-2A8050260AC8}" type="presParOf" srcId="{CC6E1910-1D0B-4841-86F4-9AF0761816CF}" destId="{A74B7F9D-4AA6-1147-8A67-D67F75D183AB}"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5AC37F-2C6E-4F08-971B-2D4300BA0034}" type="doc">
      <dgm:prSet loTypeId="urn:microsoft.com/office/officeart/2005/8/layout/chart3" loCatId="cycle" qsTypeId="urn:microsoft.com/office/officeart/2005/8/quickstyle/simple1" qsCatId="simple" csTypeId="urn:microsoft.com/office/officeart/2005/8/colors/accent1_2" csCatId="accent1" phldr="1"/>
      <dgm:spPr/>
    </dgm:pt>
    <dgm:pt modelId="{B5B0CF34-2600-46D6-8B75-017CF5458D58}">
      <dgm:prSet phldrT="[Text]"/>
      <dgm:spPr>
        <a:solidFill>
          <a:schemeClr val="accent6">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Map Skills</a:t>
          </a:r>
        </a:p>
      </dgm:t>
    </dgm:pt>
    <dgm:pt modelId="{8EC2EF94-344F-4799-9CA8-1A1F582701C0}" type="parTrans" cxnId="{23C53151-7C63-46A6-8D7C-3E82E4668D54}">
      <dgm:prSet/>
      <dgm:spPr/>
      <dgm:t>
        <a:bodyPr/>
        <a:lstStyle/>
        <a:p>
          <a:endParaRPr lang="en-GB"/>
        </a:p>
      </dgm:t>
    </dgm:pt>
    <dgm:pt modelId="{80B188ED-24EC-4712-B77C-110F40C0ED93}" type="sibTrans" cxnId="{23C53151-7C63-46A6-8D7C-3E82E4668D54}">
      <dgm:prSet/>
      <dgm:spPr/>
      <dgm:t>
        <a:bodyPr/>
        <a:lstStyle/>
        <a:p>
          <a:endParaRPr lang="en-GB"/>
        </a:p>
      </dgm:t>
    </dgm:pt>
    <dgm:pt modelId="{6BE5B492-07D4-4024-8274-68C45B6A01EC}">
      <dgm:prSet phldrT="[Text]"/>
      <dgm:spPr>
        <a:solidFill>
          <a:schemeClr val="accent5">
            <a:lumMod val="60000"/>
            <a:lumOff val="40000"/>
          </a:schemeClr>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Field work</a:t>
          </a:r>
        </a:p>
      </dgm:t>
    </dgm:pt>
    <dgm:pt modelId="{914C4660-F68B-413A-96D3-70B654E45E7F}" type="sibTrans" cxnId="{F03D0886-7F16-4B56-BE53-FE717A304979}">
      <dgm:prSet/>
      <dgm:spPr/>
      <dgm:t>
        <a:bodyPr/>
        <a:lstStyle/>
        <a:p>
          <a:endParaRPr lang="en-GB"/>
        </a:p>
      </dgm:t>
    </dgm:pt>
    <dgm:pt modelId="{52DBB1B4-6CB6-4C9D-945F-0D8DE9763D0F}" type="parTrans" cxnId="{F03D0886-7F16-4B56-BE53-FE717A304979}">
      <dgm:prSet/>
      <dgm:spPr/>
      <dgm:t>
        <a:bodyPr/>
        <a:lstStyle/>
        <a:p>
          <a:endParaRPr lang="en-GB"/>
        </a:p>
      </dgm:t>
    </dgm:pt>
    <dgm:pt modelId="{DF4AA65E-26A4-4C26-9976-F0B2CD677D3B}">
      <dgm:prSet phldrT="[Text]"/>
      <dgm:spPr>
        <a:solidFill>
          <a:srgbClr val="FFF19F"/>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Observing</a:t>
          </a:r>
        </a:p>
      </dgm:t>
    </dgm:pt>
    <dgm:pt modelId="{A0458991-E933-48EB-9B54-19732A7D7CA3}" type="sibTrans" cxnId="{7D27582D-FC83-463C-BF8D-BEFDC51CD80B}">
      <dgm:prSet/>
      <dgm:spPr/>
      <dgm:t>
        <a:bodyPr/>
        <a:lstStyle/>
        <a:p>
          <a:endParaRPr lang="en-GB"/>
        </a:p>
      </dgm:t>
    </dgm:pt>
    <dgm:pt modelId="{F758932D-5E81-4976-91DD-442B238EDEEF}" type="parTrans" cxnId="{7D27582D-FC83-463C-BF8D-BEFDC51CD80B}">
      <dgm:prSet/>
      <dgm:spPr/>
      <dgm:t>
        <a:bodyPr/>
        <a:lstStyle/>
        <a:p>
          <a:endParaRPr lang="en-GB"/>
        </a:p>
      </dgm:t>
    </dgm:pt>
    <dgm:pt modelId="{13AFCDED-7AD5-4452-9162-2C438199E2AE}">
      <dgm:prSet phldrT="[Text]"/>
      <dgm:spPr>
        <a:solidFill>
          <a:schemeClr val="accent2">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Questioning</a:t>
          </a:r>
        </a:p>
      </dgm:t>
    </dgm:pt>
    <dgm:pt modelId="{DB82C7AA-28CC-4ABF-AC85-10CB06920A1C}" type="sibTrans" cxnId="{3B5A05B0-2F81-4BE3-A6D3-18881B342EF7}">
      <dgm:prSet/>
      <dgm:spPr/>
      <dgm:t>
        <a:bodyPr/>
        <a:lstStyle/>
        <a:p>
          <a:endParaRPr lang="en-GB"/>
        </a:p>
      </dgm:t>
    </dgm:pt>
    <dgm:pt modelId="{C6738539-F672-4339-942F-EAA32586076E}" type="parTrans" cxnId="{3B5A05B0-2F81-4BE3-A6D3-18881B342EF7}">
      <dgm:prSet/>
      <dgm:spPr/>
      <dgm:t>
        <a:bodyPr/>
        <a:lstStyle/>
        <a:p>
          <a:endParaRPr lang="en-GB"/>
        </a:p>
      </dgm:t>
    </dgm:pt>
    <dgm:pt modelId="{33EE0DAD-9CE8-F74D-9817-24DC087009A6}">
      <dgm:prSet/>
      <dgm:spPr>
        <a:solidFill>
          <a:schemeClr val="accent4">
            <a:lumMod val="60000"/>
            <a:lumOff val="40000"/>
          </a:schemeClr>
        </a:solidFill>
        <a:ln>
          <a:noFill/>
        </a:ln>
      </dgm:spPr>
      <dgm:t>
        <a:bodyPr/>
        <a:lstStyle/>
        <a:p>
          <a:endParaRPr lang="en-GB" b="0" i="0">
            <a:effectLst/>
            <a:latin typeface="Twinkl Cursive Looped" panose="02000000000000000000" pitchFamily="2" charset="77"/>
            <a:ea typeface="Calibri" panose="020F0502020204030204" pitchFamily="34" charset="0"/>
            <a:cs typeface="Times New Roman" panose="02020603050405020304" pitchFamily="18" charset="0"/>
          </a:endParaRPr>
        </a:p>
        <a:p>
          <a:r>
            <a:rPr lang="en-GB" b="0" i="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b="0" i="0">
            <a:solidFill>
              <a:schemeClr val="tx1"/>
            </a:solidFill>
            <a:latin typeface="Twinkl Cursive Looped" panose="02000000000000000000" pitchFamily="2" charset="77"/>
          </a:endParaRPr>
        </a:p>
      </dgm:t>
    </dgm:pt>
    <dgm:pt modelId="{D1DCB249-DF8A-3044-A43E-1536098E913D}" type="sibTrans" cxnId="{DEB8C310-02F0-B248-AB26-9D1A246E7955}">
      <dgm:prSet/>
      <dgm:spPr/>
      <dgm:t>
        <a:bodyPr/>
        <a:lstStyle/>
        <a:p>
          <a:endParaRPr lang="en-GB"/>
        </a:p>
      </dgm:t>
    </dgm:pt>
    <dgm:pt modelId="{9B63A272-D067-804C-96EB-FFA65D6078C6}" type="parTrans" cxnId="{DEB8C310-02F0-B248-AB26-9D1A246E7955}">
      <dgm:prSet/>
      <dgm:spPr/>
      <dgm:t>
        <a:bodyPr/>
        <a:lstStyle/>
        <a:p>
          <a:endParaRPr lang="en-GB"/>
        </a:p>
      </dgm:t>
    </dgm:pt>
    <dgm:pt modelId="{CC6E1910-1D0B-4841-86F4-9AF0761816CF}" type="pres">
      <dgm:prSet presAssocID="{AC5AC37F-2C6E-4F08-971B-2D4300BA0034}" presName="compositeShape" presStyleCnt="0">
        <dgm:presLayoutVars>
          <dgm:chMax val="7"/>
          <dgm:dir/>
          <dgm:resizeHandles val="exact"/>
        </dgm:presLayoutVars>
      </dgm:prSet>
      <dgm:spPr/>
    </dgm:pt>
    <dgm:pt modelId="{89DC922F-024C-4BDD-AD61-6C4C1382FADE}" type="pres">
      <dgm:prSet presAssocID="{AC5AC37F-2C6E-4F08-971B-2D4300BA0034}" presName="wedge1" presStyleLbl="node1" presStyleIdx="0" presStyleCnt="5" custLinFactNeighborX="-3576" custLinFactNeighborY="4948"/>
      <dgm:spPr/>
    </dgm:pt>
    <dgm:pt modelId="{A1532AD7-411D-468B-B691-71FBDCBC8036}" type="pres">
      <dgm:prSet presAssocID="{AC5AC37F-2C6E-4F08-971B-2D4300BA0034}" presName="wedge1Tx" presStyleLbl="node1" presStyleIdx="0" presStyleCnt="5">
        <dgm:presLayoutVars>
          <dgm:chMax val="0"/>
          <dgm:chPref val="0"/>
          <dgm:bulletEnabled val="1"/>
        </dgm:presLayoutVars>
      </dgm:prSet>
      <dgm:spPr/>
    </dgm:pt>
    <dgm:pt modelId="{58936AA0-0B89-4645-91A0-8B9B41F948F1}" type="pres">
      <dgm:prSet presAssocID="{AC5AC37F-2C6E-4F08-971B-2D4300BA0034}" presName="wedge2" presStyleLbl="node1" presStyleIdx="1" presStyleCnt="5"/>
      <dgm:spPr/>
    </dgm:pt>
    <dgm:pt modelId="{2D3B47F9-EF16-4F9D-A4FA-DB899BED48F4}" type="pres">
      <dgm:prSet presAssocID="{AC5AC37F-2C6E-4F08-971B-2D4300BA0034}" presName="wedge2Tx" presStyleLbl="node1" presStyleIdx="1" presStyleCnt="5">
        <dgm:presLayoutVars>
          <dgm:chMax val="0"/>
          <dgm:chPref val="0"/>
          <dgm:bulletEnabled val="1"/>
        </dgm:presLayoutVars>
      </dgm:prSet>
      <dgm:spPr/>
    </dgm:pt>
    <dgm:pt modelId="{C516C106-8C6B-4887-B149-4E05A1C61FC6}" type="pres">
      <dgm:prSet presAssocID="{AC5AC37F-2C6E-4F08-971B-2D4300BA0034}" presName="wedge3" presStyleLbl="node1" presStyleIdx="2" presStyleCnt="5"/>
      <dgm:spPr/>
    </dgm:pt>
    <dgm:pt modelId="{181C802E-1803-4BC1-9915-6FB92EEAA124}" type="pres">
      <dgm:prSet presAssocID="{AC5AC37F-2C6E-4F08-971B-2D4300BA0034}" presName="wedge3Tx" presStyleLbl="node1" presStyleIdx="2" presStyleCnt="5">
        <dgm:presLayoutVars>
          <dgm:chMax val="0"/>
          <dgm:chPref val="0"/>
          <dgm:bulletEnabled val="1"/>
        </dgm:presLayoutVars>
      </dgm:prSet>
      <dgm:spPr/>
    </dgm:pt>
    <dgm:pt modelId="{A28F0A0C-9743-4573-A759-3902FE3CBCFF}" type="pres">
      <dgm:prSet presAssocID="{AC5AC37F-2C6E-4F08-971B-2D4300BA0034}" presName="wedge4" presStyleLbl="node1" presStyleIdx="3" presStyleCnt="5"/>
      <dgm:spPr/>
    </dgm:pt>
    <dgm:pt modelId="{014FD06A-D5A0-4D65-A35E-080C058D5EB3}" type="pres">
      <dgm:prSet presAssocID="{AC5AC37F-2C6E-4F08-971B-2D4300BA0034}" presName="wedge4Tx" presStyleLbl="node1" presStyleIdx="3" presStyleCnt="5">
        <dgm:presLayoutVars>
          <dgm:chMax val="0"/>
          <dgm:chPref val="0"/>
          <dgm:bulletEnabled val="1"/>
        </dgm:presLayoutVars>
      </dgm:prSet>
      <dgm:spPr/>
    </dgm:pt>
    <dgm:pt modelId="{CFA47686-B03D-4440-9C22-9202162782D0}" type="pres">
      <dgm:prSet presAssocID="{AC5AC37F-2C6E-4F08-971B-2D4300BA0034}" presName="wedge5" presStyleLbl="node1" presStyleIdx="4" presStyleCnt="5"/>
      <dgm:spPr/>
    </dgm:pt>
    <dgm:pt modelId="{A74B7F9D-4AA6-1147-8A67-D67F75D183AB}" type="pres">
      <dgm:prSet presAssocID="{AC5AC37F-2C6E-4F08-971B-2D4300BA0034}" presName="wedge5Tx" presStyleLbl="node1" presStyleIdx="4" presStyleCnt="5">
        <dgm:presLayoutVars>
          <dgm:chMax val="0"/>
          <dgm:chPref val="0"/>
          <dgm:bulletEnabled val="1"/>
        </dgm:presLayoutVars>
      </dgm:prSet>
      <dgm:spPr/>
    </dgm:pt>
  </dgm:ptLst>
  <dgm:cxnLst>
    <dgm:cxn modelId="{FC3FAF08-79B3-7B4D-B83A-F7451EB4EC25}" type="presOf" srcId="{33EE0DAD-9CE8-F74D-9817-24DC087009A6}" destId="{CFA47686-B03D-4440-9C22-9202162782D0}" srcOrd="0" destOrd="0" presId="urn:microsoft.com/office/officeart/2005/8/layout/chart3"/>
    <dgm:cxn modelId="{DEB8C310-02F0-B248-AB26-9D1A246E7955}" srcId="{AC5AC37F-2C6E-4F08-971B-2D4300BA0034}" destId="{33EE0DAD-9CE8-F74D-9817-24DC087009A6}" srcOrd="4" destOrd="0" parTransId="{9B63A272-D067-804C-96EB-FFA65D6078C6}" sibTransId="{D1DCB249-DF8A-3044-A43E-1536098E913D}"/>
    <dgm:cxn modelId="{80952827-00F7-4588-8F4A-DF4A6235A95F}" type="presOf" srcId="{6BE5B492-07D4-4024-8274-68C45B6A01EC}" destId="{2D3B47F9-EF16-4F9D-A4FA-DB899BED48F4}" srcOrd="1" destOrd="0" presId="urn:microsoft.com/office/officeart/2005/8/layout/chart3"/>
    <dgm:cxn modelId="{7D27582D-FC83-463C-BF8D-BEFDC51CD80B}" srcId="{AC5AC37F-2C6E-4F08-971B-2D4300BA0034}" destId="{DF4AA65E-26A4-4C26-9976-F0B2CD677D3B}" srcOrd="2" destOrd="0" parTransId="{F758932D-5E81-4976-91DD-442B238EDEEF}" sibTransId="{A0458991-E933-48EB-9B54-19732A7D7CA3}"/>
    <dgm:cxn modelId="{1A18AA3E-19E4-4CC8-978C-86A145AFB6E6}" type="presOf" srcId="{AC5AC37F-2C6E-4F08-971B-2D4300BA0034}" destId="{CC6E1910-1D0B-4841-86F4-9AF0761816CF}" srcOrd="0" destOrd="0" presId="urn:microsoft.com/office/officeart/2005/8/layout/chart3"/>
    <dgm:cxn modelId="{12DC0D49-3520-4715-A55C-C71CA8A4B9BF}" type="presOf" srcId="{13AFCDED-7AD5-4452-9162-2C438199E2AE}" destId="{014FD06A-D5A0-4D65-A35E-080C058D5EB3}" srcOrd="1" destOrd="0" presId="urn:microsoft.com/office/officeart/2005/8/layout/chart3"/>
    <dgm:cxn modelId="{23C53151-7C63-46A6-8D7C-3E82E4668D54}" srcId="{AC5AC37F-2C6E-4F08-971B-2D4300BA0034}" destId="{B5B0CF34-2600-46D6-8B75-017CF5458D58}" srcOrd="0" destOrd="0" parTransId="{8EC2EF94-344F-4799-9CA8-1A1F582701C0}" sibTransId="{80B188ED-24EC-4712-B77C-110F40C0ED93}"/>
    <dgm:cxn modelId="{79F6A75A-1D6D-4ED9-9775-C45057AEE72F}" type="presOf" srcId="{B5B0CF34-2600-46D6-8B75-017CF5458D58}" destId="{A1532AD7-411D-468B-B691-71FBDCBC8036}" srcOrd="1" destOrd="0" presId="urn:microsoft.com/office/officeart/2005/8/layout/chart3"/>
    <dgm:cxn modelId="{F03D0886-7F16-4B56-BE53-FE717A304979}" srcId="{AC5AC37F-2C6E-4F08-971B-2D4300BA0034}" destId="{6BE5B492-07D4-4024-8274-68C45B6A01EC}" srcOrd="1" destOrd="0" parTransId="{52DBB1B4-6CB6-4C9D-945F-0D8DE9763D0F}" sibTransId="{914C4660-F68B-413A-96D3-70B654E45E7F}"/>
    <dgm:cxn modelId="{5C7E5598-5072-4096-AF48-07A4F3E92492}" type="presOf" srcId="{B5B0CF34-2600-46D6-8B75-017CF5458D58}" destId="{89DC922F-024C-4BDD-AD61-6C4C1382FADE}" srcOrd="0" destOrd="0" presId="urn:microsoft.com/office/officeart/2005/8/layout/chart3"/>
    <dgm:cxn modelId="{6C59329B-41E2-4E94-803D-70368A937400}" type="presOf" srcId="{DF4AA65E-26A4-4C26-9976-F0B2CD677D3B}" destId="{181C802E-1803-4BC1-9915-6FB92EEAA124}" srcOrd="1" destOrd="0" presId="urn:microsoft.com/office/officeart/2005/8/layout/chart3"/>
    <dgm:cxn modelId="{D562F4A7-8FF9-4C06-B7C8-EA0241F1FD1D}" type="presOf" srcId="{13AFCDED-7AD5-4452-9162-2C438199E2AE}" destId="{A28F0A0C-9743-4573-A759-3902FE3CBCFF}" srcOrd="0" destOrd="0" presId="urn:microsoft.com/office/officeart/2005/8/layout/chart3"/>
    <dgm:cxn modelId="{3B5A05B0-2F81-4BE3-A6D3-18881B342EF7}" srcId="{AC5AC37F-2C6E-4F08-971B-2D4300BA0034}" destId="{13AFCDED-7AD5-4452-9162-2C438199E2AE}" srcOrd="3" destOrd="0" parTransId="{C6738539-F672-4339-942F-EAA32586076E}" sibTransId="{DB82C7AA-28CC-4ABF-AC85-10CB06920A1C}"/>
    <dgm:cxn modelId="{8EAC46C2-60D5-4387-8748-307CD39C649F}" type="presOf" srcId="{6BE5B492-07D4-4024-8274-68C45B6A01EC}" destId="{58936AA0-0B89-4645-91A0-8B9B41F948F1}" srcOrd="0" destOrd="0" presId="urn:microsoft.com/office/officeart/2005/8/layout/chart3"/>
    <dgm:cxn modelId="{B23615CD-CDB0-4BA3-BB8B-87B7B6432F73}" type="presOf" srcId="{DF4AA65E-26A4-4C26-9976-F0B2CD677D3B}" destId="{C516C106-8C6B-4887-B149-4E05A1C61FC6}" srcOrd="0" destOrd="0" presId="urn:microsoft.com/office/officeart/2005/8/layout/chart3"/>
    <dgm:cxn modelId="{1ABAAAFC-1B68-324E-8E00-C197FF47C8A8}" type="presOf" srcId="{33EE0DAD-9CE8-F74D-9817-24DC087009A6}" destId="{A74B7F9D-4AA6-1147-8A67-D67F75D183AB}" srcOrd="1" destOrd="0" presId="urn:microsoft.com/office/officeart/2005/8/layout/chart3"/>
    <dgm:cxn modelId="{F2C101A2-44A3-4E73-8D84-BD6EE80130A5}" type="presParOf" srcId="{CC6E1910-1D0B-4841-86F4-9AF0761816CF}" destId="{89DC922F-024C-4BDD-AD61-6C4C1382FADE}" srcOrd="0" destOrd="0" presId="urn:microsoft.com/office/officeart/2005/8/layout/chart3"/>
    <dgm:cxn modelId="{DD85FD61-08BA-4D19-8391-662506573E6D}" type="presParOf" srcId="{CC6E1910-1D0B-4841-86F4-9AF0761816CF}" destId="{A1532AD7-411D-468B-B691-71FBDCBC8036}" srcOrd="1" destOrd="0" presId="urn:microsoft.com/office/officeart/2005/8/layout/chart3"/>
    <dgm:cxn modelId="{7753B6B9-BC16-4DA2-865A-5442BF31852E}" type="presParOf" srcId="{CC6E1910-1D0B-4841-86F4-9AF0761816CF}" destId="{58936AA0-0B89-4645-91A0-8B9B41F948F1}" srcOrd="2" destOrd="0" presId="urn:microsoft.com/office/officeart/2005/8/layout/chart3"/>
    <dgm:cxn modelId="{3F59F893-F429-4E4D-AF8D-F86641293D87}" type="presParOf" srcId="{CC6E1910-1D0B-4841-86F4-9AF0761816CF}" destId="{2D3B47F9-EF16-4F9D-A4FA-DB899BED48F4}" srcOrd="3" destOrd="0" presId="urn:microsoft.com/office/officeart/2005/8/layout/chart3"/>
    <dgm:cxn modelId="{281F5C53-A513-48FE-82DF-A1E1AD8E6F82}" type="presParOf" srcId="{CC6E1910-1D0B-4841-86F4-9AF0761816CF}" destId="{C516C106-8C6B-4887-B149-4E05A1C61FC6}" srcOrd="4" destOrd="0" presId="urn:microsoft.com/office/officeart/2005/8/layout/chart3"/>
    <dgm:cxn modelId="{219E7A3A-875D-4817-B1ED-B717CACA18EF}" type="presParOf" srcId="{CC6E1910-1D0B-4841-86F4-9AF0761816CF}" destId="{181C802E-1803-4BC1-9915-6FB92EEAA124}" srcOrd="5" destOrd="0" presId="urn:microsoft.com/office/officeart/2005/8/layout/chart3"/>
    <dgm:cxn modelId="{BCE89248-2A1B-43AF-82BF-733902E657A2}" type="presParOf" srcId="{CC6E1910-1D0B-4841-86F4-9AF0761816CF}" destId="{A28F0A0C-9743-4573-A759-3902FE3CBCFF}" srcOrd="6" destOrd="0" presId="urn:microsoft.com/office/officeart/2005/8/layout/chart3"/>
    <dgm:cxn modelId="{95494642-BC9F-465E-8444-6F4809375C6E}" type="presParOf" srcId="{CC6E1910-1D0B-4841-86F4-9AF0761816CF}" destId="{014FD06A-D5A0-4D65-A35E-080C058D5EB3}" srcOrd="7" destOrd="0" presId="urn:microsoft.com/office/officeart/2005/8/layout/chart3"/>
    <dgm:cxn modelId="{51932E89-C8C3-634A-A7E6-6CF40CD6B5C4}" type="presParOf" srcId="{CC6E1910-1D0B-4841-86F4-9AF0761816CF}" destId="{CFA47686-B03D-4440-9C22-9202162782D0}" srcOrd="8" destOrd="0" presId="urn:microsoft.com/office/officeart/2005/8/layout/chart3"/>
    <dgm:cxn modelId="{BE496223-D79F-3246-8333-2A8050260AC8}" type="presParOf" srcId="{CC6E1910-1D0B-4841-86F4-9AF0761816CF}" destId="{A74B7F9D-4AA6-1147-8A67-D67F75D183AB}"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5AC37F-2C6E-4F08-971B-2D4300BA0034}" type="doc">
      <dgm:prSet loTypeId="urn:microsoft.com/office/officeart/2005/8/layout/chart3" loCatId="cycle" qsTypeId="urn:microsoft.com/office/officeart/2005/8/quickstyle/simple1" qsCatId="simple" csTypeId="urn:microsoft.com/office/officeart/2005/8/colors/accent1_2" csCatId="accent1" phldr="1"/>
      <dgm:spPr/>
    </dgm:pt>
    <dgm:pt modelId="{B5B0CF34-2600-46D6-8B75-017CF5458D58}">
      <dgm:prSet phldrT="[Text]"/>
      <dgm:spPr>
        <a:solidFill>
          <a:schemeClr val="accent6">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Map Skills</a:t>
          </a:r>
        </a:p>
      </dgm:t>
    </dgm:pt>
    <dgm:pt modelId="{8EC2EF94-344F-4799-9CA8-1A1F582701C0}" type="parTrans" cxnId="{23C53151-7C63-46A6-8D7C-3E82E4668D54}">
      <dgm:prSet/>
      <dgm:spPr/>
      <dgm:t>
        <a:bodyPr/>
        <a:lstStyle/>
        <a:p>
          <a:endParaRPr lang="en-GB"/>
        </a:p>
      </dgm:t>
    </dgm:pt>
    <dgm:pt modelId="{80B188ED-24EC-4712-B77C-110F40C0ED93}" type="sibTrans" cxnId="{23C53151-7C63-46A6-8D7C-3E82E4668D54}">
      <dgm:prSet/>
      <dgm:spPr/>
      <dgm:t>
        <a:bodyPr/>
        <a:lstStyle/>
        <a:p>
          <a:endParaRPr lang="en-GB"/>
        </a:p>
      </dgm:t>
    </dgm:pt>
    <dgm:pt modelId="{6BE5B492-07D4-4024-8274-68C45B6A01EC}">
      <dgm:prSet phldrT="[Text]"/>
      <dgm:spPr>
        <a:solidFill>
          <a:schemeClr val="accent5">
            <a:lumMod val="60000"/>
            <a:lumOff val="40000"/>
          </a:schemeClr>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Field work</a:t>
          </a:r>
        </a:p>
      </dgm:t>
    </dgm:pt>
    <dgm:pt modelId="{914C4660-F68B-413A-96D3-70B654E45E7F}" type="sibTrans" cxnId="{F03D0886-7F16-4B56-BE53-FE717A304979}">
      <dgm:prSet/>
      <dgm:spPr/>
      <dgm:t>
        <a:bodyPr/>
        <a:lstStyle/>
        <a:p>
          <a:endParaRPr lang="en-GB"/>
        </a:p>
      </dgm:t>
    </dgm:pt>
    <dgm:pt modelId="{52DBB1B4-6CB6-4C9D-945F-0D8DE9763D0F}" type="parTrans" cxnId="{F03D0886-7F16-4B56-BE53-FE717A304979}">
      <dgm:prSet/>
      <dgm:spPr/>
      <dgm:t>
        <a:bodyPr/>
        <a:lstStyle/>
        <a:p>
          <a:endParaRPr lang="en-GB"/>
        </a:p>
      </dgm:t>
    </dgm:pt>
    <dgm:pt modelId="{DF4AA65E-26A4-4C26-9976-F0B2CD677D3B}">
      <dgm:prSet phldrT="[Text]"/>
      <dgm:spPr>
        <a:solidFill>
          <a:srgbClr val="FFF19F"/>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Observing</a:t>
          </a:r>
        </a:p>
      </dgm:t>
    </dgm:pt>
    <dgm:pt modelId="{A0458991-E933-48EB-9B54-19732A7D7CA3}" type="sibTrans" cxnId="{7D27582D-FC83-463C-BF8D-BEFDC51CD80B}">
      <dgm:prSet/>
      <dgm:spPr/>
      <dgm:t>
        <a:bodyPr/>
        <a:lstStyle/>
        <a:p>
          <a:endParaRPr lang="en-GB"/>
        </a:p>
      </dgm:t>
    </dgm:pt>
    <dgm:pt modelId="{F758932D-5E81-4976-91DD-442B238EDEEF}" type="parTrans" cxnId="{7D27582D-FC83-463C-BF8D-BEFDC51CD80B}">
      <dgm:prSet/>
      <dgm:spPr/>
      <dgm:t>
        <a:bodyPr/>
        <a:lstStyle/>
        <a:p>
          <a:endParaRPr lang="en-GB"/>
        </a:p>
      </dgm:t>
    </dgm:pt>
    <dgm:pt modelId="{13AFCDED-7AD5-4452-9162-2C438199E2AE}">
      <dgm:prSet phldrT="[Text]"/>
      <dgm:spPr>
        <a:solidFill>
          <a:schemeClr val="accent2">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Questioning</a:t>
          </a:r>
        </a:p>
      </dgm:t>
    </dgm:pt>
    <dgm:pt modelId="{DB82C7AA-28CC-4ABF-AC85-10CB06920A1C}" type="sibTrans" cxnId="{3B5A05B0-2F81-4BE3-A6D3-18881B342EF7}">
      <dgm:prSet/>
      <dgm:spPr/>
      <dgm:t>
        <a:bodyPr/>
        <a:lstStyle/>
        <a:p>
          <a:endParaRPr lang="en-GB"/>
        </a:p>
      </dgm:t>
    </dgm:pt>
    <dgm:pt modelId="{C6738539-F672-4339-942F-EAA32586076E}" type="parTrans" cxnId="{3B5A05B0-2F81-4BE3-A6D3-18881B342EF7}">
      <dgm:prSet/>
      <dgm:spPr/>
      <dgm:t>
        <a:bodyPr/>
        <a:lstStyle/>
        <a:p>
          <a:endParaRPr lang="en-GB"/>
        </a:p>
      </dgm:t>
    </dgm:pt>
    <dgm:pt modelId="{33EE0DAD-9CE8-F74D-9817-24DC087009A6}">
      <dgm:prSet/>
      <dgm:spPr>
        <a:solidFill>
          <a:schemeClr val="accent4">
            <a:lumMod val="60000"/>
            <a:lumOff val="40000"/>
          </a:schemeClr>
        </a:solidFill>
        <a:ln>
          <a:noFill/>
        </a:ln>
      </dgm:spPr>
      <dgm:t>
        <a:bodyPr/>
        <a:lstStyle/>
        <a:p>
          <a:endParaRPr lang="en-GB" b="0" i="0">
            <a:effectLst/>
            <a:latin typeface="Twinkl Cursive Looped" panose="02000000000000000000" pitchFamily="2" charset="77"/>
            <a:ea typeface="Calibri" panose="020F0502020204030204" pitchFamily="34" charset="0"/>
            <a:cs typeface="Times New Roman" panose="02020603050405020304" pitchFamily="18" charset="0"/>
          </a:endParaRPr>
        </a:p>
        <a:p>
          <a:r>
            <a:rPr lang="en-GB" b="0" i="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b="0" i="0">
            <a:solidFill>
              <a:schemeClr val="tx1"/>
            </a:solidFill>
            <a:latin typeface="Twinkl Cursive Looped" panose="02000000000000000000" pitchFamily="2" charset="77"/>
          </a:endParaRPr>
        </a:p>
      </dgm:t>
    </dgm:pt>
    <dgm:pt modelId="{D1DCB249-DF8A-3044-A43E-1536098E913D}" type="sibTrans" cxnId="{DEB8C310-02F0-B248-AB26-9D1A246E7955}">
      <dgm:prSet/>
      <dgm:spPr/>
      <dgm:t>
        <a:bodyPr/>
        <a:lstStyle/>
        <a:p>
          <a:endParaRPr lang="en-GB"/>
        </a:p>
      </dgm:t>
    </dgm:pt>
    <dgm:pt modelId="{9B63A272-D067-804C-96EB-FFA65D6078C6}" type="parTrans" cxnId="{DEB8C310-02F0-B248-AB26-9D1A246E7955}">
      <dgm:prSet/>
      <dgm:spPr/>
      <dgm:t>
        <a:bodyPr/>
        <a:lstStyle/>
        <a:p>
          <a:endParaRPr lang="en-GB"/>
        </a:p>
      </dgm:t>
    </dgm:pt>
    <dgm:pt modelId="{CC6E1910-1D0B-4841-86F4-9AF0761816CF}" type="pres">
      <dgm:prSet presAssocID="{AC5AC37F-2C6E-4F08-971B-2D4300BA0034}" presName="compositeShape" presStyleCnt="0">
        <dgm:presLayoutVars>
          <dgm:chMax val="7"/>
          <dgm:dir/>
          <dgm:resizeHandles val="exact"/>
        </dgm:presLayoutVars>
      </dgm:prSet>
      <dgm:spPr/>
    </dgm:pt>
    <dgm:pt modelId="{89DC922F-024C-4BDD-AD61-6C4C1382FADE}" type="pres">
      <dgm:prSet presAssocID="{AC5AC37F-2C6E-4F08-971B-2D4300BA0034}" presName="wedge1" presStyleLbl="node1" presStyleIdx="0" presStyleCnt="5" custLinFactNeighborX="-3576" custLinFactNeighborY="4948"/>
      <dgm:spPr/>
    </dgm:pt>
    <dgm:pt modelId="{A1532AD7-411D-468B-B691-71FBDCBC8036}" type="pres">
      <dgm:prSet presAssocID="{AC5AC37F-2C6E-4F08-971B-2D4300BA0034}" presName="wedge1Tx" presStyleLbl="node1" presStyleIdx="0" presStyleCnt="5">
        <dgm:presLayoutVars>
          <dgm:chMax val="0"/>
          <dgm:chPref val="0"/>
          <dgm:bulletEnabled val="1"/>
        </dgm:presLayoutVars>
      </dgm:prSet>
      <dgm:spPr/>
    </dgm:pt>
    <dgm:pt modelId="{58936AA0-0B89-4645-91A0-8B9B41F948F1}" type="pres">
      <dgm:prSet presAssocID="{AC5AC37F-2C6E-4F08-971B-2D4300BA0034}" presName="wedge2" presStyleLbl="node1" presStyleIdx="1" presStyleCnt="5"/>
      <dgm:spPr/>
    </dgm:pt>
    <dgm:pt modelId="{2D3B47F9-EF16-4F9D-A4FA-DB899BED48F4}" type="pres">
      <dgm:prSet presAssocID="{AC5AC37F-2C6E-4F08-971B-2D4300BA0034}" presName="wedge2Tx" presStyleLbl="node1" presStyleIdx="1" presStyleCnt="5">
        <dgm:presLayoutVars>
          <dgm:chMax val="0"/>
          <dgm:chPref val="0"/>
          <dgm:bulletEnabled val="1"/>
        </dgm:presLayoutVars>
      </dgm:prSet>
      <dgm:spPr/>
    </dgm:pt>
    <dgm:pt modelId="{C516C106-8C6B-4887-B149-4E05A1C61FC6}" type="pres">
      <dgm:prSet presAssocID="{AC5AC37F-2C6E-4F08-971B-2D4300BA0034}" presName="wedge3" presStyleLbl="node1" presStyleIdx="2" presStyleCnt="5"/>
      <dgm:spPr/>
    </dgm:pt>
    <dgm:pt modelId="{181C802E-1803-4BC1-9915-6FB92EEAA124}" type="pres">
      <dgm:prSet presAssocID="{AC5AC37F-2C6E-4F08-971B-2D4300BA0034}" presName="wedge3Tx" presStyleLbl="node1" presStyleIdx="2" presStyleCnt="5">
        <dgm:presLayoutVars>
          <dgm:chMax val="0"/>
          <dgm:chPref val="0"/>
          <dgm:bulletEnabled val="1"/>
        </dgm:presLayoutVars>
      </dgm:prSet>
      <dgm:spPr/>
    </dgm:pt>
    <dgm:pt modelId="{A28F0A0C-9743-4573-A759-3902FE3CBCFF}" type="pres">
      <dgm:prSet presAssocID="{AC5AC37F-2C6E-4F08-971B-2D4300BA0034}" presName="wedge4" presStyleLbl="node1" presStyleIdx="3" presStyleCnt="5"/>
      <dgm:spPr/>
    </dgm:pt>
    <dgm:pt modelId="{014FD06A-D5A0-4D65-A35E-080C058D5EB3}" type="pres">
      <dgm:prSet presAssocID="{AC5AC37F-2C6E-4F08-971B-2D4300BA0034}" presName="wedge4Tx" presStyleLbl="node1" presStyleIdx="3" presStyleCnt="5">
        <dgm:presLayoutVars>
          <dgm:chMax val="0"/>
          <dgm:chPref val="0"/>
          <dgm:bulletEnabled val="1"/>
        </dgm:presLayoutVars>
      </dgm:prSet>
      <dgm:spPr/>
    </dgm:pt>
    <dgm:pt modelId="{CFA47686-B03D-4440-9C22-9202162782D0}" type="pres">
      <dgm:prSet presAssocID="{AC5AC37F-2C6E-4F08-971B-2D4300BA0034}" presName="wedge5" presStyleLbl="node1" presStyleIdx="4" presStyleCnt="5"/>
      <dgm:spPr/>
    </dgm:pt>
    <dgm:pt modelId="{A74B7F9D-4AA6-1147-8A67-D67F75D183AB}" type="pres">
      <dgm:prSet presAssocID="{AC5AC37F-2C6E-4F08-971B-2D4300BA0034}" presName="wedge5Tx" presStyleLbl="node1" presStyleIdx="4" presStyleCnt="5">
        <dgm:presLayoutVars>
          <dgm:chMax val="0"/>
          <dgm:chPref val="0"/>
          <dgm:bulletEnabled val="1"/>
        </dgm:presLayoutVars>
      </dgm:prSet>
      <dgm:spPr/>
    </dgm:pt>
  </dgm:ptLst>
  <dgm:cxnLst>
    <dgm:cxn modelId="{FC3FAF08-79B3-7B4D-B83A-F7451EB4EC25}" type="presOf" srcId="{33EE0DAD-9CE8-F74D-9817-24DC087009A6}" destId="{CFA47686-B03D-4440-9C22-9202162782D0}" srcOrd="0" destOrd="0" presId="urn:microsoft.com/office/officeart/2005/8/layout/chart3"/>
    <dgm:cxn modelId="{DEB8C310-02F0-B248-AB26-9D1A246E7955}" srcId="{AC5AC37F-2C6E-4F08-971B-2D4300BA0034}" destId="{33EE0DAD-9CE8-F74D-9817-24DC087009A6}" srcOrd="4" destOrd="0" parTransId="{9B63A272-D067-804C-96EB-FFA65D6078C6}" sibTransId="{D1DCB249-DF8A-3044-A43E-1536098E913D}"/>
    <dgm:cxn modelId="{80952827-00F7-4588-8F4A-DF4A6235A95F}" type="presOf" srcId="{6BE5B492-07D4-4024-8274-68C45B6A01EC}" destId="{2D3B47F9-EF16-4F9D-A4FA-DB899BED48F4}" srcOrd="1" destOrd="0" presId="urn:microsoft.com/office/officeart/2005/8/layout/chart3"/>
    <dgm:cxn modelId="{7D27582D-FC83-463C-BF8D-BEFDC51CD80B}" srcId="{AC5AC37F-2C6E-4F08-971B-2D4300BA0034}" destId="{DF4AA65E-26A4-4C26-9976-F0B2CD677D3B}" srcOrd="2" destOrd="0" parTransId="{F758932D-5E81-4976-91DD-442B238EDEEF}" sibTransId="{A0458991-E933-48EB-9B54-19732A7D7CA3}"/>
    <dgm:cxn modelId="{1A18AA3E-19E4-4CC8-978C-86A145AFB6E6}" type="presOf" srcId="{AC5AC37F-2C6E-4F08-971B-2D4300BA0034}" destId="{CC6E1910-1D0B-4841-86F4-9AF0761816CF}" srcOrd="0" destOrd="0" presId="urn:microsoft.com/office/officeart/2005/8/layout/chart3"/>
    <dgm:cxn modelId="{12DC0D49-3520-4715-A55C-C71CA8A4B9BF}" type="presOf" srcId="{13AFCDED-7AD5-4452-9162-2C438199E2AE}" destId="{014FD06A-D5A0-4D65-A35E-080C058D5EB3}" srcOrd="1" destOrd="0" presId="urn:microsoft.com/office/officeart/2005/8/layout/chart3"/>
    <dgm:cxn modelId="{23C53151-7C63-46A6-8D7C-3E82E4668D54}" srcId="{AC5AC37F-2C6E-4F08-971B-2D4300BA0034}" destId="{B5B0CF34-2600-46D6-8B75-017CF5458D58}" srcOrd="0" destOrd="0" parTransId="{8EC2EF94-344F-4799-9CA8-1A1F582701C0}" sibTransId="{80B188ED-24EC-4712-B77C-110F40C0ED93}"/>
    <dgm:cxn modelId="{79F6A75A-1D6D-4ED9-9775-C45057AEE72F}" type="presOf" srcId="{B5B0CF34-2600-46D6-8B75-017CF5458D58}" destId="{A1532AD7-411D-468B-B691-71FBDCBC8036}" srcOrd="1" destOrd="0" presId="urn:microsoft.com/office/officeart/2005/8/layout/chart3"/>
    <dgm:cxn modelId="{F03D0886-7F16-4B56-BE53-FE717A304979}" srcId="{AC5AC37F-2C6E-4F08-971B-2D4300BA0034}" destId="{6BE5B492-07D4-4024-8274-68C45B6A01EC}" srcOrd="1" destOrd="0" parTransId="{52DBB1B4-6CB6-4C9D-945F-0D8DE9763D0F}" sibTransId="{914C4660-F68B-413A-96D3-70B654E45E7F}"/>
    <dgm:cxn modelId="{5C7E5598-5072-4096-AF48-07A4F3E92492}" type="presOf" srcId="{B5B0CF34-2600-46D6-8B75-017CF5458D58}" destId="{89DC922F-024C-4BDD-AD61-6C4C1382FADE}" srcOrd="0" destOrd="0" presId="urn:microsoft.com/office/officeart/2005/8/layout/chart3"/>
    <dgm:cxn modelId="{6C59329B-41E2-4E94-803D-70368A937400}" type="presOf" srcId="{DF4AA65E-26A4-4C26-9976-F0B2CD677D3B}" destId="{181C802E-1803-4BC1-9915-6FB92EEAA124}" srcOrd="1" destOrd="0" presId="urn:microsoft.com/office/officeart/2005/8/layout/chart3"/>
    <dgm:cxn modelId="{D562F4A7-8FF9-4C06-B7C8-EA0241F1FD1D}" type="presOf" srcId="{13AFCDED-7AD5-4452-9162-2C438199E2AE}" destId="{A28F0A0C-9743-4573-A759-3902FE3CBCFF}" srcOrd="0" destOrd="0" presId="urn:microsoft.com/office/officeart/2005/8/layout/chart3"/>
    <dgm:cxn modelId="{3B5A05B0-2F81-4BE3-A6D3-18881B342EF7}" srcId="{AC5AC37F-2C6E-4F08-971B-2D4300BA0034}" destId="{13AFCDED-7AD5-4452-9162-2C438199E2AE}" srcOrd="3" destOrd="0" parTransId="{C6738539-F672-4339-942F-EAA32586076E}" sibTransId="{DB82C7AA-28CC-4ABF-AC85-10CB06920A1C}"/>
    <dgm:cxn modelId="{8EAC46C2-60D5-4387-8748-307CD39C649F}" type="presOf" srcId="{6BE5B492-07D4-4024-8274-68C45B6A01EC}" destId="{58936AA0-0B89-4645-91A0-8B9B41F948F1}" srcOrd="0" destOrd="0" presId="urn:microsoft.com/office/officeart/2005/8/layout/chart3"/>
    <dgm:cxn modelId="{B23615CD-CDB0-4BA3-BB8B-87B7B6432F73}" type="presOf" srcId="{DF4AA65E-26A4-4C26-9976-F0B2CD677D3B}" destId="{C516C106-8C6B-4887-B149-4E05A1C61FC6}" srcOrd="0" destOrd="0" presId="urn:microsoft.com/office/officeart/2005/8/layout/chart3"/>
    <dgm:cxn modelId="{1ABAAAFC-1B68-324E-8E00-C197FF47C8A8}" type="presOf" srcId="{33EE0DAD-9CE8-F74D-9817-24DC087009A6}" destId="{A74B7F9D-4AA6-1147-8A67-D67F75D183AB}" srcOrd="1" destOrd="0" presId="urn:microsoft.com/office/officeart/2005/8/layout/chart3"/>
    <dgm:cxn modelId="{F2C101A2-44A3-4E73-8D84-BD6EE80130A5}" type="presParOf" srcId="{CC6E1910-1D0B-4841-86F4-9AF0761816CF}" destId="{89DC922F-024C-4BDD-AD61-6C4C1382FADE}" srcOrd="0" destOrd="0" presId="urn:microsoft.com/office/officeart/2005/8/layout/chart3"/>
    <dgm:cxn modelId="{DD85FD61-08BA-4D19-8391-662506573E6D}" type="presParOf" srcId="{CC6E1910-1D0B-4841-86F4-9AF0761816CF}" destId="{A1532AD7-411D-468B-B691-71FBDCBC8036}" srcOrd="1" destOrd="0" presId="urn:microsoft.com/office/officeart/2005/8/layout/chart3"/>
    <dgm:cxn modelId="{7753B6B9-BC16-4DA2-865A-5442BF31852E}" type="presParOf" srcId="{CC6E1910-1D0B-4841-86F4-9AF0761816CF}" destId="{58936AA0-0B89-4645-91A0-8B9B41F948F1}" srcOrd="2" destOrd="0" presId="urn:microsoft.com/office/officeart/2005/8/layout/chart3"/>
    <dgm:cxn modelId="{3F59F893-F429-4E4D-AF8D-F86641293D87}" type="presParOf" srcId="{CC6E1910-1D0B-4841-86F4-9AF0761816CF}" destId="{2D3B47F9-EF16-4F9D-A4FA-DB899BED48F4}" srcOrd="3" destOrd="0" presId="urn:microsoft.com/office/officeart/2005/8/layout/chart3"/>
    <dgm:cxn modelId="{281F5C53-A513-48FE-82DF-A1E1AD8E6F82}" type="presParOf" srcId="{CC6E1910-1D0B-4841-86F4-9AF0761816CF}" destId="{C516C106-8C6B-4887-B149-4E05A1C61FC6}" srcOrd="4" destOrd="0" presId="urn:microsoft.com/office/officeart/2005/8/layout/chart3"/>
    <dgm:cxn modelId="{219E7A3A-875D-4817-B1ED-B717CACA18EF}" type="presParOf" srcId="{CC6E1910-1D0B-4841-86F4-9AF0761816CF}" destId="{181C802E-1803-4BC1-9915-6FB92EEAA124}" srcOrd="5" destOrd="0" presId="urn:microsoft.com/office/officeart/2005/8/layout/chart3"/>
    <dgm:cxn modelId="{BCE89248-2A1B-43AF-82BF-733902E657A2}" type="presParOf" srcId="{CC6E1910-1D0B-4841-86F4-9AF0761816CF}" destId="{A28F0A0C-9743-4573-A759-3902FE3CBCFF}" srcOrd="6" destOrd="0" presId="urn:microsoft.com/office/officeart/2005/8/layout/chart3"/>
    <dgm:cxn modelId="{95494642-BC9F-465E-8444-6F4809375C6E}" type="presParOf" srcId="{CC6E1910-1D0B-4841-86F4-9AF0761816CF}" destId="{014FD06A-D5A0-4D65-A35E-080C058D5EB3}" srcOrd="7" destOrd="0" presId="urn:microsoft.com/office/officeart/2005/8/layout/chart3"/>
    <dgm:cxn modelId="{51932E89-C8C3-634A-A7E6-6CF40CD6B5C4}" type="presParOf" srcId="{CC6E1910-1D0B-4841-86F4-9AF0761816CF}" destId="{CFA47686-B03D-4440-9C22-9202162782D0}" srcOrd="8" destOrd="0" presId="urn:microsoft.com/office/officeart/2005/8/layout/chart3"/>
    <dgm:cxn modelId="{BE496223-D79F-3246-8333-2A8050260AC8}" type="presParOf" srcId="{CC6E1910-1D0B-4841-86F4-9AF0761816CF}" destId="{A74B7F9D-4AA6-1147-8A67-D67F75D183AB}"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5AC37F-2C6E-4F08-971B-2D4300BA0034}" type="doc">
      <dgm:prSet loTypeId="urn:microsoft.com/office/officeart/2005/8/layout/chart3" loCatId="cycle" qsTypeId="urn:microsoft.com/office/officeart/2005/8/quickstyle/simple1" qsCatId="simple" csTypeId="urn:microsoft.com/office/officeart/2005/8/colors/accent1_2" csCatId="accent1" phldr="1"/>
      <dgm:spPr/>
    </dgm:pt>
    <dgm:pt modelId="{B5B0CF34-2600-46D6-8B75-017CF5458D58}">
      <dgm:prSet phldrT="[Text]"/>
      <dgm:spPr>
        <a:solidFill>
          <a:schemeClr val="accent6">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Map Skills</a:t>
          </a:r>
        </a:p>
      </dgm:t>
    </dgm:pt>
    <dgm:pt modelId="{8EC2EF94-344F-4799-9CA8-1A1F582701C0}" type="parTrans" cxnId="{23C53151-7C63-46A6-8D7C-3E82E4668D54}">
      <dgm:prSet/>
      <dgm:spPr/>
      <dgm:t>
        <a:bodyPr/>
        <a:lstStyle/>
        <a:p>
          <a:endParaRPr lang="en-GB"/>
        </a:p>
      </dgm:t>
    </dgm:pt>
    <dgm:pt modelId="{80B188ED-24EC-4712-B77C-110F40C0ED93}" type="sibTrans" cxnId="{23C53151-7C63-46A6-8D7C-3E82E4668D54}">
      <dgm:prSet/>
      <dgm:spPr/>
      <dgm:t>
        <a:bodyPr/>
        <a:lstStyle/>
        <a:p>
          <a:endParaRPr lang="en-GB"/>
        </a:p>
      </dgm:t>
    </dgm:pt>
    <dgm:pt modelId="{6BE5B492-07D4-4024-8274-68C45B6A01EC}">
      <dgm:prSet phldrT="[Text]"/>
      <dgm:spPr>
        <a:solidFill>
          <a:schemeClr val="accent5">
            <a:lumMod val="60000"/>
            <a:lumOff val="40000"/>
          </a:schemeClr>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Field work</a:t>
          </a:r>
        </a:p>
      </dgm:t>
    </dgm:pt>
    <dgm:pt modelId="{914C4660-F68B-413A-96D3-70B654E45E7F}" type="sibTrans" cxnId="{F03D0886-7F16-4B56-BE53-FE717A304979}">
      <dgm:prSet/>
      <dgm:spPr/>
      <dgm:t>
        <a:bodyPr/>
        <a:lstStyle/>
        <a:p>
          <a:endParaRPr lang="en-GB"/>
        </a:p>
      </dgm:t>
    </dgm:pt>
    <dgm:pt modelId="{52DBB1B4-6CB6-4C9D-945F-0D8DE9763D0F}" type="parTrans" cxnId="{F03D0886-7F16-4B56-BE53-FE717A304979}">
      <dgm:prSet/>
      <dgm:spPr/>
      <dgm:t>
        <a:bodyPr/>
        <a:lstStyle/>
        <a:p>
          <a:endParaRPr lang="en-GB"/>
        </a:p>
      </dgm:t>
    </dgm:pt>
    <dgm:pt modelId="{DF4AA65E-26A4-4C26-9976-F0B2CD677D3B}">
      <dgm:prSet phldrT="[Text]"/>
      <dgm:spPr>
        <a:solidFill>
          <a:srgbClr val="FFF19F"/>
        </a:solidFill>
        <a:ln>
          <a:noFill/>
        </a:ln>
      </dgm:spPr>
      <dgm:t>
        <a:bodyPr/>
        <a:lstStyle/>
        <a:p>
          <a:r>
            <a:rPr lang="en-GB" b="0" i="0">
              <a:solidFill>
                <a:schemeClr val="tx1"/>
              </a:solidFill>
              <a:latin typeface="Twinkl Cursive Looped" panose="02000000000000000000" pitchFamily="2" charset="77"/>
              <a:ea typeface="Sassoon Infant Rg" panose="02000503030000020003" pitchFamily="2" charset="0"/>
            </a:rPr>
            <a:t>Observing</a:t>
          </a:r>
        </a:p>
      </dgm:t>
    </dgm:pt>
    <dgm:pt modelId="{A0458991-E933-48EB-9B54-19732A7D7CA3}" type="sibTrans" cxnId="{7D27582D-FC83-463C-BF8D-BEFDC51CD80B}">
      <dgm:prSet/>
      <dgm:spPr/>
      <dgm:t>
        <a:bodyPr/>
        <a:lstStyle/>
        <a:p>
          <a:endParaRPr lang="en-GB"/>
        </a:p>
      </dgm:t>
    </dgm:pt>
    <dgm:pt modelId="{F758932D-5E81-4976-91DD-442B238EDEEF}" type="parTrans" cxnId="{7D27582D-FC83-463C-BF8D-BEFDC51CD80B}">
      <dgm:prSet/>
      <dgm:spPr/>
      <dgm:t>
        <a:bodyPr/>
        <a:lstStyle/>
        <a:p>
          <a:endParaRPr lang="en-GB"/>
        </a:p>
      </dgm:t>
    </dgm:pt>
    <dgm:pt modelId="{13AFCDED-7AD5-4452-9162-2C438199E2AE}">
      <dgm:prSet phldrT="[Text]"/>
      <dgm:spPr>
        <a:solidFill>
          <a:schemeClr val="accent2">
            <a:lumMod val="60000"/>
            <a:lumOff val="40000"/>
          </a:schemeClr>
        </a:solidFill>
        <a:ln>
          <a:noFill/>
        </a:ln>
      </dgm:spPr>
      <dgm:t>
        <a:bodyPr/>
        <a:lstStyle/>
        <a:p>
          <a:endParaRPr lang="en-GB" b="0" i="0">
            <a:solidFill>
              <a:schemeClr val="tx1"/>
            </a:solidFill>
            <a:latin typeface="Twinkl Cursive Looped" panose="02000000000000000000" pitchFamily="2" charset="77"/>
            <a:ea typeface="Sassoon Infant Rg" panose="02000503030000020003" pitchFamily="2" charset="0"/>
          </a:endParaRPr>
        </a:p>
        <a:p>
          <a:endParaRPr lang="en-GB" b="0" i="0">
            <a:solidFill>
              <a:schemeClr val="tx1"/>
            </a:solidFill>
            <a:latin typeface="Twinkl Cursive Looped" panose="02000000000000000000" pitchFamily="2" charset="77"/>
            <a:ea typeface="Sassoon Infant Rg" panose="02000503030000020003" pitchFamily="2" charset="0"/>
          </a:endParaRPr>
        </a:p>
        <a:p>
          <a:r>
            <a:rPr lang="en-GB" b="0" i="0">
              <a:solidFill>
                <a:schemeClr val="tx1"/>
              </a:solidFill>
              <a:latin typeface="Twinkl Cursive Looped" panose="02000000000000000000" pitchFamily="2" charset="77"/>
              <a:ea typeface="Sassoon Infant Rg" panose="02000503030000020003" pitchFamily="2" charset="0"/>
            </a:rPr>
            <a:t>Questioning</a:t>
          </a:r>
        </a:p>
      </dgm:t>
    </dgm:pt>
    <dgm:pt modelId="{DB82C7AA-28CC-4ABF-AC85-10CB06920A1C}" type="sibTrans" cxnId="{3B5A05B0-2F81-4BE3-A6D3-18881B342EF7}">
      <dgm:prSet/>
      <dgm:spPr/>
      <dgm:t>
        <a:bodyPr/>
        <a:lstStyle/>
        <a:p>
          <a:endParaRPr lang="en-GB"/>
        </a:p>
      </dgm:t>
    </dgm:pt>
    <dgm:pt modelId="{C6738539-F672-4339-942F-EAA32586076E}" type="parTrans" cxnId="{3B5A05B0-2F81-4BE3-A6D3-18881B342EF7}">
      <dgm:prSet/>
      <dgm:spPr/>
      <dgm:t>
        <a:bodyPr/>
        <a:lstStyle/>
        <a:p>
          <a:endParaRPr lang="en-GB"/>
        </a:p>
      </dgm:t>
    </dgm:pt>
    <dgm:pt modelId="{33EE0DAD-9CE8-F74D-9817-24DC087009A6}">
      <dgm:prSet/>
      <dgm:spPr>
        <a:solidFill>
          <a:schemeClr val="accent4">
            <a:lumMod val="60000"/>
            <a:lumOff val="40000"/>
          </a:schemeClr>
        </a:solidFill>
        <a:ln>
          <a:noFill/>
        </a:ln>
      </dgm:spPr>
      <dgm:t>
        <a:bodyPr/>
        <a:lstStyle/>
        <a:p>
          <a:endParaRPr lang="en-GB" b="0" i="0">
            <a:effectLst/>
            <a:latin typeface="Twinkl Cursive Looped" panose="02000000000000000000" pitchFamily="2" charset="77"/>
            <a:ea typeface="Calibri" panose="020F0502020204030204" pitchFamily="34" charset="0"/>
            <a:cs typeface="Times New Roman" panose="02020603050405020304" pitchFamily="18" charset="0"/>
          </a:endParaRPr>
        </a:p>
        <a:p>
          <a:r>
            <a:rPr lang="en-GB" b="0" i="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b="0" i="0">
            <a:solidFill>
              <a:schemeClr val="tx1"/>
            </a:solidFill>
            <a:latin typeface="Twinkl Cursive Looped" panose="02000000000000000000" pitchFamily="2" charset="77"/>
          </a:endParaRPr>
        </a:p>
      </dgm:t>
    </dgm:pt>
    <dgm:pt modelId="{D1DCB249-DF8A-3044-A43E-1536098E913D}" type="sibTrans" cxnId="{DEB8C310-02F0-B248-AB26-9D1A246E7955}">
      <dgm:prSet/>
      <dgm:spPr/>
      <dgm:t>
        <a:bodyPr/>
        <a:lstStyle/>
        <a:p>
          <a:endParaRPr lang="en-GB"/>
        </a:p>
      </dgm:t>
    </dgm:pt>
    <dgm:pt modelId="{9B63A272-D067-804C-96EB-FFA65D6078C6}" type="parTrans" cxnId="{DEB8C310-02F0-B248-AB26-9D1A246E7955}">
      <dgm:prSet/>
      <dgm:spPr/>
      <dgm:t>
        <a:bodyPr/>
        <a:lstStyle/>
        <a:p>
          <a:endParaRPr lang="en-GB"/>
        </a:p>
      </dgm:t>
    </dgm:pt>
    <dgm:pt modelId="{CC6E1910-1D0B-4841-86F4-9AF0761816CF}" type="pres">
      <dgm:prSet presAssocID="{AC5AC37F-2C6E-4F08-971B-2D4300BA0034}" presName="compositeShape" presStyleCnt="0">
        <dgm:presLayoutVars>
          <dgm:chMax val="7"/>
          <dgm:dir/>
          <dgm:resizeHandles val="exact"/>
        </dgm:presLayoutVars>
      </dgm:prSet>
      <dgm:spPr/>
    </dgm:pt>
    <dgm:pt modelId="{89DC922F-024C-4BDD-AD61-6C4C1382FADE}" type="pres">
      <dgm:prSet presAssocID="{AC5AC37F-2C6E-4F08-971B-2D4300BA0034}" presName="wedge1" presStyleLbl="node1" presStyleIdx="0" presStyleCnt="5" custLinFactNeighborX="-3576" custLinFactNeighborY="4948"/>
      <dgm:spPr/>
    </dgm:pt>
    <dgm:pt modelId="{A1532AD7-411D-468B-B691-71FBDCBC8036}" type="pres">
      <dgm:prSet presAssocID="{AC5AC37F-2C6E-4F08-971B-2D4300BA0034}" presName="wedge1Tx" presStyleLbl="node1" presStyleIdx="0" presStyleCnt="5">
        <dgm:presLayoutVars>
          <dgm:chMax val="0"/>
          <dgm:chPref val="0"/>
          <dgm:bulletEnabled val="1"/>
        </dgm:presLayoutVars>
      </dgm:prSet>
      <dgm:spPr/>
    </dgm:pt>
    <dgm:pt modelId="{58936AA0-0B89-4645-91A0-8B9B41F948F1}" type="pres">
      <dgm:prSet presAssocID="{AC5AC37F-2C6E-4F08-971B-2D4300BA0034}" presName="wedge2" presStyleLbl="node1" presStyleIdx="1" presStyleCnt="5"/>
      <dgm:spPr/>
    </dgm:pt>
    <dgm:pt modelId="{2D3B47F9-EF16-4F9D-A4FA-DB899BED48F4}" type="pres">
      <dgm:prSet presAssocID="{AC5AC37F-2C6E-4F08-971B-2D4300BA0034}" presName="wedge2Tx" presStyleLbl="node1" presStyleIdx="1" presStyleCnt="5">
        <dgm:presLayoutVars>
          <dgm:chMax val="0"/>
          <dgm:chPref val="0"/>
          <dgm:bulletEnabled val="1"/>
        </dgm:presLayoutVars>
      </dgm:prSet>
      <dgm:spPr/>
    </dgm:pt>
    <dgm:pt modelId="{C516C106-8C6B-4887-B149-4E05A1C61FC6}" type="pres">
      <dgm:prSet presAssocID="{AC5AC37F-2C6E-4F08-971B-2D4300BA0034}" presName="wedge3" presStyleLbl="node1" presStyleIdx="2" presStyleCnt="5"/>
      <dgm:spPr/>
    </dgm:pt>
    <dgm:pt modelId="{181C802E-1803-4BC1-9915-6FB92EEAA124}" type="pres">
      <dgm:prSet presAssocID="{AC5AC37F-2C6E-4F08-971B-2D4300BA0034}" presName="wedge3Tx" presStyleLbl="node1" presStyleIdx="2" presStyleCnt="5">
        <dgm:presLayoutVars>
          <dgm:chMax val="0"/>
          <dgm:chPref val="0"/>
          <dgm:bulletEnabled val="1"/>
        </dgm:presLayoutVars>
      </dgm:prSet>
      <dgm:spPr/>
    </dgm:pt>
    <dgm:pt modelId="{A28F0A0C-9743-4573-A759-3902FE3CBCFF}" type="pres">
      <dgm:prSet presAssocID="{AC5AC37F-2C6E-4F08-971B-2D4300BA0034}" presName="wedge4" presStyleLbl="node1" presStyleIdx="3" presStyleCnt="5"/>
      <dgm:spPr/>
    </dgm:pt>
    <dgm:pt modelId="{014FD06A-D5A0-4D65-A35E-080C058D5EB3}" type="pres">
      <dgm:prSet presAssocID="{AC5AC37F-2C6E-4F08-971B-2D4300BA0034}" presName="wedge4Tx" presStyleLbl="node1" presStyleIdx="3" presStyleCnt="5">
        <dgm:presLayoutVars>
          <dgm:chMax val="0"/>
          <dgm:chPref val="0"/>
          <dgm:bulletEnabled val="1"/>
        </dgm:presLayoutVars>
      </dgm:prSet>
      <dgm:spPr/>
    </dgm:pt>
    <dgm:pt modelId="{CFA47686-B03D-4440-9C22-9202162782D0}" type="pres">
      <dgm:prSet presAssocID="{AC5AC37F-2C6E-4F08-971B-2D4300BA0034}" presName="wedge5" presStyleLbl="node1" presStyleIdx="4" presStyleCnt="5"/>
      <dgm:spPr/>
    </dgm:pt>
    <dgm:pt modelId="{A74B7F9D-4AA6-1147-8A67-D67F75D183AB}" type="pres">
      <dgm:prSet presAssocID="{AC5AC37F-2C6E-4F08-971B-2D4300BA0034}" presName="wedge5Tx" presStyleLbl="node1" presStyleIdx="4" presStyleCnt="5">
        <dgm:presLayoutVars>
          <dgm:chMax val="0"/>
          <dgm:chPref val="0"/>
          <dgm:bulletEnabled val="1"/>
        </dgm:presLayoutVars>
      </dgm:prSet>
      <dgm:spPr/>
    </dgm:pt>
  </dgm:ptLst>
  <dgm:cxnLst>
    <dgm:cxn modelId="{FC3FAF08-79B3-7B4D-B83A-F7451EB4EC25}" type="presOf" srcId="{33EE0DAD-9CE8-F74D-9817-24DC087009A6}" destId="{CFA47686-B03D-4440-9C22-9202162782D0}" srcOrd="0" destOrd="0" presId="urn:microsoft.com/office/officeart/2005/8/layout/chart3"/>
    <dgm:cxn modelId="{DEB8C310-02F0-B248-AB26-9D1A246E7955}" srcId="{AC5AC37F-2C6E-4F08-971B-2D4300BA0034}" destId="{33EE0DAD-9CE8-F74D-9817-24DC087009A6}" srcOrd="4" destOrd="0" parTransId="{9B63A272-D067-804C-96EB-FFA65D6078C6}" sibTransId="{D1DCB249-DF8A-3044-A43E-1536098E913D}"/>
    <dgm:cxn modelId="{80952827-00F7-4588-8F4A-DF4A6235A95F}" type="presOf" srcId="{6BE5B492-07D4-4024-8274-68C45B6A01EC}" destId="{2D3B47F9-EF16-4F9D-A4FA-DB899BED48F4}" srcOrd="1" destOrd="0" presId="urn:microsoft.com/office/officeart/2005/8/layout/chart3"/>
    <dgm:cxn modelId="{7D27582D-FC83-463C-BF8D-BEFDC51CD80B}" srcId="{AC5AC37F-2C6E-4F08-971B-2D4300BA0034}" destId="{DF4AA65E-26A4-4C26-9976-F0B2CD677D3B}" srcOrd="2" destOrd="0" parTransId="{F758932D-5E81-4976-91DD-442B238EDEEF}" sibTransId="{A0458991-E933-48EB-9B54-19732A7D7CA3}"/>
    <dgm:cxn modelId="{1A18AA3E-19E4-4CC8-978C-86A145AFB6E6}" type="presOf" srcId="{AC5AC37F-2C6E-4F08-971B-2D4300BA0034}" destId="{CC6E1910-1D0B-4841-86F4-9AF0761816CF}" srcOrd="0" destOrd="0" presId="urn:microsoft.com/office/officeart/2005/8/layout/chart3"/>
    <dgm:cxn modelId="{12DC0D49-3520-4715-A55C-C71CA8A4B9BF}" type="presOf" srcId="{13AFCDED-7AD5-4452-9162-2C438199E2AE}" destId="{014FD06A-D5A0-4D65-A35E-080C058D5EB3}" srcOrd="1" destOrd="0" presId="urn:microsoft.com/office/officeart/2005/8/layout/chart3"/>
    <dgm:cxn modelId="{23C53151-7C63-46A6-8D7C-3E82E4668D54}" srcId="{AC5AC37F-2C6E-4F08-971B-2D4300BA0034}" destId="{B5B0CF34-2600-46D6-8B75-017CF5458D58}" srcOrd="0" destOrd="0" parTransId="{8EC2EF94-344F-4799-9CA8-1A1F582701C0}" sibTransId="{80B188ED-24EC-4712-B77C-110F40C0ED93}"/>
    <dgm:cxn modelId="{79F6A75A-1D6D-4ED9-9775-C45057AEE72F}" type="presOf" srcId="{B5B0CF34-2600-46D6-8B75-017CF5458D58}" destId="{A1532AD7-411D-468B-B691-71FBDCBC8036}" srcOrd="1" destOrd="0" presId="urn:microsoft.com/office/officeart/2005/8/layout/chart3"/>
    <dgm:cxn modelId="{F03D0886-7F16-4B56-BE53-FE717A304979}" srcId="{AC5AC37F-2C6E-4F08-971B-2D4300BA0034}" destId="{6BE5B492-07D4-4024-8274-68C45B6A01EC}" srcOrd="1" destOrd="0" parTransId="{52DBB1B4-6CB6-4C9D-945F-0D8DE9763D0F}" sibTransId="{914C4660-F68B-413A-96D3-70B654E45E7F}"/>
    <dgm:cxn modelId="{5C7E5598-5072-4096-AF48-07A4F3E92492}" type="presOf" srcId="{B5B0CF34-2600-46D6-8B75-017CF5458D58}" destId="{89DC922F-024C-4BDD-AD61-6C4C1382FADE}" srcOrd="0" destOrd="0" presId="urn:microsoft.com/office/officeart/2005/8/layout/chart3"/>
    <dgm:cxn modelId="{6C59329B-41E2-4E94-803D-70368A937400}" type="presOf" srcId="{DF4AA65E-26A4-4C26-9976-F0B2CD677D3B}" destId="{181C802E-1803-4BC1-9915-6FB92EEAA124}" srcOrd="1" destOrd="0" presId="urn:microsoft.com/office/officeart/2005/8/layout/chart3"/>
    <dgm:cxn modelId="{D562F4A7-8FF9-4C06-B7C8-EA0241F1FD1D}" type="presOf" srcId="{13AFCDED-7AD5-4452-9162-2C438199E2AE}" destId="{A28F0A0C-9743-4573-A759-3902FE3CBCFF}" srcOrd="0" destOrd="0" presId="urn:microsoft.com/office/officeart/2005/8/layout/chart3"/>
    <dgm:cxn modelId="{3B5A05B0-2F81-4BE3-A6D3-18881B342EF7}" srcId="{AC5AC37F-2C6E-4F08-971B-2D4300BA0034}" destId="{13AFCDED-7AD5-4452-9162-2C438199E2AE}" srcOrd="3" destOrd="0" parTransId="{C6738539-F672-4339-942F-EAA32586076E}" sibTransId="{DB82C7AA-28CC-4ABF-AC85-10CB06920A1C}"/>
    <dgm:cxn modelId="{8EAC46C2-60D5-4387-8748-307CD39C649F}" type="presOf" srcId="{6BE5B492-07D4-4024-8274-68C45B6A01EC}" destId="{58936AA0-0B89-4645-91A0-8B9B41F948F1}" srcOrd="0" destOrd="0" presId="urn:microsoft.com/office/officeart/2005/8/layout/chart3"/>
    <dgm:cxn modelId="{B23615CD-CDB0-4BA3-BB8B-87B7B6432F73}" type="presOf" srcId="{DF4AA65E-26A4-4C26-9976-F0B2CD677D3B}" destId="{C516C106-8C6B-4887-B149-4E05A1C61FC6}" srcOrd="0" destOrd="0" presId="urn:microsoft.com/office/officeart/2005/8/layout/chart3"/>
    <dgm:cxn modelId="{1ABAAAFC-1B68-324E-8E00-C197FF47C8A8}" type="presOf" srcId="{33EE0DAD-9CE8-F74D-9817-24DC087009A6}" destId="{A74B7F9D-4AA6-1147-8A67-D67F75D183AB}" srcOrd="1" destOrd="0" presId="urn:microsoft.com/office/officeart/2005/8/layout/chart3"/>
    <dgm:cxn modelId="{F2C101A2-44A3-4E73-8D84-BD6EE80130A5}" type="presParOf" srcId="{CC6E1910-1D0B-4841-86F4-9AF0761816CF}" destId="{89DC922F-024C-4BDD-AD61-6C4C1382FADE}" srcOrd="0" destOrd="0" presId="urn:microsoft.com/office/officeart/2005/8/layout/chart3"/>
    <dgm:cxn modelId="{DD85FD61-08BA-4D19-8391-662506573E6D}" type="presParOf" srcId="{CC6E1910-1D0B-4841-86F4-9AF0761816CF}" destId="{A1532AD7-411D-468B-B691-71FBDCBC8036}" srcOrd="1" destOrd="0" presId="urn:microsoft.com/office/officeart/2005/8/layout/chart3"/>
    <dgm:cxn modelId="{7753B6B9-BC16-4DA2-865A-5442BF31852E}" type="presParOf" srcId="{CC6E1910-1D0B-4841-86F4-9AF0761816CF}" destId="{58936AA0-0B89-4645-91A0-8B9B41F948F1}" srcOrd="2" destOrd="0" presId="urn:microsoft.com/office/officeart/2005/8/layout/chart3"/>
    <dgm:cxn modelId="{3F59F893-F429-4E4D-AF8D-F86641293D87}" type="presParOf" srcId="{CC6E1910-1D0B-4841-86F4-9AF0761816CF}" destId="{2D3B47F9-EF16-4F9D-A4FA-DB899BED48F4}" srcOrd="3" destOrd="0" presId="urn:microsoft.com/office/officeart/2005/8/layout/chart3"/>
    <dgm:cxn modelId="{281F5C53-A513-48FE-82DF-A1E1AD8E6F82}" type="presParOf" srcId="{CC6E1910-1D0B-4841-86F4-9AF0761816CF}" destId="{C516C106-8C6B-4887-B149-4E05A1C61FC6}" srcOrd="4" destOrd="0" presId="urn:microsoft.com/office/officeart/2005/8/layout/chart3"/>
    <dgm:cxn modelId="{219E7A3A-875D-4817-B1ED-B717CACA18EF}" type="presParOf" srcId="{CC6E1910-1D0B-4841-86F4-9AF0761816CF}" destId="{181C802E-1803-4BC1-9915-6FB92EEAA124}" srcOrd="5" destOrd="0" presId="urn:microsoft.com/office/officeart/2005/8/layout/chart3"/>
    <dgm:cxn modelId="{BCE89248-2A1B-43AF-82BF-733902E657A2}" type="presParOf" srcId="{CC6E1910-1D0B-4841-86F4-9AF0761816CF}" destId="{A28F0A0C-9743-4573-A759-3902FE3CBCFF}" srcOrd="6" destOrd="0" presId="urn:microsoft.com/office/officeart/2005/8/layout/chart3"/>
    <dgm:cxn modelId="{95494642-BC9F-465E-8444-6F4809375C6E}" type="presParOf" srcId="{CC6E1910-1D0B-4841-86F4-9AF0761816CF}" destId="{014FD06A-D5A0-4D65-A35E-080C058D5EB3}" srcOrd="7" destOrd="0" presId="urn:microsoft.com/office/officeart/2005/8/layout/chart3"/>
    <dgm:cxn modelId="{51932E89-C8C3-634A-A7E6-6CF40CD6B5C4}" type="presParOf" srcId="{CC6E1910-1D0B-4841-86F4-9AF0761816CF}" destId="{CFA47686-B03D-4440-9C22-9202162782D0}" srcOrd="8" destOrd="0" presId="urn:microsoft.com/office/officeart/2005/8/layout/chart3"/>
    <dgm:cxn modelId="{BE496223-D79F-3246-8333-2A8050260AC8}" type="presParOf" srcId="{CC6E1910-1D0B-4841-86F4-9AF0761816CF}" destId="{A74B7F9D-4AA6-1147-8A67-D67F75D183AB}"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DC922F-024C-4BDD-AD61-6C4C1382FADE}">
      <dsp:nvSpPr>
        <dsp:cNvPr id="0" name=""/>
        <dsp:cNvSpPr/>
      </dsp:nvSpPr>
      <dsp:spPr>
        <a:xfrm>
          <a:off x="1705046" y="548982"/>
          <a:ext cx="4551680" cy="4551680"/>
        </a:xfrm>
        <a:prstGeom prst="pie">
          <a:avLst>
            <a:gd name="adj1" fmla="val 16200000"/>
            <a:gd name="adj2" fmla="val 20520000"/>
          </a:avLst>
        </a:prstGeom>
        <a:solidFill>
          <a:schemeClr val="accent6">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Map Skills</a:t>
          </a:r>
        </a:p>
      </dsp:txBody>
      <dsp:txXfrm>
        <a:off x="4038324" y="1229025"/>
        <a:ext cx="1544320" cy="1056640"/>
      </dsp:txXfrm>
    </dsp:sp>
    <dsp:sp modelId="{58936AA0-0B89-4645-91A0-8B9B41F948F1}">
      <dsp:nvSpPr>
        <dsp:cNvPr id="0" name=""/>
        <dsp:cNvSpPr/>
      </dsp:nvSpPr>
      <dsp:spPr>
        <a:xfrm>
          <a:off x="1708505" y="543221"/>
          <a:ext cx="4551680" cy="4551680"/>
        </a:xfrm>
        <a:prstGeom prst="pie">
          <a:avLst>
            <a:gd name="adj1" fmla="val 20520000"/>
            <a:gd name="adj2" fmla="val 3240000"/>
          </a:avLst>
        </a:prstGeom>
        <a:solidFill>
          <a:schemeClr val="accent5">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Field work</a:t>
          </a:r>
        </a:p>
      </dsp:txBody>
      <dsp:txXfrm>
        <a:off x="4683353" y="2602314"/>
        <a:ext cx="1354666" cy="1143338"/>
      </dsp:txXfrm>
    </dsp:sp>
    <dsp:sp modelId="{C516C106-8C6B-4887-B149-4E05A1C61FC6}">
      <dsp:nvSpPr>
        <dsp:cNvPr id="0" name=""/>
        <dsp:cNvSpPr/>
      </dsp:nvSpPr>
      <dsp:spPr>
        <a:xfrm>
          <a:off x="1708505" y="543221"/>
          <a:ext cx="4551680" cy="4551680"/>
        </a:xfrm>
        <a:prstGeom prst="pie">
          <a:avLst>
            <a:gd name="adj1" fmla="val 3240000"/>
            <a:gd name="adj2" fmla="val 7560000"/>
          </a:avLst>
        </a:prstGeom>
        <a:solidFill>
          <a:srgbClr val="FFF19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Observing</a:t>
          </a:r>
        </a:p>
      </dsp:txBody>
      <dsp:txXfrm>
        <a:off x="3171545" y="3956981"/>
        <a:ext cx="1625600" cy="975360"/>
      </dsp:txXfrm>
    </dsp:sp>
    <dsp:sp modelId="{A28F0A0C-9743-4573-A759-3902FE3CBCFF}">
      <dsp:nvSpPr>
        <dsp:cNvPr id="0" name=""/>
        <dsp:cNvSpPr/>
      </dsp:nvSpPr>
      <dsp:spPr>
        <a:xfrm>
          <a:off x="1708505" y="543221"/>
          <a:ext cx="4551680" cy="4551680"/>
        </a:xfrm>
        <a:prstGeom prst="pie">
          <a:avLst>
            <a:gd name="adj1" fmla="val 7560000"/>
            <a:gd name="adj2" fmla="val 11880000"/>
          </a:avLst>
        </a:prstGeom>
        <a:solidFill>
          <a:schemeClr val="accent2">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Questioning</a:t>
          </a:r>
        </a:p>
      </dsp:txBody>
      <dsp:txXfrm>
        <a:off x="1925252" y="2602314"/>
        <a:ext cx="1354666" cy="1143338"/>
      </dsp:txXfrm>
    </dsp:sp>
    <dsp:sp modelId="{CFA47686-B03D-4440-9C22-9202162782D0}">
      <dsp:nvSpPr>
        <dsp:cNvPr id="0" name=""/>
        <dsp:cNvSpPr/>
      </dsp:nvSpPr>
      <dsp:spPr>
        <a:xfrm>
          <a:off x="1708505" y="543221"/>
          <a:ext cx="4551680" cy="4551680"/>
        </a:xfrm>
        <a:prstGeom prst="pie">
          <a:avLst>
            <a:gd name="adj1" fmla="val 11880000"/>
            <a:gd name="adj2" fmla="val 16200000"/>
          </a:avLst>
        </a:prstGeom>
        <a:solidFill>
          <a:schemeClr val="accent4">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effectLst/>
            <a:latin typeface="Twinkl Cursive Looped" panose="02000000000000000000" pitchFamily="2" charset="77"/>
            <a:ea typeface="Calibri" panose="020F0502020204030204" pitchFamily="34" charset="0"/>
            <a:cs typeface="Times New Roman" panose="02020603050405020304" pitchFamily="18" charset="0"/>
          </a:endParaRPr>
        </a:p>
        <a:p>
          <a:pPr marL="0" lvl="0" indent="0" algn="ctr" defTabSz="844550">
            <a:lnSpc>
              <a:spcPct val="90000"/>
            </a:lnSpc>
            <a:spcBef>
              <a:spcPct val="0"/>
            </a:spcBef>
            <a:spcAft>
              <a:spcPct val="35000"/>
            </a:spcAft>
            <a:buNone/>
          </a:pPr>
          <a:r>
            <a:rPr lang="en-GB" sz="1900" b="0" i="0" kern="120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sz="1900" b="0" i="0" kern="1200">
            <a:solidFill>
              <a:schemeClr val="tx1"/>
            </a:solidFill>
            <a:latin typeface="Twinkl Cursive Looped" panose="02000000000000000000" pitchFamily="2" charset="77"/>
          </a:endParaRPr>
        </a:p>
      </dsp:txBody>
      <dsp:txXfrm>
        <a:off x="2372292" y="1236810"/>
        <a:ext cx="1544320" cy="10566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DC922F-024C-4BDD-AD61-6C4C1382FADE}">
      <dsp:nvSpPr>
        <dsp:cNvPr id="0" name=""/>
        <dsp:cNvSpPr/>
      </dsp:nvSpPr>
      <dsp:spPr>
        <a:xfrm>
          <a:off x="1705046" y="548982"/>
          <a:ext cx="4551680" cy="4551680"/>
        </a:xfrm>
        <a:prstGeom prst="pie">
          <a:avLst>
            <a:gd name="adj1" fmla="val 16200000"/>
            <a:gd name="adj2" fmla="val 20520000"/>
          </a:avLst>
        </a:prstGeom>
        <a:solidFill>
          <a:schemeClr val="accent6">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Map Skills</a:t>
          </a:r>
        </a:p>
      </dsp:txBody>
      <dsp:txXfrm>
        <a:off x="4038324" y="1229025"/>
        <a:ext cx="1544320" cy="1056640"/>
      </dsp:txXfrm>
    </dsp:sp>
    <dsp:sp modelId="{58936AA0-0B89-4645-91A0-8B9B41F948F1}">
      <dsp:nvSpPr>
        <dsp:cNvPr id="0" name=""/>
        <dsp:cNvSpPr/>
      </dsp:nvSpPr>
      <dsp:spPr>
        <a:xfrm>
          <a:off x="1708505" y="543221"/>
          <a:ext cx="4551680" cy="4551680"/>
        </a:xfrm>
        <a:prstGeom prst="pie">
          <a:avLst>
            <a:gd name="adj1" fmla="val 20520000"/>
            <a:gd name="adj2" fmla="val 3240000"/>
          </a:avLst>
        </a:prstGeom>
        <a:solidFill>
          <a:schemeClr val="accent5">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Field work</a:t>
          </a:r>
        </a:p>
      </dsp:txBody>
      <dsp:txXfrm>
        <a:off x="4683353" y="2602314"/>
        <a:ext cx="1354666" cy="1143338"/>
      </dsp:txXfrm>
    </dsp:sp>
    <dsp:sp modelId="{C516C106-8C6B-4887-B149-4E05A1C61FC6}">
      <dsp:nvSpPr>
        <dsp:cNvPr id="0" name=""/>
        <dsp:cNvSpPr/>
      </dsp:nvSpPr>
      <dsp:spPr>
        <a:xfrm>
          <a:off x="1708505" y="543221"/>
          <a:ext cx="4551680" cy="4551680"/>
        </a:xfrm>
        <a:prstGeom prst="pie">
          <a:avLst>
            <a:gd name="adj1" fmla="val 3240000"/>
            <a:gd name="adj2" fmla="val 7560000"/>
          </a:avLst>
        </a:prstGeom>
        <a:solidFill>
          <a:srgbClr val="FFF19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Observing</a:t>
          </a:r>
        </a:p>
      </dsp:txBody>
      <dsp:txXfrm>
        <a:off x="3171545" y="3956981"/>
        <a:ext cx="1625600" cy="975360"/>
      </dsp:txXfrm>
    </dsp:sp>
    <dsp:sp modelId="{A28F0A0C-9743-4573-A759-3902FE3CBCFF}">
      <dsp:nvSpPr>
        <dsp:cNvPr id="0" name=""/>
        <dsp:cNvSpPr/>
      </dsp:nvSpPr>
      <dsp:spPr>
        <a:xfrm>
          <a:off x="1708505" y="543221"/>
          <a:ext cx="4551680" cy="4551680"/>
        </a:xfrm>
        <a:prstGeom prst="pie">
          <a:avLst>
            <a:gd name="adj1" fmla="val 7560000"/>
            <a:gd name="adj2" fmla="val 11880000"/>
          </a:avLst>
        </a:prstGeom>
        <a:solidFill>
          <a:schemeClr val="accent2">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Questioning</a:t>
          </a:r>
        </a:p>
      </dsp:txBody>
      <dsp:txXfrm>
        <a:off x="1925252" y="2602314"/>
        <a:ext cx="1354666" cy="1143338"/>
      </dsp:txXfrm>
    </dsp:sp>
    <dsp:sp modelId="{CFA47686-B03D-4440-9C22-9202162782D0}">
      <dsp:nvSpPr>
        <dsp:cNvPr id="0" name=""/>
        <dsp:cNvSpPr/>
      </dsp:nvSpPr>
      <dsp:spPr>
        <a:xfrm>
          <a:off x="1708505" y="543221"/>
          <a:ext cx="4551680" cy="4551680"/>
        </a:xfrm>
        <a:prstGeom prst="pie">
          <a:avLst>
            <a:gd name="adj1" fmla="val 11880000"/>
            <a:gd name="adj2" fmla="val 16200000"/>
          </a:avLst>
        </a:prstGeom>
        <a:solidFill>
          <a:schemeClr val="accent4">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effectLst/>
            <a:latin typeface="Twinkl Cursive Looped" panose="02000000000000000000" pitchFamily="2" charset="77"/>
            <a:ea typeface="Calibri" panose="020F0502020204030204" pitchFamily="34" charset="0"/>
            <a:cs typeface="Times New Roman" panose="02020603050405020304" pitchFamily="18" charset="0"/>
          </a:endParaRPr>
        </a:p>
        <a:p>
          <a:pPr marL="0" lvl="0" indent="0" algn="ctr" defTabSz="844550">
            <a:lnSpc>
              <a:spcPct val="90000"/>
            </a:lnSpc>
            <a:spcBef>
              <a:spcPct val="0"/>
            </a:spcBef>
            <a:spcAft>
              <a:spcPct val="35000"/>
            </a:spcAft>
            <a:buNone/>
          </a:pPr>
          <a:r>
            <a:rPr lang="en-GB" sz="1900" b="0" i="0" kern="120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sz="1900" b="0" i="0" kern="1200">
            <a:solidFill>
              <a:schemeClr val="tx1"/>
            </a:solidFill>
            <a:latin typeface="Twinkl Cursive Looped" panose="02000000000000000000" pitchFamily="2" charset="77"/>
          </a:endParaRPr>
        </a:p>
      </dsp:txBody>
      <dsp:txXfrm>
        <a:off x="2372292" y="1236810"/>
        <a:ext cx="1544320" cy="10566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DC922F-024C-4BDD-AD61-6C4C1382FADE}">
      <dsp:nvSpPr>
        <dsp:cNvPr id="0" name=""/>
        <dsp:cNvSpPr/>
      </dsp:nvSpPr>
      <dsp:spPr>
        <a:xfrm>
          <a:off x="1705046" y="548982"/>
          <a:ext cx="4551680" cy="4551680"/>
        </a:xfrm>
        <a:prstGeom prst="pie">
          <a:avLst>
            <a:gd name="adj1" fmla="val 16200000"/>
            <a:gd name="adj2" fmla="val 20520000"/>
          </a:avLst>
        </a:prstGeom>
        <a:solidFill>
          <a:schemeClr val="accent6">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Map Skills</a:t>
          </a:r>
        </a:p>
      </dsp:txBody>
      <dsp:txXfrm>
        <a:off x="4038324" y="1229025"/>
        <a:ext cx="1544320" cy="1056640"/>
      </dsp:txXfrm>
    </dsp:sp>
    <dsp:sp modelId="{58936AA0-0B89-4645-91A0-8B9B41F948F1}">
      <dsp:nvSpPr>
        <dsp:cNvPr id="0" name=""/>
        <dsp:cNvSpPr/>
      </dsp:nvSpPr>
      <dsp:spPr>
        <a:xfrm>
          <a:off x="1708505" y="543221"/>
          <a:ext cx="4551680" cy="4551680"/>
        </a:xfrm>
        <a:prstGeom prst="pie">
          <a:avLst>
            <a:gd name="adj1" fmla="val 20520000"/>
            <a:gd name="adj2" fmla="val 3240000"/>
          </a:avLst>
        </a:prstGeom>
        <a:solidFill>
          <a:schemeClr val="accent5">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Field work</a:t>
          </a:r>
        </a:p>
      </dsp:txBody>
      <dsp:txXfrm>
        <a:off x="4683353" y="2602314"/>
        <a:ext cx="1354666" cy="1143338"/>
      </dsp:txXfrm>
    </dsp:sp>
    <dsp:sp modelId="{C516C106-8C6B-4887-B149-4E05A1C61FC6}">
      <dsp:nvSpPr>
        <dsp:cNvPr id="0" name=""/>
        <dsp:cNvSpPr/>
      </dsp:nvSpPr>
      <dsp:spPr>
        <a:xfrm>
          <a:off x="1708505" y="543221"/>
          <a:ext cx="4551680" cy="4551680"/>
        </a:xfrm>
        <a:prstGeom prst="pie">
          <a:avLst>
            <a:gd name="adj1" fmla="val 3240000"/>
            <a:gd name="adj2" fmla="val 7560000"/>
          </a:avLst>
        </a:prstGeom>
        <a:solidFill>
          <a:srgbClr val="FFF19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Observing</a:t>
          </a:r>
        </a:p>
      </dsp:txBody>
      <dsp:txXfrm>
        <a:off x="3171545" y="3956981"/>
        <a:ext cx="1625600" cy="975360"/>
      </dsp:txXfrm>
    </dsp:sp>
    <dsp:sp modelId="{A28F0A0C-9743-4573-A759-3902FE3CBCFF}">
      <dsp:nvSpPr>
        <dsp:cNvPr id="0" name=""/>
        <dsp:cNvSpPr/>
      </dsp:nvSpPr>
      <dsp:spPr>
        <a:xfrm>
          <a:off x="1708505" y="543221"/>
          <a:ext cx="4551680" cy="4551680"/>
        </a:xfrm>
        <a:prstGeom prst="pie">
          <a:avLst>
            <a:gd name="adj1" fmla="val 7560000"/>
            <a:gd name="adj2" fmla="val 11880000"/>
          </a:avLst>
        </a:prstGeom>
        <a:solidFill>
          <a:schemeClr val="accent2">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Questioning</a:t>
          </a:r>
        </a:p>
      </dsp:txBody>
      <dsp:txXfrm>
        <a:off x="1925252" y="2602314"/>
        <a:ext cx="1354666" cy="1143338"/>
      </dsp:txXfrm>
    </dsp:sp>
    <dsp:sp modelId="{CFA47686-B03D-4440-9C22-9202162782D0}">
      <dsp:nvSpPr>
        <dsp:cNvPr id="0" name=""/>
        <dsp:cNvSpPr/>
      </dsp:nvSpPr>
      <dsp:spPr>
        <a:xfrm>
          <a:off x="1708505" y="543221"/>
          <a:ext cx="4551680" cy="4551680"/>
        </a:xfrm>
        <a:prstGeom prst="pie">
          <a:avLst>
            <a:gd name="adj1" fmla="val 11880000"/>
            <a:gd name="adj2" fmla="val 16200000"/>
          </a:avLst>
        </a:prstGeom>
        <a:solidFill>
          <a:schemeClr val="accent4">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effectLst/>
            <a:latin typeface="Twinkl Cursive Looped" panose="02000000000000000000" pitchFamily="2" charset="77"/>
            <a:ea typeface="Calibri" panose="020F0502020204030204" pitchFamily="34" charset="0"/>
            <a:cs typeface="Times New Roman" panose="02020603050405020304" pitchFamily="18" charset="0"/>
          </a:endParaRPr>
        </a:p>
        <a:p>
          <a:pPr marL="0" lvl="0" indent="0" algn="ctr" defTabSz="844550">
            <a:lnSpc>
              <a:spcPct val="90000"/>
            </a:lnSpc>
            <a:spcBef>
              <a:spcPct val="0"/>
            </a:spcBef>
            <a:spcAft>
              <a:spcPct val="35000"/>
            </a:spcAft>
            <a:buNone/>
          </a:pPr>
          <a:r>
            <a:rPr lang="en-GB" sz="1900" b="0" i="0" kern="120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sz="1900" b="0" i="0" kern="1200">
            <a:solidFill>
              <a:schemeClr val="tx1"/>
            </a:solidFill>
            <a:latin typeface="Twinkl Cursive Looped" panose="02000000000000000000" pitchFamily="2" charset="77"/>
          </a:endParaRPr>
        </a:p>
      </dsp:txBody>
      <dsp:txXfrm>
        <a:off x="2372292" y="1236810"/>
        <a:ext cx="1544320" cy="10566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DC922F-024C-4BDD-AD61-6C4C1382FADE}">
      <dsp:nvSpPr>
        <dsp:cNvPr id="0" name=""/>
        <dsp:cNvSpPr/>
      </dsp:nvSpPr>
      <dsp:spPr>
        <a:xfrm>
          <a:off x="1705046" y="548982"/>
          <a:ext cx="4551680" cy="4551680"/>
        </a:xfrm>
        <a:prstGeom prst="pie">
          <a:avLst>
            <a:gd name="adj1" fmla="val 16200000"/>
            <a:gd name="adj2" fmla="val 20520000"/>
          </a:avLst>
        </a:prstGeom>
        <a:solidFill>
          <a:schemeClr val="accent6">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Map Skills</a:t>
          </a:r>
        </a:p>
      </dsp:txBody>
      <dsp:txXfrm>
        <a:off x="4038324" y="1229025"/>
        <a:ext cx="1544320" cy="1056640"/>
      </dsp:txXfrm>
    </dsp:sp>
    <dsp:sp modelId="{58936AA0-0B89-4645-91A0-8B9B41F948F1}">
      <dsp:nvSpPr>
        <dsp:cNvPr id="0" name=""/>
        <dsp:cNvSpPr/>
      </dsp:nvSpPr>
      <dsp:spPr>
        <a:xfrm>
          <a:off x="1708505" y="543221"/>
          <a:ext cx="4551680" cy="4551680"/>
        </a:xfrm>
        <a:prstGeom prst="pie">
          <a:avLst>
            <a:gd name="adj1" fmla="val 20520000"/>
            <a:gd name="adj2" fmla="val 3240000"/>
          </a:avLst>
        </a:prstGeom>
        <a:solidFill>
          <a:schemeClr val="accent5">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Field work</a:t>
          </a:r>
        </a:p>
      </dsp:txBody>
      <dsp:txXfrm>
        <a:off x="4683353" y="2602314"/>
        <a:ext cx="1354666" cy="1143338"/>
      </dsp:txXfrm>
    </dsp:sp>
    <dsp:sp modelId="{C516C106-8C6B-4887-B149-4E05A1C61FC6}">
      <dsp:nvSpPr>
        <dsp:cNvPr id="0" name=""/>
        <dsp:cNvSpPr/>
      </dsp:nvSpPr>
      <dsp:spPr>
        <a:xfrm>
          <a:off x="1708505" y="543221"/>
          <a:ext cx="4551680" cy="4551680"/>
        </a:xfrm>
        <a:prstGeom prst="pie">
          <a:avLst>
            <a:gd name="adj1" fmla="val 3240000"/>
            <a:gd name="adj2" fmla="val 7560000"/>
          </a:avLst>
        </a:prstGeom>
        <a:solidFill>
          <a:srgbClr val="FFF19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Observing</a:t>
          </a:r>
        </a:p>
      </dsp:txBody>
      <dsp:txXfrm>
        <a:off x="3171545" y="3956981"/>
        <a:ext cx="1625600" cy="975360"/>
      </dsp:txXfrm>
    </dsp:sp>
    <dsp:sp modelId="{A28F0A0C-9743-4573-A759-3902FE3CBCFF}">
      <dsp:nvSpPr>
        <dsp:cNvPr id="0" name=""/>
        <dsp:cNvSpPr/>
      </dsp:nvSpPr>
      <dsp:spPr>
        <a:xfrm>
          <a:off x="1708505" y="543221"/>
          <a:ext cx="4551680" cy="4551680"/>
        </a:xfrm>
        <a:prstGeom prst="pie">
          <a:avLst>
            <a:gd name="adj1" fmla="val 7560000"/>
            <a:gd name="adj2" fmla="val 11880000"/>
          </a:avLst>
        </a:prstGeom>
        <a:solidFill>
          <a:schemeClr val="accent2">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Questioning</a:t>
          </a:r>
        </a:p>
      </dsp:txBody>
      <dsp:txXfrm>
        <a:off x="1925252" y="2602314"/>
        <a:ext cx="1354666" cy="1143338"/>
      </dsp:txXfrm>
    </dsp:sp>
    <dsp:sp modelId="{CFA47686-B03D-4440-9C22-9202162782D0}">
      <dsp:nvSpPr>
        <dsp:cNvPr id="0" name=""/>
        <dsp:cNvSpPr/>
      </dsp:nvSpPr>
      <dsp:spPr>
        <a:xfrm>
          <a:off x="1708505" y="543221"/>
          <a:ext cx="4551680" cy="4551680"/>
        </a:xfrm>
        <a:prstGeom prst="pie">
          <a:avLst>
            <a:gd name="adj1" fmla="val 11880000"/>
            <a:gd name="adj2" fmla="val 16200000"/>
          </a:avLst>
        </a:prstGeom>
        <a:solidFill>
          <a:schemeClr val="accent4">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effectLst/>
            <a:latin typeface="Twinkl Cursive Looped" panose="02000000000000000000" pitchFamily="2" charset="77"/>
            <a:ea typeface="Calibri" panose="020F0502020204030204" pitchFamily="34" charset="0"/>
            <a:cs typeface="Times New Roman" panose="02020603050405020304" pitchFamily="18" charset="0"/>
          </a:endParaRPr>
        </a:p>
        <a:p>
          <a:pPr marL="0" lvl="0" indent="0" algn="ctr" defTabSz="844550">
            <a:lnSpc>
              <a:spcPct val="90000"/>
            </a:lnSpc>
            <a:spcBef>
              <a:spcPct val="0"/>
            </a:spcBef>
            <a:spcAft>
              <a:spcPct val="35000"/>
            </a:spcAft>
            <a:buNone/>
          </a:pPr>
          <a:r>
            <a:rPr lang="en-GB" sz="1900" b="0" i="0" kern="120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sz="1900" b="0" i="0" kern="1200">
            <a:solidFill>
              <a:schemeClr val="tx1"/>
            </a:solidFill>
            <a:latin typeface="Twinkl Cursive Looped" panose="02000000000000000000" pitchFamily="2" charset="77"/>
          </a:endParaRPr>
        </a:p>
      </dsp:txBody>
      <dsp:txXfrm>
        <a:off x="2372292" y="1236810"/>
        <a:ext cx="1544320" cy="10566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DC922F-024C-4BDD-AD61-6C4C1382FADE}">
      <dsp:nvSpPr>
        <dsp:cNvPr id="0" name=""/>
        <dsp:cNvSpPr/>
      </dsp:nvSpPr>
      <dsp:spPr>
        <a:xfrm>
          <a:off x="1705046" y="548982"/>
          <a:ext cx="4551680" cy="4551680"/>
        </a:xfrm>
        <a:prstGeom prst="pie">
          <a:avLst>
            <a:gd name="adj1" fmla="val 16200000"/>
            <a:gd name="adj2" fmla="val 20520000"/>
          </a:avLst>
        </a:prstGeom>
        <a:solidFill>
          <a:schemeClr val="accent6">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Map Skills</a:t>
          </a:r>
        </a:p>
      </dsp:txBody>
      <dsp:txXfrm>
        <a:off x="4038324" y="1229025"/>
        <a:ext cx="1544320" cy="1056640"/>
      </dsp:txXfrm>
    </dsp:sp>
    <dsp:sp modelId="{58936AA0-0B89-4645-91A0-8B9B41F948F1}">
      <dsp:nvSpPr>
        <dsp:cNvPr id="0" name=""/>
        <dsp:cNvSpPr/>
      </dsp:nvSpPr>
      <dsp:spPr>
        <a:xfrm>
          <a:off x="1708505" y="543221"/>
          <a:ext cx="4551680" cy="4551680"/>
        </a:xfrm>
        <a:prstGeom prst="pie">
          <a:avLst>
            <a:gd name="adj1" fmla="val 20520000"/>
            <a:gd name="adj2" fmla="val 3240000"/>
          </a:avLst>
        </a:prstGeom>
        <a:solidFill>
          <a:schemeClr val="accent5">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Field work</a:t>
          </a:r>
        </a:p>
      </dsp:txBody>
      <dsp:txXfrm>
        <a:off x="4683353" y="2602314"/>
        <a:ext cx="1354666" cy="1143338"/>
      </dsp:txXfrm>
    </dsp:sp>
    <dsp:sp modelId="{C516C106-8C6B-4887-B149-4E05A1C61FC6}">
      <dsp:nvSpPr>
        <dsp:cNvPr id="0" name=""/>
        <dsp:cNvSpPr/>
      </dsp:nvSpPr>
      <dsp:spPr>
        <a:xfrm>
          <a:off x="1708505" y="543221"/>
          <a:ext cx="4551680" cy="4551680"/>
        </a:xfrm>
        <a:prstGeom prst="pie">
          <a:avLst>
            <a:gd name="adj1" fmla="val 3240000"/>
            <a:gd name="adj2" fmla="val 7560000"/>
          </a:avLst>
        </a:prstGeom>
        <a:solidFill>
          <a:srgbClr val="FFF19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Observing</a:t>
          </a:r>
        </a:p>
      </dsp:txBody>
      <dsp:txXfrm>
        <a:off x="3171545" y="3956981"/>
        <a:ext cx="1625600" cy="975360"/>
      </dsp:txXfrm>
    </dsp:sp>
    <dsp:sp modelId="{A28F0A0C-9743-4573-A759-3902FE3CBCFF}">
      <dsp:nvSpPr>
        <dsp:cNvPr id="0" name=""/>
        <dsp:cNvSpPr/>
      </dsp:nvSpPr>
      <dsp:spPr>
        <a:xfrm>
          <a:off x="1708505" y="543221"/>
          <a:ext cx="4551680" cy="4551680"/>
        </a:xfrm>
        <a:prstGeom prst="pie">
          <a:avLst>
            <a:gd name="adj1" fmla="val 7560000"/>
            <a:gd name="adj2" fmla="val 11880000"/>
          </a:avLst>
        </a:prstGeom>
        <a:solidFill>
          <a:schemeClr val="accent2">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endParaRPr lang="en-GB" sz="1900" b="0" i="0" kern="1200">
            <a:solidFill>
              <a:schemeClr val="tx1"/>
            </a:solidFill>
            <a:latin typeface="Twinkl Cursive Looped" panose="02000000000000000000" pitchFamily="2" charset="77"/>
            <a:ea typeface="Sassoon Infant Rg" panose="02000503030000020003" pitchFamily="2" charset="0"/>
          </a:endParaRPr>
        </a:p>
        <a:p>
          <a:pPr marL="0" lvl="0" indent="0" algn="ctr" defTabSz="844550">
            <a:lnSpc>
              <a:spcPct val="90000"/>
            </a:lnSpc>
            <a:spcBef>
              <a:spcPct val="0"/>
            </a:spcBef>
            <a:spcAft>
              <a:spcPct val="35000"/>
            </a:spcAft>
            <a:buNone/>
          </a:pPr>
          <a:r>
            <a:rPr lang="en-GB" sz="1900" b="0" i="0" kern="1200">
              <a:solidFill>
                <a:schemeClr val="tx1"/>
              </a:solidFill>
              <a:latin typeface="Twinkl Cursive Looped" panose="02000000000000000000" pitchFamily="2" charset="77"/>
              <a:ea typeface="Sassoon Infant Rg" panose="02000503030000020003" pitchFamily="2" charset="0"/>
            </a:rPr>
            <a:t>Questioning</a:t>
          </a:r>
        </a:p>
      </dsp:txBody>
      <dsp:txXfrm>
        <a:off x="1925252" y="2602314"/>
        <a:ext cx="1354666" cy="1143338"/>
      </dsp:txXfrm>
    </dsp:sp>
    <dsp:sp modelId="{CFA47686-B03D-4440-9C22-9202162782D0}">
      <dsp:nvSpPr>
        <dsp:cNvPr id="0" name=""/>
        <dsp:cNvSpPr/>
      </dsp:nvSpPr>
      <dsp:spPr>
        <a:xfrm>
          <a:off x="1708505" y="543221"/>
          <a:ext cx="4551680" cy="4551680"/>
        </a:xfrm>
        <a:prstGeom prst="pie">
          <a:avLst>
            <a:gd name="adj1" fmla="val 11880000"/>
            <a:gd name="adj2" fmla="val 16200000"/>
          </a:avLst>
        </a:prstGeom>
        <a:solidFill>
          <a:schemeClr val="accent4">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GB" sz="1900" b="0" i="0" kern="1200">
            <a:effectLst/>
            <a:latin typeface="Twinkl Cursive Looped" panose="02000000000000000000" pitchFamily="2" charset="77"/>
            <a:ea typeface="Calibri" panose="020F0502020204030204" pitchFamily="34" charset="0"/>
            <a:cs typeface="Times New Roman" panose="02020603050405020304" pitchFamily="18" charset="0"/>
          </a:endParaRPr>
        </a:p>
        <a:p>
          <a:pPr marL="0" lvl="0" indent="0" algn="ctr" defTabSz="844550">
            <a:lnSpc>
              <a:spcPct val="90000"/>
            </a:lnSpc>
            <a:spcBef>
              <a:spcPct val="0"/>
            </a:spcBef>
            <a:spcAft>
              <a:spcPct val="35000"/>
            </a:spcAft>
            <a:buNone/>
          </a:pPr>
          <a:r>
            <a:rPr lang="en-GB" sz="1900" b="0" i="0" kern="1200">
              <a:solidFill>
                <a:schemeClr val="tx1"/>
              </a:solidFill>
              <a:effectLst/>
              <a:latin typeface="Twinkl Cursive Looped" panose="02000000000000000000" pitchFamily="2" charset="77"/>
              <a:ea typeface="Calibri" panose="020F0502020204030204" pitchFamily="34" charset="0"/>
              <a:cs typeface="Times New Roman" panose="02020603050405020304" pitchFamily="18" charset="0"/>
            </a:rPr>
            <a:t>Concluding </a:t>
          </a:r>
          <a:endParaRPr lang="en-GB" sz="1900" b="0" i="0" kern="1200">
            <a:solidFill>
              <a:schemeClr val="tx1"/>
            </a:solidFill>
            <a:latin typeface="Twinkl Cursive Looped" panose="02000000000000000000" pitchFamily="2" charset="77"/>
          </a:endParaRPr>
        </a:p>
      </dsp:txBody>
      <dsp:txXfrm>
        <a:off x="2372292" y="1236810"/>
        <a:ext cx="1544320" cy="1056640"/>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1">
                <a:latin typeface="Twinkl Cursive Looped" panose="02000000000000000000" pitchFamily="2"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1">
                <a:latin typeface="Twinkl Cursive Looped" panose="02000000000000000000" pitchFamily="2" charset="77"/>
              </a:defRPr>
            </a:lvl1pPr>
          </a:lstStyle>
          <a:p>
            <a:fld id="{48081D9B-5E24-4A44-A38E-60CF0FCB9C87}" type="datetimeFigureOut">
              <a:rPr lang="en-US" smtClean="0"/>
              <a:pPr/>
              <a:t>7/19/26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1">
                <a:latin typeface="Twinkl Cursive Looped" panose="02000000000000000000" pitchFamily="2"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1">
                <a:latin typeface="Twinkl Cursive Looped" panose="02000000000000000000" pitchFamily="2" charset="77"/>
              </a:defRPr>
            </a:lvl1pPr>
          </a:lstStyle>
          <a:p>
            <a:fld id="{C49D36C8-F0F3-6D40-939B-09DEAE02A2F0}" type="slidenum">
              <a:rPr lang="en-US" smtClean="0"/>
              <a:pPr/>
              <a:t>‹#›</a:t>
            </a:fld>
            <a:endParaRPr lang="en-US"/>
          </a:p>
        </p:txBody>
      </p:sp>
    </p:spTree>
    <p:extLst>
      <p:ext uri="{BB962C8B-B14F-4D97-AF65-F5344CB8AC3E}">
        <p14:creationId xmlns:p14="http://schemas.microsoft.com/office/powerpoint/2010/main" val="4053483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1" kern="1200">
        <a:solidFill>
          <a:schemeClr val="tx1"/>
        </a:solidFill>
        <a:latin typeface="Twinkl Cursive Looped" panose="02000000000000000000" pitchFamily="2" charset="77"/>
        <a:ea typeface="+mn-ea"/>
        <a:cs typeface="+mn-cs"/>
      </a:defRPr>
    </a:lvl1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image51.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diagramColors" Target="../diagrams/colors1.xml"/><Relationship Id="rId11" Type="http://schemas.openxmlformats.org/officeDocument/2006/relationships/image" Target="../media/image14.png"/><Relationship Id="rId5" Type="http://schemas.openxmlformats.org/officeDocument/2006/relationships/diagramQuickStyle" Target="../diagrams/quickStyle1.xml"/><Relationship Id="rId10" Type="http://schemas.openxmlformats.org/officeDocument/2006/relationships/image" Target="../media/image13.svg"/><Relationship Id="rId4" Type="http://schemas.openxmlformats.org/officeDocument/2006/relationships/diagramLayout" Target="../diagrams/layout1.xml"/><Relationship Id="rId9"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8.png"/></Relationships>
</file>

<file path=ppt/slideLayouts/_rels/slideLayout5.xml.rels><?xml version="1.0" encoding="UTF-8" standalone="yes"?>
<Relationships xmlns="http://schemas.openxmlformats.org/package/2006/relationships"><Relationship Id="rId3" Type="http://schemas.microsoft.com/office/2007/relationships/hdphoto" Target="../media/image52.wdp"/><Relationship Id="rId7" Type="http://schemas.openxmlformats.org/officeDocument/2006/relationships/image" Target="../media/image10.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8.png"/></Relationships>
</file>

<file path=ppt/slideLayouts/_rels/slideLayout7.xml.rels><?xml version="1.0" encoding="UTF-8" standalone="yes"?>
<Relationships xmlns="http://schemas.openxmlformats.org/package/2006/relationships"><Relationship Id="rId3" Type="http://schemas.microsoft.com/office/2007/relationships/hdphoto" Target="../media/image51.wdp"/><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8.png"/><Relationship Id="rId3" Type="http://schemas.openxmlformats.org/officeDocument/2006/relationships/image" Target="../media/image17.png"/><Relationship Id="rId7" Type="http://schemas.microsoft.com/office/2007/relationships/hdphoto" Target="../media/image51.wdp"/><Relationship Id="rId12"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26.png"/><Relationship Id="rId5" Type="http://schemas.openxmlformats.org/officeDocument/2006/relationships/image" Target="../media/image19.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8.png"/><Relationship Id="rId9" Type="http://schemas.openxmlformats.org/officeDocument/2006/relationships/image" Target="../media/image8.png"/><Relationship Id="rId14" Type="http://schemas.openxmlformats.org/officeDocument/2006/relationships/image" Target="../media/image29.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8.png"/><Relationship Id="rId3" Type="http://schemas.openxmlformats.org/officeDocument/2006/relationships/image" Target="../media/image17.png"/><Relationship Id="rId7" Type="http://schemas.microsoft.com/office/2007/relationships/hdphoto" Target="../media/image51.wdp"/><Relationship Id="rId12"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26.png"/><Relationship Id="rId5" Type="http://schemas.openxmlformats.org/officeDocument/2006/relationships/image" Target="../media/image19.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8.png"/><Relationship Id="rId9" Type="http://schemas.openxmlformats.org/officeDocument/2006/relationships/image" Target="../media/image8.png"/><Relationship Id="rId14" Type="http://schemas.openxmlformats.org/officeDocument/2006/relationships/image" Target="../media/image29.png"/></Relationships>
</file>

<file path=ppt/slideLayouts/_rels/slideLayout19.xml.rels><?xml version="1.0" encoding="UTF-8" standalone="yes"?>
<Relationships xmlns="http://schemas.openxmlformats.org/package/2006/relationships"><Relationship Id="rId8" Type="http://schemas.microsoft.com/office/2007/relationships/hdphoto" Target="../media/image55.wdp"/><Relationship Id="rId13" Type="http://schemas.openxmlformats.org/officeDocument/2006/relationships/image" Target="../media/image37.png"/><Relationship Id="rId3" Type="http://schemas.microsoft.com/office/2007/relationships/hdphoto" Target="../media/image53.wdp"/><Relationship Id="rId7" Type="http://schemas.openxmlformats.org/officeDocument/2006/relationships/image" Target="../media/image34.png"/><Relationship Id="rId12" Type="http://schemas.microsoft.com/office/2007/relationships/hdphoto" Target="../media/image57.wdp"/><Relationship Id="rId2" Type="http://schemas.openxmlformats.org/officeDocument/2006/relationships/image" Target="../media/image31.png"/><Relationship Id="rId1" Type="http://schemas.openxmlformats.org/officeDocument/2006/relationships/slideMaster" Target="../slideMasters/slideMaster1.xml"/><Relationship Id="rId6" Type="http://schemas.microsoft.com/office/2007/relationships/hdphoto" Target="../media/image54.wdp"/><Relationship Id="rId11" Type="http://schemas.openxmlformats.org/officeDocument/2006/relationships/image" Target="../media/image36.png"/><Relationship Id="rId5" Type="http://schemas.openxmlformats.org/officeDocument/2006/relationships/image" Target="../media/image33.png"/><Relationship Id="rId10" Type="http://schemas.microsoft.com/office/2007/relationships/hdphoto" Target="../media/image56.wdp"/><Relationship Id="rId4" Type="http://schemas.openxmlformats.org/officeDocument/2006/relationships/image" Target="../media/image32.svg"/><Relationship Id="rId9" Type="http://schemas.openxmlformats.org/officeDocument/2006/relationships/image" Target="../media/image35.png"/><Relationship Id="rId14" Type="http://schemas.microsoft.com/office/2007/relationships/hdphoto" Target="../media/image58.wdp"/></Relationships>
</file>

<file path=ppt/slideLayouts/_rels/slideLayout20.xml.rels><?xml version="1.0" encoding="UTF-8" standalone="yes"?>
<Relationships xmlns="http://schemas.openxmlformats.org/package/2006/relationships"><Relationship Id="rId8" Type="http://schemas.microsoft.com/office/2007/relationships/hdphoto" Target="../media/image51.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diagramColors" Target="../diagrams/colors2.xml"/><Relationship Id="rId11" Type="http://schemas.openxmlformats.org/officeDocument/2006/relationships/image" Target="../media/image14.png"/><Relationship Id="rId5" Type="http://schemas.openxmlformats.org/officeDocument/2006/relationships/diagramQuickStyle" Target="../diagrams/quickStyle2.xml"/><Relationship Id="rId10" Type="http://schemas.openxmlformats.org/officeDocument/2006/relationships/image" Target="../media/image13.svg"/><Relationship Id="rId4" Type="http://schemas.openxmlformats.org/officeDocument/2006/relationships/diagramLayout" Target="../diagrams/layout2.xml"/><Relationship Id="rId9"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8.emf"/><Relationship Id="rId1" Type="http://schemas.openxmlformats.org/officeDocument/2006/relationships/slideMaster" Target="../slideMasters/slideMaster2.xml"/><Relationship Id="rId5" Type="http://schemas.openxmlformats.org/officeDocument/2006/relationships/image" Target="../media/image10.png"/><Relationship Id="rId4" Type="http://schemas.microsoft.com/office/2007/relationships/hdphoto" Target="../media/image52.wdp"/></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image51.wdp"/><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38.emf"/><Relationship Id="rId13" Type="http://schemas.openxmlformats.org/officeDocument/2006/relationships/image" Target="../media/image30.png"/><Relationship Id="rId3" Type="http://schemas.microsoft.com/office/2007/relationships/hdphoto" Target="../media/image51.wdp"/><Relationship Id="rId7" Type="http://schemas.openxmlformats.org/officeDocument/2006/relationships/image" Target="../media/image10.png"/><Relationship Id="rId12"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25.png"/><Relationship Id="rId11" Type="http://schemas.openxmlformats.org/officeDocument/2006/relationships/image" Target="../media/image28.png"/><Relationship Id="rId5" Type="http://schemas.openxmlformats.org/officeDocument/2006/relationships/image" Target="../media/image8.png"/><Relationship Id="rId10"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28.png"/><Relationship Id="rId12" Type="http://schemas.openxmlformats.org/officeDocument/2006/relationships/image" Target="../media/image7.png"/><Relationship Id="rId2" Type="http://schemas.openxmlformats.org/officeDocument/2006/relationships/image" Target="../media/image25.png"/><Relationship Id="rId1" Type="http://schemas.openxmlformats.org/officeDocument/2006/relationships/slideMaster" Target="../slideMasters/slideMaster2.xml"/><Relationship Id="rId6" Type="http://schemas.openxmlformats.org/officeDocument/2006/relationships/image" Target="../media/image27.png"/><Relationship Id="rId11" Type="http://schemas.microsoft.com/office/2007/relationships/hdphoto" Target="../media/image51.wdp"/><Relationship Id="rId5" Type="http://schemas.openxmlformats.org/officeDocument/2006/relationships/image" Target="../media/image26.png"/><Relationship Id="rId10" Type="http://schemas.openxmlformats.org/officeDocument/2006/relationships/image" Target="../media/image6.png"/><Relationship Id="rId4" Type="http://schemas.openxmlformats.org/officeDocument/2006/relationships/image" Target="../media/image38.emf"/><Relationship Id="rId9" Type="http://schemas.openxmlformats.org/officeDocument/2006/relationships/image" Target="../media/image30.png"/></Relationships>
</file>

<file path=ppt/slideLayouts/_rels/slideLayout38.xml.rels><?xml version="1.0" encoding="UTF-8" standalone="yes"?>
<Relationships xmlns="http://schemas.openxmlformats.org/package/2006/relationships"><Relationship Id="rId8" Type="http://schemas.microsoft.com/office/2007/relationships/hdphoto" Target="../media/image55.wdp"/><Relationship Id="rId13" Type="http://schemas.openxmlformats.org/officeDocument/2006/relationships/image" Target="../media/image37.png"/><Relationship Id="rId3" Type="http://schemas.microsoft.com/office/2007/relationships/hdphoto" Target="../media/image53.wdp"/><Relationship Id="rId7" Type="http://schemas.openxmlformats.org/officeDocument/2006/relationships/image" Target="../media/image34.png"/><Relationship Id="rId12" Type="http://schemas.microsoft.com/office/2007/relationships/hdphoto" Target="../media/image57.wdp"/><Relationship Id="rId2" Type="http://schemas.openxmlformats.org/officeDocument/2006/relationships/image" Target="../media/image31.png"/><Relationship Id="rId1" Type="http://schemas.openxmlformats.org/officeDocument/2006/relationships/slideMaster" Target="../slideMasters/slideMaster2.xml"/><Relationship Id="rId6" Type="http://schemas.microsoft.com/office/2007/relationships/hdphoto" Target="../media/image54.wdp"/><Relationship Id="rId11" Type="http://schemas.openxmlformats.org/officeDocument/2006/relationships/image" Target="../media/image36.png"/><Relationship Id="rId5" Type="http://schemas.openxmlformats.org/officeDocument/2006/relationships/image" Target="../media/image33.png"/><Relationship Id="rId10" Type="http://schemas.microsoft.com/office/2007/relationships/hdphoto" Target="../media/image56.wdp"/><Relationship Id="rId4" Type="http://schemas.openxmlformats.org/officeDocument/2006/relationships/image" Target="../media/image32.svg"/><Relationship Id="rId9" Type="http://schemas.openxmlformats.org/officeDocument/2006/relationships/image" Target="../media/image35.png"/><Relationship Id="rId14" Type="http://schemas.microsoft.com/office/2007/relationships/hdphoto" Target="../media/image58.wdp"/></Relationships>
</file>

<file path=ppt/slideLayouts/_rels/slideLayout39.xml.rels><?xml version="1.0" encoding="UTF-8" standalone="yes"?>
<Relationships xmlns="http://schemas.openxmlformats.org/package/2006/relationships"><Relationship Id="rId8" Type="http://schemas.microsoft.com/office/2007/relationships/hdphoto" Target="../media/image51.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3.xml"/><Relationship Id="rId6" Type="http://schemas.openxmlformats.org/officeDocument/2006/relationships/diagramColors" Target="../diagrams/colors3.xml"/><Relationship Id="rId11" Type="http://schemas.openxmlformats.org/officeDocument/2006/relationships/image" Target="../media/image14.png"/><Relationship Id="rId5" Type="http://schemas.openxmlformats.org/officeDocument/2006/relationships/diagramQuickStyle" Target="../diagrams/quickStyle3.xml"/><Relationship Id="rId10" Type="http://schemas.openxmlformats.org/officeDocument/2006/relationships/image" Target="../media/image13.svg"/><Relationship Id="rId4" Type="http://schemas.openxmlformats.org/officeDocument/2006/relationships/diagramLayout" Target="../diagrams/layout3.xml"/><Relationship Id="rId9" Type="http://schemas.openxmlformats.org/officeDocument/2006/relationships/image" Target="../media/image12.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9.png"/><Relationship Id="rId1" Type="http://schemas.openxmlformats.org/officeDocument/2006/relationships/slideMaster" Target="../slideMasters/slideMaster3.xml"/><Relationship Id="rId5" Type="http://schemas.openxmlformats.org/officeDocument/2006/relationships/image" Target="../media/image10.png"/><Relationship Id="rId4" Type="http://schemas.microsoft.com/office/2007/relationships/hdphoto" Target="../media/image52.wdp"/></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microsoft.com/office/2007/relationships/hdphoto" Target="../media/image51.wdp"/><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9.png"/><Relationship Id="rId3" Type="http://schemas.microsoft.com/office/2007/relationships/hdphoto" Target="../media/image51.wdp"/><Relationship Id="rId7" Type="http://schemas.openxmlformats.org/officeDocument/2006/relationships/image" Target="../media/image10.png"/><Relationship Id="rId12"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image" Target="../media/image8.png"/><Relationship Id="rId10" Type="http://schemas.openxmlformats.org/officeDocument/2006/relationships/image" Target="../media/image28.png"/><Relationship Id="rId4" Type="http://schemas.openxmlformats.org/officeDocument/2006/relationships/image" Target="../media/image7.png"/><Relationship Id="rId9" Type="http://schemas.openxmlformats.org/officeDocument/2006/relationships/image" Target="../media/image27.png"/></Relationships>
</file>

<file path=ppt/slideLayouts/_rels/slideLayout5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29.png"/><Relationship Id="rId12" Type="http://schemas.openxmlformats.org/officeDocument/2006/relationships/image" Target="../media/image7.png"/><Relationship Id="rId2" Type="http://schemas.openxmlformats.org/officeDocument/2006/relationships/image" Target="../media/image25.png"/><Relationship Id="rId1" Type="http://schemas.openxmlformats.org/officeDocument/2006/relationships/slideMaster" Target="../slideMasters/slideMaster3.xml"/><Relationship Id="rId6" Type="http://schemas.openxmlformats.org/officeDocument/2006/relationships/image" Target="../media/image28.png"/><Relationship Id="rId11" Type="http://schemas.microsoft.com/office/2007/relationships/hdphoto" Target="../media/image51.wdp"/><Relationship Id="rId5" Type="http://schemas.openxmlformats.org/officeDocument/2006/relationships/image" Target="../media/image27.png"/><Relationship Id="rId10" Type="http://schemas.openxmlformats.org/officeDocument/2006/relationships/image" Target="../media/image6.png"/><Relationship Id="rId4" Type="http://schemas.openxmlformats.org/officeDocument/2006/relationships/image" Target="../media/image26.png"/><Relationship Id="rId9" Type="http://schemas.openxmlformats.org/officeDocument/2006/relationships/image" Target="../media/image39.png"/></Relationships>
</file>

<file path=ppt/slideLayouts/_rels/slideLayout57.xml.rels><?xml version="1.0" encoding="UTF-8" standalone="yes"?>
<Relationships xmlns="http://schemas.openxmlformats.org/package/2006/relationships"><Relationship Id="rId8" Type="http://schemas.microsoft.com/office/2007/relationships/hdphoto" Target="../media/image55.wdp"/><Relationship Id="rId13" Type="http://schemas.openxmlformats.org/officeDocument/2006/relationships/image" Target="../media/image37.png"/><Relationship Id="rId3" Type="http://schemas.microsoft.com/office/2007/relationships/hdphoto" Target="../media/image53.wdp"/><Relationship Id="rId7" Type="http://schemas.openxmlformats.org/officeDocument/2006/relationships/image" Target="../media/image34.png"/><Relationship Id="rId12" Type="http://schemas.microsoft.com/office/2007/relationships/hdphoto" Target="../media/image57.wdp"/><Relationship Id="rId2" Type="http://schemas.openxmlformats.org/officeDocument/2006/relationships/image" Target="../media/image31.png"/><Relationship Id="rId1" Type="http://schemas.openxmlformats.org/officeDocument/2006/relationships/slideMaster" Target="../slideMasters/slideMaster3.xml"/><Relationship Id="rId6" Type="http://schemas.microsoft.com/office/2007/relationships/hdphoto" Target="../media/image54.wdp"/><Relationship Id="rId11" Type="http://schemas.openxmlformats.org/officeDocument/2006/relationships/image" Target="../media/image36.png"/><Relationship Id="rId5" Type="http://schemas.openxmlformats.org/officeDocument/2006/relationships/image" Target="../media/image33.png"/><Relationship Id="rId10" Type="http://schemas.microsoft.com/office/2007/relationships/hdphoto" Target="../media/image56.wdp"/><Relationship Id="rId4" Type="http://schemas.openxmlformats.org/officeDocument/2006/relationships/image" Target="../media/image32.svg"/><Relationship Id="rId9" Type="http://schemas.openxmlformats.org/officeDocument/2006/relationships/image" Target="../media/image35.png"/><Relationship Id="rId14" Type="http://schemas.microsoft.com/office/2007/relationships/hdphoto" Target="../media/image58.wdp"/></Relationships>
</file>

<file path=ppt/slideLayouts/_rels/slideLayout58.xml.rels><?xml version="1.0" encoding="UTF-8" standalone="yes"?>
<Relationships xmlns="http://schemas.openxmlformats.org/package/2006/relationships"><Relationship Id="rId8" Type="http://schemas.microsoft.com/office/2007/relationships/hdphoto" Target="../media/image51.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59.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diagramColors" Target="../diagrams/colors4.xml"/><Relationship Id="rId11" Type="http://schemas.openxmlformats.org/officeDocument/2006/relationships/image" Target="../media/image14.png"/><Relationship Id="rId5" Type="http://schemas.openxmlformats.org/officeDocument/2006/relationships/diagramQuickStyle" Target="../diagrams/quickStyle4.xml"/><Relationship Id="rId10" Type="http://schemas.openxmlformats.org/officeDocument/2006/relationships/image" Target="../media/image13.svg"/><Relationship Id="rId4" Type="http://schemas.openxmlformats.org/officeDocument/2006/relationships/diagramLayout" Target="../diagrams/layout4.xml"/><Relationship Id="rId9" Type="http://schemas.openxmlformats.org/officeDocument/2006/relationships/image" Target="../media/image12.png"/></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0.png"/><Relationship Id="rId1" Type="http://schemas.openxmlformats.org/officeDocument/2006/relationships/slideMaster" Target="../slideMasters/slideMaster4.xml"/><Relationship Id="rId5" Type="http://schemas.openxmlformats.org/officeDocument/2006/relationships/image" Target="../media/image10.png"/><Relationship Id="rId4" Type="http://schemas.microsoft.com/office/2007/relationships/hdphoto" Target="../media/image52.wdp"/></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4" Type="http://schemas.microsoft.com/office/2007/relationships/hdphoto" Target="../media/image51.wdp"/></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40.png"/><Relationship Id="rId3" Type="http://schemas.microsoft.com/office/2007/relationships/hdphoto" Target="../media/image51.wdp"/><Relationship Id="rId7" Type="http://schemas.openxmlformats.org/officeDocument/2006/relationships/image" Target="../media/image10.png"/><Relationship Id="rId12"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Master" Target="../slideMasters/slideMaster4.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image" Target="../media/image8.png"/><Relationship Id="rId10" Type="http://schemas.openxmlformats.org/officeDocument/2006/relationships/image" Target="../media/image28.png"/><Relationship Id="rId4" Type="http://schemas.openxmlformats.org/officeDocument/2006/relationships/image" Target="../media/image7.png"/><Relationship Id="rId9" Type="http://schemas.openxmlformats.org/officeDocument/2006/relationships/image" Target="../media/image27.png"/></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29.png"/><Relationship Id="rId12" Type="http://schemas.openxmlformats.org/officeDocument/2006/relationships/image" Target="../media/image7.png"/><Relationship Id="rId2" Type="http://schemas.openxmlformats.org/officeDocument/2006/relationships/image" Target="../media/image25.png"/><Relationship Id="rId1" Type="http://schemas.openxmlformats.org/officeDocument/2006/relationships/slideMaster" Target="../slideMasters/slideMaster4.xml"/><Relationship Id="rId6" Type="http://schemas.openxmlformats.org/officeDocument/2006/relationships/image" Target="../media/image28.png"/><Relationship Id="rId11" Type="http://schemas.microsoft.com/office/2007/relationships/hdphoto" Target="../media/image51.wdp"/><Relationship Id="rId5" Type="http://schemas.openxmlformats.org/officeDocument/2006/relationships/image" Target="../media/image27.png"/><Relationship Id="rId10" Type="http://schemas.openxmlformats.org/officeDocument/2006/relationships/image" Target="../media/image6.png"/><Relationship Id="rId4" Type="http://schemas.openxmlformats.org/officeDocument/2006/relationships/image" Target="../media/image26.png"/><Relationship Id="rId9" Type="http://schemas.openxmlformats.org/officeDocument/2006/relationships/image" Target="../media/image40.png"/></Relationships>
</file>

<file path=ppt/slideLayouts/_rels/slideLayout76.xml.rels><?xml version="1.0" encoding="UTF-8" standalone="yes"?>
<Relationships xmlns="http://schemas.openxmlformats.org/package/2006/relationships"><Relationship Id="rId8" Type="http://schemas.microsoft.com/office/2007/relationships/hdphoto" Target="../media/image55.wdp"/><Relationship Id="rId13" Type="http://schemas.openxmlformats.org/officeDocument/2006/relationships/image" Target="../media/image37.png"/><Relationship Id="rId3" Type="http://schemas.microsoft.com/office/2007/relationships/hdphoto" Target="../media/image53.wdp"/><Relationship Id="rId7" Type="http://schemas.openxmlformats.org/officeDocument/2006/relationships/image" Target="../media/image34.png"/><Relationship Id="rId12" Type="http://schemas.microsoft.com/office/2007/relationships/hdphoto" Target="../media/image57.wdp"/><Relationship Id="rId2" Type="http://schemas.openxmlformats.org/officeDocument/2006/relationships/image" Target="../media/image31.png"/><Relationship Id="rId1" Type="http://schemas.openxmlformats.org/officeDocument/2006/relationships/slideMaster" Target="../slideMasters/slideMaster4.xml"/><Relationship Id="rId6" Type="http://schemas.microsoft.com/office/2007/relationships/hdphoto" Target="../media/image54.wdp"/><Relationship Id="rId11" Type="http://schemas.openxmlformats.org/officeDocument/2006/relationships/image" Target="../media/image36.png"/><Relationship Id="rId5" Type="http://schemas.openxmlformats.org/officeDocument/2006/relationships/image" Target="../media/image33.png"/><Relationship Id="rId10" Type="http://schemas.microsoft.com/office/2007/relationships/hdphoto" Target="../media/image56.wdp"/><Relationship Id="rId4" Type="http://schemas.openxmlformats.org/officeDocument/2006/relationships/image" Target="../media/image32.svg"/><Relationship Id="rId9" Type="http://schemas.openxmlformats.org/officeDocument/2006/relationships/image" Target="../media/image35.png"/><Relationship Id="rId14" Type="http://schemas.microsoft.com/office/2007/relationships/hdphoto" Target="../media/image58.wdp"/></Relationships>
</file>

<file path=ppt/slideLayouts/_rels/slideLayout77.xml.rels><?xml version="1.0" encoding="UTF-8" standalone="yes"?>
<Relationships xmlns="http://schemas.openxmlformats.org/package/2006/relationships"><Relationship Id="rId8" Type="http://schemas.microsoft.com/office/2007/relationships/hdphoto" Target="../media/image51.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5.xml"/><Relationship Id="rId6" Type="http://schemas.openxmlformats.org/officeDocument/2006/relationships/diagramColors" Target="../diagrams/colors5.xml"/><Relationship Id="rId11" Type="http://schemas.openxmlformats.org/officeDocument/2006/relationships/image" Target="../media/image14.png"/><Relationship Id="rId5" Type="http://schemas.openxmlformats.org/officeDocument/2006/relationships/diagramQuickStyle" Target="../diagrams/quickStyle5.xml"/><Relationship Id="rId10" Type="http://schemas.openxmlformats.org/officeDocument/2006/relationships/image" Target="../media/image13.svg"/><Relationship Id="rId4" Type="http://schemas.openxmlformats.org/officeDocument/2006/relationships/diagramLayout" Target="../diagrams/layout5.xml"/><Relationship Id="rId9" Type="http://schemas.openxmlformats.org/officeDocument/2006/relationships/image" Target="../media/image12.png"/></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3" Type="http://schemas.microsoft.com/office/2007/relationships/hdphoto" Target="../media/image52.wdp"/><Relationship Id="rId2" Type="http://schemas.openxmlformats.org/officeDocument/2006/relationships/image" Target="../media/image20.png"/><Relationship Id="rId1" Type="http://schemas.openxmlformats.org/officeDocument/2006/relationships/slideMaster" Target="../slideMasters/slideMaster5.xml"/><Relationship Id="rId5" Type="http://schemas.openxmlformats.org/officeDocument/2006/relationships/image" Target="../media/image41.png"/><Relationship Id="rId4" Type="http://schemas.openxmlformats.org/officeDocument/2006/relationships/image" Target="../media/image10.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5.xml"/><Relationship Id="rId6" Type="http://schemas.openxmlformats.org/officeDocument/2006/relationships/image" Target="../media/image8.png"/><Relationship Id="rId5" Type="http://schemas.openxmlformats.org/officeDocument/2006/relationships/image" Target="../media/image7.png"/><Relationship Id="rId4" Type="http://schemas.microsoft.com/office/2007/relationships/hdphoto" Target="../media/image51.wdp"/></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41.png"/><Relationship Id="rId3" Type="http://schemas.microsoft.com/office/2007/relationships/hdphoto" Target="../media/image51.wdp"/><Relationship Id="rId7" Type="http://schemas.openxmlformats.org/officeDocument/2006/relationships/image" Target="../media/image10.png"/><Relationship Id="rId12"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Master" Target="../slideMasters/slideMaster5.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image" Target="../media/image8.png"/><Relationship Id="rId10" Type="http://schemas.openxmlformats.org/officeDocument/2006/relationships/image" Target="../media/image28.png"/><Relationship Id="rId4" Type="http://schemas.openxmlformats.org/officeDocument/2006/relationships/image" Target="../media/image7.png"/><Relationship Id="rId9" Type="http://schemas.openxmlformats.org/officeDocument/2006/relationships/image" Target="../media/image27.png"/></Relationships>
</file>

<file path=ppt/slideLayouts/_rels/slideLayout94.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29.png"/><Relationship Id="rId12" Type="http://schemas.openxmlformats.org/officeDocument/2006/relationships/image" Target="../media/image7.png"/><Relationship Id="rId2" Type="http://schemas.openxmlformats.org/officeDocument/2006/relationships/image" Target="../media/image25.png"/><Relationship Id="rId1" Type="http://schemas.openxmlformats.org/officeDocument/2006/relationships/slideMaster" Target="../slideMasters/slideMaster5.xml"/><Relationship Id="rId6" Type="http://schemas.openxmlformats.org/officeDocument/2006/relationships/image" Target="../media/image28.png"/><Relationship Id="rId11" Type="http://schemas.microsoft.com/office/2007/relationships/hdphoto" Target="../media/image51.wdp"/><Relationship Id="rId5" Type="http://schemas.openxmlformats.org/officeDocument/2006/relationships/image" Target="../media/image27.png"/><Relationship Id="rId10" Type="http://schemas.openxmlformats.org/officeDocument/2006/relationships/image" Target="../media/image6.png"/><Relationship Id="rId4" Type="http://schemas.openxmlformats.org/officeDocument/2006/relationships/image" Target="../media/image26.png"/><Relationship Id="rId9" Type="http://schemas.openxmlformats.org/officeDocument/2006/relationships/image" Target="../media/image41.png"/></Relationships>
</file>

<file path=ppt/slideLayouts/_rels/slideLayout95.xml.rels><?xml version="1.0" encoding="UTF-8" standalone="yes"?>
<Relationships xmlns="http://schemas.openxmlformats.org/package/2006/relationships"><Relationship Id="rId8" Type="http://schemas.microsoft.com/office/2007/relationships/hdphoto" Target="../media/image55.wdp"/><Relationship Id="rId13" Type="http://schemas.openxmlformats.org/officeDocument/2006/relationships/image" Target="../media/image37.png"/><Relationship Id="rId3" Type="http://schemas.microsoft.com/office/2007/relationships/hdphoto" Target="../media/image53.wdp"/><Relationship Id="rId7" Type="http://schemas.openxmlformats.org/officeDocument/2006/relationships/image" Target="../media/image34.png"/><Relationship Id="rId12" Type="http://schemas.microsoft.com/office/2007/relationships/hdphoto" Target="../media/image57.wdp"/><Relationship Id="rId2" Type="http://schemas.openxmlformats.org/officeDocument/2006/relationships/image" Target="../media/image31.png"/><Relationship Id="rId1" Type="http://schemas.openxmlformats.org/officeDocument/2006/relationships/slideMaster" Target="../slideMasters/slideMaster5.xml"/><Relationship Id="rId6" Type="http://schemas.microsoft.com/office/2007/relationships/hdphoto" Target="../media/image54.wdp"/><Relationship Id="rId11" Type="http://schemas.openxmlformats.org/officeDocument/2006/relationships/image" Target="../media/image36.png"/><Relationship Id="rId5" Type="http://schemas.openxmlformats.org/officeDocument/2006/relationships/image" Target="../media/image33.png"/><Relationship Id="rId10" Type="http://schemas.microsoft.com/office/2007/relationships/hdphoto" Target="../media/image56.wdp"/><Relationship Id="rId4" Type="http://schemas.openxmlformats.org/officeDocument/2006/relationships/image" Target="../media/image32.svg"/><Relationship Id="rId9" Type="http://schemas.openxmlformats.org/officeDocument/2006/relationships/image" Target="../media/image35.png"/><Relationship Id="rId14" Type="http://schemas.microsoft.com/office/2007/relationships/hdphoto" Target="../media/image58.wdp"/></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ur Key Question is">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B79B11F8-C457-8B5A-7DB2-A0B3822642CF}"/>
              </a:ext>
            </a:extLst>
          </p:cNvPr>
          <p:cNvSpPr/>
          <p:nvPr userDrawn="1"/>
        </p:nvSpPr>
        <p:spPr>
          <a:xfrm>
            <a:off x="1665866" y="215038"/>
            <a:ext cx="8504851" cy="2763090"/>
          </a:xfrm>
          <a:prstGeom prst="cloud">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8" name="Picture 7" descr="A picture containing room&#10;&#10;Description automatically generated">
            <a:extLst>
              <a:ext uri="{FF2B5EF4-FFF2-40B4-BE49-F238E27FC236}">
                <a16:creationId xmlns:a16="http://schemas.microsoft.com/office/drawing/2014/main" id="{DC7A9518-C555-4E09-54D1-0E22EFD76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59900" y="3256317"/>
            <a:ext cx="1179274" cy="1711658"/>
          </a:xfrm>
          <a:prstGeom prst="rect">
            <a:avLst/>
          </a:prstGeom>
        </p:spPr>
      </p:pic>
      <p:grpSp>
        <p:nvGrpSpPr>
          <p:cNvPr id="9" name="Group 8">
            <a:extLst>
              <a:ext uri="{FF2B5EF4-FFF2-40B4-BE49-F238E27FC236}">
                <a16:creationId xmlns:a16="http://schemas.microsoft.com/office/drawing/2014/main" id="{25DAF98D-1546-11DC-FCBC-99F15C737598}"/>
              </a:ext>
            </a:extLst>
          </p:cNvPr>
          <p:cNvGrpSpPr/>
          <p:nvPr userDrawn="1"/>
        </p:nvGrpSpPr>
        <p:grpSpPr>
          <a:xfrm>
            <a:off x="10357333" y="154065"/>
            <a:ext cx="1648051" cy="1648051"/>
            <a:chOff x="8847786" y="141950"/>
            <a:chExt cx="1362870" cy="1362870"/>
          </a:xfrm>
        </p:grpSpPr>
        <p:pic>
          <p:nvPicPr>
            <p:cNvPr id="10" name="Picture 9">
              <a:extLst>
                <a:ext uri="{FF2B5EF4-FFF2-40B4-BE49-F238E27FC236}">
                  <a16:creationId xmlns:a16="http://schemas.microsoft.com/office/drawing/2014/main" id="{F48D769F-92AA-C62C-CEBF-72ACEE790429}"/>
                </a:ext>
              </a:extLst>
            </p:cNvPr>
            <p:cNvPicPr>
              <a:picLocks noChangeAspect="1"/>
            </p:cNvPicPr>
            <p:nvPr/>
          </p:nvPicPr>
          <p:blipFill>
            <a:blip r:embed="rId3"/>
            <a:stretch>
              <a:fillRect/>
            </a:stretch>
          </p:blipFill>
          <p:spPr>
            <a:xfrm>
              <a:off x="8847786" y="828637"/>
              <a:ext cx="676183" cy="676183"/>
            </a:xfrm>
            <a:prstGeom prst="rect">
              <a:avLst/>
            </a:prstGeom>
          </p:spPr>
        </p:pic>
        <p:pic>
          <p:nvPicPr>
            <p:cNvPr id="11" name="Picture 10">
              <a:extLst>
                <a:ext uri="{FF2B5EF4-FFF2-40B4-BE49-F238E27FC236}">
                  <a16:creationId xmlns:a16="http://schemas.microsoft.com/office/drawing/2014/main" id="{51A96F2E-8EE9-43D4-0408-90BA761340C6}"/>
                </a:ext>
              </a:extLst>
            </p:cNvPr>
            <p:cNvPicPr>
              <a:picLocks noChangeAspect="1"/>
            </p:cNvPicPr>
            <p:nvPr/>
          </p:nvPicPr>
          <p:blipFill>
            <a:blip r:embed="rId4"/>
            <a:stretch>
              <a:fillRect/>
            </a:stretch>
          </p:blipFill>
          <p:spPr>
            <a:xfrm>
              <a:off x="9534473" y="828637"/>
              <a:ext cx="676183" cy="676183"/>
            </a:xfrm>
            <a:prstGeom prst="rect">
              <a:avLst/>
            </a:prstGeom>
          </p:spPr>
        </p:pic>
        <p:pic>
          <p:nvPicPr>
            <p:cNvPr id="12" name="Picture 11">
              <a:extLst>
                <a:ext uri="{FF2B5EF4-FFF2-40B4-BE49-F238E27FC236}">
                  <a16:creationId xmlns:a16="http://schemas.microsoft.com/office/drawing/2014/main" id="{A5AF5C3E-FFA9-5539-5462-C4FDA60381BA}"/>
                </a:ext>
              </a:extLst>
            </p:cNvPr>
            <p:cNvPicPr>
              <a:picLocks noChangeAspect="1"/>
            </p:cNvPicPr>
            <p:nvPr/>
          </p:nvPicPr>
          <p:blipFill>
            <a:blip r:embed="rId5"/>
            <a:stretch>
              <a:fillRect/>
            </a:stretch>
          </p:blipFill>
          <p:spPr>
            <a:xfrm>
              <a:off x="9534472" y="141950"/>
              <a:ext cx="676183" cy="676183"/>
            </a:xfrm>
            <a:prstGeom prst="rect">
              <a:avLst/>
            </a:prstGeom>
          </p:spPr>
        </p:pic>
        <p:pic>
          <p:nvPicPr>
            <p:cNvPr id="13" name="Picture 12">
              <a:extLst>
                <a:ext uri="{FF2B5EF4-FFF2-40B4-BE49-F238E27FC236}">
                  <a16:creationId xmlns:a16="http://schemas.microsoft.com/office/drawing/2014/main" id="{A71642E4-75DE-1766-9E03-1FB909AE28FD}"/>
                </a:ext>
              </a:extLst>
            </p:cNvPr>
            <p:cNvPicPr>
              <a:picLocks noChangeAspect="1"/>
            </p:cNvPicPr>
            <p:nvPr/>
          </p:nvPicPr>
          <p:blipFill>
            <a:blip r:embed="rId6"/>
            <a:stretch>
              <a:fillRect/>
            </a:stretch>
          </p:blipFill>
          <p:spPr>
            <a:xfrm>
              <a:off x="8847786" y="141950"/>
              <a:ext cx="676183" cy="676183"/>
            </a:xfrm>
            <a:prstGeom prst="rect">
              <a:avLst/>
            </a:prstGeom>
          </p:spPr>
        </p:pic>
      </p:grpSp>
      <p:sp>
        <p:nvSpPr>
          <p:cNvPr id="16" name="TextBox 15">
            <a:extLst>
              <a:ext uri="{FF2B5EF4-FFF2-40B4-BE49-F238E27FC236}">
                <a16:creationId xmlns:a16="http://schemas.microsoft.com/office/drawing/2014/main" id="{B51F51B4-AEEF-DCBE-D5E3-959BD4FE0BF1}"/>
              </a:ext>
            </a:extLst>
          </p:cNvPr>
          <p:cNvSpPr txBox="1"/>
          <p:nvPr userDrawn="1"/>
        </p:nvSpPr>
        <p:spPr>
          <a:xfrm>
            <a:off x="10344525" y="1771029"/>
            <a:ext cx="1686365" cy="242374"/>
          </a:xfrm>
          <a:prstGeom prst="rect">
            <a:avLst/>
          </a:prstGeom>
          <a:noFill/>
        </p:spPr>
        <p:txBody>
          <a:bodyPr wrap="square" rtlCol="0">
            <a:spAutoFit/>
          </a:bodyPr>
          <a:lstStyle/>
          <a:p>
            <a:pPr algn="ctr"/>
            <a:r>
              <a:rPr lang="en-GB" sz="975" b="0" i="0">
                <a:latin typeface="Twinkl Cursive Looped" panose="02000000000000000000" pitchFamily="2" charset="77"/>
                <a:ea typeface="Sassoon Infant Rg" panose="02000503030000020003" pitchFamily="2" charset="0"/>
              </a:rPr>
              <a:t>21st Century Learning Skills</a:t>
            </a:r>
          </a:p>
        </p:txBody>
      </p:sp>
      <p:pic>
        <p:nvPicPr>
          <p:cNvPr id="17" name="Picture 16">
            <a:extLst>
              <a:ext uri="{FF2B5EF4-FFF2-40B4-BE49-F238E27FC236}">
                <a16:creationId xmlns:a16="http://schemas.microsoft.com/office/drawing/2014/main" id="{8F3F2A77-4134-EC11-46EB-A7AA627FC014}"/>
              </a:ext>
            </a:extLst>
          </p:cNvPr>
          <p:cNvPicPr>
            <a:picLocks noChangeAspect="1"/>
          </p:cNvPicPr>
          <p:nvPr userDrawn="1"/>
        </p:nvPicPr>
        <p:blipFill rotWithShape="1">
          <a:blip r:embed="rId7">
            <a:extLst>
              <a:ext uri="{BEBA8EAE-BF5A-486C-A8C5-ECC9F3942E4B}">
                <a14:imgProps xmlns:a14="http://schemas.microsoft.com/office/drawing/2010/main">
                  <a14:imgLayer r:embed="rId8">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flipH="1">
            <a:off x="7468236" y="2737060"/>
            <a:ext cx="1750251" cy="2146686"/>
          </a:xfrm>
          <a:prstGeom prst="rect">
            <a:avLst/>
          </a:prstGeom>
        </p:spPr>
      </p:pic>
      <p:pic>
        <p:nvPicPr>
          <p:cNvPr id="18" name="Picture 17">
            <a:extLst>
              <a:ext uri="{FF2B5EF4-FFF2-40B4-BE49-F238E27FC236}">
                <a16:creationId xmlns:a16="http://schemas.microsoft.com/office/drawing/2014/main" id="{99CC78E3-5490-F69B-6984-2E5236E755BD}"/>
              </a:ext>
            </a:extLst>
          </p:cNvPr>
          <p:cNvPicPr>
            <a:picLocks noChangeAspect="1"/>
          </p:cNvPicPr>
          <p:nvPr userDrawn="1"/>
        </p:nvPicPr>
        <p:blipFill rotWithShape="1">
          <a:blip r:embed="rId9">
            <a:extLst>
              <a:ext uri="{BEBA8EAE-BF5A-486C-A8C5-ECC9F3942E4B}">
                <a14:imgProps xmlns:a14="http://schemas.microsoft.com/office/drawing/2010/main">
                  <a14:imgLayer r:embed="rId8">
                    <a14:imgEffect>
                      <a14:backgroundRemoval t="61793" b="81925" l="64809" r="78176">
                        <a14:foregroundMark x1="75238" y1="61799" x2="75238" y2="61799"/>
                      </a14:backgroundRemoval>
                    </a14:imgEffect>
                  </a14:imgLayer>
                </a14:imgProps>
              </a:ext>
            </a:extLst>
          </a:blip>
          <a:srcRect l="63138" t="59276" r="20153" b="15559"/>
          <a:stretch/>
        </p:blipFill>
        <p:spPr>
          <a:xfrm flipH="1">
            <a:off x="3116064" y="2716803"/>
            <a:ext cx="1679750" cy="2398601"/>
          </a:xfrm>
          <a:prstGeom prst="rect">
            <a:avLst/>
          </a:prstGeom>
        </p:spPr>
      </p:pic>
      <p:pic>
        <p:nvPicPr>
          <p:cNvPr id="19" name="Picture 18">
            <a:extLst>
              <a:ext uri="{FF2B5EF4-FFF2-40B4-BE49-F238E27FC236}">
                <a16:creationId xmlns:a16="http://schemas.microsoft.com/office/drawing/2014/main" id="{A70DB80A-87E5-2F1D-E192-CBC17CA7F487}"/>
              </a:ext>
            </a:extLst>
          </p:cNvPr>
          <p:cNvPicPr>
            <a:picLocks noChangeAspect="1"/>
          </p:cNvPicPr>
          <p:nvPr userDrawn="1"/>
        </p:nvPicPr>
        <p:blipFill rotWithShape="1">
          <a:blip r:embed="rId10">
            <a:extLst>
              <a:ext uri="{BEBA8EAE-BF5A-486C-A8C5-ECC9F3942E4B}">
                <a14:imgProps xmlns:a14="http://schemas.microsoft.com/office/drawing/2010/main">
                  <a14:imgLayer r:embed="rId8">
                    <a14:imgEffect>
                      <a14:backgroundRemoval t="61793" b="81925" l="43765" r="56864"/>
                    </a14:imgEffect>
                  </a14:imgLayer>
                </a14:imgProps>
              </a:ext>
            </a:extLst>
          </a:blip>
          <a:srcRect l="42128" t="59276" r="41499" b="15559"/>
          <a:stretch/>
        </p:blipFill>
        <p:spPr>
          <a:xfrm>
            <a:off x="4680150" y="2888780"/>
            <a:ext cx="1645920" cy="2398601"/>
          </a:xfrm>
          <a:prstGeom prst="rect">
            <a:avLst/>
          </a:prstGeom>
        </p:spPr>
      </p:pic>
      <p:grpSp>
        <p:nvGrpSpPr>
          <p:cNvPr id="20" name="Group 19">
            <a:extLst>
              <a:ext uri="{FF2B5EF4-FFF2-40B4-BE49-F238E27FC236}">
                <a16:creationId xmlns:a16="http://schemas.microsoft.com/office/drawing/2014/main" id="{319857BE-DDFC-D079-6FAD-C084CE926065}"/>
              </a:ext>
            </a:extLst>
          </p:cNvPr>
          <p:cNvGrpSpPr/>
          <p:nvPr userDrawn="1"/>
        </p:nvGrpSpPr>
        <p:grpSpPr>
          <a:xfrm>
            <a:off x="2765609" y="701604"/>
            <a:ext cx="4476397" cy="1473969"/>
            <a:chOff x="1400000" y="126068"/>
            <a:chExt cx="4476397" cy="1473969"/>
          </a:xfrm>
        </p:grpSpPr>
        <p:pic>
          <p:nvPicPr>
            <p:cNvPr id="21" name="Picture 17">
              <a:extLst>
                <a:ext uri="{FF2B5EF4-FFF2-40B4-BE49-F238E27FC236}">
                  <a16:creationId xmlns:a16="http://schemas.microsoft.com/office/drawing/2014/main" id="{8E2B66C8-56E7-D5AC-A43F-D8A64E7DBC7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00000" y="126068"/>
              <a:ext cx="1679750" cy="147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1D9AC7F5-F0E5-1321-D781-89CEA212523E}"/>
                </a:ext>
              </a:extLst>
            </p:cNvPr>
            <p:cNvSpPr txBox="1"/>
            <p:nvPr userDrawn="1"/>
          </p:nvSpPr>
          <p:spPr>
            <a:xfrm>
              <a:off x="2072150" y="171993"/>
              <a:ext cx="3804247" cy="592470"/>
            </a:xfrm>
            <a:prstGeom prst="rect">
              <a:avLst/>
            </a:prstGeom>
            <a:noFill/>
          </p:spPr>
          <p:txBody>
            <a:bodyPr wrap="none" rtlCol="0">
              <a:spAutoFit/>
            </a:bodyPr>
            <a:lstStyle/>
            <a:p>
              <a:r>
                <a:rPr lang="en-GB" sz="3250" b="0" i="0" u="sng">
                  <a:latin typeface="Twinkl Cursive Looped" panose="02000000000000000000" pitchFamily="2" charset="77"/>
                </a:rPr>
                <a:t>Our Key Question is</a:t>
              </a:r>
            </a:p>
          </p:txBody>
        </p:sp>
      </p:grpSp>
      <p:sp>
        <p:nvSpPr>
          <p:cNvPr id="31" name="Text Placeholder 17">
            <a:extLst>
              <a:ext uri="{FF2B5EF4-FFF2-40B4-BE49-F238E27FC236}">
                <a16:creationId xmlns:a16="http://schemas.microsoft.com/office/drawing/2014/main" id="{60FAA345-2F4A-20B9-CC7E-40D118610466}"/>
              </a:ext>
            </a:extLst>
          </p:cNvPr>
          <p:cNvSpPr>
            <a:spLocks noGrp="1"/>
          </p:cNvSpPr>
          <p:nvPr>
            <p:ph type="body" sz="quarter" idx="10" hasCustomPrompt="1"/>
          </p:nvPr>
        </p:nvSpPr>
        <p:spPr>
          <a:xfrm>
            <a:off x="4597738" y="1309016"/>
            <a:ext cx="525175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Our Key Question is: </a:t>
            </a:r>
          </a:p>
          <a:p>
            <a:r>
              <a:rPr lang="en-GB" sz="2800" b="1"/>
              <a:t>[insert]</a:t>
            </a:r>
            <a:endParaRPr lang="en-GB" sz="2800"/>
          </a:p>
        </p:txBody>
      </p:sp>
      <p:pic>
        <p:nvPicPr>
          <p:cNvPr id="32" name="Picture 1" descr="Macintosh HD:Users:nicholasgarrick:Dropbox:1 LupL:6 Resources:Images and Icons:Icons:Geographer:icon_5211.png">
            <a:extLst>
              <a:ext uri="{FF2B5EF4-FFF2-40B4-BE49-F238E27FC236}">
                <a16:creationId xmlns:a16="http://schemas.microsoft.com/office/drawing/2014/main" id="{DCCAF885-B994-C933-F003-250AB5A3ED63}"/>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5634014" y="4876831"/>
            <a:ext cx="1223996" cy="1223996"/>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D06DC673-9376-9EB1-A76B-31A4D4AFF3EB}"/>
              </a:ext>
            </a:extLst>
          </p:cNvPr>
          <p:cNvSpPr txBox="1"/>
          <p:nvPr userDrawn="1"/>
        </p:nvSpPr>
        <p:spPr>
          <a:xfrm>
            <a:off x="4365817" y="6100827"/>
            <a:ext cx="3760390" cy="461665"/>
          </a:xfrm>
          <a:prstGeom prst="rect">
            <a:avLst/>
          </a:prstGeom>
          <a:noFill/>
        </p:spPr>
        <p:txBody>
          <a:bodyPr wrap="square" rtlCol="0">
            <a:spAutoFit/>
          </a:bodyPr>
          <a:lstStyle/>
          <a:p>
            <a:pPr algn="ctr"/>
            <a:r>
              <a:rPr lang="en-GB" sz="2400" b="0" i="0">
                <a:latin typeface="Twinkl Cursive Looped" panose="02000000000000000000" pitchFamily="2" charset="77"/>
              </a:rPr>
              <a:t>Being a Geographer</a:t>
            </a:r>
          </a:p>
        </p:txBody>
      </p:sp>
      <p:sp>
        <p:nvSpPr>
          <p:cNvPr id="34" name="Text Placeholder 17">
            <a:extLst>
              <a:ext uri="{FF2B5EF4-FFF2-40B4-BE49-F238E27FC236}">
                <a16:creationId xmlns:a16="http://schemas.microsoft.com/office/drawing/2014/main" id="{A9BAC9FA-D05E-28A1-7F09-6A51F3AF6AEE}"/>
              </a:ext>
            </a:extLst>
          </p:cNvPr>
          <p:cNvSpPr>
            <a:spLocks noGrp="1"/>
          </p:cNvSpPr>
          <p:nvPr>
            <p:ph type="body" sz="quarter" idx="11" hasCustomPrompt="1"/>
          </p:nvPr>
        </p:nvSpPr>
        <p:spPr>
          <a:xfrm>
            <a:off x="8381293" y="4965784"/>
            <a:ext cx="389311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Insert any other states of being icons for the whole enquiry</a:t>
            </a:r>
          </a:p>
        </p:txBody>
      </p:sp>
    </p:spTree>
    <p:extLst>
      <p:ext uri="{BB962C8B-B14F-4D97-AF65-F5344CB8AC3E}">
        <p14:creationId xmlns:p14="http://schemas.microsoft.com/office/powerpoint/2010/main" val="3658419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cepts &amp; Skill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B672B1-AC07-685F-26E5-5FE38F1AF523}"/>
              </a:ext>
            </a:extLst>
          </p:cNvPr>
          <p:cNvSpPr txBox="1"/>
          <p:nvPr userDrawn="1"/>
        </p:nvSpPr>
        <p:spPr>
          <a:xfrm>
            <a:off x="833846" y="115467"/>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FFC000"/>
                </a:solidFill>
                <a:effectLst/>
                <a:uLnTx/>
                <a:uFillTx/>
                <a:latin typeface="Twinkl Cursive Looped" panose="02000000000000000000" pitchFamily="2" charset="77"/>
                <a:ea typeface="Sassoon Infant Rg" panose="02000503030000020003" pitchFamily="2" charset="0"/>
                <a:cs typeface="+mn-cs"/>
              </a:rPr>
              <a:t>Being a Geographer</a:t>
            </a:r>
          </a:p>
        </p:txBody>
      </p:sp>
      <p:pic>
        <p:nvPicPr>
          <p:cNvPr id="4" name="Picture 3" descr="Macintosh HD:Users:nicholasgarrick:Dropbox:1 LupL:6 Resources:Images and Icons:Icons:Geographer:icon_5211.png">
            <a:extLst>
              <a:ext uri="{FF2B5EF4-FFF2-40B4-BE49-F238E27FC236}">
                <a16:creationId xmlns:a16="http://schemas.microsoft.com/office/drawing/2014/main" id="{C9368C0B-8A7A-3819-1CA5-AA42533CF6A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Diagram 8">
            <a:extLst>
              <a:ext uri="{FF2B5EF4-FFF2-40B4-BE49-F238E27FC236}">
                <a16:creationId xmlns:a16="http://schemas.microsoft.com/office/drawing/2014/main" id="{FB0AFE8A-73CC-12A4-8FE1-FF6EC924081B}"/>
              </a:ext>
            </a:extLst>
          </p:cNvPr>
          <p:cNvGraphicFramePr/>
          <p:nvPr userDrawn="1">
            <p:extLst>
              <p:ext uri="{D42A27DB-BD31-4B8C-83A1-F6EECF244321}">
                <p14:modId xmlns:p14="http://schemas.microsoft.com/office/powerpoint/2010/main" val="1257948248"/>
              </p:ext>
            </p:extLst>
          </p:nvPr>
        </p:nvGraphicFramePr>
        <p:xfrm>
          <a:off x="5203825" y="969922"/>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Oval 11">
            <a:extLst>
              <a:ext uri="{FF2B5EF4-FFF2-40B4-BE49-F238E27FC236}">
                <a16:creationId xmlns:a16="http://schemas.microsoft.com/office/drawing/2014/main" id="{F6972451-9FCF-E12E-E2C6-C5AEE9125716}"/>
              </a:ext>
            </a:extLst>
          </p:cNvPr>
          <p:cNvSpPr/>
          <p:nvPr userDrawn="1"/>
        </p:nvSpPr>
        <p:spPr>
          <a:xfrm>
            <a:off x="8638802" y="3169386"/>
            <a:ext cx="1196404" cy="1188720"/>
          </a:xfrm>
          <a:prstGeom prst="ellipse">
            <a:avLst/>
          </a:prstGeom>
          <a:solidFill>
            <a:srgbClr val="DAE3F3"/>
          </a:solidFill>
          <a:ln w="285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5" name="TextBox 14">
            <a:extLst>
              <a:ext uri="{FF2B5EF4-FFF2-40B4-BE49-F238E27FC236}">
                <a16:creationId xmlns:a16="http://schemas.microsoft.com/office/drawing/2014/main" id="{B5C5A300-381A-EE6C-5C2E-02ADDCF9465B}"/>
              </a:ext>
            </a:extLst>
          </p:cNvPr>
          <p:cNvSpPr txBox="1"/>
          <p:nvPr userDrawn="1"/>
        </p:nvSpPr>
        <p:spPr>
          <a:xfrm>
            <a:off x="8828342" y="3962098"/>
            <a:ext cx="762000" cy="369332"/>
          </a:xfrm>
          <a:prstGeom prst="rect">
            <a:avLst/>
          </a:prstGeom>
          <a:noFill/>
        </p:spPr>
        <p:txBody>
          <a:bodyPr wrap="square" rtlCol="0">
            <a:spAutoFit/>
          </a:bodyPr>
          <a:lstStyle/>
          <a:p>
            <a:pPr algn="ctr"/>
            <a:r>
              <a:rPr lang="en-GB" b="0" i="0">
                <a:latin typeface="Twinkl Cursive Looped" panose="02000000000000000000" pitchFamily="2" charset="77"/>
                <a:ea typeface="Sassoon Infant Rg" panose="02000503030000020003" pitchFamily="2" charset="0"/>
              </a:rPr>
              <a:t>Skills</a:t>
            </a:r>
          </a:p>
        </p:txBody>
      </p:sp>
      <p:grpSp>
        <p:nvGrpSpPr>
          <p:cNvPr id="18" name="Group 17">
            <a:extLst>
              <a:ext uri="{FF2B5EF4-FFF2-40B4-BE49-F238E27FC236}">
                <a16:creationId xmlns:a16="http://schemas.microsoft.com/office/drawing/2014/main" id="{7DC06F2E-1285-269E-7349-05A96EF1F535}"/>
              </a:ext>
            </a:extLst>
          </p:cNvPr>
          <p:cNvGrpSpPr/>
          <p:nvPr userDrawn="1"/>
        </p:nvGrpSpPr>
        <p:grpSpPr>
          <a:xfrm>
            <a:off x="9356620" y="1938523"/>
            <a:ext cx="1023036" cy="664762"/>
            <a:chOff x="9356620" y="1688266"/>
            <a:chExt cx="1023036" cy="664762"/>
          </a:xfrm>
        </p:grpSpPr>
        <p:pic>
          <p:nvPicPr>
            <p:cNvPr id="22" name="Picture 21" descr="A black background with a black square&#10;&#10;AI-generated content may be incorrect.">
              <a:extLst>
                <a:ext uri="{FF2B5EF4-FFF2-40B4-BE49-F238E27FC236}">
                  <a16:creationId xmlns:a16="http://schemas.microsoft.com/office/drawing/2014/main" id="{4D2AFD3F-AF4C-0C21-FFF6-473ACA17C821}"/>
                </a:ext>
              </a:extLst>
            </p:cNvPr>
            <p:cNvPicPr>
              <a:picLocks noChangeAspect="1"/>
            </p:cNvPicPr>
            <p:nvPr userDrawn="1"/>
          </p:nvPicPr>
          <p:blipFill>
            <a:blip r:embed="rId8"/>
            <a:srcRect b="24830"/>
            <a:stretch>
              <a:fillRect/>
            </a:stretch>
          </p:blipFill>
          <p:spPr>
            <a:xfrm>
              <a:off x="9356620" y="1698853"/>
              <a:ext cx="870269" cy="654175"/>
            </a:xfrm>
            <a:prstGeom prst="rect">
              <a:avLst/>
            </a:prstGeom>
          </p:spPr>
        </p:pic>
        <p:pic>
          <p:nvPicPr>
            <p:cNvPr id="25" name="Picture 24" descr="A black background with a black square&#10;&#10;AI-generated content may be incorrect.">
              <a:extLst>
                <a:ext uri="{FF2B5EF4-FFF2-40B4-BE49-F238E27FC236}">
                  <a16:creationId xmlns:a16="http://schemas.microsoft.com/office/drawing/2014/main" id="{72D65CA4-6512-DD92-8ED7-526936E97034}"/>
                </a:ext>
              </a:extLst>
            </p:cNvPr>
            <p:cNvPicPr>
              <a:picLocks noChangeAspect="1"/>
            </p:cNvPicPr>
            <p:nvPr userDrawn="1"/>
          </p:nvPicPr>
          <p:blipFill>
            <a:blip r:embed="rId9"/>
            <a:srcRect b="13048"/>
            <a:stretch>
              <a:fillRect/>
            </a:stretch>
          </p:blipFill>
          <p:spPr>
            <a:xfrm flipH="1">
              <a:off x="9791754" y="1688266"/>
              <a:ext cx="587902" cy="511195"/>
            </a:xfrm>
            <a:prstGeom prst="rect">
              <a:avLst/>
            </a:prstGeom>
          </p:spPr>
        </p:pic>
      </p:grpSp>
      <p:pic>
        <p:nvPicPr>
          <p:cNvPr id="27" name="Graphic 26">
            <a:extLst>
              <a:ext uri="{FF2B5EF4-FFF2-40B4-BE49-F238E27FC236}">
                <a16:creationId xmlns:a16="http://schemas.microsoft.com/office/drawing/2014/main" id="{D89F2DD5-B21C-7DBD-7E49-810C107AAE74}"/>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0214496" y="4187465"/>
            <a:ext cx="792672" cy="976340"/>
          </a:xfrm>
          <a:prstGeom prst="rect">
            <a:avLst/>
          </a:prstGeom>
        </p:spPr>
      </p:pic>
      <p:pic>
        <p:nvPicPr>
          <p:cNvPr id="28" name="Picture 27" descr="A black background with a black square&#10;&#10;AI-generated content may be incorrect.">
            <a:extLst>
              <a:ext uri="{FF2B5EF4-FFF2-40B4-BE49-F238E27FC236}">
                <a16:creationId xmlns:a16="http://schemas.microsoft.com/office/drawing/2014/main" id="{26A933A2-592C-7454-8D1A-96EC6FC9F6BD}"/>
              </a:ext>
            </a:extLst>
          </p:cNvPr>
          <p:cNvPicPr>
            <a:picLocks noChangeAspect="1"/>
          </p:cNvPicPr>
          <p:nvPr userDrawn="1"/>
        </p:nvPicPr>
        <p:blipFill>
          <a:blip r:embed="rId11"/>
          <a:srcRect b="13693"/>
          <a:stretch>
            <a:fillRect/>
          </a:stretch>
        </p:blipFill>
        <p:spPr>
          <a:xfrm>
            <a:off x="8674875" y="4378343"/>
            <a:ext cx="1038724" cy="896484"/>
          </a:xfrm>
          <a:prstGeom prst="rect">
            <a:avLst/>
          </a:prstGeom>
        </p:spPr>
      </p:pic>
      <p:pic>
        <p:nvPicPr>
          <p:cNvPr id="29" name="Picture 28" descr="A black background with a black square&#10;&#10;AI-generated content may be incorrect.">
            <a:extLst>
              <a:ext uri="{FF2B5EF4-FFF2-40B4-BE49-F238E27FC236}">
                <a16:creationId xmlns:a16="http://schemas.microsoft.com/office/drawing/2014/main" id="{1F0FBE62-EBD5-568C-556F-7F6DB434CD9D}"/>
              </a:ext>
            </a:extLst>
          </p:cNvPr>
          <p:cNvPicPr>
            <a:picLocks noChangeAspect="1"/>
          </p:cNvPicPr>
          <p:nvPr userDrawn="1"/>
        </p:nvPicPr>
        <p:blipFill>
          <a:blip r:embed="rId12"/>
          <a:srcRect b="14104"/>
          <a:stretch>
            <a:fillRect/>
          </a:stretch>
        </p:blipFill>
        <p:spPr>
          <a:xfrm>
            <a:off x="7281524" y="3493860"/>
            <a:ext cx="995670" cy="855239"/>
          </a:xfrm>
          <a:prstGeom prst="rect">
            <a:avLst/>
          </a:prstGeom>
        </p:spPr>
      </p:pic>
      <p:pic>
        <p:nvPicPr>
          <p:cNvPr id="30" name="Picture 29" descr="A black background with a black square&#10;&#10;AI-generated content may be incorrect.">
            <a:extLst>
              <a:ext uri="{FF2B5EF4-FFF2-40B4-BE49-F238E27FC236}">
                <a16:creationId xmlns:a16="http://schemas.microsoft.com/office/drawing/2014/main" id="{C0299BBE-0AB0-32A6-23B9-30E78001BEE7}"/>
              </a:ext>
            </a:extLst>
          </p:cNvPr>
          <p:cNvPicPr>
            <a:picLocks noChangeAspect="1"/>
          </p:cNvPicPr>
          <p:nvPr userDrawn="1"/>
        </p:nvPicPr>
        <p:blipFill>
          <a:blip r:embed="rId13"/>
          <a:srcRect b="13513"/>
          <a:stretch>
            <a:fillRect/>
          </a:stretch>
        </p:blipFill>
        <p:spPr>
          <a:xfrm>
            <a:off x="7950254" y="1935949"/>
            <a:ext cx="942975" cy="815546"/>
          </a:xfrm>
          <a:prstGeom prst="rect">
            <a:avLst/>
          </a:prstGeom>
        </p:spPr>
      </p:pic>
      <p:pic>
        <p:nvPicPr>
          <p:cNvPr id="31" name="Picture 1" descr="Macintosh HD:Users:nicholasgarrick:Dropbox:1 LupL:6 Resources:Images and Icons:Icons:Geographer:icon_5211.png">
            <a:extLst>
              <a:ext uri="{FF2B5EF4-FFF2-40B4-BE49-F238E27FC236}">
                <a16:creationId xmlns:a16="http://schemas.microsoft.com/office/drawing/2014/main" id="{B63E6F1E-341C-A86C-5E79-0CCBAF40EFA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856004" y="3298255"/>
            <a:ext cx="762000" cy="762000"/>
          </a:xfrm>
          <a:prstGeom prst="rect">
            <a:avLst/>
          </a:prstGeom>
          <a:noFill/>
          <a:extLst>
            <a:ext uri="{909E8E84-426E-40DD-AFC4-6F175D3DCCD1}">
              <a14:hiddenFill xmlns:a14="http://schemas.microsoft.com/office/drawing/2010/main">
                <a:solidFill>
                  <a:srgbClr val="FFFFFF"/>
                </a:solidFill>
              </a14:hiddenFill>
            </a:ext>
          </a:extLst>
        </p:spPr>
      </p:pic>
      <p:sp>
        <p:nvSpPr>
          <p:cNvPr id="26" name="Block Arc 25">
            <a:extLst>
              <a:ext uri="{FF2B5EF4-FFF2-40B4-BE49-F238E27FC236}">
                <a16:creationId xmlns:a16="http://schemas.microsoft.com/office/drawing/2014/main" id="{D65A4DA7-AE87-EB39-9C76-F0E505405E0D}"/>
              </a:ext>
            </a:extLst>
          </p:cNvPr>
          <p:cNvSpPr/>
          <p:nvPr userDrawn="1"/>
        </p:nvSpPr>
        <p:spPr>
          <a:xfrm>
            <a:off x="979667" y="1637988"/>
            <a:ext cx="4460515" cy="4460515"/>
          </a:xfrm>
          <a:prstGeom prst="blockArc">
            <a:avLst>
              <a:gd name="adj1" fmla="val 11880000"/>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2" name="Block Arc 31">
            <a:extLst>
              <a:ext uri="{FF2B5EF4-FFF2-40B4-BE49-F238E27FC236}">
                <a16:creationId xmlns:a16="http://schemas.microsoft.com/office/drawing/2014/main" id="{F7DB73B0-E970-8F1F-5855-A3A70B6077FA}"/>
              </a:ext>
            </a:extLst>
          </p:cNvPr>
          <p:cNvSpPr/>
          <p:nvPr userDrawn="1"/>
        </p:nvSpPr>
        <p:spPr>
          <a:xfrm>
            <a:off x="979667" y="1637988"/>
            <a:ext cx="4460515" cy="4460515"/>
          </a:xfrm>
          <a:prstGeom prst="blockArc">
            <a:avLst>
              <a:gd name="adj1" fmla="val 7560000"/>
              <a:gd name="adj2" fmla="val 1188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3" name="Block Arc 32">
            <a:extLst>
              <a:ext uri="{FF2B5EF4-FFF2-40B4-BE49-F238E27FC236}">
                <a16:creationId xmlns:a16="http://schemas.microsoft.com/office/drawing/2014/main" id="{AE117020-31D5-CC00-87CA-8035D37D912D}"/>
              </a:ext>
            </a:extLst>
          </p:cNvPr>
          <p:cNvSpPr/>
          <p:nvPr userDrawn="1"/>
        </p:nvSpPr>
        <p:spPr>
          <a:xfrm>
            <a:off x="979667" y="1637988"/>
            <a:ext cx="4460515" cy="4460515"/>
          </a:xfrm>
          <a:prstGeom prst="blockArc">
            <a:avLst>
              <a:gd name="adj1" fmla="val 3240000"/>
              <a:gd name="adj2" fmla="val 756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4" name="Block Arc 33">
            <a:extLst>
              <a:ext uri="{FF2B5EF4-FFF2-40B4-BE49-F238E27FC236}">
                <a16:creationId xmlns:a16="http://schemas.microsoft.com/office/drawing/2014/main" id="{C2D54078-E26A-533B-B6EA-5D9ACE39198A}"/>
              </a:ext>
            </a:extLst>
          </p:cNvPr>
          <p:cNvSpPr/>
          <p:nvPr userDrawn="1"/>
        </p:nvSpPr>
        <p:spPr>
          <a:xfrm>
            <a:off x="979667" y="1637988"/>
            <a:ext cx="4460515" cy="4460515"/>
          </a:xfrm>
          <a:prstGeom prst="blockArc">
            <a:avLst>
              <a:gd name="adj1" fmla="val 20520000"/>
              <a:gd name="adj2" fmla="val 324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5" name="Block Arc 34">
            <a:extLst>
              <a:ext uri="{FF2B5EF4-FFF2-40B4-BE49-F238E27FC236}">
                <a16:creationId xmlns:a16="http://schemas.microsoft.com/office/drawing/2014/main" id="{FF98B4B1-9ACD-D1BA-8AF4-2FDF4CF99F02}"/>
              </a:ext>
            </a:extLst>
          </p:cNvPr>
          <p:cNvSpPr/>
          <p:nvPr userDrawn="1"/>
        </p:nvSpPr>
        <p:spPr>
          <a:xfrm>
            <a:off x="979667" y="1637988"/>
            <a:ext cx="4460515" cy="4460515"/>
          </a:xfrm>
          <a:prstGeom prst="blockArc">
            <a:avLst>
              <a:gd name="adj1" fmla="val 16200000"/>
              <a:gd name="adj2" fmla="val 2052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6" name="Freeform 35">
            <a:extLst>
              <a:ext uri="{FF2B5EF4-FFF2-40B4-BE49-F238E27FC236}">
                <a16:creationId xmlns:a16="http://schemas.microsoft.com/office/drawing/2014/main" id="{4BC1237A-9E27-686B-64DF-A1D1C62E290B}"/>
              </a:ext>
            </a:extLst>
          </p:cNvPr>
          <p:cNvSpPr/>
          <p:nvPr userDrawn="1"/>
        </p:nvSpPr>
        <p:spPr>
          <a:xfrm>
            <a:off x="2184003" y="2842324"/>
            <a:ext cx="2051843" cy="2051843"/>
          </a:xfrm>
          <a:custGeom>
            <a:avLst/>
            <a:gdLst>
              <a:gd name="csX0" fmla="*/ 0 w 2051843"/>
              <a:gd name="csY0" fmla="*/ 1025922 h 2051843"/>
              <a:gd name="csX1" fmla="*/ 1025922 w 2051843"/>
              <a:gd name="csY1" fmla="*/ 0 h 2051843"/>
              <a:gd name="csX2" fmla="*/ 2051844 w 2051843"/>
              <a:gd name="csY2" fmla="*/ 1025922 h 2051843"/>
              <a:gd name="csX3" fmla="*/ 1025922 w 2051843"/>
              <a:gd name="csY3" fmla="*/ 2051844 h 2051843"/>
              <a:gd name="csX4" fmla="*/ 0 w 2051843"/>
              <a:gd name="csY4" fmla="*/ 1025922 h 2051843"/>
            </a:gdLst>
            <a:ahLst/>
            <a:cxnLst>
              <a:cxn ang="0">
                <a:pos x="csX0" y="csY0"/>
              </a:cxn>
              <a:cxn ang="0">
                <a:pos x="csX1" y="csY1"/>
              </a:cxn>
              <a:cxn ang="0">
                <a:pos x="csX2" y="csY2"/>
              </a:cxn>
              <a:cxn ang="0">
                <a:pos x="csX3" y="csY3"/>
              </a:cxn>
              <a:cxn ang="0">
                <a:pos x="csX4" y="csY4"/>
              </a:cxn>
            </a:cxnLst>
            <a:rect l="l" t="t" r="r" b="b"/>
            <a:pathLst>
              <a:path w="2051843" h="2051843">
                <a:moveTo>
                  <a:pt x="0" y="1025922"/>
                </a:moveTo>
                <a:cubicBezTo>
                  <a:pt x="0" y="459321"/>
                  <a:pt x="459321" y="0"/>
                  <a:pt x="1025922" y="0"/>
                </a:cubicBezTo>
                <a:cubicBezTo>
                  <a:pt x="1592523" y="0"/>
                  <a:pt x="2051844" y="459321"/>
                  <a:pt x="2051844" y="1025922"/>
                </a:cubicBezTo>
                <a:cubicBezTo>
                  <a:pt x="2051844" y="1592523"/>
                  <a:pt x="1592523" y="2051844"/>
                  <a:pt x="1025922" y="2051844"/>
                </a:cubicBezTo>
                <a:cubicBezTo>
                  <a:pt x="459321" y="2051844"/>
                  <a:pt x="0" y="1592523"/>
                  <a:pt x="0" y="1025922"/>
                </a:cubicBezTo>
                <a:close/>
              </a:path>
            </a:pathLst>
          </a:custGeom>
          <a:solidFill>
            <a:schemeClr val="accent6">
              <a:lumMod val="40000"/>
              <a:lumOff val="6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51285" tIns="351285" rIns="351285" bIns="351285" numCol="1" spcCol="1270" anchor="ctr" anchorCtr="0">
            <a:noAutofit/>
          </a:bodyPr>
          <a:lstStyle/>
          <a:p>
            <a:pPr marL="0" lvl="0" indent="0" algn="ctr" defTabSz="1778000">
              <a:lnSpc>
                <a:spcPct val="90000"/>
              </a:lnSpc>
              <a:spcBef>
                <a:spcPct val="0"/>
              </a:spcBef>
              <a:spcAft>
                <a:spcPct val="35000"/>
              </a:spcAft>
              <a:buNone/>
            </a:pPr>
            <a:endParaRPr lang="en-GB" sz="4000" b="0" kern="1200"/>
          </a:p>
          <a:p>
            <a:pPr marL="0" lvl="0" indent="0" algn="ctr" defTabSz="1778000">
              <a:lnSpc>
                <a:spcPct val="90000"/>
              </a:lnSpc>
              <a:spcBef>
                <a:spcPct val="0"/>
              </a:spcBef>
              <a:spcAft>
                <a:spcPct val="35000"/>
              </a:spcAft>
              <a:buNone/>
            </a:pPr>
            <a:endParaRPr lang="en-GB" sz="4000" b="0" kern="1200"/>
          </a:p>
        </p:txBody>
      </p:sp>
      <p:sp>
        <p:nvSpPr>
          <p:cNvPr id="41" name="TextBox 40">
            <a:extLst>
              <a:ext uri="{FF2B5EF4-FFF2-40B4-BE49-F238E27FC236}">
                <a16:creationId xmlns:a16="http://schemas.microsoft.com/office/drawing/2014/main" id="{A5AB3D2A-30C3-AE50-86D6-B59B9BFC088C}"/>
              </a:ext>
            </a:extLst>
          </p:cNvPr>
          <p:cNvSpPr txBox="1"/>
          <p:nvPr userDrawn="1"/>
        </p:nvSpPr>
        <p:spPr>
          <a:xfrm rot="16367761">
            <a:off x="2223417" y="2469219"/>
            <a:ext cx="1973014" cy="2366341"/>
          </a:xfrm>
          <a:prstGeom prst="rect">
            <a:avLst/>
          </a:prstGeom>
          <a:noFill/>
        </p:spPr>
        <p:txBody>
          <a:bodyPr wrap="square" rtlCol="0">
            <a:prstTxWarp prst="textCircle">
              <a:avLst>
                <a:gd name="adj" fmla="val 18617501"/>
              </a:avLst>
            </a:prstTxWarp>
            <a:spAutoFit/>
          </a:bodyPr>
          <a:lstStyle/>
          <a:p>
            <a:pPr algn="ctr"/>
            <a:r>
              <a:rPr lang="en-GB" sz="3200" b="0">
                <a:solidFill>
                  <a:schemeClr val="accent6">
                    <a:lumMod val="50000"/>
                  </a:schemeClr>
                </a:solidFill>
                <a:latin typeface="Twinkl Cursive Looped" panose="02000000000000000000" pitchFamily="2" charset="77"/>
                <a:ea typeface="Sassoon Infant Rg" panose="02000503030000020003" pitchFamily="2" charset="0"/>
              </a:rPr>
              <a:t>Substantive Concepts </a:t>
            </a:r>
          </a:p>
        </p:txBody>
      </p:sp>
      <p:pic>
        <p:nvPicPr>
          <p:cNvPr id="42" name="Picture 1" descr="Macintosh HD:Users:nicholasgarrick:Dropbox:1 LupL:6 Resources:Images and Icons:Icons:Geographer:icon_5211.png">
            <a:extLst>
              <a:ext uri="{FF2B5EF4-FFF2-40B4-BE49-F238E27FC236}">
                <a16:creationId xmlns:a16="http://schemas.microsoft.com/office/drawing/2014/main" id="{5B75D6AF-6141-A4B9-9C20-458D575F482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601679" y="3227210"/>
            <a:ext cx="1223996" cy="122399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BAEC3D70-8F22-C00B-5CC7-46284A838E40}"/>
              </a:ext>
            </a:extLst>
          </p:cNvPr>
          <p:cNvGrpSpPr/>
          <p:nvPr userDrawn="1"/>
        </p:nvGrpSpPr>
        <p:grpSpPr>
          <a:xfrm>
            <a:off x="860724" y="1490979"/>
            <a:ext cx="4687021" cy="4721323"/>
            <a:chOff x="860724" y="1490979"/>
            <a:chExt cx="4687021" cy="4721323"/>
          </a:xfrm>
        </p:grpSpPr>
        <p:grpSp>
          <p:nvGrpSpPr>
            <p:cNvPr id="5" name="Group 4">
              <a:extLst>
                <a:ext uri="{FF2B5EF4-FFF2-40B4-BE49-F238E27FC236}">
                  <a16:creationId xmlns:a16="http://schemas.microsoft.com/office/drawing/2014/main" id="{82CFBBB9-A881-A36C-7F66-A59A942FF1CF}"/>
                </a:ext>
              </a:extLst>
            </p:cNvPr>
            <p:cNvGrpSpPr/>
            <p:nvPr userDrawn="1"/>
          </p:nvGrpSpPr>
          <p:grpSpPr>
            <a:xfrm>
              <a:off x="1001696" y="1490979"/>
              <a:ext cx="4479565" cy="4581645"/>
              <a:chOff x="-6827777" y="-4338819"/>
              <a:chExt cx="4479565" cy="4581645"/>
            </a:xfrm>
          </p:grpSpPr>
          <p:sp>
            <p:nvSpPr>
              <p:cNvPr id="99" name="Block Arc 98">
                <a:extLst>
                  <a:ext uri="{FF2B5EF4-FFF2-40B4-BE49-F238E27FC236}">
                    <a16:creationId xmlns:a16="http://schemas.microsoft.com/office/drawing/2014/main" id="{A5D20AB0-5899-4612-9523-6EB7E03C663B}"/>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0" name="Block Arc 99">
                <a:extLst>
                  <a:ext uri="{FF2B5EF4-FFF2-40B4-BE49-F238E27FC236}">
                    <a16:creationId xmlns:a16="http://schemas.microsoft.com/office/drawing/2014/main" id="{3C9EB5B4-09DF-35A0-7502-B18217A657B8}"/>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1" name="Block Arc 100">
                <a:extLst>
                  <a:ext uri="{FF2B5EF4-FFF2-40B4-BE49-F238E27FC236}">
                    <a16:creationId xmlns:a16="http://schemas.microsoft.com/office/drawing/2014/main" id="{56745FE9-6639-5EA5-A55B-A5724F9429BC}"/>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102" name="Group 101">
                <a:extLst>
                  <a:ext uri="{FF2B5EF4-FFF2-40B4-BE49-F238E27FC236}">
                    <a16:creationId xmlns:a16="http://schemas.microsoft.com/office/drawing/2014/main" id="{7D169A7E-D3B0-9117-9935-8618473CBC73}"/>
                  </a:ext>
                </a:extLst>
              </p:cNvPr>
              <p:cNvGrpSpPr/>
              <p:nvPr userDrawn="1"/>
            </p:nvGrpSpPr>
            <p:grpSpPr>
              <a:xfrm>
                <a:off x="-6310685" y="-4338819"/>
                <a:ext cx="1109931" cy="1246186"/>
                <a:chOff x="1496758" y="1516859"/>
                <a:chExt cx="1109931" cy="1246186"/>
              </a:xfrm>
              <a:solidFill>
                <a:srgbClr val="FFC000"/>
              </a:solidFill>
            </p:grpSpPr>
            <p:grpSp>
              <p:nvGrpSpPr>
                <p:cNvPr id="107" name="Group 106">
                  <a:extLst>
                    <a:ext uri="{FF2B5EF4-FFF2-40B4-BE49-F238E27FC236}">
                      <a16:creationId xmlns:a16="http://schemas.microsoft.com/office/drawing/2014/main" id="{23F59D23-B470-6411-B92B-080DCD434F2E}"/>
                    </a:ext>
                  </a:extLst>
                </p:cNvPr>
                <p:cNvGrpSpPr/>
                <p:nvPr/>
              </p:nvGrpSpPr>
              <p:grpSpPr>
                <a:xfrm rot="337452">
                  <a:off x="1496758" y="2082879"/>
                  <a:ext cx="676676" cy="680166"/>
                  <a:chOff x="1490297" y="1956128"/>
                  <a:chExt cx="1043292" cy="1048672"/>
                </a:xfrm>
                <a:grpFill/>
              </p:grpSpPr>
              <p:sp>
                <p:nvSpPr>
                  <p:cNvPr id="112" name="Curved Right Arrow 111">
                    <a:extLst>
                      <a:ext uri="{FF2B5EF4-FFF2-40B4-BE49-F238E27FC236}">
                        <a16:creationId xmlns:a16="http://schemas.microsoft.com/office/drawing/2014/main" id="{479902FD-5868-6F87-2667-E043A38B7867}"/>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Curved Right Arrow 112">
                    <a:extLst>
                      <a:ext uri="{FF2B5EF4-FFF2-40B4-BE49-F238E27FC236}">
                        <a16:creationId xmlns:a16="http://schemas.microsoft.com/office/drawing/2014/main" id="{C9541158-7541-8B18-6B36-2310EBAA56B6}"/>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4" name="Curved Right Arrow 113">
                    <a:extLst>
                      <a:ext uri="{FF2B5EF4-FFF2-40B4-BE49-F238E27FC236}">
                        <a16:creationId xmlns:a16="http://schemas.microsoft.com/office/drawing/2014/main" id="{D9C015ED-BBE7-9BB8-92C8-5694C8D3A13A}"/>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08" name="Group 107">
                  <a:extLst>
                    <a:ext uri="{FF2B5EF4-FFF2-40B4-BE49-F238E27FC236}">
                      <a16:creationId xmlns:a16="http://schemas.microsoft.com/office/drawing/2014/main" id="{4AEF3EF4-FD17-31AE-E78A-D0CAA2F6A211}"/>
                    </a:ext>
                  </a:extLst>
                </p:cNvPr>
                <p:cNvGrpSpPr/>
                <p:nvPr/>
              </p:nvGrpSpPr>
              <p:grpSpPr>
                <a:xfrm rot="11791363">
                  <a:off x="1951309" y="1516859"/>
                  <a:ext cx="655380" cy="672414"/>
                  <a:chOff x="1537746" y="1986114"/>
                  <a:chExt cx="1010459" cy="1036722"/>
                </a:xfrm>
                <a:grpFill/>
              </p:grpSpPr>
              <p:sp>
                <p:nvSpPr>
                  <p:cNvPr id="109" name="Curved Right Arrow 108">
                    <a:extLst>
                      <a:ext uri="{FF2B5EF4-FFF2-40B4-BE49-F238E27FC236}">
                        <a16:creationId xmlns:a16="http://schemas.microsoft.com/office/drawing/2014/main" id="{DFD4F67E-1842-7FF3-432E-630F33ABDF32}"/>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0" name="Curved Right Arrow 109">
                    <a:extLst>
                      <a:ext uri="{FF2B5EF4-FFF2-40B4-BE49-F238E27FC236}">
                        <a16:creationId xmlns:a16="http://schemas.microsoft.com/office/drawing/2014/main" id="{C4421B9B-0A42-D845-9C69-9EFCC121FA8C}"/>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Curved Right Arrow 110">
                    <a:extLst>
                      <a:ext uri="{FF2B5EF4-FFF2-40B4-BE49-F238E27FC236}">
                        <a16:creationId xmlns:a16="http://schemas.microsoft.com/office/drawing/2014/main" id="{3E2EC88D-2659-C803-48B3-4EB2000ADB56}"/>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103" name="Block Arc 102">
                <a:extLst>
                  <a:ext uri="{FF2B5EF4-FFF2-40B4-BE49-F238E27FC236}">
                    <a16:creationId xmlns:a16="http://schemas.microsoft.com/office/drawing/2014/main" id="{8C71302C-29BC-5890-D7CB-A16038C10082}"/>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4" name="Block Arc 103">
                <a:extLst>
                  <a:ext uri="{FF2B5EF4-FFF2-40B4-BE49-F238E27FC236}">
                    <a16:creationId xmlns:a16="http://schemas.microsoft.com/office/drawing/2014/main" id="{30D01548-2DA2-5BB1-2803-A4A2FD541B59}"/>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5" name="Block Arc 104">
                <a:extLst>
                  <a:ext uri="{FF2B5EF4-FFF2-40B4-BE49-F238E27FC236}">
                    <a16:creationId xmlns:a16="http://schemas.microsoft.com/office/drawing/2014/main" id="{6F456347-47CE-3CE4-EF29-62F43ED0A2B6}"/>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6" name="Block Arc 105">
                <a:extLst>
                  <a:ext uri="{FF2B5EF4-FFF2-40B4-BE49-F238E27FC236}">
                    <a16:creationId xmlns:a16="http://schemas.microsoft.com/office/drawing/2014/main" id="{AEF90A1D-5B59-1545-252B-67061E3710E1}"/>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6" name="Group 5">
              <a:extLst>
                <a:ext uri="{FF2B5EF4-FFF2-40B4-BE49-F238E27FC236}">
                  <a16:creationId xmlns:a16="http://schemas.microsoft.com/office/drawing/2014/main" id="{15F21714-6809-7E39-742F-5CAFE0694C58}"/>
                </a:ext>
              </a:extLst>
            </p:cNvPr>
            <p:cNvGrpSpPr/>
            <p:nvPr userDrawn="1"/>
          </p:nvGrpSpPr>
          <p:grpSpPr>
            <a:xfrm rot="17234694">
              <a:off x="911764" y="1577422"/>
              <a:ext cx="4479565" cy="4581645"/>
              <a:chOff x="-6827777" y="-4338819"/>
              <a:chExt cx="4479565" cy="4581645"/>
            </a:xfrm>
          </p:grpSpPr>
          <p:sp>
            <p:nvSpPr>
              <p:cNvPr id="83" name="Block Arc 82">
                <a:extLst>
                  <a:ext uri="{FF2B5EF4-FFF2-40B4-BE49-F238E27FC236}">
                    <a16:creationId xmlns:a16="http://schemas.microsoft.com/office/drawing/2014/main" id="{BCE679E9-D7F0-0530-C962-5800FFE7069D}"/>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4" name="Block Arc 83">
                <a:extLst>
                  <a:ext uri="{FF2B5EF4-FFF2-40B4-BE49-F238E27FC236}">
                    <a16:creationId xmlns:a16="http://schemas.microsoft.com/office/drawing/2014/main" id="{CC91828B-3451-0663-75B4-BDD6885F4F32}"/>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5" name="Block Arc 84">
                <a:extLst>
                  <a:ext uri="{FF2B5EF4-FFF2-40B4-BE49-F238E27FC236}">
                    <a16:creationId xmlns:a16="http://schemas.microsoft.com/office/drawing/2014/main" id="{6817FBA4-1936-9058-0A8E-234A065DCCBB}"/>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86" name="Group 85">
                <a:extLst>
                  <a:ext uri="{FF2B5EF4-FFF2-40B4-BE49-F238E27FC236}">
                    <a16:creationId xmlns:a16="http://schemas.microsoft.com/office/drawing/2014/main" id="{1C6AB123-5B40-9C39-A941-E939C44A65C9}"/>
                  </a:ext>
                </a:extLst>
              </p:cNvPr>
              <p:cNvGrpSpPr/>
              <p:nvPr userDrawn="1"/>
            </p:nvGrpSpPr>
            <p:grpSpPr>
              <a:xfrm>
                <a:off x="-6310685" y="-4338819"/>
                <a:ext cx="1109931" cy="1246186"/>
                <a:chOff x="1496758" y="1516859"/>
                <a:chExt cx="1109931" cy="1246186"/>
              </a:xfrm>
              <a:solidFill>
                <a:srgbClr val="FFC000"/>
              </a:solidFill>
            </p:grpSpPr>
            <p:grpSp>
              <p:nvGrpSpPr>
                <p:cNvPr id="91" name="Group 90">
                  <a:extLst>
                    <a:ext uri="{FF2B5EF4-FFF2-40B4-BE49-F238E27FC236}">
                      <a16:creationId xmlns:a16="http://schemas.microsoft.com/office/drawing/2014/main" id="{834D5FE1-BF48-3712-5A11-908A76176976}"/>
                    </a:ext>
                  </a:extLst>
                </p:cNvPr>
                <p:cNvGrpSpPr/>
                <p:nvPr/>
              </p:nvGrpSpPr>
              <p:grpSpPr>
                <a:xfrm rot="337452">
                  <a:off x="1496758" y="2082879"/>
                  <a:ext cx="676676" cy="680166"/>
                  <a:chOff x="1490297" y="1956128"/>
                  <a:chExt cx="1043292" cy="1048672"/>
                </a:xfrm>
                <a:grpFill/>
              </p:grpSpPr>
              <p:sp>
                <p:nvSpPr>
                  <p:cNvPr id="96" name="Curved Right Arrow 95">
                    <a:extLst>
                      <a:ext uri="{FF2B5EF4-FFF2-40B4-BE49-F238E27FC236}">
                        <a16:creationId xmlns:a16="http://schemas.microsoft.com/office/drawing/2014/main" id="{CF4B54C6-6A5F-7DFB-0C64-98E6C8BF41F0}"/>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7" name="Curved Right Arrow 96">
                    <a:extLst>
                      <a:ext uri="{FF2B5EF4-FFF2-40B4-BE49-F238E27FC236}">
                        <a16:creationId xmlns:a16="http://schemas.microsoft.com/office/drawing/2014/main" id="{5767E3BA-8CA3-244B-9033-5C5C03251D89}"/>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8" name="Curved Right Arrow 97">
                    <a:extLst>
                      <a:ext uri="{FF2B5EF4-FFF2-40B4-BE49-F238E27FC236}">
                        <a16:creationId xmlns:a16="http://schemas.microsoft.com/office/drawing/2014/main" id="{9ECE95BB-7C6B-D52B-FEB4-25AE74298164}"/>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92" name="Group 91">
                  <a:extLst>
                    <a:ext uri="{FF2B5EF4-FFF2-40B4-BE49-F238E27FC236}">
                      <a16:creationId xmlns:a16="http://schemas.microsoft.com/office/drawing/2014/main" id="{26FEF4E7-ADF7-964D-988D-48439EFB476E}"/>
                    </a:ext>
                  </a:extLst>
                </p:cNvPr>
                <p:cNvGrpSpPr/>
                <p:nvPr/>
              </p:nvGrpSpPr>
              <p:grpSpPr>
                <a:xfrm rot="11791363">
                  <a:off x="1951309" y="1516859"/>
                  <a:ext cx="655380" cy="672414"/>
                  <a:chOff x="1537746" y="1986114"/>
                  <a:chExt cx="1010459" cy="1036722"/>
                </a:xfrm>
                <a:grpFill/>
              </p:grpSpPr>
              <p:sp>
                <p:nvSpPr>
                  <p:cNvPr id="93" name="Curved Right Arrow 92">
                    <a:extLst>
                      <a:ext uri="{FF2B5EF4-FFF2-40B4-BE49-F238E27FC236}">
                        <a16:creationId xmlns:a16="http://schemas.microsoft.com/office/drawing/2014/main" id="{E5011BBA-839A-5088-0FE7-3E887A39EF2C}"/>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Curved Right Arrow 93">
                    <a:extLst>
                      <a:ext uri="{FF2B5EF4-FFF2-40B4-BE49-F238E27FC236}">
                        <a16:creationId xmlns:a16="http://schemas.microsoft.com/office/drawing/2014/main" id="{20F4B7CF-09DC-BC39-A70E-F69E19F685AD}"/>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5" name="Curved Right Arrow 94">
                    <a:extLst>
                      <a:ext uri="{FF2B5EF4-FFF2-40B4-BE49-F238E27FC236}">
                        <a16:creationId xmlns:a16="http://schemas.microsoft.com/office/drawing/2014/main" id="{78C5C760-9501-33AD-B4C2-79AC4E556B54}"/>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87" name="Block Arc 86">
                <a:extLst>
                  <a:ext uri="{FF2B5EF4-FFF2-40B4-BE49-F238E27FC236}">
                    <a16:creationId xmlns:a16="http://schemas.microsoft.com/office/drawing/2014/main" id="{D993B034-171B-8C4A-201B-69E143EFD657}"/>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8" name="Block Arc 87">
                <a:extLst>
                  <a:ext uri="{FF2B5EF4-FFF2-40B4-BE49-F238E27FC236}">
                    <a16:creationId xmlns:a16="http://schemas.microsoft.com/office/drawing/2014/main" id="{984E0272-E18A-014C-3429-E33DB19D4A64}"/>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9" name="Block Arc 88">
                <a:extLst>
                  <a:ext uri="{FF2B5EF4-FFF2-40B4-BE49-F238E27FC236}">
                    <a16:creationId xmlns:a16="http://schemas.microsoft.com/office/drawing/2014/main" id="{E1506918-8165-1002-6D43-1214EF3822EC}"/>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90" name="Block Arc 89">
                <a:extLst>
                  <a:ext uri="{FF2B5EF4-FFF2-40B4-BE49-F238E27FC236}">
                    <a16:creationId xmlns:a16="http://schemas.microsoft.com/office/drawing/2014/main" id="{E1CF8784-188F-B9D5-72AC-754A96AD2DE5}"/>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7" name="Group 6">
              <a:extLst>
                <a:ext uri="{FF2B5EF4-FFF2-40B4-BE49-F238E27FC236}">
                  <a16:creationId xmlns:a16="http://schemas.microsoft.com/office/drawing/2014/main" id="{E3F04211-7FBA-DEDB-6623-718BDBAC7C29}"/>
                </a:ext>
              </a:extLst>
            </p:cNvPr>
            <p:cNvGrpSpPr/>
            <p:nvPr userDrawn="1"/>
          </p:nvGrpSpPr>
          <p:grpSpPr>
            <a:xfrm rot="12830433">
              <a:off x="938298" y="1630657"/>
              <a:ext cx="4479565" cy="4581645"/>
              <a:chOff x="-6827777" y="-4338819"/>
              <a:chExt cx="4479565" cy="4581645"/>
            </a:xfrm>
          </p:grpSpPr>
          <p:sp>
            <p:nvSpPr>
              <p:cNvPr id="67" name="Block Arc 66">
                <a:extLst>
                  <a:ext uri="{FF2B5EF4-FFF2-40B4-BE49-F238E27FC236}">
                    <a16:creationId xmlns:a16="http://schemas.microsoft.com/office/drawing/2014/main" id="{D483C653-F2D0-5A3F-C5F7-459F23962B56}"/>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68" name="Block Arc 67">
                <a:extLst>
                  <a:ext uri="{FF2B5EF4-FFF2-40B4-BE49-F238E27FC236}">
                    <a16:creationId xmlns:a16="http://schemas.microsoft.com/office/drawing/2014/main" id="{C531719F-A6E4-9FF9-A349-A025534DB9EB}"/>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69" name="Block Arc 68">
                <a:extLst>
                  <a:ext uri="{FF2B5EF4-FFF2-40B4-BE49-F238E27FC236}">
                    <a16:creationId xmlns:a16="http://schemas.microsoft.com/office/drawing/2014/main" id="{C539DD76-98F7-7D0F-1566-16EB1D756670}"/>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70" name="Group 69">
                <a:extLst>
                  <a:ext uri="{FF2B5EF4-FFF2-40B4-BE49-F238E27FC236}">
                    <a16:creationId xmlns:a16="http://schemas.microsoft.com/office/drawing/2014/main" id="{7D30FD67-0D3E-0DC4-7C49-F82987D2C504}"/>
                  </a:ext>
                </a:extLst>
              </p:cNvPr>
              <p:cNvGrpSpPr/>
              <p:nvPr userDrawn="1"/>
            </p:nvGrpSpPr>
            <p:grpSpPr>
              <a:xfrm>
                <a:off x="-6310685" y="-4338819"/>
                <a:ext cx="1109931" cy="1246186"/>
                <a:chOff x="1496758" y="1516859"/>
                <a:chExt cx="1109931" cy="1246186"/>
              </a:xfrm>
              <a:solidFill>
                <a:srgbClr val="FFC000"/>
              </a:solidFill>
            </p:grpSpPr>
            <p:grpSp>
              <p:nvGrpSpPr>
                <p:cNvPr id="75" name="Group 74">
                  <a:extLst>
                    <a:ext uri="{FF2B5EF4-FFF2-40B4-BE49-F238E27FC236}">
                      <a16:creationId xmlns:a16="http://schemas.microsoft.com/office/drawing/2014/main" id="{B92093A2-7274-4FD4-A4EF-85DA97356F42}"/>
                    </a:ext>
                  </a:extLst>
                </p:cNvPr>
                <p:cNvGrpSpPr/>
                <p:nvPr/>
              </p:nvGrpSpPr>
              <p:grpSpPr>
                <a:xfrm rot="337452">
                  <a:off x="1496758" y="2082879"/>
                  <a:ext cx="676676" cy="680166"/>
                  <a:chOff x="1490297" y="1956128"/>
                  <a:chExt cx="1043292" cy="1048672"/>
                </a:xfrm>
                <a:grpFill/>
              </p:grpSpPr>
              <p:sp>
                <p:nvSpPr>
                  <p:cNvPr id="80" name="Curved Right Arrow 79">
                    <a:extLst>
                      <a:ext uri="{FF2B5EF4-FFF2-40B4-BE49-F238E27FC236}">
                        <a16:creationId xmlns:a16="http://schemas.microsoft.com/office/drawing/2014/main" id="{7F5CF7F2-3C07-E28D-A686-9875574F66E4}"/>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Curved Right Arrow 80">
                    <a:extLst>
                      <a:ext uri="{FF2B5EF4-FFF2-40B4-BE49-F238E27FC236}">
                        <a16:creationId xmlns:a16="http://schemas.microsoft.com/office/drawing/2014/main" id="{C2609CD3-6F26-2748-2D43-9E803B15CA0A}"/>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2" name="Curved Right Arrow 81">
                    <a:extLst>
                      <a:ext uri="{FF2B5EF4-FFF2-40B4-BE49-F238E27FC236}">
                        <a16:creationId xmlns:a16="http://schemas.microsoft.com/office/drawing/2014/main" id="{8E4C3668-762B-10A6-3456-AC5135D88477}"/>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6" name="Group 75">
                  <a:extLst>
                    <a:ext uri="{FF2B5EF4-FFF2-40B4-BE49-F238E27FC236}">
                      <a16:creationId xmlns:a16="http://schemas.microsoft.com/office/drawing/2014/main" id="{B5998D09-78D1-BCF2-6715-0BE9B486897D}"/>
                    </a:ext>
                  </a:extLst>
                </p:cNvPr>
                <p:cNvGrpSpPr/>
                <p:nvPr/>
              </p:nvGrpSpPr>
              <p:grpSpPr>
                <a:xfrm rot="11791363">
                  <a:off x="1951309" y="1516859"/>
                  <a:ext cx="655380" cy="672414"/>
                  <a:chOff x="1537746" y="1986114"/>
                  <a:chExt cx="1010459" cy="1036722"/>
                </a:xfrm>
                <a:grpFill/>
              </p:grpSpPr>
              <p:sp>
                <p:nvSpPr>
                  <p:cNvPr id="77" name="Curved Right Arrow 76">
                    <a:extLst>
                      <a:ext uri="{FF2B5EF4-FFF2-40B4-BE49-F238E27FC236}">
                        <a16:creationId xmlns:a16="http://schemas.microsoft.com/office/drawing/2014/main" id="{3B8C9561-1C6F-389B-6230-AFD3A35079FD}"/>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Curved Right Arrow 77">
                    <a:extLst>
                      <a:ext uri="{FF2B5EF4-FFF2-40B4-BE49-F238E27FC236}">
                        <a16:creationId xmlns:a16="http://schemas.microsoft.com/office/drawing/2014/main" id="{64E76E7A-02C8-9EB8-3B8A-3278E8A08EA9}"/>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9" name="Curved Right Arrow 78">
                    <a:extLst>
                      <a:ext uri="{FF2B5EF4-FFF2-40B4-BE49-F238E27FC236}">
                        <a16:creationId xmlns:a16="http://schemas.microsoft.com/office/drawing/2014/main" id="{6BFF15C9-4228-FDAB-908F-F21084243B24}"/>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71" name="Block Arc 70">
                <a:extLst>
                  <a:ext uri="{FF2B5EF4-FFF2-40B4-BE49-F238E27FC236}">
                    <a16:creationId xmlns:a16="http://schemas.microsoft.com/office/drawing/2014/main" id="{8BDCDB65-EF63-1541-79CD-C1E9467FDEE3}"/>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2" name="Block Arc 71">
                <a:extLst>
                  <a:ext uri="{FF2B5EF4-FFF2-40B4-BE49-F238E27FC236}">
                    <a16:creationId xmlns:a16="http://schemas.microsoft.com/office/drawing/2014/main" id="{40C39FB9-F4D4-DB68-1015-42C75C2E1A1A}"/>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3" name="Block Arc 72">
                <a:extLst>
                  <a:ext uri="{FF2B5EF4-FFF2-40B4-BE49-F238E27FC236}">
                    <a16:creationId xmlns:a16="http://schemas.microsoft.com/office/drawing/2014/main" id="{DC02CE29-61C4-EB4E-1994-602C3D92C493}"/>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4" name="Block Arc 73">
                <a:extLst>
                  <a:ext uri="{FF2B5EF4-FFF2-40B4-BE49-F238E27FC236}">
                    <a16:creationId xmlns:a16="http://schemas.microsoft.com/office/drawing/2014/main" id="{4D332B1E-B105-28ED-9BF7-5922E91C2A55}"/>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8" name="Group 7">
              <a:extLst>
                <a:ext uri="{FF2B5EF4-FFF2-40B4-BE49-F238E27FC236}">
                  <a16:creationId xmlns:a16="http://schemas.microsoft.com/office/drawing/2014/main" id="{C1393196-721F-EF59-831F-C9DA82A96E42}"/>
                </a:ext>
              </a:extLst>
            </p:cNvPr>
            <p:cNvGrpSpPr/>
            <p:nvPr userDrawn="1"/>
          </p:nvGrpSpPr>
          <p:grpSpPr>
            <a:xfrm rot="8479211">
              <a:off x="1011220" y="1599085"/>
              <a:ext cx="4479565" cy="4581645"/>
              <a:chOff x="-6827777" y="-4338819"/>
              <a:chExt cx="4479565" cy="4581645"/>
            </a:xfrm>
          </p:grpSpPr>
          <p:sp>
            <p:nvSpPr>
              <p:cNvPr id="51" name="Block Arc 50">
                <a:extLst>
                  <a:ext uri="{FF2B5EF4-FFF2-40B4-BE49-F238E27FC236}">
                    <a16:creationId xmlns:a16="http://schemas.microsoft.com/office/drawing/2014/main" id="{4C4569D8-772A-E648-13BF-8CD12D3D154C}"/>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2" name="Block Arc 51">
                <a:extLst>
                  <a:ext uri="{FF2B5EF4-FFF2-40B4-BE49-F238E27FC236}">
                    <a16:creationId xmlns:a16="http://schemas.microsoft.com/office/drawing/2014/main" id="{356CDAE7-F8AB-1375-1708-1C86AF23E0A4}"/>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3" name="Block Arc 52">
                <a:extLst>
                  <a:ext uri="{FF2B5EF4-FFF2-40B4-BE49-F238E27FC236}">
                    <a16:creationId xmlns:a16="http://schemas.microsoft.com/office/drawing/2014/main" id="{63B6884B-5BDE-1FCE-0D8C-A25B430BA7F3}"/>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54" name="Group 53">
                <a:extLst>
                  <a:ext uri="{FF2B5EF4-FFF2-40B4-BE49-F238E27FC236}">
                    <a16:creationId xmlns:a16="http://schemas.microsoft.com/office/drawing/2014/main" id="{703F2A8B-AA14-3DFA-99CC-64CC908DE009}"/>
                  </a:ext>
                </a:extLst>
              </p:cNvPr>
              <p:cNvGrpSpPr/>
              <p:nvPr userDrawn="1"/>
            </p:nvGrpSpPr>
            <p:grpSpPr>
              <a:xfrm>
                <a:off x="-6310685" y="-4338819"/>
                <a:ext cx="1109931" cy="1246186"/>
                <a:chOff x="1496758" y="1516859"/>
                <a:chExt cx="1109931" cy="1246186"/>
              </a:xfrm>
              <a:solidFill>
                <a:srgbClr val="FFC000"/>
              </a:solidFill>
            </p:grpSpPr>
            <p:grpSp>
              <p:nvGrpSpPr>
                <p:cNvPr id="59" name="Group 58">
                  <a:extLst>
                    <a:ext uri="{FF2B5EF4-FFF2-40B4-BE49-F238E27FC236}">
                      <a16:creationId xmlns:a16="http://schemas.microsoft.com/office/drawing/2014/main" id="{A7287A49-D033-B379-58FD-F5DC6B7631FF}"/>
                    </a:ext>
                  </a:extLst>
                </p:cNvPr>
                <p:cNvGrpSpPr/>
                <p:nvPr/>
              </p:nvGrpSpPr>
              <p:grpSpPr>
                <a:xfrm rot="337452">
                  <a:off x="1496758" y="2082879"/>
                  <a:ext cx="676676" cy="680166"/>
                  <a:chOff x="1490297" y="1956128"/>
                  <a:chExt cx="1043292" cy="1048672"/>
                </a:xfrm>
                <a:grpFill/>
              </p:grpSpPr>
              <p:sp>
                <p:nvSpPr>
                  <p:cNvPr id="64" name="Curved Right Arrow 63">
                    <a:extLst>
                      <a:ext uri="{FF2B5EF4-FFF2-40B4-BE49-F238E27FC236}">
                        <a16:creationId xmlns:a16="http://schemas.microsoft.com/office/drawing/2014/main" id="{21FC3293-CC54-C1B3-858B-A0B14DB0C534}"/>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Curved Right Arrow 64">
                    <a:extLst>
                      <a:ext uri="{FF2B5EF4-FFF2-40B4-BE49-F238E27FC236}">
                        <a16:creationId xmlns:a16="http://schemas.microsoft.com/office/drawing/2014/main" id="{5B153BEE-4F46-3F6E-0C4C-483636001A6E}"/>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6" name="Curved Right Arrow 65">
                    <a:extLst>
                      <a:ext uri="{FF2B5EF4-FFF2-40B4-BE49-F238E27FC236}">
                        <a16:creationId xmlns:a16="http://schemas.microsoft.com/office/drawing/2014/main" id="{858D7E0F-BEE2-7D47-B49E-477B111D624B}"/>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60" name="Group 59">
                  <a:extLst>
                    <a:ext uri="{FF2B5EF4-FFF2-40B4-BE49-F238E27FC236}">
                      <a16:creationId xmlns:a16="http://schemas.microsoft.com/office/drawing/2014/main" id="{9996504D-CC99-46A7-8059-80A2B6739B08}"/>
                    </a:ext>
                  </a:extLst>
                </p:cNvPr>
                <p:cNvGrpSpPr/>
                <p:nvPr/>
              </p:nvGrpSpPr>
              <p:grpSpPr>
                <a:xfrm rot="11791363">
                  <a:off x="1951309" y="1516859"/>
                  <a:ext cx="655380" cy="672414"/>
                  <a:chOff x="1537746" y="1986114"/>
                  <a:chExt cx="1010459" cy="1036722"/>
                </a:xfrm>
                <a:grpFill/>
              </p:grpSpPr>
              <p:sp>
                <p:nvSpPr>
                  <p:cNvPr id="61" name="Curved Right Arrow 60">
                    <a:extLst>
                      <a:ext uri="{FF2B5EF4-FFF2-40B4-BE49-F238E27FC236}">
                        <a16:creationId xmlns:a16="http://schemas.microsoft.com/office/drawing/2014/main" id="{C12E1D56-79D8-7AA4-AD9D-618FD058398F}"/>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Curved Right Arrow 61">
                    <a:extLst>
                      <a:ext uri="{FF2B5EF4-FFF2-40B4-BE49-F238E27FC236}">
                        <a16:creationId xmlns:a16="http://schemas.microsoft.com/office/drawing/2014/main" id="{3ACB0B72-D1D3-6C55-F692-842D133D88EF}"/>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Curved Right Arrow 62">
                    <a:extLst>
                      <a:ext uri="{FF2B5EF4-FFF2-40B4-BE49-F238E27FC236}">
                        <a16:creationId xmlns:a16="http://schemas.microsoft.com/office/drawing/2014/main" id="{D2197F82-7420-30E4-C2B0-314878828DEB}"/>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55" name="Block Arc 54">
                <a:extLst>
                  <a:ext uri="{FF2B5EF4-FFF2-40B4-BE49-F238E27FC236}">
                    <a16:creationId xmlns:a16="http://schemas.microsoft.com/office/drawing/2014/main" id="{E70AF7F6-F6B1-7D4A-C3D0-2D5380CD607C}"/>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6" name="Block Arc 55">
                <a:extLst>
                  <a:ext uri="{FF2B5EF4-FFF2-40B4-BE49-F238E27FC236}">
                    <a16:creationId xmlns:a16="http://schemas.microsoft.com/office/drawing/2014/main" id="{7ACC680A-FCD9-0A0C-5434-54B3A4CFAA45}"/>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7" name="Block Arc 56">
                <a:extLst>
                  <a:ext uri="{FF2B5EF4-FFF2-40B4-BE49-F238E27FC236}">
                    <a16:creationId xmlns:a16="http://schemas.microsoft.com/office/drawing/2014/main" id="{2B463098-4976-396F-198A-2CEC84D271AB}"/>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8" name="Block Arc 57">
                <a:extLst>
                  <a:ext uri="{FF2B5EF4-FFF2-40B4-BE49-F238E27FC236}">
                    <a16:creationId xmlns:a16="http://schemas.microsoft.com/office/drawing/2014/main" id="{FB828018-B0A9-3628-672F-40942C20BD08}"/>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10" name="Group 9">
              <a:extLst>
                <a:ext uri="{FF2B5EF4-FFF2-40B4-BE49-F238E27FC236}">
                  <a16:creationId xmlns:a16="http://schemas.microsoft.com/office/drawing/2014/main" id="{DABB2B70-4314-64FD-FB26-CE313C409BD2}"/>
                </a:ext>
              </a:extLst>
            </p:cNvPr>
            <p:cNvGrpSpPr/>
            <p:nvPr userDrawn="1"/>
          </p:nvGrpSpPr>
          <p:grpSpPr>
            <a:xfrm rot="4292651">
              <a:off x="1017140" y="1548320"/>
              <a:ext cx="4479565" cy="4581645"/>
              <a:chOff x="-6827777" y="-4338819"/>
              <a:chExt cx="4479565" cy="4581645"/>
            </a:xfrm>
          </p:grpSpPr>
          <p:sp>
            <p:nvSpPr>
              <p:cNvPr id="11" name="Block Arc 10">
                <a:extLst>
                  <a:ext uri="{FF2B5EF4-FFF2-40B4-BE49-F238E27FC236}">
                    <a16:creationId xmlns:a16="http://schemas.microsoft.com/office/drawing/2014/main" id="{E79C49D6-465A-0C75-7594-0B4177292AB3}"/>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3" name="Block Arc 12">
                <a:extLst>
                  <a:ext uri="{FF2B5EF4-FFF2-40B4-BE49-F238E27FC236}">
                    <a16:creationId xmlns:a16="http://schemas.microsoft.com/office/drawing/2014/main" id="{1E1B741F-967B-583C-3AEB-029F4F0B0059}"/>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4" name="Block Arc 13">
                <a:extLst>
                  <a:ext uri="{FF2B5EF4-FFF2-40B4-BE49-F238E27FC236}">
                    <a16:creationId xmlns:a16="http://schemas.microsoft.com/office/drawing/2014/main" id="{3BAA8DC6-DB35-F31D-7A3F-B1A79D5BC4DC}"/>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16" name="Group 15">
                <a:extLst>
                  <a:ext uri="{FF2B5EF4-FFF2-40B4-BE49-F238E27FC236}">
                    <a16:creationId xmlns:a16="http://schemas.microsoft.com/office/drawing/2014/main" id="{729F1F60-D121-0F95-A46B-4A28550CDAD4}"/>
                  </a:ext>
                </a:extLst>
              </p:cNvPr>
              <p:cNvGrpSpPr/>
              <p:nvPr userDrawn="1"/>
            </p:nvGrpSpPr>
            <p:grpSpPr>
              <a:xfrm>
                <a:off x="-6310685" y="-4338819"/>
                <a:ext cx="1109931" cy="1246186"/>
                <a:chOff x="1496758" y="1516859"/>
                <a:chExt cx="1109931" cy="1246186"/>
              </a:xfrm>
              <a:solidFill>
                <a:srgbClr val="FFC000"/>
              </a:solidFill>
            </p:grpSpPr>
            <p:grpSp>
              <p:nvGrpSpPr>
                <p:cNvPr id="23" name="Group 22">
                  <a:extLst>
                    <a:ext uri="{FF2B5EF4-FFF2-40B4-BE49-F238E27FC236}">
                      <a16:creationId xmlns:a16="http://schemas.microsoft.com/office/drawing/2014/main" id="{C10CDF87-C82C-8BDD-A066-BB99E3410A80}"/>
                    </a:ext>
                  </a:extLst>
                </p:cNvPr>
                <p:cNvGrpSpPr/>
                <p:nvPr/>
              </p:nvGrpSpPr>
              <p:grpSpPr>
                <a:xfrm rot="337452">
                  <a:off x="1496758" y="2082879"/>
                  <a:ext cx="676676" cy="680166"/>
                  <a:chOff x="1490297" y="1956128"/>
                  <a:chExt cx="1043292" cy="1048672"/>
                </a:xfrm>
                <a:grpFill/>
              </p:grpSpPr>
              <p:sp>
                <p:nvSpPr>
                  <p:cNvPr id="48" name="Curved Right Arrow 47">
                    <a:extLst>
                      <a:ext uri="{FF2B5EF4-FFF2-40B4-BE49-F238E27FC236}">
                        <a16:creationId xmlns:a16="http://schemas.microsoft.com/office/drawing/2014/main" id="{BB0F15F4-7BA9-9DFA-9870-DE1416E8C181}"/>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Curved Right Arrow 48">
                    <a:extLst>
                      <a:ext uri="{FF2B5EF4-FFF2-40B4-BE49-F238E27FC236}">
                        <a16:creationId xmlns:a16="http://schemas.microsoft.com/office/drawing/2014/main" id="{EAD52C42-6F35-26E3-70FA-A9AAEB6F0292}"/>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Curved Right Arrow 49">
                    <a:extLst>
                      <a:ext uri="{FF2B5EF4-FFF2-40B4-BE49-F238E27FC236}">
                        <a16:creationId xmlns:a16="http://schemas.microsoft.com/office/drawing/2014/main" id="{1912908B-A427-150D-1F84-50DF93EC7247}"/>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4" name="Group 23">
                  <a:extLst>
                    <a:ext uri="{FF2B5EF4-FFF2-40B4-BE49-F238E27FC236}">
                      <a16:creationId xmlns:a16="http://schemas.microsoft.com/office/drawing/2014/main" id="{C83DC12D-6E3F-309A-FA70-05E70C2C6A5C}"/>
                    </a:ext>
                  </a:extLst>
                </p:cNvPr>
                <p:cNvGrpSpPr/>
                <p:nvPr/>
              </p:nvGrpSpPr>
              <p:grpSpPr>
                <a:xfrm rot="11791363">
                  <a:off x="1951309" y="1516859"/>
                  <a:ext cx="655380" cy="672414"/>
                  <a:chOff x="1537746" y="1986114"/>
                  <a:chExt cx="1010459" cy="1036722"/>
                </a:xfrm>
                <a:grpFill/>
              </p:grpSpPr>
              <p:sp>
                <p:nvSpPr>
                  <p:cNvPr id="45" name="Curved Right Arrow 44">
                    <a:extLst>
                      <a:ext uri="{FF2B5EF4-FFF2-40B4-BE49-F238E27FC236}">
                        <a16:creationId xmlns:a16="http://schemas.microsoft.com/office/drawing/2014/main" id="{C80632D3-EB4A-B786-CEF0-92C602FB3895}"/>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Curved Right Arrow 45">
                    <a:extLst>
                      <a:ext uri="{FF2B5EF4-FFF2-40B4-BE49-F238E27FC236}">
                        <a16:creationId xmlns:a16="http://schemas.microsoft.com/office/drawing/2014/main" id="{13DDAFBD-6A9F-7693-3625-C047D7A9F875}"/>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Curved Right Arrow 46">
                    <a:extLst>
                      <a:ext uri="{FF2B5EF4-FFF2-40B4-BE49-F238E27FC236}">
                        <a16:creationId xmlns:a16="http://schemas.microsoft.com/office/drawing/2014/main" id="{B576B5EE-41A6-D3A2-B68B-F80907CBE53A}"/>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17" name="Block Arc 16">
                <a:extLst>
                  <a:ext uri="{FF2B5EF4-FFF2-40B4-BE49-F238E27FC236}">
                    <a16:creationId xmlns:a16="http://schemas.microsoft.com/office/drawing/2014/main" id="{23930245-5AC7-D69E-EDE0-9ED4399C9766}"/>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9" name="Block Arc 18">
                <a:extLst>
                  <a:ext uri="{FF2B5EF4-FFF2-40B4-BE49-F238E27FC236}">
                    <a16:creationId xmlns:a16="http://schemas.microsoft.com/office/drawing/2014/main" id="{A153AF45-714A-7DF1-6765-1EC13D23BE0A}"/>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0" name="Block Arc 19">
                <a:extLst>
                  <a:ext uri="{FF2B5EF4-FFF2-40B4-BE49-F238E27FC236}">
                    <a16:creationId xmlns:a16="http://schemas.microsoft.com/office/drawing/2014/main" id="{AB4ED728-F96D-C718-7CEB-CC8B7DB0EBDD}"/>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1" name="Block Arc 20">
                <a:extLst>
                  <a:ext uri="{FF2B5EF4-FFF2-40B4-BE49-F238E27FC236}">
                    <a16:creationId xmlns:a16="http://schemas.microsoft.com/office/drawing/2014/main" id="{9A7394EE-594B-DD8E-AC0F-424778C078CB}"/>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sp>
        <p:nvSpPr>
          <p:cNvPr id="115" name="Rectangle 114">
            <a:extLst>
              <a:ext uri="{FF2B5EF4-FFF2-40B4-BE49-F238E27FC236}">
                <a16:creationId xmlns:a16="http://schemas.microsoft.com/office/drawing/2014/main" id="{36583BF4-6930-A2A4-385A-34EA0BF40CEB}"/>
              </a:ext>
            </a:extLst>
          </p:cNvPr>
          <p:cNvSpPr/>
          <p:nvPr userDrawn="1"/>
        </p:nvSpPr>
        <p:spPr>
          <a:xfrm>
            <a:off x="2284992" y="4136928"/>
            <a:ext cx="1836223" cy="986274"/>
          </a:xfrm>
          <a:prstGeom prst="rect">
            <a:avLst/>
          </a:prstGeom>
          <a:noFill/>
          <a:effectLst/>
        </p:spPr>
        <p:txBody>
          <a:bodyPr wrap="none" lIns="91440" tIns="45720" rIns="91440" bIns="45720">
            <a:prstTxWarp prst="textArchDown">
              <a:avLst>
                <a:gd name="adj" fmla="val 96006"/>
              </a:avLst>
            </a:prstTxWarp>
            <a:spAutoFit/>
          </a:bodyPr>
          <a:lstStyle/>
          <a:p>
            <a:pPr algn="ctr"/>
            <a:r>
              <a:rPr lang="en-GB" sz="1800" b="0" cap="none" spc="0">
                <a:ln w="0"/>
                <a:solidFill>
                  <a:schemeClr val="tx1"/>
                </a:solidFill>
                <a:effectLst/>
                <a:latin typeface="Twinkl Cursive Looped" panose="02000000000000000000" pitchFamily="2" charset="77"/>
              </a:rPr>
              <a:t>Compassion</a:t>
            </a:r>
          </a:p>
        </p:txBody>
      </p:sp>
      <p:sp>
        <p:nvSpPr>
          <p:cNvPr id="37" name="Freeform 36">
            <a:extLst>
              <a:ext uri="{FF2B5EF4-FFF2-40B4-BE49-F238E27FC236}">
                <a16:creationId xmlns:a16="http://schemas.microsoft.com/office/drawing/2014/main" id="{DFB448D8-045C-CB84-C7A7-DF41CD4181C1}"/>
              </a:ext>
            </a:extLst>
          </p:cNvPr>
          <p:cNvSpPr/>
          <p:nvPr userDrawn="1"/>
        </p:nvSpPr>
        <p:spPr>
          <a:xfrm>
            <a:off x="4563705"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chemeClr val="accent6">
              <a:lumMod val="20000"/>
              <a:lumOff val="8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chemeClr val="accent6"/>
                </a:solidFill>
                <a:latin typeface="Twinkl Cursive Looped" panose="02000000000000000000" pitchFamily="2" charset="77"/>
                <a:ea typeface="Sassoon Infant Rg" panose="02000503030000020003" pitchFamily="2" charset="0"/>
              </a:rPr>
              <a:t>Physical Geography</a:t>
            </a:r>
          </a:p>
        </p:txBody>
      </p:sp>
      <p:sp>
        <p:nvSpPr>
          <p:cNvPr id="38" name="Freeform 37">
            <a:extLst>
              <a:ext uri="{FF2B5EF4-FFF2-40B4-BE49-F238E27FC236}">
                <a16:creationId xmlns:a16="http://schemas.microsoft.com/office/drawing/2014/main" id="{5E42A1FB-80B3-51C5-0076-233BF3D12C7E}"/>
              </a:ext>
            </a:extLst>
          </p:cNvPr>
          <p:cNvSpPr/>
          <p:nvPr userDrawn="1"/>
        </p:nvSpPr>
        <p:spPr>
          <a:xfrm>
            <a:off x="3772300"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CCCCFF"/>
          </a:solidFill>
          <a:ln w="38100">
            <a:solidFill>
              <a:srgbClr val="7030A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5580" tIns="225580" rIns="225580" bIns="225580" numCol="1" spcCol="1270" anchor="ctr" anchorCtr="0">
            <a:noAutofit/>
          </a:bodyPr>
          <a:lstStyle/>
          <a:p>
            <a:pPr marL="0" lvl="0" indent="0" algn="ctr" defTabSz="533400">
              <a:lnSpc>
                <a:spcPct val="90000"/>
              </a:lnSpc>
              <a:spcBef>
                <a:spcPct val="0"/>
              </a:spcBef>
              <a:spcAft>
                <a:spcPct val="35000"/>
              </a:spcAft>
              <a:buNone/>
            </a:pPr>
            <a:r>
              <a:rPr lang="en-GB" sz="1200" b="0" kern="1200">
                <a:solidFill>
                  <a:srgbClr val="7030A0"/>
                </a:solidFill>
                <a:latin typeface="Twinkl Cursive Looped" panose="02000000000000000000" pitchFamily="2" charset="77"/>
                <a:ea typeface="Sassoon Infant Rg" panose="02000503030000020003" pitchFamily="2" charset="0"/>
              </a:rPr>
              <a:t>Environmental Impact &amp; Sustainability</a:t>
            </a:r>
          </a:p>
        </p:txBody>
      </p:sp>
      <p:sp>
        <p:nvSpPr>
          <p:cNvPr id="39" name="Freeform 38">
            <a:extLst>
              <a:ext uri="{FF2B5EF4-FFF2-40B4-BE49-F238E27FC236}">
                <a16:creationId xmlns:a16="http://schemas.microsoft.com/office/drawing/2014/main" id="{F4595039-749F-BE96-0D5E-FEEBB2E6521F}"/>
              </a:ext>
            </a:extLst>
          </p:cNvPr>
          <p:cNvSpPr/>
          <p:nvPr userDrawn="1"/>
        </p:nvSpPr>
        <p:spPr>
          <a:xfrm>
            <a:off x="1211259"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CCCC"/>
          </a:solidFill>
          <a:ln w="38100">
            <a:solidFill>
              <a:srgbClr val="C3580C"/>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rgbClr val="C3580C"/>
                </a:solidFill>
                <a:latin typeface="Twinkl Cursive Looped" panose="02000000000000000000" pitchFamily="2" charset="77"/>
                <a:ea typeface="Sassoon Infant Rg" panose="02000503030000020003" pitchFamily="2" charset="0"/>
              </a:rPr>
              <a:t>Human Geography</a:t>
            </a:r>
          </a:p>
        </p:txBody>
      </p:sp>
      <p:sp>
        <p:nvSpPr>
          <p:cNvPr id="40" name="Freeform 39">
            <a:extLst>
              <a:ext uri="{FF2B5EF4-FFF2-40B4-BE49-F238E27FC236}">
                <a16:creationId xmlns:a16="http://schemas.microsoft.com/office/drawing/2014/main" id="{7D800002-0BFF-BDBE-517D-C47ACC98E67B}"/>
              </a:ext>
            </a:extLst>
          </p:cNvPr>
          <p:cNvSpPr/>
          <p:nvPr userDrawn="1"/>
        </p:nvSpPr>
        <p:spPr>
          <a:xfrm>
            <a:off x="419854"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DDEAF8"/>
          </a:solidFill>
          <a:ln w="38100">
            <a:solidFill>
              <a:srgbClr val="4574C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120" tIns="228120" rIns="228120" bIns="228120" numCol="1" spcCol="1270" anchor="ctr" anchorCtr="0">
            <a:noAutofit/>
          </a:bodyPr>
          <a:lstStyle/>
          <a:p>
            <a:pPr marL="0" lvl="0" indent="0" algn="ctr" defTabSz="622300">
              <a:lnSpc>
                <a:spcPct val="90000"/>
              </a:lnSpc>
              <a:spcBef>
                <a:spcPct val="0"/>
              </a:spcBef>
              <a:spcAft>
                <a:spcPct val="35000"/>
              </a:spcAft>
              <a:buNone/>
            </a:pPr>
            <a:r>
              <a:rPr lang="en-GB" sz="1400" b="0" kern="1200">
                <a:solidFill>
                  <a:srgbClr val="4574C4"/>
                </a:solidFill>
                <a:latin typeface="Twinkl Cursive Looped" panose="02000000000000000000" pitchFamily="2" charset="77"/>
                <a:ea typeface="Sassoon Infant Rg" panose="02000503030000020003" pitchFamily="2" charset="0"/>
              </a:rPr>
              <a:t>Cultural awareness &amp; diversity </a:t>
            </a:r>
          </a:p>
        </p:txBody>
      </p:sp>
      <p:sp>
        <p:nvSpPr>
          <p:cNvPr id="43" name="Freeform 42">
            <a:extLst>
              <a:ext uri="{FF2B5EF4-FFF2-40B4-BE49-F238E27FC236}">
                <a16:creationId xmlns:a16="http://schemas.microsoft.com/office/drawing/2014/main" id="{9D7BD638-2823-584C-9B68-061561BAC55B}"/>
              </a:ext>
            </a:extLst>
          </p:cNvPr>
          <p:cNvSpPr/>
          <p:nvPr userDrawn="1"/>
        </p:nvSpPr>
        <p:spPr>
          <a:xfrm>
            <a:off x="2491779" y="971549"/>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F2CC"/>
          </a:solidFill>
          <a:ln w="38100">
            <a:solidFill>
              <a:srgbClr val="FFC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5740" tIns="235740" rIns="235740" bIns="235740" numCol="1" spcCol="1270" anchor="ctr" anchorCtr="0">
            <a:noAutofit/>
          </a:bodyPr>
          <a:lstStyle/>
          <a:p>
            <a:pPr marL="0" lvl="0" indent="0" algn="ctr" defTabSz="889000">
              <a:lnSpc>
                <a:spcPct val="90000"/>
              </a:lnSpc>
              <a:spcBef>
                <a:spcPct val="0"/>
              </a:spcBef>
              <a:spcAft>
                <a:spcPct val="35000"/>
              </a:spcAft>
              <a:buNone/>
            </a:pPr>
            <a:r>
              <a:rPr lang="en-GB" sz="2000" b="0" kern="1200">
                <a:solidFill>
                  <a:srgbClr val="FFC000"/>
                </a:solidFill>
                <a:latin typeface="Twinkl Cursive Looped" panose="02000000000000000000" pitchFamily="2" charset="77"/>
                <a:ea typeface="Sassoon Infant Rg" panose="02000503030000020003" pitchFamily="2" charset="0"/>
              </a:rPr>
              <a:t>Place, Space &amp; Scale</a:t>
            </a:r>
          </a:p>
        </p:txBody>
      </p:sp>
    </p:spTree>
    <p:extLst>
      <p:ext uri="{BB962C8B-B14F-4D97-AF65-F5344CB8AC3E}">
        <p14:creationId xmlns:p14="http://schemas.microsoft.com/office/powerpoint/2010/main" val="224300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43"/>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heel(1)">
                                      <p:cBhvr>
                                        <p:cTn id="11" dur="2000"/>
                                        <p:tgtEl>
                                          <p:spTgt spid="3"/>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43"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visit">
    <p:spTree>
      <p:nvGrpSpPr>
        <p:cNvPr id="1" name=""/>
        <p:cNvGrpSpPr/>
        <p:nvPr/>
      </p:nvGrpSpPr>
      <p:grpSpPr>
        <a:xfrm>
          <a:off x="0" y="0"/>
          <a:ext cx="0" cy="0"/>
          <a:chOff x="0" y="0"/>
          <a:chExt cx="0" cy="0"/>
        </a:xfrm>
      </p:grpSpPr>
      <p:pic>
        <p:nvPicPr>
          <p:cNvPr id="6" name="Picture 1" descr="Macintosh HD:Users:nicholasgarrick:Dropbox:1 LupL:6 Resources:Images and Icons:Icons:Geographer:icon_5211.png">
            <a:extLst>
              <a:ext uri="{FF2B5EF4-FFF2-40B4-BE49-F238E27FC236}">
                <a16:creationId xmlns:a16="http://schemas.microsoft.com/office/drawing/2014/main" id="{DC5F1B42-8526-1E66-05A7-2E821F42DE7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C4C3142-EB23-8F25-054D-72ACFF70EA01}"/>
              </a:ext>
            </a:extLst>
          </p:cNvPr>
          <p:cNvSpPr txBox="1"/>
          <p:nvPr userDrawn="1"/>
        </p:nvSpPr>
        <p:spPr>
          <a:xfrm>
            <a:off x="833846" y="115467"/>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FFC000"/>
                </a:solidFill>
                <a:effectLst/>
                <a:uLnTx/>
                <a:uFillTx/>
                <a:latin typeface="Twinkl Cursive Looped" panose="02000000000000000000" pitchFamily="2" charset="77"/>
                <a:ea typeface="Sassoon Infant Rg" panose="02000503030000020003" pitchFamily="2" charset="0"/>
                <a:cs typeface="+mn-cs"/>
              </a:rPr>
              <a:t>Revisit</a:t>
            </a:r>
          </a:p>
        </p:txBody>
      </p:sp>
      <p:sp>
        <p:nvSpPr>
          <p:cNvPr id="3" name="Text Placeholder 3">
            <a:extLst>
              <a:ext uri="{FF2B5EF4-FFF2-40B4-BE49-F238E27FC236}">
                <a16:creationId xmlns:a16="http://schemas.microsoft.com/office/drawing/2014/main" id="{A60009FB-A7C6-DA05-9D0E-F6836A282276}"/>
              </a:ext>
            </a:extLst>
          </p:cNvPr>
          <p:cNvSpPr>
            <a:spLocks noGrp="1"/>
          </p:cNvSpPr>
          <p:nvPr>
            <p:ph type="body" sz="quarter" idx="10"/>
          </p:nvPr>
        </p:nvSpPr>
        <p:spPr>
          <a:xfrm>
            <a:off x="623888" y="1047750"/>
            <a:ext cx="10950575" cy="50625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701604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uzzle Pieces">
    <p:spTree>
      <p:nvGrpSpPr>
        <p:cNvPr id="1" name=""/>
        <p:cNvGrpSpPr/>
        <p:nvPr/>
      </p:nvGrpSpPr>
      <p:grpSpPr>
        <a:xfrm>
          <a:off x="0" y="0"/>
          <a:ext cx="0" cy="0"/>
          <a:chOff x="0" y="0"/>
          <a:chExt cx="0" cy="0"/>
        </a:xfrm>
      </p:grpSpPr>
      <p:pic>
        <p:nvPicPr>
          <p:cNvPr id="34" name="Picture 1" descr="Macintosh HD:Users:nicholasgarrick:Dropbox:1 LupL:6 Resources:Images and Icons:Icons:Geographer:icon_5211.png">
            <a:extLst>
              <a:ext uri="{FF2B5EF4-FFF2-40B4-BE49-F238E27FC236}">
                <a16:creationId xmlns:a16="http://schemas.microsoft.com/office/drawing/2014/main" id="{18459E9E-2215-95E5-26EB-8C8B74442A1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8468346-116A-66E6-812B-38A1A615A19E}"/>
              </a:ext>
            </a:extLst>
          </p:cNvPr>
          <p:cNvSpPr txBox="1"/>
          <p:nvPr userDrawn="1"/>
        </p:nvSpPr>
        <p:spPr>
          <a:xfrm>
            <a:off x="923238" y="808490"/>
            <a:ext cx="2860102"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Places are spaces that have been defined by a given name. We can describe them by their location, shape, boundaries, features, physical and human characteristics. </a:t>
            </a:r>
          </a:p>
        </p:txBody>
      </p:sp>
      <p:grpSp>
        <p:nvGrpSpPr>
          <p:cNvPr id="17" name="Group 16">
            <a:extLst>
              <a:ext uri="{FF2B5EF4-FFF2-40B4-BE49-F238E27FC236}">
                <a16:creationId xmlns:a16="http://schemas.microsoft.com/office/drawing/2014/main" id="{FA737784-658A-AD05-8998-BAF2495F66FD}"/>
              </a:ext>
            </a:extLst>
          </p:cNvPr>
          <p:cNvGrpSpPr/>
          <p:nvPr userDrawn="1"/>
        </p:nvGrpSpPr>
        <p:grpSpPr>
          <a:xfrm>
            <a:off x="57580" y="1031926"/>
            <a:ext cx="865658" cy="744149"/>
            <a:chOff x="57580" y="1031926"/>
            <a:chExt cx="865658" cy="744149"/>
          </a:xfrm>
        </p:grpSpPr>
        <p:grpSp>
          <p:nvGrpSpPr>
            <p:cNvPr id="16" name="Group 15">
              <a:extLst>
                <a:ext uri="{FF2B5EF4-FFF2-40B4-BE49-F238E27FC236}">
                  <a16:creationId xmlns:a16="http://schemas.microsoft.com/office/drawing/2014/main" id="{5F052065-1DDB-E2DC-0F3B-396DB5BB06C8}"/>
                </a:ext>
              </a:extLst>
            </p:cNvPr>
            <p:cNvGrpSpPr/>
            <p:nvPr userDrawn="1"/>
          </p:nvGrpSpPr>
          <p:grpSpPr>
            <a:xfrm>
              <a:off x="269016" y="1031926"/>
              <a:ext cx="500775" cy="483300"/>
              <a:chOff x="182509" y="2709452"/>
              <a:chExt cx="1909033" cy="1842414"/>
            </a:xfrm>
          </p:grpSpPr>
          <p:pic>
            <p:nvPicPr>
              <p:cNvPr id="7" name="Picture 6">
                <a:extLst>
                  <a:ext uri="{FF2B5EF4-FFF2-40B4-BE49-F238E27FC236}">
                    <a16:creationId xmlns:a16="http://schemas.microsoft.com/office/drawing/2014/main" id="{96DFED09-CF66-B228-0F68-968275080644}"/>
                  </a:ext>
                </a:extLst>
              </p:cNvPr>
              <p:cNvPicPr>
                <a:picLocks noChangeAspect="1"/>
              </p:cNvPicPr>
              <p:nvPr userDrawn="1"/>
            </p:nvPicPr>
            <p:blipFill>
              <a:blip r:embed="rId3">
                <a:clrChange>
                  <a:clrFrom>
                    <a:srgbClr val="FFFFFF"/>
                  </a:clrFrom>
                  <a:clrTo>
                    <a:srgbClr val="FFFFFF">
                      <a:alpha val="0"/>
                    </a:srgbClr>
                  </a:clrTo>
                </a:clrChange>
              </a:blip>
              <a:srcRect b="36075"/>
              <a:stretch>
                <a:fillRect/>
              </a:stretch>
            </p:blipFill>
            <p:spPr>
              <a:xfrm>
                <a:off x="306750" y="3420521"/>
                <a:ext cx="1691777" cy="1131345"/>
              </a:xfrm>
              <a:prstGeom prst="rect">
                <a:avLst/>
              </a:prstGeom>
            </p:spPr>
          </p:pic>
          <p:pic>
            <p:nvPicPr>
              <p:cNvPr id="8" name="Picture 7">
                <a:extLst>
                  <a:ext uri="{FF2B5EF4-FFF2-40B4-BE49-F238E27FC236}">
                    <a16:creationId xmlns:a16="http://schemas.microsoft.com/office/drawing/2014/main" id="{11DB2582-79EF-90E8-ADCB-2AE7029E6913}"/>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399765" y="2709452"/>
                <a:ext cx="1691777" cy="397224"/>
              </a:xfrm>
              <a:prstGeom prst="rect">
                <a:avLst/>
              </a:prstGeom>
            </p:spPr>
          </p:pic>
          <p:pic>
            <p:nvPicPr>
              <p:cNvPr id="9" name="Picture 8">
                <a:extLst>
                  <a:ext uri="{FF2B5EF4-FFF2-40B4-BE49-F238E27FC236}">
                    <a16:creationId xmlns:a16="http://schemas.microsoft.com/office/drawing/2014/main" id="{90DE7C01-422A-A7BB-1D1B-3A49D84E46E6}"/>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182509" y="3047811"/>
                <a:ext cx="958202" cy="397224"/>
              </a:xfrm>
              <a:prstGeom prst="rect">
                <a:avLst/>
              </a:prstGeom>
            </p:spPr>
          </p:pic>
          <p:pic>
            <p:nvPicPr>
              <p:cNvPr id="10" name="Picture 9">
                <a:extLst>
                  <a:ext uri="{FF2B5EF4-FFF2-40B4-BE49-F238E27FC236}">
                    <a16:creationId xmlns:a16="http://schemas.microsoft.com/office/drawing/2014/main" id="{1BF84855-F164-7917-D065-84DDE64A51AA}"/>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1086043" y="3047811"/>
                <a:ext cx="958202" cy="397224"/>
              </a:xfrm>
              <a:prstGeom prst="rect">
                <a:avLst/>
              </a:prstGeom>
            </p:spPr>
          </p:pic>
        </p:grpSp>
        <p:pic>
          <p:nvPicPr>
            <p:cNvPr id="11" name="Picture 10" descr="A black arrow pointing to a line&#10;&#10;AI-generated content may be incorrect.">
              <a:extLst>
                <a:ext uri="{FF2B5EF4-FFF2-40B4-BE49-F238E27FC236}">
                  <a16:creationId xmlns:a16="http://schemas.microsoft.com/office/drawing/2014/main" id="{16D06F16-D317-4C08-C147-AFE6431A9466}"/>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494859" y="1378851"/>
              <a:ext cx="428379" cy="397224"/>
            </a:xfrm>
            <a:prstGeom prst="rect">
              <a:avLst/>
            </a:prstGeom>
          </p:spPr>
        </p:pic>
        <p:pic>
          <p:nvPicPr>
            <p:cNvPr id="12" name="Picture 11" descr="A black background with a black square&#10;&#10;AI-generated content may be incorrect.">
              <a:extLst>
                <a:ext uri="{FF2B5EF4-FFF2-40B4-BE49-F238E27FC236}">
                  <a16:creationId xmlns:a16="http://schemas.microsoft.com/office/drawing/2014/main" id="{A426F523-D2E6-E414-F47E-F0FCA369517C}"/>
                </a:ext>
              </a:extLst>
            </p:cNvPr>
            <p:cNvPicPr>
              <a:picLocks noChangeAspect="1"/>
            </p:cNvPicPr>
            <p:nvPr userDrawn="1"/>
          </p:nvPicPr>
          <p:blipFill>
            <a:blip r:embed="rId5"/>
            <a:srcRect b="18880"/>
            <a:stretch>
              <a:fillRect/>
            </a:stretch>
          </p:blipFill>
          <p:spPr>
            <a:xfrm>
              <a:off x="57580" y="1365825"/>
              <a:ext cx="505729" cy="410250"/>
            </a:xfrm>
            <a:prstGeom prst="rect">
              <a:avLst/>
            </a:prstGeom>
          </p:spPr>
        </p:pic>
      </p:grpSp>
      <p:sp>
        <p:nvSpPr>
          <p:cNvPr id="4" name="TextBox 3">
            <a:extLst>
              <a:ext uri="{FF2B5EF4-FFF2-40B4-BE49-F238E27FC236}">
                <a16:creationId xmlns:a16="http://schemas.microsoft.com/office/drawing/2014/main" id="{BE1CB9C8-816F-DF00-0844-27C1265768A2}"/>
              </a:ext>
            </a:extLst>
          </p:cNvPr>
          <p:cNvSpPr txBox="1"/>
          <p:nvPr userDrawn="1"/>
        </p:nvSpPr>
        <p:spPr>
          <a:xfrm>
            <a:off x="833846" y="115467"/>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FFC000"/>
                </a:solidFill>
                <a:effectLst/>
                <a:uLnTx/>
                <a:uFillTx/>
                <a:latin typeface="Twinkl Cursive Looped" panose="02000000000000000000" pitchFamily="2" charset="77"/>
                <a:ea typeface="Sassoon Infant Rg" panose="02000503030000020003" pitchFamily="2" charset="0"/>
                <a:cs typeface="+mn-cs"/>
              </a:rPr>
              <a:t>Connections</a:t>
            </a:r>
          </a:p>
        </p:txBody>
      </p:sp>
    </p:spTree>
    <p:extLst>
      <p:ext uri="{BB962C8B-B14F-4D97-AF65-F5344CB8AC3E}">
        <p14:creationId xmlns:p14="http://schemas.microsoft.com/office/powerpoint/2010/main" val="3746263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ilding Blocks">
    <p:spTree>
      <p:nvGrpSpPr>
        <p:cNvPr id="1" name=""/>
        <p:cNvGrpSpPr/>
        <p:nvPr/>
      </p:nvGrpSpPr>
      <p:grpSpPr>
        <a:xfrm>
          <a:off x="0" y="0"/>
          <a:ext cx="0" cy="0"/>
          <a:chOff x="0" y="0"/>
          <a:chExt cx="0" cy="0"/>
        </a:xfrm>
      </p:grpSpPr>
      <p:grpSp>
        <p:nvGrpSpPr>
          <p:cNvPr id="118" name="Group 117">
            <a:extLst>
              <a:ext uri="{FF2B5EF4-FFF2-40B4-BE49-F238E27FC236}">
                <a16:creationId xmlns:a16="http://schemas.microsoft.com/office/drawing/2014/main" id="{D572C4D2-64B4-1B32-68D7-DC03C6792927}"/>
              </a:ext>
            </a:extLst>
          </p:cNvPr>
          <p:cNvGrpSpPr/>
          <p:nvPr userDrawn="1"/>
        </p:nvGrpSpPr>
        <p:grpSpPr>
          <a:xfrm>
            <a:off x="3521878" y="3693438"/>
            <a:ext cx="8311989" cy="926097"/>
            <a:chOff x="3464951" y="3693438"/>
            <a:chExt cx="8311989" cy="926097"/>
          </a:xfrm>
        </p:grpSpPr>
        <p:grpSp>
          <p:nvGrpSpPr>
            <p:cNvPr id="119" name="Group 118">
              <a:extLst>
                <a:ext uri="{FF2B5EF4-FFF2-40B4-BE49-F238E27FC236}">
                  <a16:creationId xmlns:a16="http://schemas.microsoft.com/office/drawing/2014/main" id="{DD991092-BCCC-E70B-ADBC-A96CF09BB70B}"/>
                </a:ext>
              </a:extLst>
            </p:cNvPr>
            <p:cNvGrpSpPr/>
            <p:nvPr/>
          </p:nvGrpSpPr>
          <p:grpSpPr>
            <a:xfrm>
              <a:off x="3464951" y="3693438"/>
              <a:ext cx="8311989" cy="926097"/>
              <a:chOff x="3507503" y="3693728"/>
              <a:chExt cx="8311989" cy="926097"/>
            </a:xfrm>
          </p:grpSpPr>
          <p:grpSp>
            <p:nvGrpSpPr>
              <p:cNvPr id="121" name="Group 120">
                <a:extLst>
                  <a:ext uri="{FF2B5EF4-FFF2-40B4-BE49-F238E27FC236}">
                    <a16:creationId xmlns:a16="http://schemas.microsoft.com/office/drawing/2014/main" id="{ADA91177-EA61-A14F-48D8-9FDF4FDA3BDF}"/>
                  </a:ext>
                </a:extLst>
              </p:cNvPr>
              <p:cNvGrpSpPr/>
              <p:nvPr/>
            </p:nvGrpSpPr>
            <p:grpSpPr>
              <a:xfrm>
                <a:off x="3507503" y="3693728"/>
                <a:ext cx="8311989" cy="926097"/>
                <a:chOff x="3507503" y="3693728"/>
                <a:chExt cx="8311989" cy="926097"/>
              </a:xfrm>
            </p:grpSpPr>
            <p:grpSp>
              <p:nvGrpSpPr>
                <p:cNvPr id="123" name="Group 122">
                  <a:extLst>
                    <a:ext uri="{FF2B5EF4-FFF2-40B4-BE49-F238E27FC236}">
                      <a16:creationId xmlns:a16="http://schemas.microsoft.com/office/drawing/2014/main" id="{14D384F1-2722-256C-0B84-CA37221FCFDC}"/>
                    </a:ext>
                  </a:extLst>
                </p:cNvPr>
                <p:cNvGrpSpPr/>
                <p:nvPr/>
              </p:nvGrpSpPr>
              <p:grpSpPr>
                <a:xfrm>
                  <a:off x="3518855" y="3719825"/>
                  <a:ext cx="8300637" cy="900000"/>
                  <a:chOff x="3996278" y="1747524"/>
                  <a:chExt cx="1713901" cy="2824471"/>
                </a:xfrm>
              </p:grpSpPr>
              <p:sp>
                <p:nvSpPr>
                  <p:cNvPr id="127" name="Rectangle: Rounded Corners 12">
                    <a:extLst>
                      <a:ext uri="{FF2B5EF4-FFF2-40B4-BE49-F238E27FC236}">
                        <a16:creationId xmlns:a16="http://schemas.microsoft.com/office/drawing/2014/main" id="{D78E21CA-437C-E8E6-D43F-7FB2BDD79DF7}"/>
                      </a:ext>
                    </a:extLst>
                  </p:cNvPr>
                  <p:cNvSpPr/>
                  <p:nvPr/>
                </p:nvSpPr>
                <p:spPr>
                  <a:xfrm>
                    <a:off x="3996278"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28" name="Rectangle: Rounded Corners 4">
                    <a:extLst>
                      <a:ext uri="{FF2B5EF4-FFF2-40B4-BE49-F238E27FC236}">
                        <a16:creationId xmlns:a16="http://schemas.microsoft.com/office/drawing/2014/main" id="{78EC23C4-1992-220E-873E-902A6715F9E6}"/>
                      </a:ext>
                    </a:extLst>
                  </p:cNvPr>
                  <p:cNvSpPr txBox="1"/>
                  <p:nvPr/>
                </p:nvSpPr>
                <p:spPr>
                  <a:xfrm>
                    <a:off x="4082912" y="1831190"/>
                    <a:ext cx="1546569" cy="265713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24" name="Group 123">
                  <a:extLst>
                    <a:ext uri="{FF2B5EF4-FFF2-40B4-BE49-F238E27FC236}">
                      <a16:creationId xmlns:a16="http://schemas.microsoft.com/office/drawing/2014/main" id="{787CDB7E-949B-491F-5C11-1723326B1CA5}"/>
                    </a:ext>
                  </a:extLst>
                </p:cNvPr>
                <p:cNvGrpSpPr/>
                <p:nvPr/>
              </p:nvGrpSpPr>
              <p:grpSpPr>
                <a:xfrm>
                  <a:off x="3507503" y="3693728"/>
                  <a:ext cx="801261" cy="903352"/>
                  <a:chOff x="4389349" y="450020"/>
                  <a:chExt cx="801261" cy="903352"/>
                </a:xfrm>
              </p:grpSpPr>
              <p:pic>
                <p:nvPicPr>
                  <p:cNvPr id="125" name="Picture 124">
                    <a:extLst>
                      <a:ext uri="{FF2B5EF4-FFF2-40B4-BE49-F238E27FC236}">
                        <a16:creationId xmlns:a16="http://schemas.microsoft.com/office/drawing/2014/main" id="{B0216510-CCFD-8238-F8E5-772CFF29E65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89349" y="450020"/>
                    <a:ext cx="801261" cy="903352"/>
                  </a:xfrm>
                  <a:prstGeom prst="rect">
                    <a:avLst/>
                  </a:prstGeom>
                </p:spPr>
              </p:pic>
              <p:sp>
                <p:nvSpPr>
                  <p:cNvPr id="126" name="TextBox 125">
                    <a:extLst>
                      <a:ext uri="{FF2B5EF4-FFF2-40B4-BE49-F238E27FC236}">
                        <a16:creationId xmlns:a16="http://schemas.microsoft.com/office/drawing/2014/main" id="{46C3A5F4-3B03-A278-1907-2AB241FAF2E0}"/>
                      </a:ext>
                    </a:extLst>
                  </p:cNvPr>
                  <p:cNvSpPr txBox="1"/>
                  <p:nvPr/>
                </p:nvSpPr>
                <p:spPr>
                  <a:xfrm>
                    <a:off x="4631284"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3</a:t>
                    </a:r>
                  </a:p>
                </p:txBody>
              </p:sp>
            </p:grpSp>
          </p:grpSp>
          <p:sp>
            <p:nvSpPr>
              <p:cNvPr id="122" name="TextBox 121">
                <a:extLst>
                  <a:ext uri="{FF2B5EF4-FFF2-40B4-BE49-F238E27FC236}">
                    <a16:creationId xmlns:a16="http://schemas.microsoft.com/office/drawing/2014/main" id="{D3DEC776-1FA8-AD8E-F0A6-5A041B4487D6}"/>
                  </a:ext>
                </a:extLst>
              </p:cNvPr>
              <p:cNvSpPr txBox="1"/>
              <p:nvPr/>
            </p:nvSpPr>
            <p:spPr>
              <a:xfrm>
                <a:off x="4378390" y="4015936"/>
                <a:ext cx="2299228" cy="307777"/>
              </a:xfrm>
              <a:prstGeom prst="rect">
                <a:avLst/>
              </a:prstGeom>
              <a:noFill/>
              <a:ln w="28575">
                <a:solidFill>
                  <a:srgbClr val="BA0068"/>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Mediterranean</a:t>
                </a:r>
              </a:p>
            </p:txBody>
          </p:sp>
        </p:grpSp>
        <p:sp>
          <p:nvSpPr>
            <p:cNvPr id="120" name="TextBox 119">
              <a:extLst>
                <a:ext uri="{FF2B5EF4-FFF2-40B4-BE49-F238E27FC236}">
                  <a16:creationId xmlns:a16="http://schemas.microsoft.com/office/drawing/2014/main" id="{BB850CB8-AFE7-F6FF-4B59-55E6B4ED76C5}"/>
                </a:ext>
              </a:extLst>
            </p:cNvPr>
            <p:cNvSpPr txBox="1"/>
            <p:nvPr/>
          </p:nvSpPr>
          <p:spPr>
            <a:xfrm>
              <a:off x="6767704" y="3786935"/>
              <a:ext cx="488210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I </a:t>
              </a:r>
              <a:r>
                <a:rPr lang="en-GB" sz="1400" b="0" i="0">
                  <a:solidFill>
                    <a:prstClr val="black"/>
                  </a:solidFill>
                  <a:latin typeface="Twinkl Cursive Looped" panose="02000000000000000000" pitchFamily="2" charset="77"/>
                  <a:ea typeface="Sassoon Infant Rg" panose="02000503030000020003" pitchFamily="2" charset="0"/>
                </a:rPr>
                <a:t>know I live in South West England and can name some</a:t>
              </a: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 cities </a:t>
              </a:r>
              <a:r>
                <a:rPr lang="en-GB" sz="1400" b="0" i="0">
                  <a:solidFill>
                    <a:prstClr val="black"/>
                  </a:solidFill>
                  <a:latin typeface="Twinkl Cursive Looped" panose="02000000000000000000" pitchFamily="2" charset="77"/>
                  <a:ea typeface="Sassoon Infant Rg" panose="02000503030000020003" pitchFamily="2" charset="0"/>
                </a:rPr>
                <a:t>in the region</a:t>
              </a: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 I can name some countries in Europe and describe a place in the Mediterranean. </a:t>
              </a:r>
            </a:p>
          </p:txBody>
        </p:sp>
      </p:grpSp>
      <p:sp>
        <p:nvSpPr>
          <p:cNvPr id="129" name="TextBox 128">
            <a:extLst>
              <a:ext uri="{FF2B5EF4-FFF2-40B4-BE49-F238E27FC236}">
                <a16:creationId xmlns:a16="http://schemas.microsoft.com/office/drawing/2014/main" id="{23707F62-5BC9-73A8-06FB-B7B94D9CDA14}"/>
              </a:ext>
            </a:extLst>
          </p:cNvPr>
          <p:cNvSpPr txBox="1"/>
          <p:nvPr userDrawn="1"/>
        </p:nvSpPr>
        <p:spPr>
          <a:xfrm>
            <a:off x="583309" y="1869817"/>
            <a:ext cx="269355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Places are areas that have been defined by a given name. </a:t>
            </a:r>
          </a:p>
        </p:txBody>
      </p:sp>
      <p:grpSp>
        <p:nvGrpSpPr>
          <p:cNvPr id="130" name="Group 129">
            <a:extLst>
              <a:ext uri="{FF2B5EF4-FFF2-40B4-BE49-F238E27FC236}">
                <a16:creationId xmlns:a16="http://schemas.microsoft.com/office/drawing/2014/main" id="{7466AB6B-12CA-B770-FC7A-C9C398FD84B9}"/>
              </a:ext>
            </a:extLst>
          </p:cNvPr>
          <p:cNvGrpSpPr/>
          <p:nvPr userDrawn="1"/>
        </p:nvGrpSpPr>
        <p:grpSpPr>
          <a:xfrm>
            <a:off x="3508831" y="4718397"/>
            <a:ext cx="8325034" cy="920150"/>
            <a:chOff x="3508831" y="4718397"/>
            <a:chExt cx="8325034" cy="920150"/>
          </a:xfrm>
        </p:grpSpPr>
        <p:grpSp>
          <p:nvGrpSpPr>
            <p:cNvPr id="131" name="Group 130">
              <a:extLst>
                <a:ext uri="{FF2B5EF4-FFF2-40B4-BE49-F238E27FC236}">
                  <a16:creationId xmlns:a16="http://schemas.microsoft.com/office/drawing/2014/main" id="{CB746930-222B-86B4-89C0-C8DC202EF3EB}"/>
                </a:ext>
              </a:extLst>
            </p:cNvPr>
            <p:cNvGrpSpPr/>
            <p:nvPr/>
          </p:nvGrpSpPr>
          <p:grpSpPr>
            <a:xfrm>
              <a:off x="3508831" y="4718397"/>
              <a:ext cx="8325034" cy="920150"/>
              <a:chOff x="3508831" y="4718397"/>
              <a:chExt cx="8325034" cy="920150"/>
            </a:xfrm>
          </p:grpSpPr>
          <p:grpSp>
            <p:nvGrpSpPr>
              <p:cNvPr id="133" name="Group 132">
                <a:extLst>
                  <a:ext uri="{FF2B5EF4-FFF2-40B4-BE49-F238E27FC236}">
                    <a16:creationId xmlns:a16="http://schemas.microsoft.com/office/drawing/2014/main" id="{46F2FF87-3180-D2B4-D77E-EFD684493CCE}"/>
                  </a:ext>
                </a:extLst>
              </p:cNvPr>
              <p:cNvGrpSpPr/>
              <p:nvPr/>
            </p:nvGrpSpPr>
            <p:grpSpPr>
              <a:xfrm>
                <a:off x="3508831" y="4718397"/>
                <a:ext cx="8325034" cy="920150"/>
                <a:chOff x="3508831" y="4718397"/>
                <a:chExt cx="8325034" cy="920150"/>
              </a:xfrm>
            </p:grpSpPr>
            <p:grpSp>
              <p:nvGrpSpPr>
                <p:cNvPr id="135" name="Group 134">
                  <a:extLst>
                    <a:ext uri="{FF2B5EF4-FFF2-40B4-BE49-F238E27FC236}">
                      <a16:creationId xmlns:a16="http://schemas.microsoft.com/office/drawing/2014/main" id="{04D6BE85-A902-2EBF-1495-D6BA8628D9A9}"/>
                    </a:ext>
                  </a:extLst>
                </p:cNvPr>
                <p:cNvGrpSpPr/>
                <p:nvPr/>
              </p:nvGrpSpPr>
              <p:grpSpPr>
                <a:xfrm>
                  <a:off x="3518854" y="4738547"/>
                  <a:ext cx="8315011" cy="900000"/>
                  <a:chOff x="1996726" y="1717038"/>
                  <a:chExt cx="1716869" cy="2885442"/>
                </a:xfrm>
              </p:grpSpPr>
              <p:sp>
                <p:nvSpPr>
                  <p:cNvPr id="139" name="Rectangle: Rounded Corners 9">
                    <a:extLst>
                      <a:ext uri="{FF2B5EF4-FFF2-40B4-BE49-F238E27FC236}">
                        <a16:creationId xmlns:a16="http://schemas.microsoft.com/office/drawing/2014/main" id="{D7FB5E20-2597-C2F9-9D1F-032BEE084135}"/>
                      </a:ext>
                    </a:extLst>
                  </p:cNvPr>
                  <p:cNvSpPr/>
                  <p:nvPr/>
                </p:nvSpPr>
                <p:spPr>
                  <a:xfrm>
                    <a:off x="1996726" y="1717038"/>
                    <a:ext cx="1716869"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40" name="Rectangle: Rounded Corners 4">
                    <a:extLst>
                      <a:ext uri="{FF2B5EF4-FFF2-40B4-BE49-F238E27FC236}">
                        <a16:creationId xmlns:a16="http://schemas.microsoft.com/office/drawing/2014/main" id="{CBAB15B9-D2D2-7071-FE7D-4836909AFF45}"/>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36" name="Group 135">
                  <a:extLst>
                    <a:ext uri="{FF2B5EF4-FFF2-40B4-BE49-F238E27FC236}">
                      <a16:creationId xmlns:a16="http://schemas.microsoft.com/office/drawing/2014/main" id="{FEC6F23F-F501-E370-737C-7E5904F01B95}"/>
                    </a:ext>
                  </a:extLst>
                </p:cNvPr>
                <p:cNvGrpSpPr/>
                <p:nvPr/>
              </p:nvGrpSpPr>
              <p:grpSpPr>
                <a:xfrm>
                  <a:off x="3508831" y="4718397"/>
                  <a:ext cx="801261" cy="903352"/>
                  <a:chOff x="4390677" y="450020"/>
                  <a:chExt cx="801261" cy="903352"/>
                </a:xfrm>
              </p:grpSpPr>
              <p:pic>
                <p:nvPicPr>
                  <p:cNvPr id="137" name="Picture 136">
                    <a:extLst>
                      <a:ext uri="{FF2B5EF4-FFF2-40B4-BE49-F238E27FC236}">
                        <a16:creationId xmlns:a16="http://schemas.microsoft.com/office/drawing/2014/main" id="{D9CB490D-D898-A179-70A1-0499A117ECA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90677" y="450020"/>
                    <a:ext cx="801261" cy="903352"/>
                  </a:xfrm>
                  <a:prstGeom prst="rect">
                    <a:avLst/>
                  </a:prstGeom>
                </p:spPr>
              </p:pic>
              <p:sp>
                <p:nvSpPr>
                  <p:cNvPr id="138" name="TextBox 137">
                    <a:extLst>
                      <a:ext uri="{FF2B5EF4-FFF2-40B4-BE49-F238E27FC236}">
                        <a16:creationId xmlns:a16="http://schemas.microsoft.com/office/drawing/2014/main" id="{28FD4341-097C-C237-D68D-557B2D3A852E}"/>
                      </a:ext>
                    </a:extLst>
                  </p:cNvPr>
                  <p:cNvSpPr txBox="1"/>
                  <p:nvPr/>
                </p:nvSpPr>
                <p:spPr>
                  <a:xfrm>
                    <a:off x="4632612"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2</a:t>
                    </a:r>
                  </a:p>
                </p:txBody>
              </p:sp>
            </p:grpSp>
          </p:grpSp>
          <p:sp>
            <p:nvSpPr>
              <p:cNvPr id="134" name="TextBox 133">
                <a:extLst>
                  <a:ext uri="{FF2B5EF4-FFF2-40B4-BE49-F238E27FC236}">
                    <a16:creationId xmlns:a16="http://schemas.microsoft.com/office/drawing/2014/main" id="{7D8EAC55-2763-2E54-A516-F75C56290EB9}"/>
                  </a:ext>
                </a:extLst>
              </p:cNvPr>
              <p:cNvSpPr txBox="1"/>
              <p:nvPr/>
            </p:nvSpPr>
            <p:spPr>
              <a:xfrm>
                <a:off x="4392765" y="4929938"/>
                <a:ext cx="2299228" cy="523220"/>
              </a:xfrm>
              <a:prstGeom prst="rect">
                <a:avLst/>
              </a:prstGeom>
              <a:noFill/>
              <a:ln w="28575">
                <a:solidFill>
                  <a:schemeClr val="accent6"/>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Guizhou region, South West China</a:t>
                </a:r>
              </a:p>
            </p:txBody>
          </p:sp>
        </p:grpSp>
        <p:sp>
          <p:nvSpPr>
            <p:cNvPr id="132" name="TextBox 131">
              <a:extLst>
                <a:ext uri="{FF2B5EF4-FFF2-40B4-BE49-F238E27FC236}">
                  <a16:creationId xmlns:a16="http://schemas.microsoft.com/office/drawing/2014/main" id="{3147B050-DCFA-BD81-F8D1-37EAD487D659}"/>
                </a:ext>
              </a:extLst>
            </p:cNvPr>
            <p:cNvSpPr txBox="1"/>
            <p:nvPr/>
          </p:nvSpPr>
          <p:spPr>
            <a:xfrm>
              <a:off x="6824631" y="4798396"/>
              <a:ext cx="488210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I can use a map to locate the seven continents and five oceans. I know that England is in the continent Europe and China is in the continent Asia.</a:t>
              </a:r>
            </a:p>
          </p:txBody>
        </p:sp>
      </p:grpSp>
      <p:grpSp>
        <p:nvGrpSpPr>
          <p:cNvPr id="141" name="Group 140">
            <a:extLst>
              <a:ext uri="{FF2B5EF4-FFF2-40B4-BE49-F238E27FC236}">
                <a16:creationId xmlns:a16="http://schemas.microsoft.com/office/drawing/2014/main" id="{B88E5574-5424-3800-FBBA-A065DAC6D9BA}"/>
              </a:ext>
            </a:extLst>
          </p:cNvPr>
          <p:cNvGrpSpPr/>
          <p:nvPr userDrawn="1"/>
        </p:nvGrpSpPr>
        <p:grpSpPr>
          <a:xfrm>
            <a:off x="3508831" y="5762222"/>
            <a:ext cx="8325034" cy="922745"/>
            <a:chOff x="3508831" y="5762222"/>
            <a:chExt cx="8325034" cy="922745"/>
          </a:xfrm>
        </p:grpSpPr>
        <p:grpSp>
          <p:nvGrpSpPr>
            <p:cNvPr id="142" name="Group 141">
              <a:extLst>
                <a:ext uri="{FF2B5EF4-FFF2-40B4-BE49-F238E27FC236}">
                  <a16:creationId xmlns:a16="http://schemas.microsoft.com/office/drawing/2014/main" id="{E794C7E4-08FC-3E62-5385-741FB5A5AE2B}"/>
                </a:ext>
              </a:extLst>
            </p:cNvPr>
            <p:cNvGrpSpPr/>
            <p:nvPr/>
          </p:nvGrpSpPr>
          <p:grpSpPr>
            <a:xfrm>
              <a:off x="3508831" y="5762222"/>
              <a:ext cx="8325034" cy="922745"/>
              <a:chOff x="3552490" y="5836523"/>
              <a:chExt cx="8325034" cy="922745"/>
            </a:xfrm>
          </p:grpSpPr>
          <p:grpSp>
            <p:nvGrpSpPr>
              <p:cNvPr id="144" name="Group 143">
                <a:extLst>
                  <a:ext uri="{FF2B5EF4-FFF2-40B4-BE49-F238E27FC236}">
                    <a16:creationId xmlns:a16="http://schemas.microsoft.com/office/drawing/2014/main" id="{26D23B01-63B5-9745-6BD4-FF90FDA7FFA3}"/>
                  </a:ext>
                </a:extLst>
              </p:cNvPr>
              <p:cNvGrpSpPr/>
              <p:nvPr/>
            </p:nvGrpSpPr>
            <p:grpSpPr>
              <a:xfrm>
                <a:off x="3552490" y="5836523"/>
                <a:ext cx="8325034" cy="922745"/>
                <a:chOff x="3552490" y="5836523"/>
                <a:chExt cx="8325034" cy="922745"/>
              </a:xfrm>
            </p:grpSpPr>
            <p:sp>
              <p:nvSpPr>
                <p:cNvPr id="146" name="Rectangle: Rounded Corners 3">
                  <a:extLst>
                    <a:ext uri="{FF2B5EF4-FFF2-40B4-BE49-F238E27FC236}">
                      <a16:creationId xmlns:a16="http://schemas.microsoft.com/office/drawing/2014/main" id="{2EDFC930-7F32-8E38-3B3E-B0DCC43E6F33}"/>
                    </a:ext>
                  </a:extLst>
                </p:cNvPr>
                <p:cNvSpPr/>
                <p:nvPr/>
              </p:nvSpPr>
              <p:spPr>
                <a:xfrm>
                  <a:off x="3552490" y="5859268"/>
                  <a:ext cx="8325034" cy="900000"/>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nvGrpSpPr>
                <p:cNvPr id="147" name="Group 146">
                  <a:extLst>
                    <a:ext uri="{FF2B5EF4-FFF2-40B4-BE49-F238E27FC236}">
                      <a16:creationId xmlns:a16="http://schemas.microsoft.com/office/drawing/2014/main" id="{5C6F202A-9BFF-F6BB-D3B4-FD9992240FC2}"/>
                    </a:ext>
                  </a:extLst>
                </p:cNvPr>
                <p:cNvGrpSpPr/>
                <p:nvPr/>
              </p:nvGrpSpPr>
              <p:grpSpPr>
                <a:xfrm>
                  <a:off x="3562659" y="5836523"/>
                  <a:ext cx="801261" cy="903352"/>
                  <a:chOff x="4444505" y="551736"/>
                  <a:chExt cx="801261" cy="903352"/>
                </a:xfrm>
              </p:grpSpPr>
              <p:pic>
                <p:nvPicPr>
                  <p:cNvPr id="148" name="Picture 147">
                    <a:extLst>
                      <a:ext uri="{FF2B5EF4-FFF2-40B4-BE49-F238E27FC236}">
                        <a16:creationId xmlns:a16="http://schemas.microsoft.com/office/drawing/2014/main" id="{C9B7B796-5F7C-3AF9-11C3-AE48B1EF696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44505" y="551736"/>
                    <a:ext cx="801261" cy="903352"/>
                  </a:xfrm>
                  <a:prstGeom prst="rect">
                    <a:avLst/>
                  </a:prstGeom>
                </p:spPr>
              </p:pic>
              <p:sp>
                <p:nvSpPr>
                  <p:cNvPr id="149" name="TextBox 148">
                    <a:extLst>
                      <a:ext uri="{FF2B5EF4-FFF2-40B4-BE49-F238E27FC236}">
                        <a16:creationId xmlns:a16="http://schemas.microsoft.com/office/drawing/2014/main" id="{B6408EC0-CF69-72D6-22D4-E55345FD11D3}"/>
                      </a:ext>
                    </a:extLst>
                  </p:cNvPr>
                  <p:cNvSpPr txBox="1"/>
                  <p:nvPr/>
                </p:nvSpPr>
                <p:spPr>
                  <a:xfrm>
                    <a:off x="4703335" y="772579"/>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1</a:t>
                    </a:r>
                  </a:p>
                </p:txBody>
              </p:sp>
            </p:grpSp>
          </p:grpSp>
          <p:sp>
            <p:nvSpPr>
              <p:cNvPr id="145" name="TextBox 144">
                <a:extLst>
                  <a:ext uri="{FF2B5EF4-FFF2-40B4-BE49-F238E27FC236}">
                    <a16:creationId xmlns:a16="http://schemas.microsoft.com/office/drawing/2014/main" id="{E3972111-5E24-221D-A3AE-4FAF4317106C}"/>
                  </a:ext>
                </a:extLst>
              </p:cNvPr>
              <p:cNvSpPr txBox="1"/>
              <p:nvPr/>
            </p:nvSpPr>
            <p:spPr>
              <a:xfrm>
                <a:off x="4436424" y="6058243"/>
                <a:ext cx="2299228" cy="523220"/>
              </a:xfrm>
              <a:prstGeom prst="rect">
                <a:avLst/>
              </a:prstGeom>
              <a:noFill/>
              <a:ln w="28575">
                <a:solidFill>
                  <a:schemeClr val="accent2"/>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Where I live in the United Kingdom</a:t>
                </a:r>
              </a:p>
            </p:txBody>
          </p:sp>
        </p:grpSp>
        <p:sp>
          <p:nvSpPr>
            <p:cNvPr id="143" name="TextBox 142">
              <a:extLst>
                <a:ext uri="{FF2B5EF4-FFF2-40B4-BE49-F238E27FC236}">
                  <a16:creationId xmlns:a16="http://schemas.microsoft.com/office/drawing/2014/main" id="{0D65EB27-4FE8-704E-2D3A-5DDD8D09673C}"/>
                </a:ext>
              </a:extLst>
            </p:cNvPr>
            <p:cNvSpPr txBox="1"/>
            <p:nvPr/>
          </p:nvSpPr>
          <p:spPr>
            <a:xfrm>
              <a:off x="6824631" y="5889684"/>
              <a:ext cx="488210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I know where I live and where </a:t>
              </a:r>
              <a:r>
                <a:rPr lang="en-GB" sz="1400" b="0" i="0">
                  <a:solidFill>
                    <a:prstClr val="black"/>
                  </a:solidFill>
                  <a:latin typeface="Twinkl Cursive Looped" panose="02000000000000000000" pitchFamily="2" charset="77"/>
                  <a:ea typeface="Sassoon Infant Rg" panose="02000503030000020003" pitchFamily="2" charset="0"/>
                </a:rPr>
                <a:t>Wallscourt Farm Academy</a:t>
              </a: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 is. I know I live in England and can name the four countries of the United Kingdom. </a:t>
              </a:r>
            </a:p>
          </p:txBody>
        </p:sp>
      </p:grpSp>
      <p:grpSp>
        <p:nvGrpSpPr>
          <p:cNvPr id="161" name="Group 160">
            <a:extLst>
              <a:ext uri="{FF2B5EF4-FFF2-40B4-BE49-F238E27FC236}">
                <a16:creationId xmlns:a16="http://schemas.microsoft.com/office/drawing/2014/main" id="{91C51D6F-9B82-78D2-3E56-2CC37064D297}"/>
              </a:ext>
            </a:extLst>
          </p:cNvPr>
          <p:cNvGrpSpPr/>
          <p:nvPr userDrawn="1"/>
        </p:nvGrpSpPr>
        <p:grpSpPr>
          <a:xfrm>
            <a:off x="3525668" y="2707320"/>
            <a:ext cx="8308198" cy="954107"/>
            <a:chOff x="3525668" y="2707320"/>
            <a:chExt cx="8308198" cy="954107"/>
          </a:xfrm>
        </p:grpSpPr>
        <p:grpSp>
          <p:nvGrpSpPr>
            <p:cNvPr id="162" name="Group 161">
              <a:extLst>
                <a:ext uri="{FF2B5EF4-FFF2-40B4-BE49-F238E27FC236}">
                  <a16:creationId xmlns:a16="http://schemas.microsoft.com/office/drawing/2014/main" id="{34C84BC7-360F-82FE-D852-17506775C6F8}"/>
                </a:ext>
              </a:extLst>
            </p:cNvPr>
            <p:cNvGrpSpPr/>
            <p:nvPr/>
          </p:nvGrpSpPr>
          <p:grpSpPr>
            <a:xfrm>
              <a:off x="3525668" y="2709975"/>
              <a:ext cx="8308198" cy="912750"/>
              <a:chOff x="3525668" y="2709975"/>
              <a:chExt cx="8308198" cy="912750"/>
            </a:xfrm>
          </p:grpSpPr>
          <p:grpSp>
            <p:nvGrpSpPr>
              <p:cNvPr id="164" name="Group 163">
                <a:extLst>
                  <a:ext uri="{FF2B5EF4-FFF2-40B4-BE49-F238E27FC236}">
                    <a16:creationId xmlns:a16="http://schemas.microsoft.com/office/drawing/2014/main" id="{4C1A94B3-1B9C-2743-32AB-4B83AFF0C3A8}"/>
                  </a:ext>
                </a:extLst>
              </p:cNvPr>
              <p:cNvGrpSpPr/>
              <p:nvPr/>
            </p:nvGrpSpPr>
            <p:grpSpPr>
              <a:xfrm>
                <a:off x="3525668" y="2709975"/>
                <a:ext cx="8308198" cy="912750"/>
                <a:chOff x="3525668" y="2709975"/>
                <a:chExt cx="8308198" cy="912750"/>
              </a:xfrm>
            </p:grpSpPr>
            <p:grpSp>
              <p:nvGrpSpPr>
                <p:cNvPr id="166" name="Group 165">
                  <a:extLst>
                    <a:ext uri="{FF2B5EF4-FFF2-40B4-BE49-F238E27FC236}">
                      <a16:creationId xmlns:a16="http://schemas.microsoft.com/office/drawing/2014/main" id="{3738305E-36B9-41B9-E67E-47F2D1F68F75}"/>
                    </a:ext>
                  </a:extLst>
                </p:cNvPr>
                <p:cNvGrpSpPr/>
                <p:nvPr/>
              </p:nvGrpSpPr>
              <p:grpSpPr>
                <a:xfrm>
                  <a:off x="3533229" y="2722725"/>
                  <a:ext cx="8300637" cy="900000"/>
                  <a:chOff x="5998798" y="1737362"/>
                  <a:chExt cx="1713901" cy="2844795"/>
                </a:xfrm>
              </p:grpSpPr>
              <p:sp>
                <p:nvSpPr>
                  <p:cNvPr id="170" name="Rectangle: Rounded Corners 15">
                    <a:extLst>
                      <a:ext uri="{FF2B5EF4-FFF2-40B4-BE49-F238E27FC236}">
                        <a16:creationId xmlns:a16="http://schemas.microsoft.com/office/drawing/2014/main" id="{750B889C-4590-2233-1B06-6A75B19246CF}"/>
                      </a:ext>
                    </a:extLst>
                  </p:cNvPr>
                  <p:cNvSpPr/>
                  <p:nvPr/>
                </p:nvSpPr>
                <p:spPr>
                  <a:xfrm>
                    <a:off x="5998798" y="1737362"/>
                    <a:ext cx="1713901" cy="2844795"/>
                  </a:xfrm>
                  <a:prstGeom prst="roundRect">
                    <a:avLst/>
                  </a:prstGeom>
                  <a:solidFill>
                    <a:srgbClr val="BDD7E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71" name="Rectangle: Rounded Corners 4">
                    <a:extLst>
                      <a:ext uri="{FF2B5EF4-FFF2-40B4-BE49-F238E27FC236}">
                        <a16:creationId xmlns:a16="http://schemas.microsoft.com/office/drawing/2014/main" id="{9B6102C5-D823-0B4F-B267-AAD650C9FB01}"/>
                      </a:ext>
                    </a:extLst>
                  </p:cNvPr>
                  <p:cNvSpPr txBox="1"/>
                  <p:nvPr/>
                </p:nvSpPr>
                <p:spPr>
                  <a:xfrm>
                    <a:off x="6082464" y="1821028"/>
                    <a:ext cx="1546569" cy="23442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67" name="Group 166">
                  <a:extLst>
                    <a:ext uri="{FF2B5EF4-FFF2-40B4-BE49-F238E27FC236}">
                      <a16:creationId xmlns:a16="http://schemas.microsoft.com/office/drawing/2014/main" id="{4F48F122-E542-6645-1730-8D916B6C940C}"/>
                    </a:ext>
                  </a:extLst>
                </p:cNvPr>
                <p:cNvGrpSpPr/>
                <p:nvPr/>
              </p:nvGrpSpPr>
              <p:grpSpPr>
                <a:xfrm>
                  <a:off x="3525668" y="2709975"/>
                  <a:ext cx="801261" cy="903352"/>
                  <a:chOff x="4462145" y="450020"/>
                  <a:chExt cx="801261" cy="903352"/>
                </a:xfrm>
              </p:grpSpPr>
              <p:pic>
                <p:nvPicPr>
                  <p:cNvPr id="168" name="Picture 167">
                    <a:extLst>
                      <a:ext uri="{FF2B5EF4-FFF2-40B4-BE49-F238E27FC236}">
                        <a16:creationId xmlns:a16="http://schemas.microsoft.com/office/drawing/2014/main" id="{075A870B-9788-88E5-4712-9B7442C1052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169" name="TextBox 168">
                    <a:extLst>
                      <a:ext uri="{FF2B5EF4-FFF2-40B4-BE49-F238E27FC236}">
                        <a16:creationId xmlns:a16="http://schemas.microsoft.com/office/drawing/2014/main" id="{055B0069-2F7F-3BDD-7014-7C9EC2D78D63}"/>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4</a:t>
                    </a:r>
                  </a:p>
                </p:txBody>
              </p:sp>
            </p:grpSp>
          </p:grpSp>
          <p:sp>
            <p:nvSpPr>
              <p:cNvPr id="165" name="TextBox 164">
                <a:extLst>
                  <a:ext uri="{FF2B5EF4-FFF2-40B4-BE49-F238E27FC236}">
                    <a16:creationId xmlns:a16="http://schemas.microsoft.com/office/drawing/2014/main" id="{E66FC725-A387-28A8-C7D7-4B9A65D69567}"/>
                  </a:ext>
                </a:extLst>
              </p:cNvPr>
              <p:cNvSpPr txBox="1"/>
              <p:nvPr/>
            </p:nvSpPr>
            <p:spPr>
              <a:xfrm>
                <a:off x="4392765" y="2911115"/>
                <a:ext cx="2299228" cy="523220"/>
              </a:xfrm>
              <a:prstGeom prst="rect">
                <a:avLst/>
              </a:prstGeom>
              <a:noFill/>
              <a:ln w="28575">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Peru or Brazil in South America</a:t>
                </a:r>
              </a:p>
            </p:txBody>
          </p:sp>
        </p:grpSp>
        <p:sp>
          <p:nvSpPr>
            <p:cNvPr id="163" name="TextBox 162">
              <a:extLst>
                <a:ext uri="{FF2B5EF4-FFF2-40B4-BE49-F238E27FC236}">
                  <a16:creationId xmlns:a16="http://schemas.microsoft.com/office/drawing/2014/main" id="{8AC9B67A-0F15-331A-E781-7F016E8795CF}"/>
                </a:ext>
              </a:extLst>
            </p:cNvPr>
            <p:cNvSpPr txBox="1"/>
            <p:nvPr/>
          </p:nvSpPr>
          <p:spPr>
            <a:xfrm>
              <a:off x="6824631" y="2707320"/>
              <a:ext cx="4882103"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I can use world maps to locate the equator, tropics and  hemispheres and use</a:t>
              </a:r>
              <a:r>
                <a:rPr lang="en-GB" sz="1400" b="0" i="0">
                  <a:solidFill>
                    <a:prstClr val="black"/>
                  </a:solidFill>
                  <a:latin typeface="Twinkl Cursive Looped" panose="02000000000000000000" pitchFamily="2" charset="77"/>
                  <a:ea typeface="Sassoon Infant Rg" panose="02000503030000020003" pitchFamily="2" charset="0"/>
                </a:rPr>
                <a:t> latitude and longitude to locate places.</a:t>
              </a: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 I can name significant cities in the UK describe a place in South America. </a:t>
              </a:r>
            </a:p>
          </p:txBody>
        </p:sp>
      </p:grpSp>
      <p:sp>
        <p:nvSpPr>
          <p:cNvPr id="183" name="TextBox 182">
            <a:extLst>
              <a:ext uri="{FF2B5EF4-FFF2-40B4-BE49-F238E27FC236}">
                <a16:creationId xmlns:a16="http://schemas.microsoft.com/office/drawing/2014/main" id="{C03EA156-7E21-1D05-39B0-4AA499688BDB}"/>
              </a:ext>
            </a:extLst>
          </p:cNvPr>
          <p:cNvSpPr txBox="1"/>
          <p:nvPr userDrawn="1"/>
        </p:nvSpPr>
        <p:spPr>
          <a:xfrm>
            <a:off x="596419" y="3486712"/>
            <a:ext cx="2740003"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Scale is when we ‘zoom –in and zoom-out’ to explore local, regional and global patterns and connections</a:t>
            </a:r>
          </a:p>
        </p:txBody>
      </p:sp>
      <p:sp>
        <p:nvSpPr>
          <p:cNvPr id="184" name="TextBox 183">
            <a:extLst>
              <a:ext uri="{FF2B5EF4-FFF2-40B4-BE49-F238E27FC236}">
                <a16:creationId xmlns:a16="http://schemas.microsoft.com/office/drawing/2014/main" id="{DF084291-0649-F1E8-23A2-23A2A3BF6154}"/>
              </a:ext>
            </a:extLst>
          </p:cNvPr>
          <p:cNvSpPr txBox="1"/>
          <p:nvPr userDrawn="1"/>
        </p:nvSpPr>
        <p:spPr>
          <a:xfrm>
            <a:off x="598388" y="2520074"/>
            <a:ext cx="2805444"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Space</a:t>
            </a:r>
            <a:r>
              <a:rPr kumimoji="0" lang="en-GB" sz="1400" b="0" i="0" u="none" strike="noStrike" kern="1200" cap="none" spc="0" normalizeH="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 is about the importance of places and the way people organise where we live. </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nvGrpSpPr>
          <p:cNvPr id="186" name="Group 185">
            <a:extLst>
              <a:ext uri="{FF2B5EF4-FFF2-40B4-BE49-F238E27FC236}">
                <a16:creationId xmlns:a16="http://schemas.microsoft.com/office/drawing/2014/main" id="{1EEDBCC6-5644-F19A-ADD5-0820C10A8B5F}"/>
              </a:ext>
            </a:extLst>
          </p:cNvPr>
          <p:cNvGrpSpPr/>
          <p:nvPr userDrawn="1"/>
        </p:nvGrpSpPr>
        <p:grpSpPr>
          <a:xfrm>
            <a:off x="272909" y="5585370"/>
            <a:ext cx="1280546" cy="1018597"/>
            <a:chOff x="487294" y="3394800"/>
            <a:chExt cx="1829988" cy="1302126"/>
          </a:xfrm>
          <a:solidFill>
            <a:srgbClr val="FFEEB0"/>
          </a:solidFill>
        </p:grpSpPr>
        <p:grpSp>
          <p:nvGrpSpPr>
            <p:cNvPr id="187" name="Group 186">
              <a:extLst>
                <a:ext uri="{FF2B5EF4-FFF2-40B4-BE49-F238E27FC236}">
                  <a16:creationId xmlns:a16="http://schemas.microsoft.com/office/drawing/2014/main" id="{7D343F5F-0310-8BF1-153F-738F244F6B87}"/>
                </a:ext>
              </a:extLst>
            </p:cNvPr>
            <p:cNvGrpSpPr/>
            <p:nvPr/>
          </p:nvGrpSpPr>
          <p:grpSpPr>
            <a:xfrm>
              <a:off x="487294" y="4338320"/>
              <a:ext cx="904626" cy="358606"/>
              <a:chOff x="7508240" y="3017520"/>
              <a:chExt cx="3545840" cy="2021840"/>
            </a:xfrm>
            <a:grpFill/>
          </p:grpSpPr>
          <p:sp>
            <p:nvSpPr>
              <p:cNvPr id="205" name="Rectangle 204">
                <a:extLst>
                  <a:ext uri="{FF2B5EF4-FFF2-40B4-BE49-F238E27FC236}">
                    <a16:creationId xmlns:a16="http://schemas.microsoft.com/office/drawing/2014/main" id="{824A26F8-2EFF-49EE-5959-CE6CD9FD154F}"/>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06" name="Rectangle: Top Corners Rounded 71">
                <a:extLst>
                  <a:ext uri="{FF2B5EF4-FFF2-40B4-BE49-F238E27FC236}">
                    <a16:creationId xmlns:a16="http://schemas.microsoft.com/office/drawing/2014/main" id="{0C0B3541-7ACE-E20A-F4B8-275913C1BDD5}"/>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7" name="Rectangle: Top Corners Rounded 72">
                <a:extLst>
                  <a:ext uri="{FF2B5EF4-FFF2-40B4-BE49-F238E27FC236}">
                    <a16:creationId xmlns:a16="http://schemas.microsoft.com/office/drawing/2014/main" id="{C6C01646-8B6E-657C-4854-39EB1B4A5965}"/>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8" name="Rectangle: Top Corners Rounded 73">
                <a:extLst>
                  <a:ext uri="{FF2B5EF4-FFF2-40B4-BE49-F238E27FC236}">
                    <a16:creationId xmlns:a16="http://schemas.microsoft.com/office/drawing/2014/main" id="{AB185C89-AD94-E1C7-6A02-62FEA46471F7}"/>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88" name="Group 187">
              <a:extLst>
                <a:ext uri="{FF2B5EF4-FFF2-40B4-BE49-F238E27FC236}">
                  <a16:creationId xmlns:a16="http://schemas.microsoft.com/office/drawing/2014/main" id="{921A253F-5A1F-44C8-FE26-9851FB495E89}"/>
                </a:ext>
              </a:extLst>
            </p:cNvPr>
            <p:cNvGrpSpPr/>
            <p:nvPr/>
          </p:nvGrpSpPr>
          <p:grpSpPr>
            <a:xfrm>
              <a:off x="1412656" y="4338320"/>
              <a:ext cx="904626" cy="358606"/>
              <a:chOff x="7508240" y="3017520"/>
              <a:chExt cx="3545840" cy="2021840"/>
            </a:xfrm>
            <a:grpFill/>
          </p:grpSpPr>
          <p:sp>
            <p:nvSpPr>
              <p:cNvPr id="201" name="Rectangle 200">
                <a:extLst>
                  <a:ext uri="{FF2B5EF4-FFF2-40B4-BE49-F238E27FC236}">
                    <a16:creationId xmlns:a16="http://schemas.microsoft.com/office/drawing/2014/main" id="{A4226305-104A-0BF5-8BD6-C5DBE225FA64}"/>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02" name="Rectangle: Top Corners Rounded 76">
                <a:extLst>
                  <a:ext uri="{FF2B5EF4-FFF2-40B4-BE49-F238E27FC236}">
                    <a16:creationId xmlns:a16="http://schemas.microsoft.com/office/drawing/2014/main" id="{B1C553D7-DF13-9D2C-F8EE-E1887A5973D4}"/>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3" name="Rectangle: Top Corners Rounded 77">
                <a:extLst>
                  <a:ext uri="{FF2B5EF4-FFF2-40B4-BE49-F238E27FC236}">
                    <a16:creationId xmlns:a16="http://schemas.microsoft.com/office/drawing/2014/main" id="{F57A6308-5609-D038-7817-D8F816944EBC}"/>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4" name="Rectangle: Top Corners Rounded 78">
                <a:extLst>
                  <a:ext uri="{FF2B5EF4-FFF2-40B4-BE49-F238E27FC236}">
                    <a16:creationId xmlns:a16="http://schemas.microsoft.com/office/drawing/2014/main" id="{7AE8B410-CF97-109E-AC73-7EE2E0A3CBC9}"/>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89" name="Group 188">
              <a:extLst>
                <a:ext uri="{FF2B5EF4-FFF2-40B4-BE49-F238E27FC236}">
                  <a16:creationId xmlns:a16="http://schemas.microsoft.com/office/drawing/2014/main" id="{79D539B1-633E-3258-46D8-189D057BD239}"/>
                </a:ext>
              </a:extLst>
            </p:cNvPr>
            <p:cNvGrpSpPr/>
            <p:nvPr/>
          </p:nvGrpSpPr>
          <p:grpSpPr>
            <a:xfrm>
              <a:off x="1045881" y="4007047"/>
              <a:ext cx="904626" cy="358606"/>
              <a:chOff x="7508240" y="3017520"/>
              <a:chExt cx="3545840" cy="2021840"/>
            </a:xfrm>
            <a:grpFill/>
          </p:grpSpPr>
          <p:sp>
            <p:nvSpPr>
              <p:cNvPr id="197" name="Rectangle 196">
                <a:extLst>
                  <a:ext uri="{FF2B5EF4-FFF2-40B4-BE49-F238E27FC236}">
                    <a16:creationId xmlns:a16="http://schemas.microsoft.com/office/drawing/2014/main" id="{1D4CA877-08BB-2743-2C91-D772E29BE181}"/>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98" name="Rectangle: Top Corners Rounded 81">
                <a:extLst>
                  <a:ext uri="{FF2B5EF4-FFF2-40B4-BE49-F238E27FC236}">
                    <a16:creationId xmlns:a16="http://schemas.microsoft.com/office/drawing/2014/main" id="{388DAA77-D3FE-F8FE-0D0A-C6904438768F}"/>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99" name="Rectangle: Top Corners Rounded 82">
                <a:extLst>
                  <a:ext uri="{FF2B5EF4-FFF2-40B4-BE49-F238E27FC236}">
                    <a16:creationId xmlns:a16="http://schemas.microsoft.com/office/drawing/2014/main" id="{7D82C541-F81F-7E02-29B0-6D26AE408383}"/>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0" name="Rectangle: Top Corners Rounded 83">
                <a:extLst>
                  <a:ext uri="{FF2B5EF4-FFF2-40B4-BE49-F238E27FC236}">
                    <a16:creationId xmlns:a16="http://schemas.microsoft.com/office/drawing/2014/main" id="{F877950A-A4C0-251B-7352-0C7970A65427}"/>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90" name="Group 189">
              <a:extLst>
                <a:ext uri="{FF2B5EF4-FFF2-40B4-BE49-F238E27FC236}">
                  <a16:creationId xmlns:a16="http://schemas.microsoft.com/office/drawing/2014/main" id="{29EA8D5D-939B-B699-5132-D73BAF0FE920}"/>
                </a:ext>
              </a:extLst>
            </p:cNvPr>
            <p:cNvGrpSpPr/>
            <p:nvPr/>
          </p:nvGrpSpPr>
          <p:grpSpPr>
            <a:xfrm>
              <a:off x="1620945" y="3669763"/>
              <a:ext cx="512234" cy="358606"/>
              <a:chOff x="7508240" y="3017519"/>
              <a:chExt cx="3545840" cy="2021841"/>
            </a:xfrm>
            <a:grpFill/>
          </p:grpSpPr>
          <p:sp>
            <p:nvSpPr>
              <p:cNvPr id="194" name="Rectangle 193">
                <a:extLst>
                  <a:ext uri="{FF2B5EF4-FFF2-40B4-BE49-F238E27FC236}">
                    <a16:creationId xmlns:a16="http://schemas.microsoft.com/office/drawing/2014/main" id="{A75FA34F-8591-3BCD-59BB-790571FFBBBC}"/>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95" name="Rectangle: Top Corners Rounded 86">
                <a:extLst>
                  <a:ext uri="{FF2B5EF4-FFF2-40B4-BE49-F238E27FC236}">
                    <a16:creationId xmlns:a16="http://schemas.microsoft.com/office/drawing/2014/main" id="{7DDFA530-4D70-7082-0CC8-E44E8EDC0BFF}"/>
                  </a:ext>
                </a:extLst>
              </p:cNvPr>
              <p:cNvSpPr/>
              <p:nvPr/>
            </p:nvSpPr>
            <p:spPr>
              <a:xfrm>
                <a:off x="8406167"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96" name="Rectangle: Top Corners Rounded 87">
                <a:extLst>
                  <a:ext uri="{FF2B5EF4-FFF2-40B4-BE49-F238E27FC236}">
                    <a16:creationId xmlns:a16="http://schemas.microsoft.com/office/drawing/2014/main" id="{B1A4774C-F438-3577-C784-C78E58127F7A}"/>
                  </a:ext>
                </a:extLst>
              </p:cNvPr>
              <p:cNvSpPr/>
              <p:nvPr/>
            </p:nvSpPr>
            <p:spPr>
              <a:xfrm>
                <a:off x="9689825"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91" name="Group 190">
              <a:extLst>
                <a:ext uri="{FF2B5EF4-FFF2-40B4-BE49-F238E27FC236}">
                  <a16:creationId xmlns:a16="http://schemas.microsoft.com/office/drawing/2014/main" id="{7FA78F10-C2D3-D61B-80D0-2EC3B738D3EA}"/>
                </a:ext>
              </a:extLst>
            </p:cNvPr>
            <p:cNvGrpSpPr/>
            <p:nvPr/>
          </p:nvGrpSpPr>
          <p:grpSpPr>
            <a:xfrm>
              <a:off x="1520357" y="3394800"/>
              <a:ext cx="338160" cy="309951"/>
              <a:chOff x="7508240" y="3017519"/>
              <a:chExt cx="3545840" cy="2021841"/>
            </a:xfrm>
            <a:grpFill/>
          </p:grpSpPr>
          <p:sp>
            <p:nvSpPr>
              <p:cNvPr id="192" name="Rectangle 191">
                <a:extLst>
                  <a:ext uri="{FF2B5EF4-FFF2-40B4-BE49-F238E27FC236}">
                    <a16:creationId xmlns:a16="http://schemas.microsoft.com/office/drawing/2014/main" id="{80FBCE67-BF54-A8F6-6581-421ECE264705}"/>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93" name="Rectangle: Top Corners Rounded 91">
                <a:extLst>
                  <a:ext uri="{FF2B5EF4-FFF2-40B4-BE49-F238E27FC236}">
                    <a16:creationId xmlns:a16="http://schemas.microsoft.com/office/drawing/2014/main" id="{0BD5FDF6-5429-7725-8D8F-DEAF1206276D}"/>
                  </a:ext>
                </a:extLst>
              </p:cNvPr>
              <p:cNvSpPr/>
              <p:nvPr/>
            </p:nvSpPr>
            <p:spPr>
              <a:xfrm>
                <a:off x="9045379" y="3017519"/>
                <a:ext cx="589285" cy="274322"/>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grpSp>
        <p:nvGrpSpPr>
          <p:cNvPr id="19" name="Group 18">
            <a:extLst>
              <a:ext uri="{FF2B5EF4-FFF2-40B4-BE49-F238E27FC236}">
                <a16:creationId xmlns:a16="http://schemas.microsoft.com/office/drawing/2014/main" id="{1E16FC6D-02CF-0369-9BF5-714D19C48255}"/>
              </a:ext>
            </a:extLst>
          </p:cNvPr>
          <p:cNvGrpSpPr/>
          <p:nvPr userDrawn="1"/>
        </p:nvGrpSpPr>
        <p:grpSpPr>
          <a:xfrm>
            <a:off x="79830" y="956034"/>
            <a:ext cx="865658" cy="744149"/>
            <a:chOff x="156589" y="971826"/>
            <a:chExt cx="865658" cy="744149"/>
          </a:xfrm>
        </p:grpSpPr>
        <p:grpSp>
          <p:nvGrpSpPr>
            <p:cNvPr id="8" name="Group 7">
              <a:extLst>
                <a:ext uri="{FF2B5EF4-FFF2-40B4-BE49-F238E27FC236}">
                  <a16:creationId xmlns:a16="http://schemas.microsoft.com/office/drawing/2014/main" id="{E05F1859-534C-A3B2-1089-FC2963208EAF}"/>
                </a:ext>
              </a:extLst>
            </p:cNvPr>
            <p:cNvGrpSpPr/>
            <p:nvPr userDrawn="1"/>
          </p:nvGrpSpPr>
          <p:grpSpPr>
            <a:xfrm>
              <a:off x="368025" y="971826"/>
              <a:ext cx="500775" cy="483300"/>
              <a:chOff x="182509" y="2709452"/>
              <a:chExt cx="1909033" cy="1842414"/>
            </a:xfrm>
          </p:grpSpPr>
          <p:pic>
            <p:nvPicPr>
              <p:cNvPr id="11" name="Picture 10">
                <a:extLst>
                  <a:ext uri="{FF2B5EF4-FFF2-40B4-BE49-F238E27FC236}">
                    <a16:creationId xmlns:a16="http://schemas.microsoft.com/office/drawing/2014/main" id="{74FAF9F7-CFFB-712E-8174-6B08F12753CE}"/>
                  </a:ext>
                </a:extLst>
              </p:cNvPr>
              <p:cNvPicPr>
                <a:picLocks noChangeAspect="1"/>
              </p:cNvPicPr>
              <p:nvPr userDrawn="1"/>
            </p:nvPicPr>
            <p:blipFill>
              <a:blip r:embed="rId4">
                <a:clrChange>
                  <a:clrFrom>
                    <a:srgbClr val="FFFFFF"/>
                  </a:clrFrom>
                  <a:clrTo>
                    <a:srgbClr val="FFFFFF">
                      <a:alpha val="0"/>
                    </a:srgbClr>
                  </a:clrTo>
                </a:clrChange>
              </a:blip>
              <a:srcRect b="36075"/>
              <a:stretch>
                <a:fillRect/>
              </a:stretch>
            </p:blipFill>
            <p:spPr>
              <a:xfrm>
                <a:off x="306750" y="3420521"/>
                <a:ext cx="1691777" cy="1131345"/>
              </a:xfrm>
              <a:prstGeom prst="rect">
                <a:avLst/>
              </a:prstGeom>
            </p:spPr>
          </p:pic>
          <p:pic>
            <p:nvPicPr>
              <p:cNvPr id="12" name="Picture 11">
                <a:extLst>
                  <a:ext uri="{FF2B5EF4-FFF2-40B4-BE49-F238E27FC236}">
                    <a16:creationId xmlns:a16="http://schemas.microsoft.com/office/drawing/2014/main" id="{3226DCCE-7F90-3D2D-7B92-68AB3D71E659}"/>
                  </a:ext>
                </a:extLst>
              </p:cNvPr>
              <p:cNvPicPr>
                <a:picLocks noChangeAspect="1"/>
              </p:cNvPicPr>
              <p:nvPr userDrawn="1"/>
            </p:nvPicPr>
            <p:blipFill>
              <a:blip r:embed="rId4">
                <a:clrChange>
                  <a:clrFrom>
                    <a:srgbClr val="FFFFFF"/>
                  </a:clrFrom>
                  <a:clrTo>
                    <a:srgbClr val="FFFFFF">
                      <a:alpha val="0"/>
                    </a:srgbClr>
                  </a:clrTo>
                </a:clrChange>
              </a:blip>
              <a:srcRect b="77556"/>
              <a:stretch>
                <a:fillRect/>
              </a:stretch>
            </p:blipFill>
            <p:spPr>
              <a:xfrm>
                <a:off x="399765" y="2709452"/>
                <a:ext cx="1691777" cy="397224"/>
              </a:xfrm>
              <a:prstGeom prst="rect">
                <a:avLst/>
              </a:prstGeom>
            </p:spPr>
          </p:pic>
          <p:pic>
            <p:nvPicPr>
              <p:cNvPr id="13" name="Picture 12">
                <a:extLst>
                  <a:ext uri="{FF2B5EF4-FFF2-40B4-BE49-F238E27FC236}">
                    <a16:creationId xmlns:a16="http://schemas.microsoft.com/office/drawing/2014/main" id="{A8FE28DF-CD74-E91F-7E90-9A5811307519}"/>
                  </a:ext>
                </a:extLst>
              </p:cNvPr>
              <p:cNvPicPr>
                <a:picLocks noChangeAspect="1"/>
              </p:cNvPicPr>
              <p:nvPr userDrawn="1"/>
            </p:nvPicPr>
            <p:blipFill>
              <a:blip r:embed="rId4">
                <a:clrChange>
                  <a:clrFrom>
                    <a:srgbClr val="FFFFFF"/>
                  </a:clrFrom>
                  <a:clrTo>
                    <a:srgbClr val="FFFFFF">
                      <a:alpha val="0"/>
                    </a:srgbClr>
                  </a:clrTo>
                </a:clrChange>
              </a:blip>
              <a:srcRect b="77556"/>
              <a:stretch>
                <a:fillRect/>
              </a:stretch>
            </p:blipFill>
            <p:spPr>
              <a:xfrm>
                <a:off x="182509" y="3047811"/>
                <a:ext cx="958202" cy="397224"/>
              </a:xfrm>
              <a:prstGeom prst="rect">
                <a:avLst/>
              </a:prstGeom>
            </p:spPr>
          </p:pic>
          <p:pic>
            <p:nvPicPr>
              <p:cNvPr id="14" name="Picture 13">
                <a:extLst>
                  <a:ext uri="{FF2B5EF4-FFF2-40B4-BE49-F238E27FC236}">
                    <a16:creationId xmlns:a16="http://schemas.microsoft.com/office/drawing/2014/main" id="{2C24270A-47E8-90CC-808D-6468B8BA2DF8}"/>
                  </a:ext>
                </a:extLst>
              </p:cNvPr>
              <p:cNvPicPr>
                <a:picLocks noChangeAspect="1"/>
              </p:cNvPicPr>
              <p:nvPr userDrawn="1"/>
            </p:nvPicPr>
            <p:blipFill>
              <a:blip r:embed="rId4">
                <a:clrChange>
                  <a:clrFrom>
                    <a:srgbClr val="FFFFFF"/>
                  </a:clrFrom>
                  <a:clrTo>
                    <a:srgbClr val="FFFFFF">
                      <a:alpha val="0"/>
                    </a:srgbClr>
                  </a:clrTo>
                </a:clrChange>
              </a:blip>
              <a:srcRect b="77556"/>
              <a:stretch>
                <a:fillRect/>
              </a:stretch>
            </p:blipFill>
            <p:spPr>
              <a:xfrm>
                <a:off x="1086043" y="3047811"/>
                <a:ext cx="958202" cy="397224"/>
              </a:xfrm>
              <a:prstGeom prst="rect">
                <a:avLst/>
              </a:prstGeom>
            </p:spPr>
          </p:pic>
        </p:grpSp>
        <p:pic>
          <p:nvPicPr>
            <p:cNvPr id="9" name="Picture 8" descr="A black arrow pointing to a line&#10;&#10;AI-generated content may be incorrect.">
              <a:extLst>
                <a:ext uri="{FF2B5EF4-FFF2-40B4-BE49-F238E27FC236}">
                  <a16:creationId xmlns:a16="http://schemas.microsoft.com/office/drawing/2014/main" id="{F1BC72FC-661B-8A27-D566-ACE39CD9C0EA}"/>
                </a:ext>
              </a:extLst>
            </p:cNvPr>
            <p:cNvPicPr>
              <a:picLocks noChangeAspect="1"/>
            </p:cNvPicPr>
            <p:nvPr userDrawn="1"/>
          </p:nvPicPr>
          <p:blipFill>
            <a:blip r:embed="rId5">
              <a:clrChange>
                <a:clrFrom>
                  <a:srgbClr val="FFFFFF"/>
                </a:clrFrom>
                <a:clrTo>
                  <a:srgbClr val="FFFFFF">
                    <a:alpha val="0"/>
                  </a:srgbClr>
                </a:clrTo>
              </a:clrChange>
            </a:blip>
            <a:stretch>
              <a:fillRect/>
            </a:stretch>
          </p:blipFill>
          <p:spPr>
            <a:xfrm>
              <a:off x="593868" y="1318751"/>
              <a:ext cx="428379" cy="397224"/>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89A8F77E-48E5-C692-3290-5C0784924E9D}"/>
                </a:ext>
              </a:extLst>
            </p:cNvPr>
            <p:cNvPicPr>
              <a:picLocks noChangeAspect="1"/>
            </p:cNvPicPr>
            <p:nvPr userDrawn="1"/>
          </p:nvPicPr>
          <p:blipFill>
            <a:blip r:embed="rId6"/>
            <a:srcRect b="18880"/>
            <a:stretch>
              <a:fillRect/>
            </a:stretch>
          </p:blipFill>
          <p:spPr>
            <a:xfrm>
              <a:off x="156589" y="1305725"/>
              <a:ext cx="505729" cy="410250"/>
            </a:xfrm>
            <a:prstGeom prst="rect">
              <a:avLst/>
            </a:prstGeom>
          </p:spPr>
        </p:pic>
      </p:grpSp>
      <p:pic>
        <p:nvPicPr>
          <p:cNvPr id="2" name="Picture 1" descr="A black background with a black square&#10;&#10;AI-generated content may be incorrect.">
            <a:extLst>
              <a:ext uri="{FF2B5EF4-FFF2-40B4-BE49-F238E27FC236}">
                <a16:creationId xmlns:a16="http://schemas.microsoft.com/office/drawing/2014/main" id="{857185FD-3197-DAEA-211F-4586140FDFEC}"/>
              </a:ext>
            </a:extLst>
          </p:cNvPr>
          <p:cNvPicPr>
            <a:picLocks noChangeAspect="1"/>
          </p:cNvPicPr>
          <p:nvPr userDrawn="1"/>
        </p:nvPicPr>
        <p:blipFill>
          <a:blip r:embed="rId6"/>
          <a:srcRect b="18880"/>
          <a:stretch>
            <a:fillRect/>
          </a:stretch>
        </p:blipFill>
        <p:spPr>
          <a:xfrm>
            <a:off x="79900" y="1921592"/>
            <a:ext cx="505729" cy="410250"/>
          </a:xfrm>
          <a:prstGeom prst="rect">
            <a:avLst/>
          </a:prstGeom>
        </p:spPr>
      </p:pic>
      <p:pic>
        <p:nvPicPr>
          <p:cNvPr id="3" name="Picture 2" descr="A black arrow pointing to a line&#10;&#10;AI-generated content may be incorrect.">
            <a:extLst>
              <a:ext uri="{FF2B5EF4-FFF2-40B4-BE49-F238E27FC236}">
                <a16:creationId xmlns:a16="http://schemas.microsoft.com/office/drawing/2014/main" id="{E4E22923-73F2-85BB-0E14-C1224F23C145}"/>
              </a:ext>
            </a:extLst>
          </p:cNvPr>
          <p:cNvPicPr>
            <a:picLocks noChangeAspect="1"/>
          </p:cNvPicPr>
          <p:nvPr userDrawn="1"/>
        </p:nvPicPr>
        <p:blipFill>
          <a:blip r:embed="rId5">
            <a:clrChange>
              <a:clrFrom>
                <a:srgbClr val="FFFFFF"/>
              </a:clrFrom>
              <a:clrTo>
                <a:srgbClr val="FFFFFF">
                  <a:alpha val="0"/>
                </a:srgbClr>
              </a:clrTo>
            </a:clrChange>
          </a:blip>
          <a:stretch>
            <a:fillRect/>
          </a:stretch>
        </p:blipFill>
        <p:spPr>
          <a:xfrm>
            <a:off x="143944" y="3748770"/>
            <a:ext cx="428379" cy="397224"/>
          </a:xfrm>
          <a:prstGeom prst="rect">
            <a:avLst/>
          </a:prstGeom>
        </p:spPr>
      </p:pic>
      <p:grpSp>
        <p:nvGrpSpPr>
          <p:cNvPr id="4" name="Group 3">
            <a:extLst>
              <a:ext uri="{FF2B5EF4-FFF2-40B4-BE49-F238E27FC236}">
                <a16:creationId xmlns:a16="http://schemas.microsoft.com/office/drawing/2014/main" id="{F4A8653C-3F9A-E6D1-5387-8F326F19BE14}"/>
              </a:ext>
            </a:extLst>
          </p:cNvPr>
          <p:cNvGrpSpPr/>
          <p:nvPr userDrawn="1"/>
        </p:nvGrpSpPr>
        <p:grpSpPr>
          <a:xfrm>
            <a:off x="89359" y="2684566"/>
            <a:ext cx="500775" cy="483300"/>
            <a:chOff x="182509" y="2709452"/>
            <a:chExt cx="1909033" cy="1842414"/>
          </a:xfrm>
        </p:grpSpPr>
        <p:pic>
          <p:nvPicPr>
            <p:cNvPr id="5" name="Picture 4">
              <a:extLst>
                <a:ext uri="{FF2B5EF4-FFF2-40B4-BE49-F238E27FC236}">
                  <a16:creationId xmlns:a16="http://schemas.microsoft.com/office/drawing/2014/main" id="{1E4D4E9A-EAB4-AF3B-1D50-3B0BC3C67559}"/>
                </a:ext>
              </a:extLst>
            </p:cNvPr>
            <p:cNvPicPr>
              <a:picLocks noChangeAspect="1"/>
            </p:cNvPicPr>
            <p:nvPr userDrawn="1"/>
          </p:nvPicPr>
          <p:blipFill>
            <a:blip r:embed="rId4">
              <a:clrChange>
                <a:clrFrom>
                  <a:srgbClr val="FFFFFF"/>
                </a:clrFrom>
                <a:clrTo>
                  <a:srgbClr val="FFFFFF">
                    <a:alpha val="0"/>
                  </a:srgbClr>
                </a:clrTo>
              </a:clrChange>
            </a:blip>
            <a:srcRect b="36075"/>
            <a:stretch>
              <a:fillRect/>
            </a:stretch>
          </p:blipFill>
          <p:spPr>
            <a:xfrm>
              <a:off x="306750" y="3420521"/>
              <a:ext cx="1691777" cy="1131345"/>
            </a:xfrm>
            <a:prstGeom prst="rect">
              <a:avLst/>
            </a:prstGeom>
          </p:spPr>
        </p:pic>
        <p:pic>
          <p:nvPicPr>
            <p:cNvPr id="6" name="Picture 5">
              <a:extLst>
                <a:ext uri="{FF2B5EF4-FFF2-40B4-BE49-F238E27FC236}">
                  <a16:creationId xmlns:a16="http://schemas.microsoft.com/office/drawing/2014/main" id="{A38A1E50-058E-AF3E-F086-478E877820DA}"/>
                </a:ext>
              </a:extLst>
            </p:cNvPr>
            <p:cNvPicPr>
              <a:picLocks noChangeAspect="1"/>
            </p:cNvPicPr>
            <p:nvPr userDrawn="1"/>
          </p:nvPicPr>
          <p:blipFill>
            <a:blip r:embed="rId4">
              <a:clrChange>
                <a:clrFrom>
                  <a:srgbClr val="FFFFFF"/>
                </a:clrFrom>
                <a:clrTo>
                  <a:srgbClr val="FFFFFF">
                    <a:alpha val="0"/>
                  </a:srgbClr>
                </a:clrTo>
              </a:clrChange>
            </a:blip>
            <a:srcRect b="77556"/>
            <a:stretch>
              <a:fillRect/>
            </a:stretch>
          </p:blipFill>
          <p:spPr>
            <a:xfrm>
              <a:off x="399765" y="2709452"/>
              <a:ext cx="1691777" cy="397224"/>
            </a:xfrm>
            <a:prstGeom prst="rect">
              <a:avLst/>
            </a:prstGeom>
          </p:spPr>
        </p:pic>
        <p:pic>
          <p:nvPicPr>
            <p:cNvPr id="15" name="Picture 14">
              <a:extLst>
                <a:ext uri="{FF2B5EF4-FFF2-40B4-BE49-F238E27FC236}">
                  <a16:creationId xmlns:a16="http://schemas.microsoft.com/office/drawing/2014/main" id="{23BC4737-519C-6B37-5079-5B57CEB56E3A}"/>
                </a:ext>
              </a:extLst>
            </p:cNvPr>
            <p:cNvPicPr>
              <a:picLocks noChangeAspect="1"/>
            </p:cNvPicPr>
            <p:nvPr userDrawn="1"/>
          </p:nvPicPr>
          <p:blipFill>
            <a:blip r:embed="rId4">
              <a:clrChange>
                <a:clrFrom>
                  <a:srgbClr val="FFFFFF"/>
                </a:clrFrom>
                <a:clrTo>
                  <a:srgbClr val="FFFFFF">
                    <a:alpha val="0"/>
                  </a:srgbClr>
                </a:clrTo>
              </a:clrChange>
            </a:blip>
            <a:srcRect b="77556"/>
            <a:stretch>
              <a:fillRect/>
            </a:stretch>
          </p:blipFill>
          <p:spPr>
            <a:xfrm>
              <a:off x="182509" y="3047811"/>
              <a:ext cx="958202" cy="397224"/>
            </a:xfrm>
            <a:prstGeom prst="rect">
              <a:avLst/>
            </a:prstGeom>
          </p:spPr>
        </p:pic>
        <p:pic>
          <p:nvPicPr>
            <p:cNvPr id="16" name="Picture 15">
              <a:extLst>
                <a:ext uri="{FF2B5EF4-FFF2-40B4-BE49-F238E27FC236}">
                  <a16:creationId xmlns:a16="http://schemas.microsoft.com/office/drawing/2014/main" id="{BF6BD36D-B43A-63C8-6538-2A67302326C1}"/>
                </a:ext>
              </a:extLst>
            </p:cNvPr>
            <p:cNvPicPr>
              <a:picLocks noChangeAspect="1"/>
            </p:cNvPicPr>
            <p:nvPr userDrawn="1"/>
          </p:nvPicPr>
          <p:blipFill>
            <a:blip r:embed="rId4">
              <a:clrChange>
                <a:clrFrom>
                  <a:srgbClr val="FFFFFF"/>
                </a:clrFrom>
                <a:clrTo>
                  <a:srgbClr val="FFFFFF">
                    <a:alpha val="0"/>
                  </a:srgbClr>
                </a:clrTo>
              </a:clrChange>
            </a:blip>
            <a:srcRect b="77556"/>
            <a:stretch>
              <a:fillRect/>
            </a:stretch>
          </p:blipFill>
          <p:spPr>
            <a:xfrm>
              <a:off x="1086043" y="3047811"/>
              <a:ext cx="958202" cy="397224"/>
            </a:xfrm>
            <a:prstGeom prst="rect">
              <a:avLst/>
            </a:prstGeom>
          </p:spPr>
        </p:pic>
      </p:grpSp>
      <p:sp>
        <p:nvSpPr>
          <p:cNvPr id="17" name="TextBox 16">
            <a:extLst>
              <a:ext uri="{FF2B5EF4-FFF2-40B4-BE49-F238E27FC236}">
                <a16:creationId xmlns:a16="http://schemas.microsoft.com/office/drawing/2014/main" id="{6A66D92C-0198-E900-4E7E-627045286571}"/>
              </a:ext>
            </a:extLst>
          </p:cNvPr>
          <p:cNvSpPr txBox="1"/>
          <p:nvPr userDrawn="1"/>
        </p:nvSpPr>
        <p:spPr>
          <a:xfrm>
            <a:off x="833846" y="115467"/>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FFC000"/>
                </a:solidFill>
                <a:effectLst/>
                <a:uLnTx/>
                <a:uFillTx/>
                <a:latin typeface="Twinkl Cursive Looped" panose="02000000000000000000" pitchFamily="2" charset="77"/>
                <a:ea typeface="Sassoon Infant Rg" panose="02000503030000020003" pitchFamily="2" charset="0"/>
                <a:cs typeface="+mn-cs"/>
              </a:rPr>
              <a:t>Place, space and scale</a:t>
            </a:r>
          </a:p>
        </p:txBody>
      </p:sp>
      <p:pic>
        <p:nvPicPr>
          <p:cNvPr id="18" name="Picture 17" descr="Macintosh HD:Users:nicholasgarrick:Dropbox:1 LupL:6 Resources:Images and Icons:Icons:Geographer:icon_5211.png">
            <a:extLst>
              <a:ext uri="{FF2B5EF4-FFF2-40B4-BE49-F238E27FC236}">
                <a16:creationId xmlns:a16="http://schemas.microsoft.com/office/drawing/2014/main" id="{3E0B62B8-2F8F-2437-D5B8-EB0DB1C1B8FB}"/>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408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41"/>
                                        </p:tgtEl>
                                        <p:attrNameLst>
                                          <p:attrName>style.visibility</p:attrName>
                                        </p:attrNameLst>
                                      </p:cBhvr>
                                      <p:to>
                                        <p:strVal val="visible"/>
                                      </p:to>
                                    </p:set>
                                    <p:anim calcmode="lin" valueType="num">
                                      <p:cBhvr additive="base">
                                        <p:cTn id="19" dur="500" fill="hold"/>
                                        <p:tgtEl>
                                          <p:spTgt spid="141"/>
                                        </p:tgtEl>
                                        <p:attrNameLst>
                                          <p:attrName>ppt_x</p:attrName>
                                        </p:attrNameLst>
                                      </p:cBhvr>
                                      <p:tavLst>
                                        <p:tav tm="0">
                                          <p:val>
                                            <p:strVal val="#ppt_x"/>
                                          </p:val>
                                        </p:tav>
                                        <p:tav tm="100000">
                                          <p:val>
                                            <p:strVal val="#ppt_x"/>
                                          </p:val>
                                        </p:tav>
                                      </p:tavLst>
                                    </p:anim>
                                    <p:anim calcmode="lin" valueType="num">
                                      <p:cBhvr additive="base">
                                        <p:cTn id="20" dur="500" fill="hold"/>
                                        <p:tgtEl>
                                          <p:spTgt spid="141"/>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30"/>
                                        </p:tgtEl>
                                        <p:attrNameLst>
                                          <p:attrName>style.visibility</p:attrName>
                                        </p:attrNameLst>
                                      </p:cBhvr>
                                      <p:to>
                                        <p:strVal val="visible"/>
                                      </p:to>
                                    </p:set>
                                    <p:anim calcmode="lin" valueType="num">
                                      <p:cBhvr additive="base">
                                        <p:cTn id="25" dur="500" fill="hold"/>
                                        <p:tgtEl>
                                          <p:spTgt spid="130"/>
                                        </p:tgtEl>
                                        <p:attrNameLst>
                                          <p:attrName>ppt_x</p:attrName>
                                        </p:attrNameLst>
                                      </p:cBhvr>
                                      <p:tavLst>
                                        <p:tav tm="0">
                                          <p:val>
                                            <p:strVal val="#ppt_x"/>
                                          </p:val>
                                        </p:tav>
                                        <p:tav tm="100000">
                                          <p:val>
                                            <p:strVal val="#ppt_x"/>
                                          </p:val>
                                        </p:tav>
                                      </p:tavLst>
                                    </p:anim>
                                    <p:anim calcmode="lin" valueType="num">
                                      <p:cBhvr additive="base">
                                        <p:cTn id="26" dur="500" fill="hold"/>
                                        <p:tgtEl>
                                          <p:spTgt spid="130"/>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nodeType="clickEffect">
                                  <p:stCondLst>
                                    <p:cond delay="0"/>
                                  </p:stCondLst>
                                  <p:childTnLst>
                                    <p:set>
                                      <p:cBhvr>
                                        <p:cTn id="30" dur="1" fill="hold">
                                          <p:stCondLst>
                                            <p:cond delay="0"/>
                                          </p:stCondLst>
                                        </p:cTn>
                                        <p:tgtEl>
                                          <p:spTgt spid="118"/>
                                        </p:tgtEl>
                                        <p:attrNameLst>
                                          <p:attrName>style.visibility</p:attrName>
                                        </p:attrNameLst>
                                      </p:cBhvr>
                                      <p:to>
                                        <p:strVal val="visible"/>
                                      </p:to>
                                    </p:set>
                                    <p:anim calcmode="lin" valueType="num">
                                      <p:cBhvr additive="base">
                                        <p:cTn id="31" dur="500" fill="hold"/>
                                        <p:tgtEl>
                                          <p:spTgt spid="118"/>
                                        </p:tgtEl>
                                        <p:attrNameLst>
                                          <p:attrName>ppt_x</p:attrName>
                                        </p:attrNameLst>
                                      </p:cBhvr>
                                      <p:tavLst>
                                        <p:tav tm="0">
                                          <p:val>
                                            <p:strVal val="#ppt_x"/>
                                          </p:val>
                                        </p:tav>
                                        <p:tav tm="100000">
                                          <p:val>
                                            <p:strVal val="#ppt_x"/>
                                          </p:val>
                                        </p:tav>
                                      </p:tavLst>
                                    </p:anim>
                                    <p:anim calcmode="lin" valueType="num">
                                      <p:cBhvr additive="base">
                                        <p:cTn id="32" dur="500" fill="hold"/>
                                        <p:tgtEl>
                                          <p:spTgt spid="118"/>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161"/>
                                        </p:tgtEl>
                                        <p:attrNameLst>
                                          <p:attrName>style.visibility</p:attrName>
                                        </p:attrNameLst>
                                      </p:cBhvr>
                                      <p:to>
                                        <p:strVal val="visible"/>
                                      </p:to>
                                    </p:set>
                                    <p:anim calcmode="lin" valueType="num">
                                      <p:cBhvr additive="base">
                                        <p:cTn id="37" dur="500" fill="hold"/>
                                        <p:tgtEl>
                                          <p:spTgt spid="161"/>
                                        </p:tgtEl>
                                        <p:attrNameLst>
                                          <p:attrName>ppt_x</p:attrName>
                                        </p:attrNameLst>
                                      </p:cBhvr>
                                      <p:tavLst>
                                        <p:tav tm="0">
                                          <p:val>
                                            <p:strVal val="#ppt_x"/>
                                          </p:val>
                                        </p:tav>
                                        <p:tav tm="100000">
                                          <p:val>
                                            <p:strVal val="#ppt_x"/>
                                          </p:val>
                                        </p:tav>
                                      </p:tavLst>
                                    </p:anim>
                                    <p:anim calcmode="lin" valueType="num">
                                      <p:cBhvr additive="base">
                                        <p:cTn id="38" dur="500" fill="hold"/>
                                        <p:tgtEl>
                                          <p:spTgt spid="16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P spid="183" grpId="0"/>
      <p:bldP spid="184"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cabulary">
    <p:spTree>
      <p:nvGrpSpPr>
        <p:cNvPr id="1" name=""/>
        <p:cNvGrpSpPr/>
        <p:nvPr/>
      </p:nvGrpSpPr>
      <p:grpSpPr>
        <a:xfrm>
          <a:off x="0" y="0"/>
          <a:ext cx="0" cy="0"/>
          <a:chOff x="0" y="0"/>
          <a:chExt cx="0" cy="0"/>
        </a:xfrm>
      </p:grpSpPr>
      <p:pic>
        <p:nvPicPr>
          <p:cNvPr id="2" name="Picture 1" descr="Macintosh HD:Users:nicholasgarrick:Dropbox:1 LupL:6 Resources:Images and Icons:Icons:Geographer:icon_5211.png">
            <a:extLst>
              <a:ext uri="{FF2B5EF4-FFF2-40B4-BE49-F238E27FC236}">
                <a16:creationId xmlns:a16="http://schemas.microsoft.com/office/drawing/2014/main" id="{398ABEFC-2956-1CF6-ACE3-0B1AB9860E6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4EC238CE-B400-0983-0BF9-3B44B4035F03}"/>
              </a:ext>
            </a:extLst>
          </p:cNvPr>
          <p:cNvGrpSpPr/>
          <p:nvPr userDrawn="1"/>
        </p:nvGrpSpPr>
        <p:grpSpPr>
          <a:xfrm>
            <a:off x="82686" y="980555"/>
            <a:ext cx="865658" cy="744149"/>
            <a:chOff x="57580" y="1031926"/>
            <a:chExt cx="865658" cy="744149"/>
          </a:xfrm>
        </p:grpSpPr>
        <p:grpSp>
          <p:nvGrpSpPr>
            <p:cNvPr id="4" name="Group 3">
              <a:extLst>
                <a:ext uri="{FF2B5EF4-FFF2-40B4-BE49-F238E27FC236}">
                  <a16:creationId xmlns:a16="http://schemas.microsoft.com/office/drawing/2014/main" id="{49563A45-CAAE-191F-17FE-ACEE68C8B1DA}"/>
                </a:ext>
              </a:extLst>
            </p:cNvPr>
            <p:cNvGrpSpPr/>
            <p:nvPr userDrawn="1"/>
          </p:nvGrpSpPr>
          <p:grpSpPr>
            <a:xfrm>
              <a:off x="269016" y="1031926"/>
              <a:ext cx="500775" cy="483300"/>
              <a:chOff x="182509" y="2709452"/>
              <a:chExt cx="1909033" cy="1842414"/>
            </a:xfrm>
          </p:grpSpPr>
          <p:pic>
            <p:nvPicPr>
              <p:cNvPr id="8" name="Picture 7">
                <a:extLst>
                  <a:ext uri="{FF2B5EF4-FFF2-40B4-BE49-F238E27FC236}">
                    <a16:creationId xmlns:a16="http://schemas.microsoft.com/office/drawing/2014/main" id="{CE9DF808-B572-EE16-FE95-3B4E5EF51C23}"/>
                  </a:ext>
                </a:extLst>
              </p:cNvPr>
              <p:cNvPicPr>
                <a:picLocks noChangeAspect="1"/>
              </p:cNvPicPr>
              <p:nvPr userDrawn="1"/>
            </p:nvPicPr>
            <p:blipFill>
              <a:blip r:embed="rId3">
                <a:clrChange>
                  <a:clrFrom>
                    <a:srgbClr val="FFFFFF"/>
                  </a:clrFrom>
                  <a:clrTo>
                    <a:srgbClr val="FFFFFF">
                      <a:alpha val="0"/>
                    </a:srgbClr>
                  </a:clrTo>
                </a:clrChange>
              </a:blip>
              <a:srcRect b="36075"/>
              <a:stretch>
                <a:fillRect/>
              </a:stretch>
            </p:blipFill>
            <p:spPr>
              <a:xfrm>
                <a:off x="306750" y="3420521"/>
                <a:ext cx="1691777" cy="1131345"/>
              </a:xfrm>
              <a:prstGeom prst="rect">
                <a:avLst/>
              </a:prstGeom>
            </p:spPr>
          </p:pic>
          <p:pic>
            <p:nvPicPr>
              <p:cNvPr id="9" name="Picture 8">
                <a:extLst>
                  <a:ext uri="{FF2B5EF4-FFF2-40B4-BE49-F238E27FC236}">
                    <a16:creationId xmlns:a16="http://schemas.microsoft.com/office/drawing/2014/main" id="{EFE14E06-9B26-BAAA-7564-C6574D4AB632}"/>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399765" y="2709452"/>
                <a:ext cx="1691777" cy="397224"/>
              </a:xfrm>
              <a:prstGeom prst="rect">
                <a:avLst/>
              </a:prstGeom>
            </p:spPr>
          </p:pic>
          <p:pic>
            <p:nvPicPr>
              <p:cNvPr id="10" name="Picture 9">
                <a:extLst>
                  <a:ext uri="{FF2B5EF4-FFF2-40B4-BE49-F238E27FC236}">
                    <a16:creationId xmlns:a16="http://schemas.microsoft.com/office/drawing/2014/main" id="{C37776B1-B74D-DB89-E31E-885720CF4EEE}"/>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182509" y="3047811"/>
                <a:ext cx="958202" cy="397224"/>
              </a:xfrm>
              <a:prstGeom prst="rect">
                <a:avLst/>
              </a:prstGeom>
            </p:spPr>
          </p:pic>
          <p:pic>
            <p:nvPicPr>
              <p:cNvPr id="11" name="Picture 10">
                <a:extLst>
                  <a:ext uri="{FF2B5EF4-FFF2-40B4-BE49-F238E27FC236}">
                    <a16:creationId xmlns:a16="http://schemas.microsoft.com/office/drawing/2014/main" id="{50DE3227-DB72-FA77-A40D-5B5D1627457C}"/>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1086043" y="3047811"/>
                <a:ext cx="958202" cy="397224"/>
              </a:xfrm>
              <a:prstGeom prst="rect">
                <a:avLst/>
              </a:prstGeom>
            </p:spPr>
          </p:pic>
        </p:grpSp>
        <p:pic>
          <p:nvPicPr>
            <p:cNvPr id="5" name="Picture 4" descr="A black arrow pointing to a line&#10;&#10;AI-generated content may be incorrect.">
              <a:extLst>
                <a:ext uri="{FF2B5EF4-FFF2-40B4-BE49-F238E27FC236}">
                  <a16:creationId xmlns:a16="http://schemas.microsoft.com/office/drawing/2014/main" id="{42AA8D97-B333-D213-8C94-F85AF598E3E7}"/>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494859" y="1378851"/>
              <a:ext cx="428379" cy="397224"/>
            </a:xfrm>
            <a:prstGeom prst="rect">
              <a:avLst/>
            </a:prstGeom>
          </p:spPr>
        </p:pic>
        <p:pic>
          <p:nvPicPr>
            <p:cNvPr id="7" name="Picture 6" descr="A black background with a black square&#10;&#10;AI-generated content may be incorrect.">
              <a:extLst>
                <a:ext uri="{FF2B5EF4-FFF2-40B4-BE49-F238E27FC236}">
                  <a16:creationId xmlns:a16="http://schemas.microsoft.com/office/drawing/2014/main" id="{AD92CD0B-D743-F791-FB62-3836A74C7C39}"/>
                </a:ext>
              </a:extLst>
            </p:cNvPr>
            <p:cNvPicPr>
              <a:picLocks noChangeAspect="1"/>
            </p:cNvPicPr>
            <p:nvPr userDrawn="1"/>
          </p:nvPicPr>
          <p:blipFill>
            <a:blip r:embed="rId5"/>
            <a:srcRect b="18880"/>
            <a:stretch>
              <a:fillRect/>
            </a:stretch>
          </p:blipFill>
          <p:spPr>
            <a:xfrm>
              <a:off x="57580" y="1365825"/>
              <a:ext cx="505729" cy="410250"/>
            </a:xfrm>
            <a:prstGeom prst="rect">
              <a:avLst/>
            </a:prstGeom>
          </p:spPr>
        </p:pic>
      </p:grpSp>
      <p:sp>
        <p:nvSpPr>
          <p:cNvPr id="13" name="TextBox 12">
            <a:extLst>
              <a:ext uri="{FF2B5EF4-FFF2-40B4-BE49-F238E27FC236}">
                <a16:creationId xmlns:a16="http://schemas.microsoft.com/office/drawing/2014/main" id="{49CE78D3-4D6F-90E5-681F-7AB795A4E326}"/>
              </a:ext>
            </a:extLst>
          </p:cNvPr>
          <p:cNvSpPr txBox="1"/>
          <p:nvPr userDrawn="1"/>
        </p:nvSpPr>
        <p:spPr>
          <a:xfrm>
            <a:off x="833846" y="115467"/>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FFC000"/>
                </a:solidFill>
                <a:effectLst/>
                <a:uLnTx/>
                <a:uFillTx/>
                <a:latin typeface="Twinkl Cursive Looped" panose="02000000000000000000" pitchFamily="2" charset="77"/>
                <a:ea typeface="Sassoon Infant Rg" panose="02000503030000020003" pitchFamily="2" charset="0"/>
                <a:cs typeface="+mn-cs"/>
              </a:rPr>
              <a:t>Vocabulary</a:t>
            </a:r>
          </a:p>
        </p:txBody>
      </p:sp>
    </p:spTree>
    <p:extLst>
      <p:ext uri="{BB962C8B-B14F-4D97-AF65-F5344CB8AC3E}">
        <p14:creationId xmlns:p14="http://schemas.microsoft.com/office/powerpoint/2010/main" val="4210443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S2 What, Why, How">
    <p:spTree>
      <p:nvGrpSpPr>
        <p:cNvPr id="1" name=""/>
        <p:cNvGrpSpPr/>
        <p:nvPr/>
      </p:nvGrpSpPr>
      <p:grpSpPr>
        <a:xfrm>
          <a:off x="0" y="0"/>
          <a:ext cx="0" cy="0"/>
          <a:chOff x="0" y="0"/>
          <a:chExt cx="0" cy="0"/>
        </a:xfrm>
      </p:grpSpPr>
      <p:sp>
        <p:nvSpPr>
          <p:cNvPr id="14" name="Rounded Rectangle 23">
            <a:extLst>
              <a:ext uri="{FF2B5EF4-FFF2-40B4-BE49-F238E27FC236}">
                <a16:creationId xmlns:a16="http://schemas.microsoft.com/office/drawing/2014/main" id="{F6D42CA6-462B-65A7-9B5B-3C589F700F86}"/>
              </a:ext>
            </a:extLst>
          </p:cNvPr>
          <p:cNvSpPr/>
          <p:nvPr/>
        </p:nvSpPr>
        <p:spPr>
          <a:xfrm>
            <a:off x="8522617" y="1018745"/>
            <a:ext cx="3473707" cy="55604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5" name="Rounded Rectangle 22">
            <a:extLst>
              <a:ext uri="{FF2B5EF4-FFF2-40B4-BE49-F238E27FC236}">
                <a16:creationId xmlns:a16="http://schemas.microsoft.com/office/drawing/2014/main" id="{933816E0-3D73-5ED5-6343-3817A0CE1063}"/>
              </a:ext>
            </a:extLst>
          </p:cNvPr>
          <p:cNvSpPr/>
          <p:nvPr/>
        </p:nvSpPr>
        <p:spPr>
          <a:xfrm>
            <a:off x="4410752" y="1052185"/>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6" name="Rounded Rectangle 21">
            <a:extLst>
              <a:ext uri="{FF2B5EF4-FFF2-40B4-BE49-F238E27FC236}">
                <a16:creationId xmlns:a16="http://schemas.microsoft.com/office/drawing/2014/main" id="{F6937F02-EEC3-C298-0063-EDDE7526730B}"/>
              </a:ext>
            </a:extLst>
          </p:cNvPr>
          <p:cNvSpPr/>
          <p:nvPr/>
        </p:nvSpPr>
        <p:spPr>
          <a:xfrm>
            <a:off x="209994" y="1052184"/>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7" name="Right Arrow 38">
            <a:extLst>
              <a:ext uri="{FF2B5EF4-FFF2-40B4-BE49-F238E27FC236}">
                <a16:creationId xmlns:a16="http://schemas.microsoft.com/office/drawing/2014/main" id="{B1CFD2A5-7039-037E-430B-B80B83385DB6}"/>
              </a:ext>
            </a:extLst>
          </p:cNvPr>
          <p:cNvSpPr/>
          <p:nvPr/>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8" name="Right Arrow 40">
            <a:extLst>
              <a:ext uri="{FF2B5EF4-FFF2-40B4-BE49-F238E27FC236}">
                <a16:creationId xmlns:a16="http://schemas.microsoft.com/office/drawing/2014/main" id="{372AD2D4-1CF6-11D1-3BEA-720CFCFE5006}"/>
              </a:ext>
            </a:extLst>
          </p:cNvPr>
          <p:cNvSpPr/>
          <p:nvPr/>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9" name="Cloud Callout 14">
            <a:extLst>
              <a:ext uri="{FF2B5EF4-FFF2-40B4-BE49-F238E27FC236}">
                <a16:creationId xmlns:a16="http://schemas.microsoft.com/office/drawing/2014/main" id="{72557F44-26CC-ABAB-3E13-3FFF710EA6C6}"/>
              </a:ext>
            </a:extLst>
          </p:cNvPr>
          <p:cNvSpPr/>
          <p:nvPr/>
        </p:nvSpPr>
        <p:spPr>
          <a:xfrm>
            <a:off x="1642514" y="1326933"/>
            <a:ext cx="1913677" cy="1215720"/>
          </a:xfrm>
          <a:prstGeom prst="cloudCallout">
            <a:avLst>
              <a:gd name="adj1" fmla="val -57973"/>
              <a:gd name="adj2" fmla="val 5370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What am I learning?</a:t>
            </a:r>
          </a:p>
        </p:txBody>
      </p:sp>
      <p:sp>
        <p:nvSpPr>
          <p:cNvPr id="20" name="Cloud Callout 17">
            <a:extLst>
              <a:ext uri="{FF2B5EF4-FFF2-40B4-BE49-F238E27FC236}">
                <a16:creationId xmlns:a16="http://schemas.microsoft.com/office/drawing/2014/main" id="{99034DEB-EBF2-656E-3440-CC2D10A6A536}"/>
              </a:ext>
            </a:extLst>
          </p:cNvPr>
          <p:cNvSpPr/>
          <p:nvPr/>
        </p:nvSpPr>
        <p:spPr>
          <a:xfrm>
            <a:off x="5579272" y="1132775"/>
            <a:ext cx="2190940" cy="1409879"/>
          </a:xfrm>
          <a:prstGeom prst="cloudCallout">
            <a:avLst>
              <a:gd name="adj1" fmla="val -47544"/>
              <a:gd name="adj2" fmla="val 3915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Why am I learning this?</a:t>
            </a:r>
          </a:p>
        </p:txBody>
      </p:sp>
      <p:sp>
        <p:nvSpPr>
          <p:cNvPr id="21" name="Cloud Callout 20">
            <a:extLst>
              <a:ext uri="{FF2B5EF4-FFF2-40B4-BE49-F238E27FC236}">
                <a16:creationId xmlns:a16="http://schemas.microsoft.com/office/drawing/2014/main" id="{C1DBC0FA-BEBC-DB1B-A07D-B992ACFA9B31}"/>
              </a:ext>
            </a:extLst>
          </p:cNvPr>
          <p:cNvSpPr/>
          <p:nvPr/>
        </p:nvSpPr>
        <p:spPr>
          <a:xfrm>
            <a:off x="9768925" y="1166214"/>
            <a:ext cx="2190940" cy="1409879"/>
          </a:xfrm>
          <a:prstGeom prst="cloudCallout">
            <a:avLst>
              <a:gd name="adj1" fmla="val -52552"/>
              <a:gd name="adj2" fmla="val 33963"/>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How will I know when I get there?</a:t>
            </a:r>
          </a:p>
        </p:txBody>
      </p:sp>
      <p:sp>
        <p:nvSpPr>
          <p:cNvPr id="22" name="Rounded Rectangle 25">
            <a:extLst>
              <a:ext uri="{FF2B5EF4-FFF2-40B4-BE49-F238E27FC236}">
                <a16:creationId xmlns:a16="http://schemas.microsoft.com/office/drawing/2014/main" id="{1646F1E1-DCB0-8652-1C01-B27E4DECEB83}"/>
              </a:ext>
            </a:extLst>
          </p:cNvPr>
          <p:cNvSpPr/>
          <p:nvPr/>
        </p:nvSpPr>
        <p:spPr>
          <a:xfrm>
            <a:off x="337503"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23" name="Picture 22">
            <a:extLst>
              <a:ext uri="{FF2B5EF4-FFF2-40B4-BE49-F238E27FC236}">
                <a16:creationId xmlns:a16="http://schemas.microsoft.com/office/drawing/2014/main" id="{4E705862-A1AE-7F25-7136-07F0B8B9FD08}"/>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24" name="Picture 23">
            <a:extLst>
              <a:ext uri="{FF2B5EF4-FFF2-40B4-BE49-F238E27FC236}">
                <a16:creationId xmlns:a16="http://schemas.microsoft.com/office/drawing/2014/main" id="{DDA8159E-6768-ACF9-C38D-6273DAA9B842}"/>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25" name="Picture 24">
            <a:extLst>
              <a:ext uri="{FF2B5EF4-FFF2-40B4-BE49-F238E27FC236}">
                <a16:creationId xmlns:a16="http://schemas.microsoft.com/office/drawing/2014/main" id="{411EE97E-6D16-40A1-3A53-1B671DC6713A}"/>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26" name="Rounded Rectangle 25">
            <a:extLst>
              <a:ext uri="{FF2B5EF4-FFF2-40B4-BE49-F238E27FC236}">
                <a16:creationId xmlns:a16="http://schemas.microsoft.com/office/drawing/2014/main" id="{12CB1FC9-FD58-52C0-23F6-FC4FDB6820AF}"/>
              </a:ext>
            </a:extLst>
          </p:cNvPr>
          <p:cNvSpPr/>
          <p:nvPr/>
        </p:nvSpPr>
        <p:spPr>
          <a:xfrm>
            <a:off x="4547775" y="3820472"/>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27" name="Rounded Rectangle 26">
            <a:extLst>
              <a:ext uri="{FF2B5EF4-FFF2-40B4-BE49-F238E27FC236}">
                <a16:creationId xmlns:a16="http://schemas.microsoft.com/office/drawing/2014/main" id="{024503B1-BD02-EA02-AE0B-AC487CD2AFD0}"/>
              </a:ext>
            </a:extLst>
          </p:cNvPr>
          <p:cNvSpPr/>
          <p:nvPr/>
        </p:nvSpPr>
        <p:spPr>
          <a:xfrm>
            <a:off x="8650126"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show this by…</a:t>
            </a:r>
          </a:p>
          <a:p>
            <a:pPr algn="ctr"/>
            <a:endParaRPr lang="en-GB" sz="2800" b="0" i="0">
              <a:solidFill>
                <a:schemeClr val="tx1"/>
              </a:solidFill>
              <a:latin typeface="Twinkl Cursive Looped" panose="02000000000000000000" pitchFamily="2" charset="77"/>
            </a:endParaRPr>
          </a:p>
        </p:txBody>
      </p:sp>
      <p:sp>
        <p:nvSpPr>
          <p:cNvPr id="28" name="Title 27">
            <a:extLst>
              <a:ext uri="{FF2B5EF4-FFF2-40B4-BE49-F238E27FC236}">
                <a16:creationId xmlns:a16="http://schemas.microsoft.com/office/drawing/2014/main" id="{AF9E9CD8-FC16-6852-0D5B-1861A37CC444}"/>
              </a:ext>
            </a:extLst>
          </p:cNvPr>
          <p:cNvSpPr>
            <a:spLocks noGrp="1"/>
          </p:cNvSpPr>
          <p:nvPr>
            <p:ph type="title" hasCustomPrompt="1"/>
          </p:nvPr>
        </p:nvSpPr>
        <p:spPr>
          <a:xfrm>
            <a:off x="1185691" y="252727"/>
            <a:ext cx="10515600" cy="587374"/>
          </a:xfrm>
        </p:spPr>
        <p:txBody>
          <a:bodyPr/>
          <a:lstStyle>
            <a:lvl1pPr>
              <a:defRPr b="0" i="0">
                <a:latin typeface="Twinkl Cursive Looped" panose="02000000000000000000" pitchFamily="2" charset="77"/>
              </a:defRPr>
            </a:lvl1pPr>
          </a:lstStyle>
          <a:p>
            <a:r>
              <a:rPr lang="en-GB"/>
              <a:t>Key Question</a:t>
            </a:r>
          </a:p>
        </p:txBody>
      </p:sp>
      <p:sp>
        <p:nvSpPr>
          <p:cNvPr id="34" name="Text Placeholder 33">
            <a:extLst>
              <a:ext uri="{FF2B5EF4-FFF2-40B4-BE49-F238E27FC236}">
                <a16:creationId xmlns:a16="http://schemas.microsoft.com/office/drawing/2014/main" id="{23B7B291-D52D-95B8-84B9-3312C894774A}"/>
              </a:ext>
            </a:extLst>
          </p:cNvPr>
          <p:cNvSpPr>
            <a:spLocks noGrp="1"/>
          </p:cNvSpPr>
          <p:nvPr>
            <p:ph type="body" sz="quarter" idx="10"/>
          </p:nvPr>
        </p:nvSpPr>
        <p:spPr>
          <a:xfrm>
            <a:off x="698500" y="4522788"/>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37" name="Text Placeholder 33">
            <a:extLst>
              <a:ext uri="{FF2B5EF4-FFF2-40B4-BE49-F238E27FC236}">
                <a16:creationId xmlns:a16="http://schemas.microsoft.com/office/drawing/2014/main" id="{EC15CAA9-8C92-565C-C8AE-391C0A8CBAEE}"/>
              </a:ext>
            </a:extLst>
          </p:cNvPr>
          <p:cNvSpPr>
            <a:spLocks noGrp="1"/>
          </p:cNvSpPr>
          <p:nvPr>
            <p:ph type="body" sz="quarter" idx="13"/>
          </p:nvPr>
        </p:nvSpPr>
        <p:spPr>
          <a:xfrm>
            <a:off x="4877594" y="4522787"/>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38" name="Text Placeholder 33">
            <a:extLst>
              <a:ext uri="{FF2B5EF4-FFF2-40B4-BE49-F238E27FC236}">
                <a16:creationId xmlns:a16="http://schemas.microsoft.com/office/drawing/2014/main" id="{E591B14A-DBC9-599B-D8C3-00A1930120CC}"/>
              </a:ext>
            </a:extLst>
          </p:cNvPr>
          <p:cNvSpPr>
            <a:spLocks noGrp="1"/>
          </p:cNvSpPr>
          <p:nvPr>
            <p:ph type="body" sz="quarter" idx="14"/>
          </p:nvPr>
        </p:nvSpPr>
        <p:spPr>
          <a:xfrm>
            <a:off x="8979945" y="4485371"/>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3" name="Rounded Rectangle 23">
            <a:extLst>
              <a:ext uri="{FF2B5EF4-FFF2-40B4-BE49-F238E27FC236}">
                <a16:creationId xmlns:a16="http://schemas.microsoft.com/office/drawing/2014/main" id="{DAD70EF2-B389-F6AB-9202-9947727C8EDE}"/>
              </a:ext>
            </a:extLst>
          </p:cNvPr>
          <p:cNvSpPr/>
          <p:nvPr userDrawn="1"/>
        </p:nvSpPr>
        <p:spPr>
          <a:xfrm>
            <a:off x="8522617" y="1018745"/>
            <a:ext cx="3473707" cy="556046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 name="Rounded Rectangle 22">
            <a:extLst>
              <a:ext uri="{FF2B5EF4-FFF2-40B4-BE49-F238E27FC236}">
                <a16:creationId xmlns:a16="http://schemas.microsoft.com/office/drawing/2014/main" id="{D73C95A5-B885-8E18-B952-7E5AF86E696D}"/>
              </a:ext>
            </a:extLst>
          </p:cNvPr>
          <p:cNvSpPr/>
          <p:nvPr userDrawn="1"/>
        </p:nvSpPr>
        <p:spPr>
          <a:xfrm>
            <a:off x="4410752" y="1052185"/>
            <a:ext cx="3473707" cy="552702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 name="Rounded Rectangle 21">
            <a:extLst>
              <a:ext uri="{FF2B5EF4-FFF2-40B4-BE49-F238E27FC236}">
                <a16:creationId xmlns:a16="http://schemas.microsoft.com/office/drawing/2014/main" id="{23C0025D-E14A-72FF-7C65-379ECE5F2737}"/>
              </a:ext>
            </a:extLst>
          </p:cNvPr>
          <p:cNvSpPr/>
          <p:nvPr userDrawn="1"/>
        </p:nvSpPr>
        <p:spPr>
          <a:xfrm>
            <a:off x="209994" y="1052184"/>
            <a:ext cx="3473707" cy="552702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6" name="Right Arrow 38">
            <a:extLst>
              <a:ext uri="{FF2B5EF4-FFF2-40B4-BE49-F238E27FC236}">
                <a16:creationId xmlns:a16="http://schemas.microsoft.com/office/drawing/2014/main" id="{3D46CA92-9C6A-1EB2-CD19-DFBD4DD8B983}"/>
              </a:ext>
            </a:extLst>
          </p:cNvPr>
          <p:cNvSpPr/>
          <p:nvPr userDrawn="1"/>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7" name="Right Arrow 40">
            <a:extLst>
              <a:ext uri="{FF2B5EF4-FFF2-40B4-BE49-F238E27FC236}">
                <a16:creationId xmlns:a16="http://schemas.microsoft.com/office/drawing/2014/main" id="{E9982F60-7E6B-FE98-094D-0F4FA10EE523}"/>
              </a:ext>
            </a:extLst>
          </p:cNvPr>
          <p:cNvSpPr/>
          <p:nvPr userDrawn="1"/>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8" name="Cloud Callout 14">
            <a:extLst>
              <a:ext uri="{FF2B5EF4-FFF2-40B4-BE49-F238E27FC236}">
                <a16:creationId xmlns:a16="http://schemas.microsoft.com/office/drawing/2014/main" id="{F50ADCED-875C-6838-28A6-C82BB08B82A2}"/>
              </a:ext>
            </a:extLst>
          </p:cNvPr>
          <p:cNvSpPr/>
          <p:nvPr userDrawn="1"/>
        </p:nvSpPr>
        <p:spPr>
          <a:xfrm>
            <a:off x="1642514" y="1326933"/>
            <a:ext cx="1913677" cy="1215720"/>
          </a:xfrm>
          <a:prstGeom prst="cloudCallout">
            <a:avLst>
              <a:gd name="adj1" fmla="val -57973"/>
              <a:gd name="adj2" fmla="val 53702"/>
            </a:avLst>
          </a:prstGeom>
          <a:solidFill>
            <a:srgbClr val="FFF3CC"/>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What am I learning?</a:t>
            </a:r>
          </a:p>
        </p:txBody>
      </p:sp>
      <p:sp>
        <p:nvSpPr>
          <p:cNvPr id="9" name="Cloud Callout 17">
            <a:extLst>
              <a:ext uri="{FF2B5EF4-FFF2-40B4-BE49-F238E27FC236}">
                <a16:creationId xmlns:a16="http://schemas.microsoft.com/office/drawing/2014/main" id="{9EB5C331-51E6-1840-11BD-45C81C31DE97}"/>
              </a:ext>
            </a:extLst>
          </p:cNvPr>
          <p:cNvSpPr/>
          <p:nvPr userDrawn="1"/>
        </p:nvSpPr>
        <p:spPr>
          <a:xfrm>
            <a:off x="5579272" y="1132775"/>
            <a:ext cx="2190940" cy="1409879"/>
          </a:xfrm>
          <a:prstGeom prst="cloudCallout">
            <a:avLst>
              <a:gd name="adj1" fmla="val -47544"/>
              <a:gd name="adj2" fmla="val 39152"/>
            </a:avLst>
          </a:prstGeom>
          <a:solidFill>
            <a:srgbClr val="FFF3CC"/>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Why am I learning this?</a:t>
            </a:r>
          </a:p>
        </p:txBody>
      </p:sp>
      <p:sp>
        <p:nvSpPr>
          <p:cNvPr id="10" name="Cloud Callout 9">
            <a:extLst>
              <a:ext uri="{FF2B5EF4-FFF2-40B4-BE49-F238E27FC236}">
                <a16:creationId xmlns:a16="http://schemas.microsoft.com/office/drawing/2014/main" id="{41F1AAC0-BFF7-8E06-CE36-8B4483C203B0}"/>
              </a:ext>
            </a:extLst>
          </p:cNvPr>
          <p:cNvSpPr/>
          <p:nvPr userDrawn="1"/>
        </p:nvSpPr>
        <p:spPr>
          <a:xfrm>
            <a:off x="9768925" y="1166214"/>
            <a:ext cx="2190940" cy="1409879"/>
          </a:xfrm>
          <a:prstGeom prst="cloudCallout">
            <a:avLst>
              <a:gd name="adj1" fmla="val -52552"/>
              <a:gd name="adj2" fmla="val 33963"/>
            </a:avLst>
          </a:prstGeom>
          <a:solidFill>
            <a:srgbClr val="FFF3CC"/>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ysClr val="windowText" lastClr="000000"/>
                </a:solidFill>
                <a:latin typeface="Twinkl Cursive Looped" panose="02000000000000000000" pitchFamily="2" charset="77"/>
              </a:rPr>
              <a:t>How will I know when I'm successful?</a:t>
            </a:r>
          </a:p>
        </p:txBody>
      </p:sp>
      <p:sp>
        <p:nvSpPr>
          <p:cNvPr id="11" name="Rounded Rectangle 25">
            <a:extLst>
              <a:ext uri="{FF2B5EF4-FFF2-40B4-BE49-F238E27FC236}">
                <a16:creationId xmlns:a16="http://schemas.microsoft.com/office/drawing/2014/main" id="{38CFA59B-1241-C90B-9097-3AA56ED96E90}"/>
              </a:ext>
            </a:extLst>
          </p:cNvPr>
          <p:cNvSpPr/>
          <p:nvPr userDrawn="1"/>
        </p:nvSpPr>
        <p:spPr>
          <a:xfrm>
            <a:off x="337503" y="3815694"/>
            <a:ext cx="3218688" cy="2629173"/>
          </a:xfrm>
          <a:prstGeom prst="roundRect">
            <a:avLst/>
          </a:prstGeom>
          <a:solidFill>
            <a:srgbClr val="FFF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12" name="Picture 11">
            <a:extLst>
              <a:ext uri="{FF2B5EF4-FFF2-40B4-BE49-F238E27FC236}">
                <a16:creationId xmlns:a16="http://schemas.microsoft.com/office/drawing/2014/main" id="{CC6FADE6-BDC8-4964-257F-496A019EE8DA}"/>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29" name="Picture 28">
            <a:extLst>
              <a:ext uri="{FF2B5EF4-FFF2-40B4-BE49-F238E27FC236}">
                <a16:creationId xmlns:a16="http://schemas.microsoft.com/office/drawing/2014/main" id="{FD205D91-B0B4-D7D8-36D2-12B57E5E7442}"/>
              </a:ext>
            </a:extLst>
          </p:cNvPr>
          <p:cNvPicPr>
            <a:picLocks noChangeAspect="1"/>
          </p:cNvPicPr>
          <p:nvPr userDrawn="1"/>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30" name="Picture 29">
            <a:extLst>
              <a:ext uri="{FF2B5EF4-FFF2-40B4-BE49-F238E27FC236}">
                <a16:creationId xmlns:a16="http://schemas.microsoft.com/office/drawing/2014/main" id="{07C74EBA-17CE-389D-DB85-9D1D1F50A30C}"/>
              </a:ext>
            </a:extLst>
          </p:cNvPr>
          <p:cNvPicPr>
            <a:picLocks noChangeAspect="1"/>
          </p:cNvPicPr>
          <p:nvPr userDrawn="1"/>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31" name="Rounded Rectangle 30">
            <a:extLst>
              <a:ext uri="{FF2B5EF4-FFF2-40B4-BE49-F238E27FC236}">
                <a16:creationId xmlns:a16="http://schemas.microsoft.com/office/drawing/2014/main" id="{3EEE8F13-34A7-26CF-FFAD-B348960624BA}"/>
              </a:ext>
            </a:extLst>
          </p:cNvPr>
          <p:cNvSpPr/>
          <p:nvPr userDrawn="1"/>
        </p:nvSpPr>
        <p:spPr>
          <a:xfrm>
            <a:off x="4547775" y="3820472"/>
            <a:ext cx="3218688" cy="2629173"/>
          </a:xfrm>
          <a:prstGeom prst="roundRect">
            <a:avLst/>
          </a:prstGeom>
          <a:solidFill>
            <a:srgbClr val="FFF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32" name="Rounded Rectangle 31">
            <a:extLst>
              <a:ext uri="{FF2B5EF4-FFF2-40B4-BE49-F238E27FC236}">
                <a16:creationId xmlns:a16="http://schemas.microsoft.com/office/drawing/2014/main" id="{565D1644-9817-EFA8-570C-FA8D62C945E7}"/>
              </a:ext>
            </a:extLst>
          </p:cNvPr>
          <p:cNvSpPr/>
          <p:nvPr userDrawn="1"/>
        </p:nvSpPr>
        <p:spPr>
          <a:xfrm>
            <a:off x="8650126" y="3815694"/>
            <a:ext cx="3218688" cy="2629173"/>
          </a:xfrm>
          <a:prstGeom prst="roundRect">
            <a:avLst/>
          </a:prstGeom>
          <a:solidFill>
            <a:srgbClr val="FFF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be successful by…</a:t>
            </a:r>
          </a:p>
          <a:p>
            <a:pPr algn="ctr"/>
            <a:endParaRPr lang="en-GB" sz="2800" b="0" i="0">
              <a:solidFill>
                <a:schemeClr val="tx1"/>
              </a:solidFill>
              <a:latin typeface="Twinkl Cursive Looped" panose="02000000000000000000" pitchFamily="2" charset="77"/>
            </a:endParaRPr>
          </a:p>
        </p:txBody>
      </p:sp>
      <p:pic>
        <p:nvPicPr>
          <p:cNvPr id="33" name="Picture 32" descr="Macintosh HD:Users:nicholasgarrick:Dropbox:1 LupL:6 Resources:Images and Icons:Icons:Geographer:icon_5211.png">
            <a:extLst>
              <a:ext uri="{FF2B5EF4-FFF2-40B4-BE49-F238E27FC236}">
                <a16:creationId xmlns:a16="http://schemas.microsoft.com/office/drawing/2014/main" id="{2E1DAF15-881F-D457-A8BB-5F26B91D148E}"/>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131420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7">
            <a:extLst>
              <a:ext uri="{FF2B5EF4-FFF2-40B4-BE49-F238E27FC236}">
                <a16:creationId xmlns:a16="http://schemas.microsoft.com/office/drawing/2014/main" id="{D893F5CB-E312-B8E4-9D3B-5A16B80FF8CA}"/>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72247" y="140894"/>
            <a:ext cx="885149" cy="7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9439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ook">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F420A20-0427-FEBB-94F6-C4193F5D67FD}"/>
              </a:ext>
            </a:extLst>
          </p:cNvPr>
          <p:cNvSpPr>
            <a:spLocks noGrp="1"/>
          </p:cNvSpPr>
          <p:nvPr>
            <p:ph type="title"/>
          </p:nvPr>
        </p:nvSpPr>
        <p:spPr>
          <a:xfrm>
            <a:off x="246528" y="373834"/>
            <a:ext cx="11685495"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5" name="Content Placeholder 2">
            <a:extLst>
              <a:ext uri="{FF2B5EF4-FFF2-40B4-BE49-F238E27FC236}">
                <a16:creationId xmlns:a16="http://schemas.microsoft.com/office/drawing/2014/main" id="{8727FA49-916F-6379-73AB-F81F90D63BB8}"/>
              </a:ext>
            </a:extLst>
          </p:cNvPr>
          <p:cNvSpPr>
            <a:spLocks noGrp="1"/>
          </p:cNvSpPr>
          <p:nvPr>
            <p:ph idx="1"/>
          </p:nvPr>
        </p:nvSpPr>
        <p:spPr>
          <a:xfrm>
            <a:off x="246528" y="1834334"/>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Macintosh HD:Users:nicholasgarrick:Dropbox:1 LupL:6 Resources:Images and Icons:Icons:Geographer:icon_5211.png">
            <a:extLst>
              <a:ext uri="{FF2B5EF4-FFF2-40B4-BE49-F238E27FC236}">
                <a16:creationId xmlns:a16="http://schemas.microsoft.com/office/drawing/2014/main" id="{E4433074-4860-5888-A9EA-F8EC030A0F1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209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 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2BE6-1BBB-6E8F-925B-028A6251E998}"/>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3" name="Content Placeholder 2">
            <a:extLst>
              <a:ext uri="{FF2B5EF4-FFF2-40B4-BE49-F238E27FC236}">
                <a16:creationId xmlns:a16="http://schemas.microsoft.com/office/drawing/2014/main" id="{DE327B21-08A8-373B-5759-CAD129496ABA}"/>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35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e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D5292D3-9B48-D839-900B-BC40E1994024}"/>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8DC9B51-90C5-910F-0E5E-26C8FCDFE363}"/>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196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You Do Tri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BA2D6B0-18BA-C1F5-A3CF-A118B5DF63ED}"/>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F42BF2B-5700-B0C0-6B69-6699F0F4E31D}"/>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2046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277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You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AEF570-F9F4-B149-BF1A-BEF6DEE603C2}"/>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EFE87AD0-4B3C-76E5-0F15-7F5DFE335D44}"/>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1871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I Do-blank">
    <p:spTree>
      <p:nvGrpSpPr>
        <p:cNvPr id="1" name=""/>
        <p:cNvGrpSpPr/>
        <p:nvPr/>
      </p:nvGrpSpPr>
      <p:grpSpPr>
        <a:xfrm>
          <a:off x="0" y="0"/>
          <a:ext cx="0" cy="0"/>
          <a:chOff x="0" y="0"/>
          <a:chExt cx="0" cy="0"/>
        </a:xfrm>
      </p:grpSpPr>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1513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We Do-blank">
    <p:spTree>
      <p:nvGrpSpPr>
        <p:cNvPr id="1" name=""/>
        <p:cNvGrpSpPr/>
        <p:nvPr/>
      </p:nvGrpSpPr>
      <p:grpSpPr>
        <a:xfrm>
          <a:off x="0" y="0"/>
          <a:ext cx="0" cy="0"/>
          <a:chOff x="0" y="0"/>
          <a:chExt cx="0" cy="0"/>
        </a:xfrm>
      </p:grpSpPr>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569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You Do Trio-blank">
    <p:spTree>
      <p:nvGrpSpPr>
        <p:cNvPr id="1" name=""/>
        <p:cNvGrpSpPr/>
        <p:nvPr/>
      </p:nvGrpSpPr>
      <p:grpSpPr>
        <a:xfrm>
          <a:off x="0" y="0"/>
          <a:ext cx="0" cy="0"/>
          <a:chOff x="0" y="0"/>
          <a:chExt cx="0" cy="0"/>
        </a:xfrm>
      </p:grpSpPr>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2046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513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You Do-blank">
    <p:spTree>
      <p:nvGrpSpPr>
        <p:cNvPr id="1" name=""/>
        <p:cNvGrpSpPr/>
        <p:nvPr/>
      </p:nvGrpSpPr>
      <p:grpSpPr>
        <a:xfrm>
          <a:off x="0" y="0"/>
          <a:ext cx="0" cy="0"/>
          <a:chOff x="0" y="0"/>
          <a:chExt cx="0" cy="0"/>
        </a:xfrm>
      </p:grpSpPr>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47512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arning Review">
    <p:spTree>
      <p:nvGrpSpPr>
        <p:cNvPr id="1" name=""/>
        <p:cNvGrpSpPr/>
        <p:nvPr/>
      </p:nvGrpSpPr>
      <p:grpSpPr>
        <a:xfrm>
          <a:off x="0" y="0"/>
          <a:ext cx="0" cy="0"/>
          <a:chOff x="0" y="0"/>
          <a:chExt cx="0" cy="0"/>
        </a:xfrm>
      </p:grpSpPr>
      <p:pic>
        <p:nvPicPr>
          <p:cNvPr id="2" name="Picture 1" descr="Macintosh HD:Users:nicholasgarrick:Dropbox:1 LupL:6 Resources:Images and Icons:Icons:Geographer:icon_5211.png">
            <a:extLst>
              <a:ext uri="{FF2B5EF4-FFF2-40B4-BE49-F238E27FC236}">
                <a16:creationId xmlns:a16="http://schemas.microsoft.com/office/drawing/2014/main" id="{398ABEFC-2956-1CF6-ACE3-0B1AB9860E6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4EC238CE-B400-0983-0BF9-3B44B4035F03}"/>
              </a:ext>
            </a:extLst>
          </p:cNvPr>
          <p:cNvGrpSpPr/>
          <p:nvPr userDrawn="1"/>
        </p:nvGrpSpPr>
        <p:grpSpPr>
          <a:xfrm>
            <a:off x="82686" y="980555"/>
            <a:ext cx="865658" cy="744149"/>
            <a:chOff x="57580" y="1031926"/>
            <a:chExt cx="865658" cy="744149"/>
          </a:xfrm>
        </p:grpSpPr>
        <p:grpSp>
          <p:nvGrpSpPr>
            <p:cNvPr id="4" name="Group 3">
              <a:extLst>
                <a:ext uri="{FF2B5EF4-FFF2-40B4-BE49-F238E27FC236}">
                  <a16:creationId xmlns:a16="http://schemas.microsoft.com/office/drawing/2014/main" id="{49563A45-CAAE-191F-17FE-ACEE68C8B1DA}"/>
                </a:ext>
              </a:extLst>
            </p:cNvPr>
            <p:cNvGrpSpPr/>
            <p:nvPr userDrawn="1"/>
          </p:nvGrpSpPr>
          <p:grpSpPr>
            <a:xfrm>
              <a:off x="269016" y="1031926"/>
              <a:ext cx="500775" cy="483300"/>
              <a:chOff x="182509" y="2709452"/>
              <a:chExt cx="1909033" cy="1842414"/>
            </a:xfrm>
          </p:grpSpPr>
          <p:pic>
            <p:nvPicPr>
              <p:cNvPr id="8" name="Picture 7">
                <a:extLst>
                  <a:ext uri="{FF2B5EF4-FFF2-40B4-BE49-F238E27FC236}">
                    <a16:creationId xmlns:a16="http://schemas.microsoft.com/office/drawing/2014/main" id="{CE9DF808-B572-EE16-FE95-3B4E5EF51C23}"/>
                  </a:ext>
                </a:extLst>
              </p:cNvPr>
              <p:cNvPicPr>
                <a:picLocks noChangeAspect="1"/>
              </p:cNvPicPr>
              <p:nvPr userDrawn="1"/>
            </p:nvPicPr>
            <p:blipFill>
              <a:blip r:embed="rId3">
                <a:clrChange>
                  <a:clrFrom>
                    <a:srgbClr val="FFFFFF"/>
                  </a:clrFrom>
                  <a:clrTo>
                    <a:srgbClr val="FFFFFF">
                      <a:alpha val="0"/>
                    </a:srgbClr>
                  </a:clrTo>
                </a:clrChange>
              </a:blip>
              <a:srcRect b="36075"/>
              <a:stretch>
                <a:fillRect/>
              </a:stretch>
            </p:blipFill>
            <p:spPr>
              <a:xfrm>
                <a:off x="306750" y="3420521"/>
                <a:ext cx="1691777" cy="1131345"/>
              </a:xfrm>
              <a:prstGeom prst="rect">
                <a:avLst/>
              </a:prstGeom>
            </p:spPr>
          </p:pic>
          <p:pic>
            <p:nvPicPr>
              <p:cNvPr id="9" name="Picture 8">
                <a:extLst>
                  <a:ext uri="{FF2B5EF4-FFF2-40B4-BE49-F238E27FC236}">
                    <a16:creationId xmlns:a16="http://schemas.microsoft.com/office/drawing/2014/main" id="{EFE14E06-9B26-BAAA-7564-C6574D4AB632}"/>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399765" y="2709452"/>
                <a:ext cx="1691777" cy="397224"/>
              </a:xfrm>
              <a:prstGeom prst="rect">
                <a:avLst/>
              </a:prstGeom>
            </p:spPr>
          </p:pic>
          <p:pic>
            <p:nvPicPr>
              <p:cNvPr id="10" name="Picture 9">
                <a:extLst>
                  <a:ext uri="{FF2B5EF4-FFF2-40B4-BE49-F238E27FC236}">
                    <a16:creationId xmlns:a16="http://schemas.microsoft.com/office/drawing/2014/main" id="{C37776B1-B74D-DB89-E31E-885720CF4EEE}"/>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182509" y="3047811"/>
                <a:ext cx="958202" cy="397224"/>
              </a:xfrm>
              <a:prstGeom prst="rect">
                <a:avLst/>
              </a:prstGeom>
            </p:spPr>
          </p:pic>
          <p:pic>
            <p:nvPicPr>
              <p:cNvPr id="11" name="Picture 10">
                <a:extLst>
                  <a:ext uri="{FF2B5EF4-FFF2-40B4-BE49-F238E27FC236}">
                    <a16:creationId xmlns:a16="http://schemas.microsoft.com/office/drawing/2014/main" id="{50DE3227-DB72-FA77-A40D-5B5D1627457C}"/>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1086043" y="3047811"/>
                <a:ext cx="958202" cy="397224"/>
              </a:xfrm>
              <a:prstGeom prst="rect">
                <a:avLst/>
              </a:prstGeom>
            </p:spPr>
          </p:pic>
        </p:grpSp>
        <p:pic>
          <p:nvPicPr>
            <p:cNvPr id="5" name="Picture 4" descr="A black arrow pointing to a line&#10;&#10;AI-generated content may be incorrect.">
              <a:extLst>
                <a:ext uri="{FF2B5EF4-FFF2-40B4-BE49-F238E27FC236}">
                  <a16:creationId xmlns:a16="http://schemas.microsoft.com/office/drawing/2014/main" id="{42AA8D97-B333-D213-8C94-F85AF598E3E7}"/>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494859" y="1378851"/>
              <a:ext cx="428379" cy="397224"/>
            </a:xfrm>
            <a:prstGeom prst="rect">
              <a:avLst/>
            </a:prstGeom>
          </p:spPr>
        </p:pic>
        <p:pic>
          <p:nvPicPr>
            <p:cNvPr id="7" name="Picture 6" descr="A black background with a black square&#10;&#10;AI-generated content may be incorrect.">
              <a:extLst>
                <a:ext uri="{FF2B5EF4-FFF2-40B4-BE49-F238E27FC236}">
                  <a16:creationId xmlns:a16="http://schemas.microsoft.com/office/drawing/2014/main" id="{AD92CD0B-D743-F791-FB62-3836A74C7C39}"/>
                </a:ext>
              </a:extLst>
            </p:cNvPr>
            <p:cNvPicPr>
              <a:picLocks noChangeAspect="1"/>
            </p:cNvPicPr>
            <p:nvPr userDrawn="1"/>
          </p:nvPicPr>
          <p:blipFill>
            <a:blip r:embed="rId5"/>
            <a:srcRect b="18880"/>
            <a:stretch>
              <a:fillRect/>
            </a:stretch>
          </p:blipFill>
          <p:spPr>
            <a:xfrm>
              <a:off x="57580" y="1365825"/>
              <a:ext cx="505729" cy="410250"/>
            </a:xfrm>
            <a:prstGeom prst="rect">
              <a:avLst/>
            </a:prstGeom>
          </p:spPr>
        </p:pic>
      </p:grpSp>
      <p:pic>
        <p:nvPicPr>
          <p:cNvPr id="14" name="Picture 13">
            <a:extLst>
              <a:ext uri="{FF2B5EF4-FFF2-40B4-BE49-F238E27FC236}">
                <a16:creationId xmlns:a16="http://schemas.microsoft.com/office/drawing/2014/main" id="{F6E72BF2-714C-76F4-6A58-17F40DFEF70D}"/>
              </a:ext>
            </a:extLst>
          </p:cNvPr>
          <p:cNvPicPr>
            <a:picLocks noChangeAspect="1"/>
          </p:cNvPicPr>
          <p:nvPr userDrawn="1"/>
        </p:nvPicPr>
        <p:blipFill rotWithShape="1">
          <a:blip r:embed="rId6">
            <a:extLst>
              <a:ext uri="{BEBA8EAE-BF5A-486C-A8C5-ECC9F3942E4B}">
                <a14:imgProps xmlns:a14="http://schemas.microsoft.com/office/drawing/2010/main">
                  <a14:imgLayer r:embed="rId7">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15" name="Picture 14">
            <a:extLst>
              <a:ext uri="{FF2B5EF4-FFF2-40B4-BE49-F238E27FC236}">
                <a16:creationId xmlns:a16="http://schemas.microsoft.com/office/drawing/2014/main" id="{7C5F0A78-D5AE-CB62-29C5-35C7F865A859}"/>
              </a:ext>
            </a:extLst>
          </p:cNvPr>
          <p:cNvPicPr>
            <a:picLocks noChangeAspect="1"/>
          </p:cNvPicPr>
          <p:nvPr userDrawn="1"/>
        </p:nvPicPr>
        <p:blipFill rotWithShape="1">
          <a:blip r:embed="rId8">
            <a:extLst>
              <a:ext uri="{BEBA8EAE-BF5A-486C-A8C5-ECC9F3942E4B}">
                <a14:imgProps xmlns:a14="http://schemas.microsoft.com/office/drawing/2010/main">
                  <a14:imgLayer r:embed="rId7">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16" name="Picture 15">
            <a:extLst>
              <a:ext uri="{FF2B5EF4-FFF2-40B4-BE49-F238E27FC236}">
                <a16:creationId xmlns:a16="http://schemas.microsoft.com/office/drawing/2014/main" id="{1F031ACE-7831-808D-C669-16B459A25B54}"/>
              </a:ext>
            </a:extLst>
          </p:cNvPr>
          <p:cNvPicPr>
            <a:picLocks noChangeAspect="1"/>
          </p:cNvPicPr>
          <p:nvPr userDrawn="1"/>
        </p:nvPicPr>
        <p:blipFill rotWithShape="1">
          <a:blip r:embed="rId9">
            <a:extLst>
              <a:ext uri="{BEBA8EAE-BF5A-486C-A8C5-ECC9F3942E4B}">
                <a14:imgProps xmlns:a14="http://schemas.microsoft.com/office/drawing/2010/main">
                  <a14:imgLayer r:embed="rId7">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17" name="TextBox 16">
            <a:extLst>
              <a:ext uri="{FF2B5EF4-FFF2-40B4-BE49-F238E27FC236}">
                <a16:creationId xmlns:a16="http://schemas.microsoft.com/office/drawing/2014/main" id="{503537C9-7B97-3CC6-FC81-B8EBE36237E0}"/>
              </a:ext>
            </a:extLst>
          </p:cNvPr>
          <p:cNvSpPr txBox="1"/>
          <p:nvPr userDrawn="1"/>
        </p:nvSpPr>
        <p:spPr>
          <a:xfrm>
            <a:off x="331625" y="1936003"/>
            <a:ext cx="3925823" cy="919401"/>
          </a:xfrm>
          <a:prstGeom prst="wedgeRoundRectCallout">
            <a:avLst>
              <a:gd name="adj1" fmla="val -17964"/>
              <a:gd name="adj2" fmla="val 104608"/>
              <a:gd name="adj3" fmla="val 16667"/>
            </a:avLst>
          </a:prstGeom>
          <a:solidFill>
            <a:schemeClr val="accent2">
              <a:lumMod val="60000"/>
              <a:lumOff val="40000"/>
            </a:schemeClr>
          </a:solidFill>
          <a:ln>
            <a:solidFill>
              <a:schemeClr val="tx1"/>
            </a:solidFill>
          </a:ln>
        </p:spPr>
        <p:txBody>
          <a:bodyPr wrap="square" rtlCol="0">
            <a:spAutoFit/>
          </a:bodyPr>
          <a:lstStyle/>
          <a:p>
            <a:r>
              <a:rPr lang="en-US" sz="2400" b="0" i="0">
                <a:latin typeface="Twinkl Cursive Looped" panose="02000000000000000000" pitchFamily="2" charset="77"/>
              </a:rPr>
              <a:t>Today I found my learning challenging so I…</a:t>
            </a:r>
          </a:p>
        </p:txBody>
      </p:sp>
      <p:sp>
        <p:nvSpPr>
          <p:cNvPr id="18" name="TextBox 17">
            <a:extLst>
              <a:ext uri="{FF2B5EF4-FFF2-40B4-BE49-F238E27FC236}">
                <a16:creationId xmlns:a16="http://schemas.microsoft.com/office/drawing/2014/main" id="{BF0B9ECF-D6F4-8A44-E877-054A66CC97BD}"/>
              </a:ext>
            </a:extLst>
          </p:cNvPr>
          <p:cNvSpPr txBox="1"/>
          <p:nvPr userDrawn="1"/>
        </p:nvSpPr>
        <p:spPr>
          <a:xfrm>
            <a:off x="4804868" y="1936003"/>
            <a:ext cx="2938272" cy="919401"/>
          </a:xfrm>
          <a:prstGeom prst="wedgeRoundRectCallout">
            <a:avLst>
              <a:gd name="adj1" fmla="val -10874"/>
              <a:gd name="adj2" fmla="val 148695"/>
              <a:gd name="adj3" fmla="val 16667"/>
            </a:avLst>
          </a:prstGeom>
          <a:solidFill>
            <a:schemeClr val="accent5">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During our learning I found …. easy</a:t>
            </a:r>
          </a:p>
        </p:txBody>
      </p:sp>
      <p:sp>
        <p:nvSpPr>
          <p:cNvPr id="19" name="TextBox 18">
            <a:extLst>
              <a:ext uri="{FF2B5EF4-FFF2-40B4-BE49-F238E27FC236}">
                <a16:creationId xmlns:a16="http://schemas.microsoft.com/office/drawing/2014/main" id="{64464BEF-400B-F6C0-2039-055D50477C4C}"/>
              </a:ext>
            </a:extLst>
          </p:cNvPr>
          <p:cNvSpPr txBox="1"/>
          <p:nvPr userDrawn="1"/>
        </p:nvSpPr>
        <p:spPr>
          <a:xfrm>
            <a:off x="8290560" y="1941004"/>
            <a:ext cx="3645408" cy="919401"/>
          </a:xfrm>
          <a:prstGeom prst="wedgeRoundRectCallout">
            <a:avLst>
              <a:gd name="adj1" fmla="val -2104"/>
              <a:gd name="adj2" fmla="val 138087"/>
              <a:gd name="adj3" fmla="val 16667"/>
            </a:avLst>
          </a:prstGeom>
          <a:solidFill>
            <a:schemeClr val="accent6">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In my learning I felt confidence because…</a:t>
            </a:r>
          </a:p>
        </p:txBody>
      </p:sp>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10"/>
          <a:srcRect b="1534"/>
          <a:stretch>
            <a:fillRect/>
          </a:stretch>
        </p:blipFill>
        <p:spPr>
          <a:xfrm>
            <a:off x="10708779" y="202937"/>
            <a:ext cx="1325616" cy="1617660"/>
          </a:xfrm>
          <a:prstGeom prst="rect">
            <a:avLst/>
          </a:prstGeom>
        </p:spPr>
      </p:pic>
      <p:pic>
        <p:nvPicPr>
          <p:cNvPr id="12" name="Google Shape;65;p1">
            <a:extLst>
              <a:ext uri="{FF2B5EF4-FFF2-40B4-BE49-F238E27FC236}">
                <a16:creationId xmlns:a16="http://schemas.microsoft.com/office/drawing/2014/main" id="{70F7B5CA-EE6F-A068-7B72-62F2CA5032EB}"/>
              </a:ext>
            </a:extLst>
          </p:cNvPr>
          <p:cNvPicPr preferRelativeResize="0"/>
          <p:nvPr userDrawn="1"/>
        </p:nvPicPr>
        <p:blipFill rotWithShape="1">
          <a:blip r:embed="rId11">
            <a:alphaModFix/>
          </a:blip>
          <a:srcRect/>
          <a:stretch/>
        </p:blipFill>
        <p:spPr>
          <a:xfrm>
            <a:off x="5665456" y="456723"/>
            <a:ext cx="1185106" cy="1185095"/>
          </a:xfrm>
          <a:prstGeom prst="rect">
            <a:avLst/>
          </a:prstGeom>
          <a:noFill/>
          <a:ln>
            <a:noFill/>
          </a:ln>
        </p:spPr>
      </p:pic>
      <p:pic>
        <p:nvPicPr>
          <p:cNvPr id="13" name="Google Shape;66;p1">
            <a:extLst>
              <a:ext uri="{FF2B5EF4-FFF2-40B4-BE49-F238E27FC236}">
                <a16:creationId xmlns:a16="http://schemas.microsoft.com/office/drawing/2014/main" id="{92AC3C05-52D8-4BF7-9607-8E5F862A74BD}"/>
              </a:ext>
            </a:extLst>
          </p:cNvPr>
          <p:cNvPicPr preferRelativeResize="0"/>
          <p:nvPr userDrawn="1"/>
        </p:nvPicPr>
        <p:blipFill rotWithShape="1">
          <a:blip r:embed="rId12">
            <a:alphaModFix/>
          </a:blip>
          <a:srcRect/>
          <a:stretch/>
        </p:blipFill>
        <p:spPr>
          <a:xfrm>
            <a:off x="8134998" y="510203"/>
            <a:ext cx="1185106" cy="1185095"/>
          </a:xfrm>
          <a:prstGeom prst="rect">
            <a:avLst/>
          </a:prstGeom>
          <a:noFill/>
          <a:ln>
            <a:noFill/>
          </a:ln>
        </p:spPr>
      </p:pic>
      <p:grpSp>
        <p:nvGrpSpPr>
          <p:cNvPr id="21" name="Group 20">
            <a:extLst>
              <a:ext uri="{FF2B5EF4-FFF2-40B4-BE49-F238E27FC236}">
                <a16:creationId xmlns:a16="http://schemas.microsoft.com/office/drawing/2014/main" id="{681E7730-02B2-601B-5548-0FC454426F11}"/>
              </a:ext>
            </a:extLst>
          </p:cNvPr>
          <p:cNvGrpSpPr/>
          <p:nvPr userDrawn="1"/>
        </p:nvGrpSpPr>
        <p:grpSpPr>
          <a:xfrm>
            <a:off x="6881879" y="457773"/>
            <a:ext cx="1185106" cy="1185106"/>
            <a:chOff x="4333587" y="1203131"/>
            <a:chExt cx="1185106" cy="1185106"/>
          </a:xfrm>
        </p:grpSpPr>
        <p:sp>
          <p:nvSpPr>
            <p:cNvPr id="22" name="Google Shape;68;p1">
              <a:extLst>
                <a:ext uri="{FF2B5EF4-FFF2-40B4-BE49-F238E27FC236}">
                  <a16:creationId xmlns:a16="http://schemas.microsoft.com/office/drawing/2014/main" id="{445F415D-EB9D-F543-FD24-A3833A868445}"/>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3" name="Google Shape;69;p1">
              <a:extLst>
                <a:ext uri="{FF2B5EF4-FFF2-40B4-BE49-F238E27FC236}">
                  <a16:creationId xmlns:a16="http://schemas.microsoft.com/office/drawing/2014/main" id="{1860890C-EFCC-F246-1D20-8B910D97C2B9}"/>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4" name="Google Shape;70;p1">
              <a:extLst>
                <a:ext uri="{FF2B5EF4-FFF2-40B4-BE49-F238E27FC236}">
                  <a16:creationId xmlns:a16="http://schemas.microsoft.com/office/drawing/2014/main" id="{D7B84AE3-2C55-AA2C-02EA-EC11470FB80E}"/>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1;p1">
              <a:extLst>
                <a:ext uri="{FF2B5EF4-FFF2-40B4-BE49-F238E27FC236}">
                  <a16:creationId xmlns:a16="http://schemas.microsoft.com/office/drawing/2014/main" id="{B84E6DCD-3102-1364-2C6E-BF15B7F0323F}"/>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2;p1">
              <a:extLst>
                <a:ext uri="{FF2B5EF4-FFF2-40B4-BE49-F238E27FC236}">
                  <a16:creationId xmlns:a16="http://schemas.microsoft.com/office/drawing/2014/main" id="{EA7A2CE1-6DAD-9D54-6E8E-6D4865CE94CC}"/>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73;p1">
              <a:extLst>
                <a:ext uri="{FF2B5EF4-FFF2-40B4-BE49-F238E27FC236}">
                  <a16:creationId xmlns:a16="http://schemas.microsoft.com/office/drawing/2014/main" id="{BADF32B1-6A04-6AD8-A41A-699E8E54EE2E}"/>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74;p1">
              <a:extLst>
                <a:ext uri="{FF2B5EF4-FFF2-40B4-BE49-F238E27FC236}">
                  <a16:creationId xmlns:a16="http://schemas.microsoft.com/office/drawing/2014/main" id="{A095AC11-265A-770A-D8AF-0D848BD26642}"/>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9" name="Google Shape;75;p1">
              <a:extLst>
                <a:ext uri="{FF2B5EF4-FFF2-40B4-BE49-F238E27FC236}">
                  <a16:creationId xmlns:a16="http://schemas.microsoft.com/office/drawing/2014/main" id="{EBDD7BE9-F4A4-D678-8345-17A17384C5E4}"/>
                </a:ext>
              </a:extLst>
            </p:cNvPr>
            <p:cNvPicPr preferRelativeResize="0"/>
            <p:nvPr/>
          </p:nvPicPr>
          <p:blipFill rotWithShape="1">
            <a:blip r:embed="rId13">
              <a:alphaModFix/>
            </a:blip>
            <a:srcRect/>
            <a:stretch/>
          </p:blipFill>
          <p:spPr>
            <a:xfrm>
              <a:off x="4854390" y="1640107"/>
              <a:ext cx="86037" cy="66006"/>
            </a:xfrm>
            <a:prstGeom prst="rect">
              <a:avLst/>
            </a:prstGeom>
            <a:noFill/>
            <a:ln>
              <a:noFill/>
            </a:ln>
          </p:spPr>
        </p:pic>
        <p:pic>
          <p:nvPicPr>
            <p:cNvPr id="30" name="Google Shape;76;p1">
              <a:extLst>
                <a:ext uri="{FF2B5EF4-FFF2-40B4-BE49-F238E27FC236}">
                  <a16:creationId xmlns:a16="http://schemas.microsoft.com/office/drawing/2014/main" id="{FE45251F-A4E7-3A6C-7DA6-23A99EC20B77}"/>
                </a:ext>
              </a:extLst>
            </p:cNvPr>
            <p:cNvPicPr preferRelativeResize="0"/>
            <p:nvPr/>
          </p:nvPicPr>
          <p:blipFill rotWithShape="1">
            <a:blip r:embed="rId14">
              <a:alphaModFix/>
            </a:blip>
            <a:srcRect/>
            <a:stretch/>
          </p:blipFill>
          <p:spPr>
            <a:xfrm>
              <a:off x="4568781" y="1689882"/>
              <a:ext cx="119976" cy="159378"/>
            </a:xfrm>
            <a:prstGeom prst="rect">
              <a:avLst/>
            </a:prstGeom>
            <a:noFill/>
            <a:ln>
              <a:noFill/>
            </a:ln>
          </p:spPr>
        </p:pic>
        <p:sp>
          <p:nvSpPr>
            <p:cNvPr id="31" name="Google Shape;77;p1">
              <a:extLst>
                <a:ext uri="{FF2B5EF4-FFF2-40B4-BE49-F238E27FC236}">
                  <a16:creationId xmlns:a16="http://schemas.microsoft.com/office/drawing/2014/main" id="{F3C3A71B-DFE3-BD66-3750-D82A37F5DB4C}"/>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2" name="Google Shape;78;p1">
              <a:extLst>
                <a:ext uri="{FF2B5EF4-FFF2-40B4-BE49-F238E27FC236}">
                  <a16:creationId xmlns:a16="http://schemas.microsoft.com/office/drawing/2014/main" id="{ED4910A9-AEB3-CF4B-930E-201EDE92EA94}"/>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3" name="Google Shape;79;p1">
              <a:extLst>
                <a:ext uri="{FF2B5EF4-FFF2-40B4-BE49-F238E27FC236}">
                  <a16:creationId xmlns:a16="http://schemas.microsoft.com/office/drawing/2014/main" id="{9A5D346C-9D40-603B-A8AA-BBB4D48CBDCC}"/>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4" name="Google Shape;80;p1">
              <a:extLst>
                <a:ext uri="{FF2B5EF4-FFF2-40B4-BE49-F238E27FC236}">
                  <a16:creationId xmlns:a16="http://schemas.microsoft.com/office/drawing/2014/main" id="{A10529B7-8462-D827-FCA9-8A22440D8E38}"/>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5" name="Google Shape;81;p1">
              <a:extLst>
                <a:ext uri="{FF2B5EF4-FFF2-40B4-BE49-F238E27FC236}">
                  <a16:creationId xmlns:a16="http://schemas.microsoft.com/office/drawing/2014/main" id="{C5EC11F9-9945-DC46-D47F-7E918AC0B2BB}"/>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6" name="Google Shape;82;p1">
              <a:extLst>
                <a:ext uri="{FF2B5EF4-FFF2-40B4-BE49-F238E27FC236}">
                  <a16:creationId xmlns:a16="http://schemas.microsoft.com/office/drawing/2014/main" id="{6FE8E051-9855-B3B6-DA39-C21CB5ACD7C3}"/>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7" name="Google Shape;83;p1">
            <a:extLst>
              <a:ext uri="{FF2B5EF4-FFF2-40B4-BE49-F238E27FC236}">
                <a16:creationId xmlns:a16="http://schemas.microsoft.com/office/drawing/2014/main" id="{C19B36B6-D372-9387-44C2-C0F388D37227}"/>
              </a:ext>
            </a:extLst>
          </p:cNvPr>
          <p:cNvPicPr preferRelativeResize="0"/>
          <p:nvPr userDrawn="1"/>
        </p:nvPicPr>
        <p:blipFill rotWithShape="1">
          <a:blip r:embed="rId15">
            <a:alphaModFix/>
          </a:blip>
          <a:srcRect/>
          <a:stretch/>
        </p:blipFill>
        <p:spPr>
          <a:xfrm>
            <a:off x="9391763" y="457789"/>
            <a:ext cx="1185106" cy="1185095"/>
          </a:xfrm>
          <a:prstGeom prst="rect">
            <a:avLst/>
          </a:prstGeom>
          <a:noFill/>
          <a:ln>
            <a:noFill/>
          </a:ln>
        </p:spPr>
      </p:pic>
      <p:sp>
        <p:nvSpPr>
          <p:cNvPr id="38" name="TextBox 37">
            <a:extLst>
              <a:ext uri="{FF2B5EF4-FFF2-40B4-BE49-F238E27FC236}">
                <a16:creationId xmlns:a16="http://schemas.microsoft.com/office/drawing/2014/main" id="{AB3B978E-D37E-23E8-46FB-D4CF990797FD}"/>
              </a:ext>
            </a:extLst>
          </p:cNvPr>
          <p:cNvSpPr txBox="1"/>
          <p:nvPr userDrawn="1"/>
        </p:nvSpPr>
        <p:spPr>
          <a:xfrm>
            <a:off x="833846" y="115467"/>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FFC000"/>
                </a:solidFill>
                <a:effectLst/>
                <a:uLnTx/>
                <a:uFillTx/>
                <a:latin typeface="Twinkl Cursive Looped" panose="02000000000000000000" pitchFamily="2" charset="77"/>
                <a:ea typeface="Sassoon Infant Rg" panose="02000503030000020003" pitchFamily="2" charset="0"/>
                <a:cs typeface="+mn-cs"/>
              </a:rPr>
              <a:t>Learning Review</a:t>
            </a:r>
          </a:p>
        </p:txBody>
      </p:sp>
    </p:spTree>
    <p:extLst>
      <p:ext uri="{BB962C8B-B14F-4D97-AF65-F5344CB8AC3E}">
        <p14:creationId xmlns:p14="http://schemas.microsoft.com/office/powerpoint/2010/main" val="32264730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Review Editable">
    <p:spTree>
      <p:nvGrpSpPr>
        <p:cNvPr id="1" name=""/>
        <p:cNvGrpSpPr/>
        <p:nvPr/>
      </p:nvGrpSpPr>
      <p:grpSpPr>
        <a:xfrm>
          <a:off x="0" y="0"/>
          <a:ext cx="0" cy="0"/>
          <a:chOff x="0" y="0"/>
          <a:chExt cx="0" cy="0"/>
        </a:xfrm>
      </p:grpSpPr>
      <p:pic>
        <p:nvPicPr>
          <p:cNvPr id="2" name="Picture 1" descr="Macintosh HD:Users:nicholasgarrick:Dropbox:1 LupL:6 Resources:Images and Icons:Icons:Geographer:icon_5211.png">
            <a:extLst>
              <a:ext uri="{FF2B5EF4-FFF2-40B4-BE49-F238E27FC236}">
                <a16:creationId xmlns:a16="http://schemas.microsoft.com/office/drawing/2014/main" id="{398ABEFC-2956-1CF6-ACE3-0B1AB9860E6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4EC238CE-B400-0983-0BF9-3B44B4035F03}"/>
              </a:ext>
            </a:extLst>
          </p:cNvPr>
          <p:cNvGrpSpPr/>
          <p:nvPr userDrawn="1"/>
        </p:nvGrpSpPr>
        <p:grpSpPr>
          <a:xfrm>
            <a:off x="82686" y="980555"/>
            <a:ext cx="865658" cy="744149"/>
            <a:chOff x="57580" y="1031926"/>
            <a:chExt cx="865658" cy="744149"/>
          </a:xfrm>
        </p:grpSpPr>
        <p:grpSp>
          <p:nvGrpSpPr>
            <p:cNvPr id="4" name="Group 3">
              <a:extLst>
                <a:ext uri="{FF2B5EF4-FFF2-40B4-BE49-F238E27FC236}">
                  <a16:creationId xmlns:a16="http://schemas.microsoft.com/office/drawing/2014/main" id="{49563A45-CAAE-191F-17FE-ACEE68C8B1DA}"/>
                </a:ext>
              </a:extLst>
            </p:cNvPr>
            <p:cNvGrpSpPr/>
            <p:nvPr userDrawn="1"/>
          </p:nvGrpSpPr>
          <p:grpSpPr>
            <a:xfrm>
              <a:off x="269016" y="1031926"/>
              <a:ext cx="500775" cy="483300"/>
              <a:chOff x="182509" y="2709452"/>
              <a:chExt cx="1909033" cy="1842414"/>
            </a:xfrm>
          </p:grpSpPr>
          <p:pic>
            <p:nvPicPr>
              <p:cNvPr id="8" name="Picture 7">
                <a:extLst>
                  <a:ext uri="{FF2B5EF4-FFF2-40B4-BE49-F238E27FC236}">
                    <a16:creationId xmlns:a16="http://schemas.microsoft.com/office/drawing/2014/main" id="{CE9DF808-B572-EE16-FE95-3B4E5EF51C23}"/>
                  </a:ext>
                </a:extLst>
              </p:cNvPr>
              <p:cNvPicPr>
                <a:picLocks noChangeAspect="1"/>
              </p:cNvPicPr>
              <p:nvPr userDrawn="1"/>
            </p:nvPicPr>
            <p:blipFill>
              <a:blip r:embed="rId3">
                <a:clrChange>
                  <a:clrFrom>
                    <a:srgbClr val="FFFFFF"/>
                  </a:clrFrom>
                  <a:clrTo>
                    <a:srgbClr val="FFFFFF">
                      <a:alpha val="0"/>
                    </a:srgbClr>
                  </a:clrTo>
                </a:clrChange>
              </a:blip>
              <a:srcRect b="36075"/>
              <a:stretch>
                <a:fillRect/>
              </a:stretch>
            </p:blipFill>
            <p:spPr>
              <a:xfrm>
                <a:off x="306750" y="3420521"/>
                <a:ext cx="1691777" cy="1131345"/>
              </a:xfrm>
              <a:prstGeom prst="rect">
                <a:avLst/>
              </a:prstGeom>
            </p:spPr>
          </p:pic>
          <p:pic>
            <p:nvPicPr>
              <p:cNvPr id="9" name="Picture 8">
                <a:extLst>
                  <a:ext uri="{FF2B5EF4-FFF2-40B4-BE49-F238E27FC236}">
                    <a16:creationId xmlns:a16="http://schemas.microsoft.com/office/drawing/2014/main" id="{EFE14E06-9B26-BAAA-7564-C6574D4AB632}"/>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399765" y="2709452"/>
                <a:ext cx="1691777" cy="397224"/>
              </a:xfrm>
              <a:prstGeom prst="rect">
                <a:avLst/>
              </a:prstGeom>
            </p:spPr>
          </p:pic>
          <p:pic>
            <p:nvPicPr>
              <p:cNvPr id="10" name="Picture 9">
                <a:extLst>
                  <a:ext uri="{FF2B5EF4-FFF2-40B4-BE49-F238E27FC236}">
                    <a16:creationId xmlns:a16="http://schemas.microsoft.com/office/drawing/2014/main" id="{C37776B1-B74D-DB89-E31E-885720CF4EEE}"/>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182509" y="3047811"/>
                <a:ext cx="958202" cy="397224"/>
              </a:xfrm>
              <a:prstGeom prst="rect">
                <a:avLst/>
              </a:prstGeom>
            </p:spPr>
          </p:pic>
          <p:pic>
            <p:nvPicPr>
              <p:cNvPr id="11" name="Picture 10">
                <a:extLst>
                  <a:ext uri="{FF2B5EF4-FFF2-40B4-BE49-F238E27FC236}">
                    <a16:creationId xmlns:a16="http://schemas.microsoft.com/office/drawing/2014/main" id="{50DE3227-DB72-FA77-A40D-5B5D1627457C}"/>
                  </a:ext>
                </a:extLst>
              </p:cNvPr>
              <p:cNvPicPr>
                <a:picLocks noChangeAspect="1"/>
              </p:cNvPicPr>
              <p:nvPr userDrawn="1"/>
            </p:nvPicPr>
            <p:blipFill>
              <a:blip r:embed="rId3">
                <a:clrChange>
                  <a:clrFrom>
                    <a:srgbClr val="FFFFFF"/>
                  </a:clrFrom>
                  <a:clrTo>
                    <a:srgbClr val="FFFFFF">
                      <a:alpha val="0"/>
                    </a:srgbClr>
                  </a:clrTo>
                </a:clrChange>
              </a:blip>
              <a:srcRect b="77556"/>
              <a:stretch>
                <a:fillRect/>
              </a:stretch>
            </p:blipFill>
            <p:spPr>
              <a:xfrm>
                <a:off x="1086043" y="3047811"/>
                <a:ext cx="958202" cy="397224"/>
              </a:xfrm>
              <a:prstGeom prst="rect">
                <a:avLst/>
              </a:prstGeom>
            </p:spPr>
          </p:pic>
        </p:grpSp>
        <p:pic>
          <p:nvPicPr>
            <p:cNvPr id="5" name="Picture 4" descr="A black arrow pointing to a line&#10;&#10;AI-generated content may be incorrect.">
              <a:extLst>
                <a:ext uri="{FF2B5EF4-FFF2-40B4-BE49-F238E27FC236}">
                  <a16:creationId xmlns:a16="http://schemas.microsoft.com/office/drawing/2014/main" id="{42AA8D97-B333-D213-8C94-F85AF598E3E7}"/>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494859" y="1378851"/>
              <a:ext cx="428379" cy="397224"/>
            </a:xfrm>
            <a:prstGeom prst="rect">
              <a:avLst/>
            </a:prstGeom>
          </p:spPr>
        </p:pic>
        <p:pic>
          <p:nvPicPr>
            <p:cNvPr id="7" name="Picture 6" descr="A black background with a black square&#10;&#10;AI-generated content may be incorrect.">
              <a:extLst>
                <a:ext uri="{FF2B5EF4-FFF2-40B4-BE49-F238E27FC236}">
                  <a16:creationId xmlns:a16="http://schemas.microsoft.com/office/drawing/2014/main" id="{AD92CD0B-D743-F791-FB62-3836A74C7C39}"/>
                </a:ext>
              </a:extLst>
            </p:cNvPr>
            <p:cNvPicPr>
              <a:picLocks noChangeAspect="1"/>
            </p:cNvPicPr>
            <p:nvPr userDrawn="1"/>
          </p:nvPicPr>
          <p:blipFill>
            <a:blip r:embed="rId5"/>
            <a:srcRect b="18880"/>
            <a:stretch>
              <a:fillRect/>
            </a:stretch>
          </p:blipFill>
          <p:spPr>
            <a:xfrm>
              <a:off x="57580" y="1365825"/>
              <a:ext cx="505729" cy="410250"/>
            </a:xfrm>
            <a:prstGeom prst="rect">
              <a:avLst/>
            </a:prstGeom>
          </p:spPr>
        </p:pic>
      </p:grpSp>
      <p:pic>
        <p:nvPicPr>
          <p:cNvPr id="14" name="Picture 13">
            <a:extLst>
              <a:ext uri="{FF2B5EF4-FFF2-40B4-BE49-F238E27FC236}">
                <a16:creationId xmlns:a16="http://schemas.microsoft.com/office/drawing/2014/main" id="{F6E72BF2-714C-76F4-6A58-17F40DFEF70D}"/>
              </a:ext>
            </a:extLst>
          </p:cNvPr>
          <p:cNvPicPr>
            <a:picLocks noChangeAspect="1"/>
          </p:cNvPicPr>
          <p:nvPr userDrawn="1"/>
        </p:nvPicPr>
        <p:blipFill rotWithShape="1">
          <a:blip r:embed="rId6">
            <a:extLst>
              <a:ext uri="{BEBA8EAE-BF5A-486C-A8C5-ECC9F3942E4B}">
                <a14:imgProps xmlns:a14="http://schemas.microsoft.com/office/drawing/2010/main">
                  <a14:imgLayer r:embed="rId7">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15" name="Picture 14">
            <a:extLst>
              <a:ext uri="{FF2B5EF4-FFF2-40B4-BE49-F238E27FC236}">
                <a16:creationId xmlns:a16="http://schemas.microsoft.com/office/drawing/2014/main" id="{7C5F0A78-D5AE-CB62-29C5-35C7F865A859}"/>
              </a:ext>
            </a:extLst>
          </p:cNvPr>
          <p:cNvPicPr>
            <a:picLocks noChangeAspect="1"/>
          </p:cNvPicPr>
          <p:nvPr userDrawn="1"/>
        </p:nvPicPr>
        <p:blipFill rotWithShape="1">
          <a:blip r:embed="rId8">
            <a:extLst>
              <a:ext uri="{BEBA8EAE-BF5A-486C-A8C5-ECC9F3942E4B}">
                <a14:imgProps xmlns:a14="http://schemas.microsoft.com/office/drawing/2010/main">
                  <a14:imgLayer r:embed="rId7">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16" name="Picture 15">
            <a:extLst>
              <a:ext uri="{FF2B5EF4-FFF2-40B4-BE49-F238E27FC236}">
                <a16:creationId xmlns:a16="http://schemas.microsoft.com/office/drawing/2014/main" id="{1F031ACE-7831-808D-C669-16B459A25B54}"/>
              </a:ext>
            </a:extLst>
          </p:cNvPr>
          <p:cNvPicPr>
            <a:picLocks noChangeAspect="1"/>
          </p:cNvPicPr>
          <p:nvPr userDrawn="1"/>
        </p:nvPicPr>
        <p:blipFill rotWithShape="1">
          <a:blip r:embed="rId9">
            <a:extLst>
              <a:ext uri="{BEBA8EAE-BF5A-486C-A8C5-ECC9F3942E4B}">
                <a14:imgProps xmlns:a14="http://schemas.microsoft.com/office/drawing/2010/main">
                  <a14:imgLayer r:embed="rId7">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17" name="TextBox 16">
            <a:extLst>
              <a:ext uri="{FF2B5EF4-FFF2-40B4-BE49-F238E27FC236}">
                <a16:creationId xmlns:a16="http://schemas.microsoft.com/office/drawing/2014/main" id="{503537C9-7B97-3CC6-FC81-B8EBE36237E0}"/>
              </a:ext>
            </a:extLst>
          </p:cNvPr>
          <p:cNvSpPr txBox="1"/>
          <p:nvPr userDrawn="1"/>
        </p:nvSpPr>
        <p:spPr>
          <a:xfrm>
            <a:off x="331626" y="1936003"/>
            <a:ext cx="3569816" cy="1328023"/>
          </a:xfrm>
          <a:prstGeom prst="wedgeRoundRectCallout">
            <a:avLst>
              <a:gd name="adj1" fmla="val -14004"/>
              <a:gd name="adj2" fmla="val 72935"/>
              <a:gd name="adj3" fmla="val 16667"/>
            </a:avLst>
          </a:prstGeom>
          <a:solidFill>
            <a:schemeClr val="accent2">
              <a:lumMod val="60000"/>
              <a:lumOff val="4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sp>
        <p:nvSpPr>
          <p:cNvPr id="18" name="TextBox 17">
            <a:extLst>
              <a:ext uri="{FF2B5EF4-FFF2-40B4-BE49-F238E27FC236}">
                <a16:creationId xmlns:a16="http://schemas.microsoft.com/office/drawing/2014/main" id="{BF0B9ECF-D6F4-8A44-E877-054A66CC97BD}"/>
              </a:ext>
            </a:extLst>
          </p:cNvPr>
          <p:cNvSpPr txBox="1"/>
          <p:nvPr userDrawn="1"/>
        </p:nvSpPr>
        <p:spPr>
          <a:xfrm>
            <a:off x="4355027" y="1925372"/>
            <a:ext cx="3569815" cy="1338654"/>
          </a:xfrm>
          <a:prstGeom prst="wedgeRoundRectCallout">
            <a:avLst>
              <a:gd name="adj1" fmla="val -10589"/>
              <a:gd name="adj2" fmla="val 93290"/>
              <a:gd name="adj3" fmla="val 16667"/>
            </a:avLst>
          </a:prstGeom>
          <a:solidFill>
            <a:schemeClr val="accent5">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p:txBody>
      </p:sp>
      <p:sp>
        <p:nvSpPr>
          <p:cNvPr id="19" name="TextBox 18">
            <a:extLst>
              <a:ext uri="{FF2B5EF4-FFF2-40B4-BE49-F238E27FC236}">
                <a16:creationId xmlns:a16="http://schemas.microsoft.com/office/drawing/2014/main" id="{64464BEF-400B-F6C0-2039-055D50477C4C}"/>
              </a:ext>
            </a:extLst>
          </p:cNvPr>
          <p:cNvSpPr txBox="1"/>
          <p:nvPr userDrawn="1"/>
        </p:nvSpPr>
        <p:spPr>
          <a:xfrm>
            <a:off x="8290559" y="1930687"/>
            <a:ext cx="3569815" cy="1328023"/>
          </a:xfrm>
          <a:prstGeom prst="wedgeRoundRectCallout">
            <a:avLst>
              <a:gd name="adj1" fmla="val -7796"/>
              <a:gd name="adj2" fmla="val 95244"/>
              <a:gd name="adj3" fmla="val 16667"/>
            </a:avLst>
          </a:prstGeom>
          <a:solidFill>
            <a:schemeClr val="accent6">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10"/>
          <a:srcRect b="1534"/>
          <a:stretch>
            <a:fillRect/>
          </a:stretch>
        </p:blipFill>
        <p:spPr>
          <a:xfrm>
            <a:off x="10708779" y="202937"/>
            <a:ext cx="1325616" cy="1617660"/>
          </a:xfrm>
          <a:prstGeom prst="rect">
            <a:avLst/>
          </a:prstGeom>
        </p:spPr>
      </p:pic>
      <p:pic>
        <p:nvPicPr>
          <p:cNvPr id="12" name="Google Shape;65;p1">
            <a:extLst>
              <a:ext uri="{FF2B5EF4-FFF2-40B4-BE49-F238E27FC236}">
                <a16:creationId xmlns:a16="http://schemas.microsoft.com/office/drawing/2014/main" id="{70F7B5CA-EE6F-A068-7B72-62F2CA5032EB}"/>
              </a:ext>
            </a:extLst>
          </p:cNvPr>
          <p:cNvPicPr preferRelativeResize="0"/>
          <p:nvPr userDrawn="1"/>
        </p:nvPicPr>
        <p:blipFill rotWithShape="1">
          <a:blip r:embed="rId11">
            <a:alphaModFix/>
          </a:blip>
          <a:srcRect/>
          <a:stretch/>
        </p:blipFill>
        <p:spPr>
          <a:xfrm>
            <a:off x="5665456" y="456723"/>
            <a:ext cx="1185106" cy="1185095"/>
          </a:xfrm>
          <a:prstGeom prst="rect">
            <a:avLst/>
          </a:prstGeom>
          <a:noFill/>
          <a:ln>
            <a:noFill/>
          </a:ln>
        </p:spPr>
      </p:pic>
      <p:pic>
        <p:nvPicPr>
          <p:cNvPr id="13" name="Google Shape;66;p1">
            <a:extLst>
              <a:ext uri="{FF2B5EF4-FFF2-40B4-BE49-F238E27FC236}">
                <a16:creationId xmlns:a16="http://schemas.microsoft.com/office/drawing/2014/main" id="{92AC3C05-52D8-4BF7-9607-8E5F862A74BD}"/>
              </a:ext>
            </a:extLst>
          </p:cNvPr>
          <p:cNvPicPr preferRelativeResize="0"/>
          <p:nvPr userDrawn="1"/>
        </p:nvPicPr>
        <p:blipFill rotWithShape="1">
          <a:blip r:embed="rId12">
            <a:alphaModFix/>
          </a:blip>
          <a:srcRect/>
          <a:stretch/>
        </p:blipFill>
        <p:spPr>
          <a:xfrm>
            <a:off x="8134998" y="510203"/>
            <a:ext cx="1185106" cy="1185095"/>
          </a:xfrm>
          <a:prstGeom prst="rect">
            <a:avLst/>
          </a:prstGeom>
          <a:noFill/>
          <a:ln>
            <a:noFill/>
          </a:ln>
        </p:spPr>
      </p:pic>
      <p:grpSp>
        <p:nvGrpSpPr>
          <p:cNvPr id="21" name="Group 20">
            <a:extLst>
              <a:ext uri="{FF2B5EF4-FFF2-40B4-BE49-F238E27FC236}">
                <a16:creationId xmlns:a16="http://schemas.microsoft.com/office/drawing/2014/main" id="{681E7730-02B2-601B-5548-0FC454426F11}"/>
              </a:ext>
            </a:extLst>
          </p:cNvPr>
          <p:cNvGrpSpPr/>
          <p:nvPr userDrawn="1"/>
        </p:nvGrpSpPr>
        <p:grpSpPr>
          <a:xfrm>
            <a:off x="6881879" y="457773"/>
            <a:ext cx="1185106" cy="1185106"/>
            <a:chOff x="4333587" y="1203131"/>
            <a:chExt cx="1185106" cy="1185106"/>
          </a:xfrm>
        </p:grpSpPr>
        <p:sp>
          <p:nvSpPr>
            <p:cNvPr id="22" name="Google Shape;68;p1">
              <a:extLst>
                <a:ext uri="{FF2B5EF4-FFF2-40B4-BE49-F238E27FC236}">
                  <a16:creationId xmlns:a16="http://schemas.microsoft.com/office/drawing/2014/main" id="{445F415D-EB9D-F543-FD24-A3833A868445}"/>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3" name="Google Shape;69;p1">
              <a:extLst>
                <a:ext uri="{FF2B5EF4-FFF2-40B4-BE49-F238E27FC236}">
                  <a16:creationId xmlns:a16="http://schemas.microsoft.com/office/drawing/2014/main" id="{1860890C-EFCC-F246-1D20-8B910D97C2B9}"/>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4" name="Google Shape;70;p1">
              <a:extLst>
                <a:ext uri="{FF2B5EF4-FFF2-40B4-BE49-F238E27FC236}">
                  <a16:creationId xmlns:a16="http://schemas.microsoft.com/office/drawing/2014/main" id="{D7B84AE3-2C55-AA2C-02EA-EC11470FB80E}"/>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1;p1">
              <a:extLst>
                <a:ext uri="{FF2B5EF4-FFF2-40B4-BE49-F238E27FC236}">
                  <a16:creationId xmlns:a16="http://schemas.microsoft.com/office/drawing/2014/main" id="{B84E6DCD-3102-1364-2C6E-BF15B7F0323F}"/>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2;p1">
              <a:extLst>
                <a:ext uri="{FF2B5EF4-FFF2-40B4-BE49-F238E27FC236}">
                  <a16:creationId xmlns:a16="http://schemas.microsoft.com/office/drawing/2014/main" id="{EA7A2CE1-6DAD-9D54-6E8E-6D4865CE94CC}"/>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73;p1">
              <a:extLst>
                <a:ext uri="{FF2B5EF4-FFF2-40B4-BE49-F238E27FC236}">
                  <a16:creationId xmlns:a16="http://schemas.microsoft.com/office/drawing/2014/main" id="{BADF32B1-6A04-6AD8-A41A-699E8E54EE2E}"/>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74;p1">
              <a:extLst>
                <a:ext uri="{FF2B5EF4-FFF2-40B4-BE49-F238E27FC236}">
                  <a16:creationId xmlns:a16="http://schemas.microsoft.com/office/drawing/2014/main" id="{A095AC11-265A-770A-D8AF-0D848BD26642}"/>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9" name="Google Shape;75;p1">
              <a:extLst>
                <a:ext uri="{FF2B5EF4-FFF2-40B4-BE49-F238E27FC236}">
                  <a16:creationId xmlns:a16="http://schemas.microsoft.com/office/drawing/2014/main" id="{EBDD7BE9-F4A4-D678-8345-17A17384C5E4}"/>
                </a:ext>
              </a:extLst>
            </p:cNvPr>
            <p:cNvPicPr preferRelativeResize="0"/>
            <p:nvPr/>
          </p:nvPicPr>
          <p:blipFill rotWithShape="1">
            <a:blip r:embed="rId13">
              <a:alphaModFix/>
            </a:blip>
            <a:srcRect/>
            <a:stretch/>
          </p:blipFill>
          <p:spPr>
            <a:xfrm>
              <a:off x="4854390" y="1640107"/>
              <a:ext cx="86037" cy="66006"/>
            </a:xfrm>
            <a:prstGeom prst="rect">
              <a:avLst/>
            </a:prstGeom>
            <a:noFill/>
            <a:ln>
              <a:noFill/>
            </a:ln>
          </p:spPr>
        </p:pic>
        <p:pic>
          <p:nvPicPr>
            <p:cNvPr id="30" name="Google Shape;76;p1">
              <a:extLst>
                <a:ext uri="{FF2B5EF4-FFF2-40B4-BE49-F238E27FC236}">
                  <a16:creationId xmlns:a16="http://schemas.microsoft.com/office/drawing/2014/main" id="{FE45251F-A4E7-3A6C-7DA6-23A99EC20B77}"/>
                </a:ext>
              </a:extLst>
            </p:cNvPr>
            <p:cNvPicPr preferRelativeResize="0"/>
            <p:nvPr/>
          </p:nvPicPr>
          <p:blipFill rotWithShape="1">
            <a:blip r:embed="rId14">
              <a:alphaModFix/>
            </a:blip>
            <a:srcRect/>
            <a:stretch/>
          </p:blipFill>
          <p:spPr>
            <a:xfrm>
              <a:off x="4568781" y="1689882"/>
              <a:ext cx="119976" cy="159378"/>
            </a:xfrm>
            <a:prstGeom prst="rect">
              <a:avLst/>
            </a:prstGeom>
            <a:noFill/>
            <a:ln>
              <a:noFill/>
            </a:ln>
          </p:spPr>
        </p:pic>
        <p:sp>
          <p:nvSpPr>
            <p:cNvPr id="31" name="Google Shape;77;p1">
              <a:extLst>
                <a:ext uri="{FF2B5EF4-FFF2-40B4-BE49-F238E27FC236}">
                  <a16:creationId xmlns:a16="http://schemas.microsoft.com/office/drawing/2014/main" id="{F3C3A71B-DFE3-BD66-3750-D82A37F5DB4C}"/>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2" name="Google Shape;78;p1">
              <a:extLst>
                <a:ext uri="{FF2B5EF4-FFF2-40B4-BE49-F238E27FC236}">
                  <a16:creationId xmlns:a16="http://schemas.microsoft.com/office/drawing/2014/main" id="{ED4910A9-AEB3-CF4B-930E-201EDE92EA94}"/>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3" name="Google Shape;79;p1">
              <a:extLst>
                <a:ext uri="{FF2B5EF4-FFF2-40B4-BE49-F238E27FC236}">
                  <a16:creationId xmlns:a16="http://schemas.microsoft.com/office/drawing/2014/main" id="{9A5D346C-9D40-603B-A8AA-BBB4D48CBDCC}"/>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4" name="Google Shape;80;p1">
              <a:extLst>
                <a:ext uri="{FF2B5EF4-FFF2-40B4-BE49-F238E27FC236}">
                  <a16:creationId xmlns:a16="http://schemas.microsoft.com/office/drawing/2014/main" id="{A10529B7-8462-D827-FCA9-8A22440D8E38}"/>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5" name="Google Shape;81;p1">
              <a:extLst>
                <a:ext uri="{FF2B5EF4-FFF2-40B4-BE49-F238E27FC236}">
                  <a16:creationId xmlns:a16="http://schemas.microsoft.com/office/drawing/2014/main" id="{C5EC11F9-9945-DC46-D47F-7E918AC0B2BB}"/>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36" name="Google Shape;82;p1">
              <a:extLst>
                <a:ext uri="{FF2B5EF4-FFF2-40B4-BE49-F238E27FC236}">
                  <a16:creationId xmlns:a16="http://schemas.microsoft.com/office/drawing/2014/main" id="{6FE8E051-9855-B3B6-DA39-C21CB5ACD7C3}"/>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7" name="Google Shape;83;p1">
            <a:extLst>
              <a:ext uri="{FF2B5EF4-FFF2-40B4-BE49-F238E27FC236}">
                <a16:creationId xmlns:a16="http://schemas.microsoft.com/office/drawing/2014/main" id="{C19B36B6-D372-9387-44C2-C0F388D37227}"/>
              </a:ext>
            </a:extLst>
          </p:cNvPr>
          <p:cNvPicPr preferRelativeResize="0"/>
          <p:nvPr userDrawn="1"/>
        </p:nvPicPr>
        <p:blipFill rotWithShape="1">
          <a:blip r:embed="rId15">
            <a:alphaModFix/>
          </a:blip>
          <a:srcRect/>
          <a:stretch/>
        </p:blipFill>
        <p:spPr>
          <a:xfrm>
            <a:off x="9391763" y="457789"/>
            <a:ext cx="1185106" cy="1185095"/>
          </a:xfrm>
          <a:prstGeom prst="rect">
            <a:avLst/>
          </a:prstGeom>
          <a:noFill/>
          <a:ln>
            <a:noFill/>
          </a:ln>
        </p:spPr>
      </p:pic>
      <p:sp>
        <p:nvSpPr>
          <p:cNvPr id="38" name="TextBox 37">
            <a:extLst>
              <a:ext uri="{FF2B5EF4-FFF2-40B4-BE49-F238E27FC236}">
                <a16:creationId xmlns:a16="http://schemas.microsoft.com/office/drawing/2014/main" id="{AB3B978E-D37E-23E8-46FB-D4CF990797FD}"/>
              </a:ext>
            </a:extLst>
          </p:cNvPr>
          <p:cNvSpPr txBox="1"/>
          <p:nvPr userDrawn="1"/>
        </p:nvSpPr>
        <p:spPr>
          <a:xfrm>
            <a:off x="833846" y="115467"/>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FFC000"/>
                </a:solidFill>
                <a:effectLst/>
                <a:uLnTx/>
                <a:uFillTx/>
                <a:latin typeface="Twinkl Cursive Looped" panose="02000000000000000000" pitchFamily="2" charset="77"/>
                <a:ea typeface="Sassoon Infant Rg" panose="02000503030000020003" pitchFamily="2" charset="0"/>
                <a:cs typeface="+mn-cs"/>
              </a:rPr>
              <a:t>Learning Review</a:t>
            </a:r>
          </a:p>
        </p:txBody>
      </p:sp>
      <p:sp>
        <p:nvSpPr>
          <p:cNvPr id="39" name="Text Placeholder 38">
            <a:extLst>
              <a:ext uri="{FF2B5EF4-FFF2-40B4-BE49-F238E27FC236}">
                <a16:creationId xmlns:a16="http://schemas.microsoft.com/office/drawing/2014/main" id="{8A96BDBD-0A8D-C301-4B6D-B2CE4821C0C8}"/>
              </a:ext>
            </a:extLst>
          </p:cNvPr>
          <p:cNvSpPr>
            <a:spLocks noGrp="1"/>
          </p:cNvSpPr>
          <p:nvPr>
            <p:ph type="body" sz="quarter" idx="10" hasCustomPrompt="1"/>
          </p:nvPr>
        </p:nvSpPr>
        <p:spPr>
          <a:xfrm>
            <a:off x="419100" y="2052638"/>
            <a:ext cx="3370263" cy="1096962"/>
          </a:xfrm>
        </p:spPr>
        <p:txBody>
          <a:bodyPr/>
          <a:lstStyle>
            <a:lvl1pPr>
              <a:buNone/>
              <a:defRPr/>
            </a:lvl1pPr>
          </a:lstStyle>
          <a:p>
            <a:pPr lvl="0"/>
            <a:r>
              <a:rPr lang="en-GB" dirty="0"/>
              <a:t>Insert</a:t>
            </a:r>
            <a:endParaRPr lang="en-US" dirty="0"/>
          </a:p>
        </p:txBody>
      </p:sp>
      <p:sp>
        <p:nvSpPr>
          <p:cNvPr id="40" name="Text Placeholder 38">
            <a:extLst>
              <a:ext uri="{FF2B5EF4-FFF2-40B4-BE49-F238E27FC236}">
                <a16:creationId xmlns:a16="http://schemas.microsoft.com/office/drawing/2014/main" id="{9682AB36-2705-DE99-3278-5B4C7D6540CC}"/>
              </a:ext>
            </a:extLst>
          </p:cNvPr>
          <p:cNvSpPr>
            <a:spLocks noGrp="1"/>
          </p:cNvSpPr>
          <p:nvPr>
            <p:ph type="body" sz="quarter" idx="11" hasCustomPrompt="1"/>
          </p:nvPr>
        </p:nvSpPr>
        <p:spPr>
          <a:xfrm>
            <a:off x="4442460" y="2052638"/>
            <a:ext cx="3370263" cy="1096962"/>
          </a:xfrm>
        </p:spPr>
        <p:txBody>
          <a:bodyPr/>
          <a:lstStyle>
            <a:lvl1pPr>
              <a:buNone/>
              <a:defRPr/>
            </a:lvl1pPr>
          </a:lstStyle>
          <a:p>
            <a:pPr lvl="0"/>
            <a:r>
              <a:rPr lang="en-GB" dirty="0"/>
              <a:t>Insert</a:t>
            </a:r>
            <a:endParaRPr lang="en-US" dirty="0"/>
          </a:p>
        </p:txBody>
      </p:sp>
      <p:sp>
        <p:nvSpPr>
          <p:cNvPr id="41" name="Text Placeholder 38">
            <a:extLst>
              <a:ext uri="{FF2B5EF4-FFF2-40B4-BE49-F238E27FC236}">
                <a16:creationId xmlns:a16="http://schemas.microsoft.com/office/drawing/2014/main" id="{2C4081E0-2302-6168-4F67-D9199AFAD873}"/>
              </a:ext>
            </a:extLst>
          </p:cNvPr>
          <p:cNvSpPr>
            <a:spLocks noGrp="1"/>
          </p:cNvSpPr>
          <p:nvPr>
            <p:ph type="body" sz="quarter" idx="12" hasCustomPrompt="1"/>
          </p:nvPr>
        </p:nvSpPr>
        <p:spPr>
          <a:xfrm>
            <a:off x="8354060" y="2052638"/>
            <a:ext cx="3370263" cy="1096962"/>
          </a:xfrm>
        </p:spPr>
        <p:txBody>
          <a:bodyPr/>
          <a:lstStyle>
            <a:lvl1pPr>
              <a:buNone/>
              <a:defRPr/>
            </a:lvl1pPr>
          </a:lstStyle>
          <a:p>
            <a:pPr lvl="0"/>
            <a:r>
              <a:rPr lang="en-GB" dirty="0"/>
              <a:t>Insert</a:t>
            </a:r>
            <a:endParaRPr lang="en-US" dirty="0"/>
          </a:p>
        </p:txBody>
      </p:sp>
    </p:spTree>
    <p:extLst>
      <p:ext uri="{BB962C8B-B14F-4D97-AF65-F5344CB8AC3E}">
        <p14:creationId xmlns:p14="http://schemas.microsoft.com/office/powerpoint/2010/main" val="14761623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eedback">
    <p:spTree>
      <p:nvGrpSpPr>
        <p:cNvPr id="1" name=""/>
        <p:cNvGrpSpPr/>
        <p:nvPr/>
      </p:nvGrpSpPr>
      <p:grpSpPr>
        <a:xfrm>
          <a:off x="0" y="0"/>
          <a:ext cx="0" cy="0"/>
          <a:chOff x="0" y="0"/>
          <a:chExt cx="0" cy="0"/>
        </a:xfrm>
      </p:grpSpPr>
      <p:sp>
        <p:nvSpPr>
          <p:cNvPr id="6" name="Oval Callout 5">
            <a:extLst>
              <a:ext uri="{FF2B5EF4-FFF2-40B4-BE49-F238E27FC236}">
                <a16:creationId xmlns:a16="http://schemas.microsoft.com/office/drawing/2014/main" id="{A768AC55-9169-CD12-DE1E-DD3AE6B6949A}"/>
              </a:ext>
            </a:extLst>
          </p:cNvPr>
          <p:cNvSpPr/>
          <p:nvPr userDrawn="1"/>
        </p:nvSpPr>
        <p:spPr>
          <a:xfrm>
            <a:off x="8590283" y="1810499"/>
            <a:ext cx="311167" cy="232315"/>
          </a:xfrm>
          <a:prstGeom prst="wedgeEllipseCallout">
            <a:avLst>
              <a:gd name="adj1" fmla="val -30467"/>
              <a:gd name="adj2" fmla="val 7565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7" name="Straight Connector 6">
            <a:extLst>
              <a:ext uri="{FF2B5EF4-FFF2-40B4-BE49-F238E27FC236}">
                <a16:creationId xmlns:a16="http://schemas.microsoft.com/office/drawing/2014/main" id="{47E362B2-CBA8-FC87-AB4B-C119CAAD3D12}"/>
              </a:ext>
            </a:extLst>
          </p:cNvPr>
          <p:cNvCxnSpPr>
            <a:cxnSpLocks/>
          </p:cNvCxnSpPr>
          <p:nvPr userDrawn="1"/>
        </p:nvCxnSpPr>
        <p:spPr>
          <a:xfrm>
            <a:off x="0" y="3429000"/>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36BFA09-C2E0-9EDD-C5AF-A084C1D2E62A}"/>
              </a:ext>
            </a:extLst>
          </p:cNvPr>
          <p:cNvCxnSpPr>
            <a:cxnSpLocks/>
          </p:cNvCxnSpPr>
          <p:nvPr userDrawn="1"/>
        </p:nvCxnSpPr>
        <p:spPr>
          <a:xfrm>
            <a:off x="6096000" y="1"/>
            <a:ext cx="0" cy="2200275"/>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93CD5E5-7A63-84D8-216D-6206001D4352}"/>
              </a:ext>
            </a:extLst>
          </p:cNvPr>
          <p:cNvSpPr/>
          <p:nvPr userDrawn="1"/>
        </p:nvSpPr>
        <p:spPr>
          <a:xfrm>
            <a:off x="5295900" y="2647951"/>
            <a:ext cx="1600200" cy="1638300"/>
          </a:xfrm>
          <a:prstGeom prst="ellipse">
            <a:avLst/>
          </a:prstGeom>
          <a:solidFill>
            <a:srgbClr val="FFEEB0"/>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10" name="Picture 9">
            <a:extLst>
              <a:ext uri="{FF2B5EF4-FFF2-40B4-BE49-F238E27FC236}">
                <a16:creationId xmlns:a16="http://schemas.microsoft.com/office/drawing/2014/main" id="{60949BE8-1DF1-3976-E62D-C362A69DFA34}"/>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7916" b="91293" l="8707" r="90237">
                        <a14:foregroundMark x1="24274" y1="18734" x2="24274" y2="18734"/>
                        <a14:foregroundMark x1="47757" y1="8443" x2="47757" y2="8443"/>
                        <a14:foregroundMark x1="73615" y1="19789" x2="73615" y2="19789"/>
                        <a14:foregroundMark x1="90765" y1="48549" x2="90765" y2="48549"/>
                        <a14:foregroundMark x1="80475" y1="79420" x2="80475" y2="79420"/>
                        <a14:foregroundMark x1="53826" y1="91293" x2="53826" y2="91293"/>
                        <a14:foregroundMark x1="21900" y1="82058" x2="21900" y2="82058"/>
                        <a14:foregroundMark x1="8707" y1="47757" x2="8707" y2="47757"/>
                      </a14:backgroundRemoval>
                    </a14:imgEffect>
                  </a14:imgLayer>
                </a14:imgProps>
              </a:ext>
            </a:extLst>
          </a:blip>
          <a:stretch>
            <a:fillRect/>
          </a:stretch>
        </p:blipFill>
        <p:spPr>
          <a:xfrm>
            <a:off x="5372101" y="2724151"/>
            <a:ext cx="1504951" cy="1504951"/>
          </a:xfrm>
          <a:prstGeom prst="rect">
            <a:avLst/>
          </a:prstGeom>
        </p:spPr>
      </p:pic>
      <p:pic>
        <p:nvPicPr>
          <p:cNvPr id="11" name="Graphic 10">
            <a:extLst>
              <a:ext uri="{FF2B5EF4-FFF2-40B4-BE49-F238E27FC236}">
                <a16:creationId xmlns:a16="http://schemas.microsoft.com/office/drawing/2014/main" id="{D73ABCC3-9C74-F6C7-ACE2-3C6579FF9493}"/>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19802"/>
          <a:stretch/>
        </p:blipFill>
        <p:spPr>
          <a:xfrm>
            <a:off x="8622691" y="1179808"/>
            <a:ext cx="542923" cy="548741"/>
          </a:xfrm>
          <a:prstGeom prst="rect">
            <a:avLst/>
          </a:prstGeom>
        </p:spPr>
      </p:pic>
      <p:pic>
        <p:nvPicPr>
          <p:cNvPr id="12" name="Picture 11">
            <a:extLst>
              <a:ext uri="{FF2B5EF4-FFF2-40B4-BE49-F238E27FC236}">
                <a16:creationId xmlns:a16="http://schemas.microsoft.com/office/drawing/2014/main" id="{23CC88F8-4644-526F-4F11-DDCE2E4B680C}"/>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10000" b="90000" l="10000" r="90000">
                        <a14:foregroundMark x1="50473" y1="61836" x2="50473" y2="61836"/>
                      </a14:backgroundRemoval>
                    </a14:imgEffect>
                  </a14:imgLayer>
                </a14:imgProps>
              </a:ext>
            </a:extLst>
          </a:blip>
          <a:stretch>
            <a:fillRect/>
          </a:stretch>
        </p:blipFill>
        <p:spPr>
          <a:xfrm>
            <a:off x="9173096" y="1175643"/>
            <a:ext cx="757163" cy="494425"/>
          </a:xfrm>
          <a:prstGeom prst="rect">
            <a:avLst/>
          </a:prstGeom>
        </p:spPr>
      </p:pic>
      <p:pic>
        <p:nvPicPr>
          <p:cNvPr id="13" name="Picture 12">
            <a:extLst>
              <a:ext uri="{FF2B5EF4-FFF2-40B4-BE49-F238E27FC236}">
                <a16:creationId xmlns:a16="http://schemas.microsoft.com/office/drawing/2014/main" id="{FC14A703-D40F-6C9F-D411-31A1B97CEB01}"/>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9222" b="95101" l="9320" r="91940">
                        <a14:foregroundMark x1="22418" y1="13545" x2="22418" y2="13545"/>
                        <a14:foregroundMark x1="41814" y1="15562" x2="41814" y2="15562"/>
                        <a14:foregroundMark x1="66247" y1="13545" x2="66247" y2="13545"/>
                        <a14:foregroundMark x1="92443" y1="19597" x2="92443" y2="19597"/>
                        <a14:foregroundMark x1="12091" y1="37464" x2="12091" y2="37464"/>
                        <a14:foregroundMark x1="20907" y1="46686" x2="20907" y2="46686"/>
                        <a14:foregroundMark x1="23174" y1="55331" x2="23174" y2="55331"/>
                        <a14:foregroundMark x1="23678" y1="65130" x2="23678" y2="65130"/>
                        <a14:foregroundMark x1="24181" y1="74063" x2="24181" y2="74063"/>
                        <a14:foregroundMark x1="48866" y1="95101" x2="48866" y2="95101"/>
                        <a14:foregroundMark x1="9320" y1="58213" x2="9320" y2="58213"/>
                      </a14:backgroundRemoval>
                    </a14:imgEffect>
                  </a14:imgLayer>
                </a14:imgProps>
              </a:ext>
            </a:extLst>
          </a:blip>
          <a:stretch>
            <a:fillRect/>
          </a:stretch>
        </p:blipFill>
        <p:spPr>
          <a:xfrm>
            <a:off x="119063" y="116114"/>
            <a:ext cx="844555" cy="738188"/>
          </a:xfrm>
          <a:prstGeom prst="rect">
            <a:avLst/>
          </a:prstGeom>
        </p:spPr>
      </p:pic>
      <p:pic>
        <p:nvPicPr>
          <p:cNvPr id="14" name="Picture 13">
            <a:extLst>
              <a:ext uri="{FF2B5EF4-FFF2-40B4-BE49-F238E27FC236}">
                <a16:creationId xmlns:a16="http://schemas.microsoft.com/office/drawing/2014/main" id="{88C7B50D-C903-4859-1D5E-CE5CB6EF6744}"/>
              </a:ext>
            </a:extLst>
          </p:cNvPr>
          <p:cNvPicPr>
            <a:picLocks noChangeAspect="1"/>
          </p:cNvPicPr>
          <p:nvPr userDrawn="1"/>
        </p:nvPicPr>
        <p:blipFill>
          <a:blip r:embed="rId9">
            <a:extLst>
              <a:ext uri="{BEBA8EAE-BF5A-486C-A8C5-ECC9F3942E4B}">
                <a14:imgProps xmlns:a14="http://schemas.microsoft.com/office/drawing/2010/main">
                  <a14:imgLayer r:embed="rId10">
                    <a14:imgEffect>
                      <a14:backgroundRemoval t="9750" b="94250" l="6107" r="94148">
                        <a14:foregroundMark x1="9415" y1="9750" x2="9415" y2="9750"/>
                        <a14:foregroundMark x1="74300" y1="9750" x2="74300" y2="9750"/>
                        <a14:foregroundMark x1="94148" y1="25500" x2="94148" y2="25500"/>
                        <a14:foregroundMark x1="6361" y1="24750" x2="6361" y2="24750"/>
                        <a14:foregroundMark x1="54198" y1="94250" x2="54198" y2="94250"/>
                        <a14:foregroundMark x1="65140" y1="62500" x2="65140" y2="62500"/>
                        <a14:foregroundMark x1="48092" y1="52500" x2="48092" y2="52500"/>
                      </a14:backgroundRemoval>
                    </a14:imgEffect>
                  </a14:imgLayer>
                </a14:imgProps>
              </a:ext>
            </a:extLst>
          </a:blip>
          <a:stretch>
            <a:fillRect/>
          </a:stretch>
        </p:blipFill>
        <p:spPr>
          <a:xfrm>
            <a:off x="119063" y="3476626"/>
            <a:ext cx="636365" cy="647700"/>
          </a:xfrm>
          <a:prstGeom prst="rect">
            <a:avLst/>
          </a:prstGeom>
        </p:spPr>
      </p:pic>
      <p:sp>
        <p:nvSpPr>
          <p:cNvPr id="15" name="TextBox 14">
            <a:extLst>
              <a:ext uri="{FF2B5EF4-FFF2-40B4-BE49-F238E27FC236}">
                <a16:creationId xmlns:a16="http://schemas.microsoft.com/office/drawing/2014/main" id="{57B67A7D-BAF3-39CA-92C1-F05C8FF50C2D}"/>
              </a:ext>
            </a:extLst>
          </p:cNvPr>
          <p:cNvSpPr txBox="1"/>
          <p:nvPr userDrawn="1"/>
        </p:nvSpPr>
        <p:spPr>
          <a:xfrm rot="16200000">
            <a:off x="5278050" y="2222012"/>
            <a:ext cx="1673759" cy="2169993"/>
          </a:xfrm>
          <a:prstGeom prst="rect">
            <a:avLst/>
          </a:prstGeom>
          <a:noFill/>
        </p:spPr>
        <p:txBody>
          <a:bodyPr wrap="square" rtlCol="0">
            <a:prstTxWarp prst="textCircle">
              <a:avLst>
                <a:gd name="adj" fmla="val 11263557"/>
              </a:avLst>
            </a:prstTxWarp>
            <a:spAutoFit/>
          </a:bodyPr>
          <a:lstStyle/>
          <a:p>
            <a:pPr algn="ctr"/>
            <a:r>
              <a:rPr lang="en-GB" sz="2000" b="0" i="0">
                <a:latin typeface="Twinkl Cursive Looped" panose="02000000000000000000" pitchFamily="2" charset="77"/>
                <a:ea typeface="Sassoon Infant Rg" panose="02000503030000020003" pitchFamily="2" charset="0"/>
              </a:rPr>
              <a:t>Watering Hole</a:t>
            </a:r>
            <a:r>
              <a:rPr lang="en-GB" sz="2000" b="0" i="0">
                <a:solidFill>
                  <a:srgbClr val="0070C0"/>
                </a:solidFill>
                <a:latin typeface="Twinkl Cursive Looped" panose="02000000000000000000" pitchFamily="2" charset="77"/>
                <a:ea typeface="Sassoon Infant Rg" panose="02000503030000020003" pitchFamily="2" charset="0"/>
              </a:rPr>
              <a:t> </a:t>
            </a:r>
          </a:p>
        </p:txBody>
      </p:sp>
      <p:sp>
        <p:nvSpPr>
          <p:cNvPr id="16" name="Rectangle 15">
            <a:extLst>
              <a:ext uri="{FF2B5EF4-FFF2-40B4-BE49-F238E27FC236}">
                <a16:creationId xmlns:a16="http://schemas.microsoft.com/office/drawing/2014/main" id="{75BCDB15-A18F-761C-9D70-5D498C4B281B}"/>
              </a:ext>
            </a:extLst>
          </p:cNvPr>
          <p:cNvSpPr/>
          <p:nvPr userDrawn="1"/>
        </p:nvSpPr>
        <p:spPr>
          <a:xfrm rot="-180000">
            <a:off x="5010272" y="2703555"/>
            <a:ext cx="2190749" cy="1847848"/>
          </a:xfrm>
          <a:prstGeom prst="rect">
            <a:avLst/>
          </a:prstGeom>
          <a:noFill/>
        </p:spPr>
        <p:txBody>
          <a:bodyPr spcFirstLastPara="1" wrap="none" lIns="91440" tIns="45720" rIns="91440" bIns="45720" numCol="1">
            <a:prstTxWarp prst="textArchDown">
              <a:avLst>
                <a:gd name="adj" fmla="val 18174041"/>
              </a:avLst>
            </a:prstTxWarp>
            <a:spAutoFit/>
          </a:bodyPr>
          <a:lstStyle/>
          <a:p>
            <a:pPr algn="ctr"/>
            <a:r>
              <a:rPr lang="en-GB" sz="2000" b="0" i="0">
                <a:ln w="22225">
                  <a:noFill/>
                  <a:prstDash val="solid"/>
                </a:ln>
                <a:latin typeface="Twinkl Cursive Looped" panose="02000000000000000000" pitchFamily="2" charset="77"/>
                <a:ea typeface="Sassoon Infant Rg" panose="02000503030000020003" pitchFamily="2" charset="0"/>
              </a:rPr>
              <a:t>Accessing what we need</a:t>
            </a:r>
          </a:p>
        </p:txBody>
      </p:sp>
      <p:pic>
        <p:nvPicPr>
          <p:cNvPr id="17" name="Picture 16">
            <a:extLst>
              <a:ext uri="{FF2B5EF4-FFF2-40B4-BE49-F238E27FC236}">
                <a16:creationId xmlns:a16="http://schemas.microsoft.com/office/drawing/2014/main" id="{A9EEF32E-84FC-9DD2-1645-162B4C9FAB54}"/>
              </a:ext>
            </a:extLst>
          </p:cNvPr>
          <p:cNvPicPr>
            <a:picLocks noChangeAspect="1"/>
          </p:cNvPicPr>
          <p:nvPr userDrawn="1"/>
        </p:nvPicPr>
        <p:blipFill>
          <a:blip r:embed="rId11">
            <a:extLst>
              <a:ext uri="{BEBA8EAE-BF5A-486C-A8C5-ECC9F3942E4B}">
                <a14:imgProps xmlns:a14="http://schemas.microsoft.com/office/drawing/2010/main">
                  <a14:imgLayer r:embed="rId12">
                    <a14:imgEffect>
                      <a14:backgroundRemoval t="9938" b="92857" l="9898" r="89761">
                        <a14:foregroundMark x1="55631" y1="27019" x2="55631" y2="27019"/>
                        <a14:foregroundMark x1="54608" y1="92857" x2="54608" y2="92857"/>
                      </a14:backgroundRemoval>
                    </a14:imgEffect>
                  </a14:imgLayer>
                </a14:imgProps>
              </a:ext>
            </a:extLst>
          </a:blip>
          <a:stretch>
            <a:fillRect/>
          </a:stretch>
        </p:blipFill>
        <p:spPr>
          <a:xfrm>
            <a:off x="10915132" y="3622675"/>
            <a:ext cx="650036" cy="714375"/>
          </a:xfrm>
          <a:prstGeom prst="rect">
            <a:avLst/>
          </a:prstGeom>
        </p:spPr>
      </p:pic>
      <p:sp>
        <p:nvSpPr>
          <p:cNvPr id="18" name="Rectangle 17">
            <a:extLst>
              <a:ext uri="{FF2B5EF4-FFF2-40B4-BE49-F238E27FC236}">
                <a16:creationId xmlns:a16="http://schemas.microsoft.com/office/drawing/2014/main" id="{9158E33F-3765-E12D-EC90-52B96C993A54}"/>
              </a:ext>
            </a:extLst>
          </p:cNvPr>
          <p:cNvSpPr/>
          <p:nvPr userDrawn="1"/>
        </p:nvSpPr>
        <p:spPr>
          <a:xfrm>
            <a:off x="10407364" y="3614830"/>
            <a:ext cx="1665573" cy="3133725"/>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19" name="Straight Connector 18">
            <a:extLst>
              <a:ext uri="{FF2B5EF4-FFF2-40B4-BE49-F238E27FC236}">
                <a16:creationId xmlns:a16="http://schemas.microsoft.com/office/drawing/2014/main" id="{B99A02AE-5FFD-29AD-EBE7-4C38018D5AAF}"/>
              </a:ext>
            </a:extLst>
          </p:cNvPr>
          <p:cNvCxnSpPr>
            <a:cxnSpLocks/>
          </p:cNvCxnSpPr>
          <p:nvPr userDrawn="1"/>
        </p:nvCxnSpPr>
        <p:spPr>
          <a:xfrm>
            <a:off x="9163051" y="59357"/>
            <a:ext cx="0" cy="3369644"/>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361B532-AB76-3FDE-0903-59141D8EB5E2}"/>
              </a:ext>
            </a:extLst>
          </p:cNvPr>
          <p:cNvCxnSpPr>
            <a:cxnSpLocks/>
          </p:cNvCxnSpPr>
          <p:nvPr userDrawn="1"/>
        </p:nvCxnSpPr>
        <p:spPr>
          <a:xfrm>
            <a:off x="6095999" y="1728548"/>
            <a:ext cx="6067427"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28D7E95B-E86B-132A-8921-6D1CDF0723BD}"/>
              </a:ext>
            </a:extLst>
          </p:cNvPr>
          <p:cNvPicPr>
            <a:picLocks noChangeAspect="1"/>
          </p:cNvPicPr>
          <p:nvPr userDrawn="1"/>
        </p:nvPicPr>
        <p:blipFill>
          <a:blip r:embed="rId13">
            <a:extLst>
              <a:ext uri="{BEBA8EAE-BF5A-486C-A8C5-ECC9F3942E4B}">
                <a14:imgProps xmlns:a14="http://schemas.microsoft.com/office/drawing/2010/main">
                  <a14:imgLayer r:embed="rId14">
                    <a14:imgEffect>
                      <a14:backgroundRemoval t="8084" b="92515" l="10000" r="90000">
                        <a14:foregroundMark x1="43429" y1="92814" x2="43429" y2="92814"/>
                        <a14:foregroundMark x1="55714" y1="34731" x2="55714" y2="34731"/>
                        <a14:foregroundMark x1="74571" y1="8084" x2="74571" y2="8084"/>
                      </a14:backgroundRemoval>
                    </a14:imgEffect>
                  </a14:imgLayer>
                </a14:imgProps>
              </a:ext>
            </a:extLst>
          </a:blip>
          <a:stretch>
            <a:fillRect/>
          </a:stretch>
        </p:blipFill>
        <p:spPr>
          <a:xfrm>
            <a:off x="9255321" y="1772679"/>
            <a:ext cx="502428" cy="479460"/>
          </a:xfrm>
          <a:prstGeom prst="rect">
            <a:avLst/>
          </a:prstGeom>
        </p:spPr>
      </p:pic>
      <p:sp>
        <p:nvSpPr>
          <p:cNvPr id="25" name="TextBox 24">
            <a:extLst>
              <a:ext uri="{FF2B5EF4-FFF2-40B4-BE49-F238E27FC236}">
                <a16:creationId xmlns:a16="http://schemas.microsoft.com/office/drawing/2014/main" id="{45A5C7A1-569F-D384-461E-747E1FC18D84}"/>
              </a:ext>
            </a:extLst>
          </p:cNvPr>
          <p:cNvSpPr txBox="1"/>
          <p:nvPr userDrawn="1"/>
        </p:nvSpPr>
        <p:spPr>
          <a:xfrm>
            <a:off x="9711276" y="1699665"/>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Carry on - Finish Learning</a:t>
            </a:r>
          </a:p>
        </p:txBody>
      </p:sp>
      <p:sp>
        <p:nvSpPr>
          <p:cNvPr id="26" name="TextBox 25">
            <a:extLst>
              <a:ext uri="{FF2B5EF4-FFF2-40B4-BE49-F238E27FC236}">
                <a16:creationId xmlns:a16="http://schemas.microsoft.com/office/drawing/2014/main" id="{FAA6BB55-886C-6BD6-A9CE-0ED258255B7D}"/>
              </a:ext>
            </a:extLst>
          </p:cNvPr>
          <p:cNvSpPr txBox="1"/>
          <p:nvPr userDrawn="1"/>
        </p:nvSpPr>
        <p:spPr>
          <a:xfrm>
            <a:off x="806119" y="3666061"/>
            <a:ext cx="3153672"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rPr>
              <a:t>Deepening my learning</a:t>
            </a:r>
          </a:p>
        </p:txBody>
      </p:sp>
      <p:sp>
        <p:nvSpPr>
          <p:cNvPr id="27" name="TextBox 26">
            <a:extLst>
              <a:ext uri="{FF2B5EF4-FFF2-40B4-BE49-F238E27FC236}">
                <a16:creationId xmlns:a16="http://schemas.microsoft.com/office/drawing/2014/main" id="{A38C8C69-A916-A517-279F-F93D4A85E3A5}"/>
              </a:ext>
            </a:extLst>
          </p:cNvPr>
          <p:cNvSpPr txBox="1"/>
          <p:nvPr userDrawn="1"/>
        </p:nvSpPr>
        <p:spPr>
          <a:xfrm>
            <a:off x="6730946" y="1845508"/>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Shared Learning Conversation</a:t>
            </a:r>
          </a:p>
        </p:txBody>
      </p:sp>
      <p:sp>
        <p:nvSpPr>
          <p:cNvPr id="28" name="TextBox 27">
            <a:extLst>
              <a:ext uri="{FF2B5EF4-FFF2-40B4-BE49-F238E27FC236}">
                <a16:creationId xmlns:a16="http://schemas.microsoft.com/office/drawing/2014/main" id="{77CEF66E-0B89-5C3E-A3EA-57F92E7F333F}"/>
              </a:ext>
            </a:extLst>
          </p:cNvPr>
          <p:cNvSpPr txBox="1"/>
          <p:nvPr userDrawn="1"/>
        </p:nvSpPr>
        <p:spPr>
          <a:xfrm>
            <a:off x="9938135" y="1319940"/>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Small Group with an adult</a:t>
            </a:r>
          </a:p>
        </p:txBody>
      </p:sp>
      <p:sp>
        <p:nvSpPr>
          <p:cNvPr id="29" name="TextBox 28">
            <a:extLst>
              <a:ext uri="{FF2B5EF4-FFF2-40B4-BE49-F238E27FC236}">
                <a16:creationId xmlns:a16="http://schemas.microsoft.com/office/drawing/2014/main" id="{513D8E9C-7FC1-8540-96AE-F9A174C627BC}"/>
              </a:ext>
            </a:extLst>
          </p:cNvPr>
          <p:cNvSpPr txBox="1"/>
          <p:nvPr userDrawn="1"/>
        </p:nvSpPr>
        <p:spPr>
          <a:xfrm>
            <a:off x="7103762" y="1334292"/>
            <a:ext cx="196073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Showcase Lead Learners</a:t>
            </a:r>
          </a:p>
        </p:txBody>
      </p:sp>
      <p:sp>
        <p:nvSpPr>
          <p:cNvPr id="30" name="TextBox 29">
            <a:extLst>
              <a:ext uri="{FF2B5EF4-FFF2-40B4-BE49-F238E27FC236}">
                <a16:creationId xmlns:a16="http://schemas.microsoft.com/office/drawing/2014/main" id="{0F3E8A13-704A-B295-4296-21A195989C8A}"/>
              </a:ext>
            </a:extLst>
          </p:cNvPr>
          <p:cNvSpPr txBox="1"/>
          <p:nvPr userDrawn="1"/>
        </p:nvSpPr>
        <p:spPr>
          <a:xfrm>
            <a:off x="978825" y="379381"/>
            <a:ext cx="1960735"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cs typeface="Calibri"/>
              </a:rPr>
              <a:t>Whole Class Feedback</a:t>
            </a:r>
          </a:p>
        </p:txBody>
      </p:sp>
      <p:sp>
        <p:nvSpPr>
          <p:cNvPr id="33" name="Oval Callout 32">
            <a:extLst>
              <a:ext uri="{FF2B5EF4-FFF2-40B4-BE49-F238E27FC236}">
                <a16:creationId xmlns:a16="http://schemas.microsoft.com/office/drawing/2014/main" id="{20E8220B-AFF3-E0A1-CAEF-B430A1C7AFF6}"/>
              </a:ext>
            </a:extLst>
          </p:cNvPr>
          <p:cNvSpPr/>
          <p:nvPr userDrawn="1"/>
        </p:nvSpPr>
        <p:spPr>
          <a:xfrm>
            <a:off x="8755466" y="1857693"/>
            <a:ext cx="311167" cy="232315"/>
          </a:xfrm>
          <a:prstGeom prst="wedgeEllipseCallout">
            <a:avLst>
              <a:gd name="adj1" fmla="val 33993"/>
              <a:gd name="adj2" fmla="val 78193"/>
            </a:avLst>
          </a:prstGeom>
          <a:solidFill>
            <a:srgbClr val="FFEEB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4" name="TextBox 33">
            <a:extLst>
              <a:ext uri="{FF2B5EF4-FFF2-40B4-BE49-F238E27FC236}">
                <a16:creationId xmlns:a16="http://schemas.microsoft.com/office/drawing/2014/main" id="{197C78DA-D2CC-5E55-EC3C-74E0FBD6C5E0}"/>
              </a:ext>
            </a:extLst>
          </p:cNvPr>
          <p:cNvSpPr txBox="1"/>
          <p:nvPr userDrawn="1"/>
        </p:nvSpPr>
        <p:spPr>
          <a:xfrm>
            <a:off x="8708288" y="1869253"/>
            <a:ext cx="352982" cy="215444"/>
          </a:xfrm>
          <a:prstGeom prst="rect">
            <a:avLst/>
          </a:prstGeom>
          <a:noFill/>
        </p:spPr>
        <p:txBody>
          <a:bodyPr wrap="none" rtlCol="0">
            <a:spAutoFit/>
          </a:bodyPr>
          <a:lstStyle/>
          <a:p>
            <a:r>
              <a:rPr lang="en-GB" sz="800" b="0" i="0">
                <a:latin typeface="Twinkl Cursive Looped" panose="02000000000000000000" pitchFamily="2" charset="77"/>
              </a:rPr>
              <a:t>SLC</a:t>
            </a:r>
          </a:p>
        </p:txBody>
      </p:sp>
      <p:sp>
        <p:nvSpPr>
          <p:cNvPr id="41" name="Text Placeholder 40">
            <a:extLst>
              <a:ext uri="{FF2B5EF4-FFF2-40B4-BE49-F238E27FC236}">
                <a16:creationId xmlns:a16="http://schemas.microsoft.com/office/drawing/2014/main" id="{122B806B-421A-D3A0-5273-FB8FEB6F9447}"/>
              </a:ext>
            </a:extLst>
          </p:cNvPr>
          <p:cNvSpPr>
            <a:spLocks noGrp="1"/>
          </p:cNvSpPr>
          <p:nvPr>
            <p:ph type="body" sz="quarter" idx="10" hasCustomPrompt="1"/>
          </p:nvPr>
        </p:nvSpPr>
        <p:spPr>
          <a:xfrm>
            <a:off x="152400" y="903288"/>
            <a:ext cx="4613275" cy="2311400"/>
          </a:xfrm>
        </p:spPr>
        <p:txBody>
          <a:bodyPr/>
          <a:lstStyle>
            <a:lvl5pPr>
              <a:defRPr b="0" i="0">
                <a:latin typeface="Twinkl Cursive Looped" panose="02000000000000000000" pitchFamily="2" charset="77"/>
              </a:defRPr>
            </a:lvl5pPr>
          </a:lstStyle>
          <a:p>
            <a:pPr lvl="4"/>
            <a:r>
              <a:rPr lang="en-GB"/>
              <a:t>Fifth level</a:t>
            </a:r>
            <a:endParaRPr lang="en-US"/>
          </a:p>
        </p:txBody>
      </p:sp>
      <p:sp>
        <p:nvSpPr>
          <p:cNvPr id="44" name="Text Placeholder 40">
            <a:extLst>
              <a:ext uri="{FF2B5EF4-FFF2-40B4-BE49-F238E27FC236}">
                <a16:creationId xmlns:a16="http://schemas.microsoft.com/office/drawing/2014/main" id="{BFBC48A2-3497-BC71-A0AB-B94D10D2F083}"/>
              </a:ext>
            </a:extLst>
          </p:cNvPr>
          <p:cNvSpPr>
            <a:spLocks noGrp="1"/>
          </p:cNvSpPr>
          <p:nvPr>
            <p:ph type="body" sz="quarter" idx="11"/>
          </p:nvPr>
        </p:nvSpPr>
        <p:spPr>
          <a:xfrm>
            <a:off x="6151419"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5" name="Text Placeholder 40">
            <a:extLst>
              <a:ext uri="{FF2B5EF4-FFF2-40B4-BE49-F238E27FC236}">
                <a16:creationId xmlns:a16="http://schemas.microsoft.com/office/drawing/2014/main" id="{E26FE762-C006-FAD3-9DB2-248E159C97B9}"/>
              </a:ext>
            </a:extLst>
          </p:cNvPr>
          <p:cNvSpPr>
            <a:spLocks noGrp="1"/>
          </p:cNvSpPr>
          <p:nvPr>
            <p:ph type="body" sz="quarter" idx="12"/>
          </p:nvPr>
        </p:nvSpPr>
        <p:spPr>
          <a:xfrm>
            <a:off x="9213273"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0">
            <a:extLst>
              <a:ext uri="{FF2B5EF4-FFF2-40B4-BE49-F238E27FC236}">
                <a16:creationId xmlns:a16="http://schemas.microsoft.com/office/drawing/2014/main" id="{EDBB5471-5DC0-3FC7-F0CE-0C2627A79269}"/>
              </a:ext>
            </a:extLst>
          </p:cNvPr>
          <p:cNvSpPr>
            <a:spLocks noGrp="1"/>
          </p:cNvSpPr>
          <p:nvPr>
            <p:ph type="body" sz="quarter" idx="13"/>
          </p:nvPr>
        </p:nvSpPr>
        <p:spPr>
          <a:xfrm>
            <a:off x="290946" y="4242234"/>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7" name="Text Placeholder 40">
            <a:extLst>
              <a:ext uri="{FF2B5EF4-FFF2-40B4-BE49-F238E27FC236}">
                <a16:creationId xmlns:a16="http://schemas.microsoft.com/office/drawing/2014/main" id="{DCF35568-A367-82E2-075A-2A811FF092EB}"/>
              </a:ext>
            </a:extLst>
          </p:cNvPr>
          <p:cNvSpPr>
            <a:spLocks noGrp="1"/>
          </p:cNvSpPr>
          <p:nvPr>
            <p:ph type="body" sz="quarter" idx="14"/>
          </p:nvPr>
        </p:nvSpPr>
        <p:spPr>
          <a:xfrm>
            <a:off x="6844146" y="2274889"/>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40">
            <a:extLst>
              <a:ext uri="{FF2B5EF4-FFF2-40B4-BE49-F238E27FC236}">
                <a16:creationId xmlns:a16="http://schemas.microsoft.com/office/drawing/2014/main" id="{C54F4DB2-38F8-1403-AF81-52DB71B06607}"/>
              </a:ext>
            </a:extLst>
          </p:cNvPr>
          <p:cNvSpPr>
            <a:spLocks noGrp="1"/>
          </p:cNvSpPr>
          <p:nvPr>
            <p:ph type="body" sz="quarter" idx="15"/>
          </p:nvPr>
        </p:nvSpPr>
        <p:spPr>
          <a:xfrm>
            <a:off x="9268691" y="2344162"/>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9" name="Text Placeholder 40">
            <a:extLst>
              <a:ext uri="{FF2B5EF4-FFF2-40B4-BE49-F238E27FC236}">
                <a16:creationId xmlns:a16="http://schemas.microsoft.com/office/drawing/2014/main" id="{F8A6C5BB-E7AE-DEA7-2BBB-960BAD1DE802}"/>
              </a:ext>
            </a:extLst>
          </p:cNvPr>
          <p:cNvSpPr>
            <a:spLocks noGrp="1"/>
          </p:cNvSpPr>
          <p:nvPr>
            <p:ph type="body" sz="quarter" idx="16"/>
          </p:nvPr>
        </p:nvSpPr>
        <p:spPr>
          <a:xfrm>
            <a:off x="10407364" y="4353071"/>
            <a:ext cx="1665573"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476810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ur Key Question is">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B79B11F8-C457-8B5A-7DB2-A0B3822642CF}"/>
              </a:ext>
            </a:extLst>
          </p:cNvPr>
          <p:cNvSpPr/>
          <p:nvPr userDrawn="1"/>
        </p:nvSpPr>
        <p:spPr>
          <a:xfrm>
            <a:off x="1665866" y="215038"/>
            <a:ext cx="8504851" cy="2763090"/>
          </a:xfrm>
          <a:prstGeom prst="cloud">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8" name="Picture 7" descr="A picture containing room&#10;&#10;Description automatically generated">
            <a:extLst>
              <a:ext uri="{FF2B5EF4-FFF2-40B4-BE49-F238E27FC236}">
                <a16:creationId xmlns:a16="http://schemas.microsoft.com/office/drawing/2014/main" id="{DC7A9518-C555-4E09-54D1-0E22EFD76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59900" y="3256317"/>
            <a:ext cx="1179274" cy="1711658"/>
          </a:xfrm>
          <a:prstGeom prst="rect">
            <a:avLst/>
          </a:prstGeom>
        </p:spPr>
      </p:pic>
      <p:grpSp>
        <p:nvGrpSpPr>
          <p:cNvPr id="9" name="Group 8">
            <a:extLst>
              <a:ext uri="{FF2B5EF4-FFF2-40B4-BE49-F238E27FC236}">
                <a16:creationId xmlns:a16="http://schemas.microsoft.com/office/drawing/2014/main" id="{25DAF98D-1546-11DC-FCBC-99F15C737598}"/>
              </a:ext>
            </a:extLst>
          </p:cNvPr>
          <p:cNvGrpSpPr/>
          <p:nvPr userDrawn="1"/>
        </p:nvGrpSpPr>
        <p:grpSpPr>
          <a:xfrm>
            <a:off x="10357333" y="154065"/>
            <a:ext cx="1648051" cy="1648051"/>
            <a:chOff x="8847786" y="141950"/>
            <a:chExt cx="1362870" cy="1362870"/>
          </a:xfrm>
        </p:grpSpPr>
        <p:pic>
          <p:nvPicPr>
            <p:cNvPr id="10" name="Picture 9">
              <a:extLst>
                <a:ext uri="{FF2B5EF4-FFF2-40B4-BE49-F238E27FC236}">
                  <a16:creationId xmlns:a16="http://schemas.microsoft.com/office/drawing/2014/main" id="{F48D769F-92AA-C62C-CEBF-72ACEE790429}"/>
                </a:ext>
              </a:extLst>
            </p:cNvPr>
            <p:cNvPicPr>
              <a:picLocks noChangeAspect="1"/>
            </p:cNvPicPr>
            <p:nvPr/>
          </p:nvPicPr>
          <p:blipFill>
            <a:blip r:embed="rId3"/>
            <a:stretch>
              <a:fillRect/>
            </a:stretch>
          </p:blipFill>
          <p:spPr>
            <a:xfrm>
              <a:off x="8847786" y="828637"/>
              <a:ext cx="676183" cy="676183"/>
            </a:xfrm>
            <a:prstGeom prst="rect">
              <a:avLst/>
            </a:prstGeom>
          </p:spPr>
        </p:pic>
        <p:pic>
          <p:nvPicPr>
            <p:cNvPr id="11" name="Picture 10">
              <a:extLst>
                <a:ext uri="{FF2B5EF4-FFF2-40B4-BE49-F238E27FC236}">
                  <a16:creationId xmlns:a16="http://schemas.microsoft.com/office/drawing/2014/main" id="{51A96F2E-8EE9-43D4-0408-90BA761340C6}"/>
                </a:ext>
              </a:extLst>
            </p:cNvPr>
            <p:cNvPicPr>
              <a:picLocks noChangeAspect="1"/>
            </p:cNvPicPr>
            <p:nvPr/>
          </p:nvPicPr>
          <p:blipFill>
            <a:blip r:embed="rId4"/>
            <a:stretch>
              <a:fillRect/>
            </a:stretch>
          </p:blipFill>
          <p:spPr>
            <a:xfrm>
              <a:off x="9534473" y="828637"/>
              <a:ext cx="676183" cy="676183"/>
            </a:xfrm>
            <a:prstGeom prst="rect">
              <a:avLst/>
            </a:prstGeom>
          </p:spPr>
        </p:pic>
        <p:pic>
          <p:nvPicPr>
            <p:cNvPr id="12" name="Picture 11">
              <a:extLst>
                <a:ext uri="{FF2B5EF4-FFF2-40B4-BE49-F238E27FC236}">
                  <a16:creationId xmlns:a16="http://schemas.microsoft.com/office/drawing/2014/main" id="{A5AF5C3E-FFA9-5539-5462-C4FDA60381BA}"/>
                </a:ext>
              </a:extLst>
            </p:cNvPr>
            <p:cNvPicPr>
              <a:picLocks noChangeAspect="1"/>
            </p:cNvPicPr>
            <p:nvPr/>
          </p:nvPicPr>
          <p:blipFill>
            <a:blip r:embed="rId5"/>
            <a:stretch>
              <a:fillRect/>
            </a:stretch>
          </p:blipFill>
          <p:spPr>
            <a:xfrm>
              <a:off x="9534472" y="141950"/>
              <a:ext cx="676183" cy="676183"/>
            </a:xfrm>
            <a:prstGeom prst="rect">
              <a:avLst/>
            </a:prstGeom>
          </p:spPr>
        </p:pic>
        <p:pic>
          <p:nvPicPr>
            <p:cNvPr id="13" name="Picture 12">
              <a:extLst>
                <a:ext uri="{FF2B5EF4-FFF2-40B4-BE49-F238E27FC236}">
                  <a16:creationId xmlns:a16="http://schemas.microsoft.com/office/drawing/2014/main" id="{A71642E4-75DE-1766-9E03-1FB909AE28FD}"/>
                </a:ext>
              </a:extLst>
            </p:cNvPr>
            <p:cNvPicPr>
              <a:picLocks noChangeAspect="1"/>
            </p:cNvPicPr>
            <p:nvPr/>
          </p:nvPicPr>
          <p:blipFill>
            <a:blip r:embed="rId6"/>
            <a:stretch>
              <a:fillRect/>
            </a:stretch>
          </p:blipFill>
          <p:spPr>
            <a:xfrm>
              <a:off x="8847786" y="141950"/>
              <a:ext cx="676183" cy="676183"/>
            </a:xfrm>
            <a:prstGeom prst="rect">
              <a:avLst/>
            </a:prstGeom>
          </p:spPr>
        </p:pic>
      </p:grpSp>
      <p:sp>
        <p:nvSpPr>
          <p:cNvPr id="16" name="TextBox 15">
            <a:extLst>
              <a:ext uri="{FF2B5EF4-FFF2-40B4-BE49-F238E27FC236}">
                <a16:creationId xmlns:a16="http://schemas.microsoft.com/office/drawing/2014/main" id="{B51F51B4-AEEF-DCBE-D5E3-959BD4FE0BF1}"/>
              </a:ext>
            </a:extLst>
          </p:cNvPr>
          <p:cNvSpPr txBox="1"/>
          <p:nvPr userDrawn="1"/>
        </p:nvSpPr>
        <p:spPr>
          <a:xfrm>
            <a:off x="10344525" y="1771029"/>
            <a:ext cx="1686365" cy="242374"/>
          </a:xfrm>
          <a:prstGeom prst="rect">
            <a:avLst/>
          </a:prstGeom>
          <a:noFill/>
        </p:spPr>
        <p:txBody>
          <a:bodyPr wrap="square" rtlCol="0">
            <a:spAutoFit/>
          </a:bodyPr>
          <a:lstStyle/>
          <a:p>
            <a:pPr algn="ctr"/>
            <a:r>
              <a:rPr lang="en-GB" sz="975" b="0" i="0">
                <a:latin typeface="Twinkl Cursive Looped" panose="02000000000000000000" pitchFamily="2" charset="77"/>
                <a:ea typeface="Sassoon Infant Rg" panose="02000503030000020003" pitchFamily="2" charset="0"/>
              </a:rPr>
              <a:t>21st Century Learning Skills</a:t>
            </a:r>
          </a:p>
        </p:txBody>
      </p:sp>
      <p:pic>
        <p:nvPicPr>
          <p:cNvPr id="17" name="Picture 16">
            <a:extLst>
              <a:ext uri="{FF2B5EF4-FFF2-40B4-BE49-F238E27FC236}">
                <a16:creationId xmlns:a16="http://schemas.microsoft.com/office/drawing/2014/main" id="{8F3F2A77-4134-EC11-46EB-A7AA627FC014}"/>
              </a:ext>
            </a:extLst>
          </p:cNvPr>
          <p:cNvPicPr>
            <a:picLocks noChangeAspect="1"/>
          </p:cNvPicPr>
          <p:nvPr userDrawn="1"/>
        </p:nvPicPr>
        <p:blipFill rotWithShape="1">
          <a:blip r:embed="rId7">
            <a:extLst>
              <a:ext uri="{BEBA8EAE-BF5A-486C-A8C5-ECC9F3942E4B}">
                <a14:imgProps xmlns:a14="http://schemas.microsoft.com/office/drawing/2010/main">
                  <a14:imgLayer r:embed="rId8">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flipH="1">
            <a:off x="7468236" y="2737060"/>
            <a:ext cx="1750251" cy="2146686"/>
          </a:xfrm>
          <a:prstGeom prst="rect">
            <a:avLst/>
          </a:prstGeom>
        </p:spPr>
      </p:pic>
      <p:pic>
        <p:nvPicPr>
          <p:cNvPr id="18" name="Picture 17">
            <a:extLst>
              <a:ext uri="{FF2B5EF4-FFF2-40B4-BE49-F238E27FC236}">
                <a16:creationId xmlns:a16="http://schemas.microsoft.com/office/drawing/2014/main" id="{99CC78E3-5490-F69B-6984-2E5236E755BD}"/>
              </a:ext>
            </a:extLst>
          </p:cNvPr>
          <p:cNvPicPr>
            <a:picLocks noChangeAspect="1"/>
          </p:cNvPicPr>
          <p:nvPr userDrawn="1"/>
        </p:nvPicPr>
        <p:blipFill rotWithShape="1">
          <a:blip r:embed="rId9">
            <a:extLst>
              <a:ext uri="{BEBA8EAE-BF5A-486C-A8C5-ECC9F3942E4B}">
                <a14:imgProps xmlns:a14="http://schemas.microsoft.com/office/drawing/2010/main">
                  <a14:imgLayer r:embed="rId8">
                    <a14:imgEffect>
                      <a14:backgroundRemoval t="61793" b="81925" l="64809" r="78176">
                        <a14:foregroundMark x1="75238" y1="61799" x2="75238" y2="61799"/>
                      </a14:backgroundRemoval>
                    </a14:imgEffect>
                  </a14:imgLayer>
                </a14:imgProps>
              </a:ext>
            </a:extLst>
          </a:blip>
          <a:srcRect l="63138" t="59276" r="20153" b="15559"/>
          <a:stretch/>
        </p:blipFill>
        <p:spPr>
          <a:xfrm flipH="1">
            <a:off x="3116064" y="2716803"/>
            <a:ext cx="1679750" cy="2398601"/>
          </a:xfrm>
          <a:prstGeom prst="rect">
            <a:avLst/>
          </a:prstGeom>
        </p:spPr>
      </p:pic>
      <p:pic>
        <p:nvPicPr>
          <p:cNvPr id="19" name="Picture 18">
            <a:extLst>
              <a:ext uri="{FF2B5EF4-FFF2-40B4-BE49-F238E27FC236}">
                <a16:creationId xmlns:a16="http://schemas.microsoft.com/office/drawing/2014/main" id="{A70DB80A-87E5-2F1D-E192-CBC17CA7F487}"/>
              </a:ext>
            </a:extLst>
          </p:cNvPr>
          <p:cNvPicPr>
            <a:picLocks noChangeAspect="1"/>
          </p:cNvPicPr>
          <p:nvPr userDrawn="1"/>
        </p:nvPicPr>
        <p:blipFill rotWithShape="1">
          <a:blip r:embed="rId10">
            <a:extLst>
              <a:ext uri="{BEBA8EAE-BF5A-486C-A8C5-ECC9F3942E4B}">
                <a14:imgProps xmlns:a14="http://schemas.microsoft.com/office/drawing/2010/main">
                  <a14:imgLayer r:embed="rId8">
                    <a14:imgEffect>
                      <a14:backgroundRemoval t="61793" b="81925" l="43765" r="56864"/>
                    </a14:imgEffect>
                  </a14:imgLayer>
                </a14:imgProps>
              </a:ext>
            </a:extLst>
          </a:blip>
          <a:srcRect l="42128" t="59276" r="41499" b="15559"/>
          <a:stretch/>
        </p:blipFill>
        <p:spPr>
          <a:xfrm>
            <a:off x="4680150" y="2888780"/>
            <a:ext cx="1645920" cy="2398601"/>
          </a:xfrm>
          <a:prstGeom prst="rect">
            <a:avLst/>
          </a:prstGeom>
        </p:spPr>
      </p:pic>
      <p:grpSp>
        <p:nvGrpSpPr>
          <p:cNvPr id="20" name="Group 19">
            <a:extLst>
              <a:ext uri="{FF2B5EF4-FFF2-40B4-BE49-F238E27FC236}">
                <a16:creationId xmlns:a16="http://schemas.microsoft.com/office/drawing/2014/main" id="{319857BE-DDFC-D079-6FAD-C084CE926065}"/>
              </a:ext>
            </a:extLst>
          </p:cNvPr>
          <p:cNvGrpSpPr/>
          <p:nvPr userDrawn="1"/>
        </p:nvGrpSpPr>
        <p:grpSpPr>
          <a:xfrm>
            <a:off x="2765609" y="701604"/>
            <a:ext cx="4476397" cy="1473969"/>
            <a:chOff x="1400000" y="126068"/>
            <a:chExt cx="4476397" cy="1473969"/>
          </a:xfrm>
        </p:grpSpPr>
        <p:pic>
          <p:nvPicPr>
            <p:cNvPr id="21" name="Picture 17">
              <a:extLst>
                <a:ext uri="{FF2B5EF4-FFF2-40B4-BE49-F238E27FC236}">
                  <a16:creationId xmlns:a16="http://schemas.microsoft.com/office/drawing/2014/main" id="{8E2B66C8-56E7-D5AC-A43F-D8A64E7DBC7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00000" y="126068"/>
              <a:ext cx="1679750" cy="147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1D9AC7F5-F0E5-1321-D781-89CEA212523E}"/>
                </a:ext>
              </a:extLst>
            </p:cNvPr>
            <p:cNvSpPr txBox="1"/>
            <p:nvPr userDrawn="1"/>
          </p:nvSpPr>
          <p:spPr>
            <a:xfrm>
              <a:off x="2072150" y="171993"/>
              <a:ext cx="3804247" cy="592470"/>
            </a:xfrm>
            <a:prstGeom prst="rect">
              <a:avLst/>
            </a:prstGeom>
            <a:noFill/>
          </p:spPr>
          <p:txBody>
            <a:bodyPr wrap="none" rtlCol="0">
              <a:spAutoFit/>
            </a:bodyPr>
            <a:lstStyle/>
            <a:p>
              <a:r>
                <a:rPr lang="en-GB" sz="3250" b="0" i="0" u="sng">
                  <a:latin typeface="Twinkl Cursive Looped" panose="02000000000000000000" pitchFamily="2" charset="77"/>
                </a:rPr>
                <a:t>Our Key Question is</a:t>
              </a:r>
            </a:p>
          </p:txBody>
        </p:sp>
      </p:grpSp>
      <p:sp>
        <p:nvSpPr>
          <p:cNvPr id="31" name="Text Placeholder 17">
            <a:extLst>
              <a:ext uri="{FF2B5EF4-FFF2-40B4-BE49-F238E27FC236}">
                <a16:creationId xmlns:a16="http://schemas.microsoft.com/office/drawing/2014/main" id="{60FAA345-2F4A-20B9-CC7E-40D118610466}"/>
              </a:ext>
            </a:extLst>
          </p:cNvPr>
          <p:cNvSpPr>
            <a:spLocks noGrp="1"/>
          </p:cNvSpPr>
          <p:nvPr>
            <p:ph type="body" sz="quarter" idx="10" hasCustomPrompt="1"/>
          </p:nvPr>
        </p:nvSpPr>
        <p:spPr>
          <a:xfrm>
            <a:off x="4597738" y="1309016"/>
            <a:ext cx="525175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Our Key Question is: </a:t>
            </a:r>
          </a:p>
          <a:p>
            <a:r>
              <a:rPr lang="en-GB" sz="2800" b="1"/>
              <a:t>[insert]</a:t>
            </a:r>
            <a:endParaRPr lang="en-GB" sz="2800"/>
          </a:p>
        </p:txBody>
      </p:sp>
      <p:pic>
        <p:nvPicPr>
          <p:cNvPr id="32" name="Picture 1" descr="Macintosh HD:Users:nicholasgarrick:Dropbox:1 LupL:6 Resources:Images and Icons:Icons:Geographer:icon_5211.png">
            <a:extLst>
              <a:ext uri="{FF2B5EF4-FFF2-40B4-BE49-F238E27FC236}">
                <a16:creationId xmlns:a16="http://schemas.microsoft.com/office/drawing/2014/main" id="{DCCAF885-B994-C933-F003-250AB5A3ED63}"/>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5634014" y="4876831"/>
            <a:ext cx="1223996" cy="1223996"/>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D06DC673-9376-9EB1-A76B-31A4D4AFF3EB}"/>
              </a:ext>
            </a:extLst>
          </p:cNvPr>
          <p:cNvSpPr txBox="1"/>
          <p:nvPr userDrawn="1"/>
        </p:nvSpPr>
        <p:spPr>
          <a:xfrm>
            <a:off x="4365817" y="6100827"/>
            <a:ext cx="3760390" cy="461665"/>
          </a:xfrm>
          <a:prstGeom prst="rect">
            <a:avLst/>
          </a:prstGeom>
          <a:noFill/>
        </p:spPr>
        <p:txBody>
          <a:bodyPr wrap="square" rtlCol="0">
            <a:spAutoFit/>
          </a:bodyPr>
          <a:lstStyle/>
          <a:p>
            <a:pPr algn="ctr"/>
            <a:r>
              <a:rPr lang="en-GB" sz="2400" b="0" i="0">
                <a:latin typeface="Twinkl Cursive Looped" panose="02000000000000000000" pitchFamily="2" charset="77"/>
              </a:rPr>
              <a:t>Being a Geographer</a:t>
            </a:r>
          </a:p>
        </p:txBody>
      </p:sp>
      <p:sp>
        <p:nvSpPr>
          <p:cNvPr id="34" name="Text Placeholder 17">
            <a:extLst>
              <a:ext uri="{FF2B5EF4-FFF2-40B4-BE49-F238E27FC236}">
                <a16:creationId xmlns:a16="http://schemas.microsoft.com/office/drawing/2014/main" id="{A9BAC9FA-D05E-28A1-7F09-6A51F3AF6AEE}"/>
              </a:ext>
            </a:extLst>
          </p:cNvPr>
          <p:cNvSpPr>
            <a:spLocks noGrp="1"/>
          </p:cNvSpPr>
          <p:nvPr>
            <p:ph type="body" sz="quarter" idx="11" hasCustomPrompt="1"/>
          </p:nvPr>
        </p:nvSpPr>
        <p:spPr>
          <a:xfrm>
            <a:off x="8381293" y="4965784"/>
            <a:ext cx="389311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Insert any other states of being icons for the whole enquiry</a:t>
            </a:r>
          </a:p>
        </p:txBody>
      </p:sp>
    </p:spTree>
    <p:extLst>
      <p:ext uri="{BB962C8B-B14F-4D97-AF65-F5344CB8AC3E}">
        <p14:creationId xmlns:p14="http://schemas.microsoft.com/office/powerpoint/2010/main" val="3622640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cepts &amp; Skill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D3180A-16BA-1B9B-F2DE-A96AA7638A11}"/>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chemeClr val="accent2"/>
                </a:solidFill>
                <a:effectLst/>
                <a:uLnTx/>
                <a:uFillTx/>
                <a:latin typeface="Twinkl Cursive Looped" panose="02000000000000000000" pitchFamily="2" charset="77"/>
                <a:ea typeface="Sassoon Infant Rg" panose="02000503030000020003" pitchFamily="2" charset="0"/>
                <a:cs typeface="+mn-cs"/>
              </a:rPr>
              <a:t>Being a Geographer</a:t>
            </a:r>
          </a:p>
        </p:txBody>
      </p:sp>
      <p:pic>
        <p:nvPicPr>
          <p:cNvPr id="4" name="Picture 3" descr="Macintosh HD:Users:nicholasgarrick:Dropbox:1 LupL:6 Resources:Images and Icons:Icons:Geographer:icon_5211.png">
            <a:extLst>
              <a:ext uri="{FF2B5EF4-FFF2-40B4-BE49-F238E27FC236}">
                <a16:creationId xmlns:a16="http://schemas.microsoft.com/office/drawing/2014/main" id="{C3F8B152-2B26-BF10-7707-76FE1E8873D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Diagram 8">
            <a:extLst>
              <a:ext uri="{FF2B5EF4-FFF2-40B4-BE49-F238E27FC236}">
                <a16:creationId xmlns:a16="http://schemas.microsoft.com/office/drawing/2014/main" id="{A40E08BF-07F8-6DD3-9818-6449AED1403C}"/>
              </a:ext>
            </a:extLst>
          </p:cNvPr>
          <p:cNvGraphicFramePr/>
          <p:nvPr userDrawn="1">
            <p:extLst>
              <p:ext uri="{D42A27DB-BD31-4B8C-83A1-F6EECF244321}">
                <p14:modId xmlns:p14="http://schemas.microsoft.com/office/powerpoint/2010/main" val="1204078596"/>
              </p:ext>
            </p:extLst>
          </p:nvPr>
        </p:nvGraphicFramePr>
        <p:xfrm>
          <a:off x="5203825" y="969922"/>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Oval 11">
            <a:extLst>
              <a:ext uri="{FF2B5EF4-FFF2-40B4-BE49-F238E27FC236}">
                <a16:creationId xmlns:a16="http://schemas.microsoft.com/office/drawing/2014/main" id="{941CE53D-09C2-DFBF-B564-61A87B1BA2AE}"/>
              </a:ext>
            </a:extLst>
          </p:cNvPr>
          <p:cNvSpPr/>
          <p:nvPr userDrawn="1"/>
        </p:nvSpPr>
        <p:spPr>
          <a:xfrm>
            <a:off x="8638802" y="3169386"/>
            <a:ext cx="1196404" cy="1188720"/>
          </a:xfrm>
          <a:prstGeom prst="ellipse">
            <a:avLst/>
          </a:prstGeom>
          <a:solidFill>
            <a:srgbClr val="DAE3F3"/>
          </a:solidFill>
          <a:ln w="285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5" name="TextBox 14">
            <a:extLst>
              <a:ext uri="{FF2B5EF4-FFF2-40B4-BE49-F238E27FC236}">
                <a16:creationId xmlns:a16="http://schemas.microsoft.com/office/drawing/2014/main" id="{0466711A-1353-0809-C865-04C4006D07D4}"/>
              </a:ext>
            </a:extLst>
          </p:cNvPr>
          <p:cNvSpPr txBox="1"/>
          <p:nvPr userDrawn="1"/>
        </p:nvSpPr>
        <p:spPr>
          <a:xfrm>
            <a:off x="8828342" y="3962098"/>
            <a:ext cx="762000" cy="369332"/>
          </a:xfrm>
          <a:prstGeom prst="rect">
            <a:avLst/>
          </a:prstGeom>
          <a:noFill/>
        </p:spPr>
        <p:txBody>
          <a:bodyPr wrap="square" rtlCol="0">
            <a:spAutoFit/>
          </a:bodyPr>
          <a:lstStyle/>
          <a:p>
            <a:pPr algn="ctr"/>
            <a:r>
              <a:rPr lang="en-GB" b="0" i="0">
                <a:latin typeface="Twinkl Cursive Looped" panose="02000000000000000000" pitchFamily="2" charset="77"/>
                <a:ea typeface="Sassoon Infant Rg" panose="02000503030000020003" pitchFamily="2" charset="0"/>
              </a:rPr>
              <a:t>Skills</a:t>
            </a:r>
          </a:p>
        </p:txBody>
      </p:sp>
      <p:grpSp>
        <p:nvGrpSpPr>
          <p:cNvPr id="18" name="Group 17">
            <a:extLst>
              <a:ext uri="{FF2B5EF4-FFF2-40B4-BE49-F238E27FC236}">
                <a16:creationId xmlns:a16="http://schemas.microsoft.com/office/drawing/2014/main" id="{FC30D2AB-4533-A76C-472C-277CB230BDA7}"/>
              </a:ext>
            </a:extLst>
          </p:cNvPr>
          <p:cNvGrpSpPr/>
          <p:nvPr userDrawn="1"/>
        </p:nvGrpSpPr>
        <p:grpSpPr>
          <a:xfrm>
            <a:off x="9356620" y="1938523"/>
            <a:ext cx="1023036" cy="664762"/>
            <a:chOff x="9356620" y="1688266"/>
            <a:chExt cx="1023036" cy="664762"/>
          </a:xfrm>
        </p:grpSpPr>
        <p:pic>
          <p:nvPicPr>
            <p:cNvPr id="22" name="Picture 21" descr="A black background with a black square&#10;&#10;AI-generated content may be incorrect.">
              <a:extLst>
                <a:ext uri="{FF2B5EF4-FFF2-40B4-BE49-F238E27FC236}">
                  <a16:creationId xmlns:a16="http://schemas.microsoft.com/office/drawing/2014/main" id="{77878E7A-6257-24CE-F404-0501AFE9F1CD}"/>
                </a:ext>
              </a:extLst>
            </p:cNvPr>
            <p:cNvPicPr>
              <a:picLocks noChangeAspect="1"/>
            </p:cNvPicPr>
            <p:nvPr userDrawn="1"/>
          </p:nvPicPr>
          <p:blipFill>
            <a:blip r:embed="rId8"/>
            <a:srcRect b="24830"/>
            <a:stretch>
              <a:fillRect/>
            </a:stretch>
          </p:blipFill>
          <p:spPr>
            <a:xfrm>
              <a:off x="9356620" y="1698853"/>
              <a:ext cx="870269" cy="654175"/>
            </a:xfrm>
            <a:prstGeom prst="rect">
              <a:avLst/>
            </a:prstGeom>
          </p:spPr>
        </p:pic>
        <p:pic>
          <p:nvPicPr>
            <p:cNvPr id="25" name="Picture 24" descr="A black background with a black square&#10;&#10;AI-generated content may be incorrect.">
              <a:extLst>
                <a:ext uri="{FF2B5EF4-FFF2-40B4-BE49-F238E27FC236}">
                  <a16:creationId xmlns:a16="http://schemas.microsoft.com/office/drawing/2014/main" id="{14BA34B7-7533-1F98-BBDA-544F84971C45}"/>
                </a:ext>
              </a:extLst>
            </p:cNvPr>
            <p:cNvPicPr>
              <a:picLocks noChangeAspect="1"/>
            </p:cNvPicPr>
            <p:nvPr userDrawn="1"/>
          </p:nvPicPr>
          <p:blipFill>
            <a:blip r:embed="rId9"/>
            <a:srcRect b="13048"/>
            <a:stretch>
              <a:fillRect/>
            </a:stretch>
          </p:blipFill>
          <p:spPr>
            <a:xfrm flipH="1">
              <a:off x="9791754" y="1688266"/>
              <a:ext cx="587902" cy="511195"/>
            </a:xfrm>
            <a:prstGeom prst="rect">
              <a:avLst/>
            </a:prstGeom>
          </p:spPr>
        </p:pic>
      </p:grpSp>
      <p:pic>
        <p:nvPicPr>
          <p:cNvPr id="27" name="Graphic 26">
            <a:extLst>
              <a:ext uri="{FF2B5EF4-FFF2-40B4-BE49-F238E27FC236}">
                <a16:creationId xmlns:a16="http://schemas.microsoft.com/office/drawing/2014/main" id="{FAABFA48-9A78-4EFA-4FBC-0F9FF5FD7D8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0214496" y="4187465"/>
            <a:ext cx="792672" cy="976340"/>
          </a:xfrm>
          <a:prstGeom prst="rect">
            <a:avLst/>
          </a:prstGeom>
        </p:spPr>
      </p:pic>
      <p:pic>
        <p:nvPicPr>
          <p:cNvPr id="28" name="Picture 27" descr="A black background with a black square&#10;&#10;AI-generated content may be incorrect.">
            <a:extLst>
              <a:ext uri="{FF2B5EF4-FFF2-40B4-BE49-F238E27FC236}">
                <a16:creationId xmlns:a16="http://schemas.microsoft.com/office/drawing/2014/main" id="{D0BEDCF0-C236-FFD9-5898-9E1B7DF195C5}"/>
              </a:ext>
            </a:extLst>
          </p:cNvPr>
          <p:cNvPicPr>
            <a:picLocks noChangeAspect="1"/>
          </p:cNvPicPr>
          <p:nvPr userDrawn="1"/>
        </p:nvPicPr>
        <p:blipFill>
          <a:blip r:embed="rId11"/>
          <a:srcRect b="13693"/>
          <a:stretch>
            <a:fillRect/>
          </a:stretch>
        </p:blipFill>
        <p:spPr>
          <a:xfrm>
            <a:off x="8674875" y="4378343"/>
            <a:ext cx="1038724" cy="896484"/>
          </a:xfrm>
          <a:prstGeom prst="rect">
            <a:avLst/>
          </a:prstGeom>
        </p:spPr>
      </p:pic>
      <p:pic>
        <p:nvPicPr>
          <p:cNvPr id="29" name="Picture 28" descr="A black background with a black square&#10;&#10;AI-generated content may be incorrect.">
            <a:extLst>
              <a:ext uri="{FF2B5EF4-FFF2-40B4-BE49-F238E27FC236}">
                <a16:creationId xmlns:a16="http://schemas.microsoft.com/office/drawing/2014/main" id="{2E5F1E08-DC0A-324B-6012-90F369773B06}"/>
              </a:ext>
            </a:extLst>
          </p:cNvPr>
          <p:cNvPicPr>
            <a:picLocks noChangeAspect="1"/>
          </p:cNvPicPr>
          <p:nvPr userDrawn="1"/>
        </p:nvPicPr>
        <p:blipFill>
          <a:blip r:embed="rId12"/>
          <a:srcRect b="14104"/>
          <a:stretch>
            <a:fillRect/>
          </a:stretch>
        </p:blipFill>
        <p:spPr>
          <a:xfrm>
            <a:off x="7281524" y="3493860"/>
            <a:ext cx="995670" cy="855239"/>
          </a:xfrm>
          <a:prstGeom prst="rect">
            <a:avLst/>
          </a:prstGeom>
        </p:spPr>
      </p:pic>
      <p:pic>
        <p:nvPicPr>
          <p:cNvPr id="30" name="Picture 29" descr="A black background with a black square&#10;&#10;AI-generated content may be incorrect.">
            <a:extLst>
              <a:ext uri="{FF2B5EF4-FFF2-40B4-BE49-F238E27FC236}">
                <a16:creationId xmlns:a16="http://schemas.microsoft.com/office/drawing/2014/main" id="{213B4C4E-FF40-3E1F-3E72-C703DDA27A83}"/>
              </a:ext>
            </a:extLst>
          </p:cNvPr>
          <p:cNvPicPr>
            <a:picLocks noChangeAspect="1"/>
          </p:cNvPicPr>
          <p:nvPr userDrawn="1"/>
        </p:nvPicPr>
        <p:blipFill>
          <a:blip r:embed="rId13"/>
          <a:srcRect b="13513"/>
          <a:stretch>
            <a:fillRect/>
          </a:stretch>
        </p:blipFill>
        <p:spPr>
          <a:xfrm>
            <a:off x="7950254" y="1935949"/>
            <a:ext cx="942975" cy="815546"/>
          </a:xfrm>
          <a:prstGeom prst="rect">
            <a:avLst/>
          </a:prstGeom>
        </p:spPr>
      </p:pic>
      <p:pic>
        <p:nvPicPr>
          <p:cNvPr id="31" name="Picture 1" descr="Macintosh HD:Users:nicholasgarrick:Dropbox:1 LupL:6 Resources:Images and Icons:Icons:Geographer:icon_5211.png">
            <a:extLst>
              <a:ext uri="{FF2B5EF4-FFF2-40B4-BE49-F238E27FC236}">
                <a16:creationId xmlns:a16="http://schemas.microsoft.com/office/drawing/2014/main" id="{348A2AC4-E645-06BE-C41B-D7454F19942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856004" y="3298255"/>
            <a:ext cx="762000" cy="762000"/>
          </a:xfrm>
          <a:prstGeom prst="rect">
            <a:avLst/>
          </a:prstGeom>
          <a:noFill/>
          <a:extLst>
            <a:ext uri="{909E8E84-426E-40DD-AFC4-6F175D3DCCD1}">
              <a14:hiddenFill xmlns:a14="http://schemas.microsoft.com/office/drawing/2010/main">
                <a:solidFill>
                  <a:srgbClr val="FFFFFF"/>
                </a:solidFill>
              </a14:hiddenFill>
            </a:ext>
          </a:extLst>
        </p:spPr>
      </p:pic>
      <p:sp>
        <p:nvSpPr>
          <p:cNvPr id="3" name="Block Arc 2">
            <a:extLst>
              <a:ext uri="{FF2B5EF4-FFF2-40B4-BE49-F238E27FC236}">
                <a16:creationId xmlns:a16="http://schemas.microsoft.com/office/drawing/2014/main" id="{C3275E21-FCEB-3946-CBBD-E19507AE9E8F}"/>
              </a:ext>
            </a:extLst>
          </p:cNvPr>
          <p:cNvSpPr/>
          <p:nvPr userDrawn="1"/>
        </p:nvSpPr>
        <p:spPr>
          <a:xfrm>
            <a:off x="979667" y="1637988"/>
            <a:ext cx="4460515" cy="4460515"/>
          </a:xfrm>
          <a:prstGeom prst="blockArc">
            <a:avLst>
              <a:gd name="adj1" fmla="val 11880000"/>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5" name="Block Arc 4">
            <a:extLst>
              <a:ext uri="{FF2B5EF4-FFF2-40B4-BE49-F238E27FC236}">
                <a16:creationId xmlns:a16="http://schemas.microsoft.com/office/drawing/2014/main" id="{AFEE6BCE-381F-88CF-6F61-595BCE9B8AE9}"/>
              </a:ext>
            </a:extLst>
          </p:cNvPr>
          <p:cNvSpPr/>
          <p:nvPr userDrawn="1"/>
        </p:nvSpPr>
        <p:spPr>
          <a:xfrm>
            <a:off x="979667" y="1637988"/>
            <a:ext cx="4460515" cy="4460515"/>
          </a:xfrm>
          <a:prstGeom prst="blockArc">
            <a:avLst>
              <a:gd name="adj1" fmla="val 7560000"/>
              <a:gd name="adj2" fmla="val 1188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6" name="Block Arc 5">
            <a:extLst>
              <a:ext uri="{FF2B5EF4-FFF2-40B4-BE49-F238E27FC236}">
                <a16:creationId xmlns:a16="http://schemas.microsoft.com/office/drawing/2014/main" id="{EB38116D-E43D-AC5B-B144-04F021C76569}"/>
              </a:ext>
            </a:extLst>
          </p:cNvPr>
          <p:cNvSpPr/>
          <p:nvPr userDrawn="1"/>
        </p:nvSpPr>
        <p:spPr>
          <a:xfrm>
            <a:off x="979667" y="1637988"/>
            <a:ext cx="4460515" cy="4460515"/>
          </a:xfrm>
          <a:prstGeom prst="blockArc">
            <a:avLst>
              <a:gd name="adj1" fmla="val 3240000"/>
              <a:gd name="adj2" fmla="val 756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7" name="Block Arc 6">
            <a:extLst>
              <a:ext uri="{FF2B5EF4-FFF2-40B4-BE49-F238E27FC236}">
                <a16:creationId xmlns:a16="http://schemas.microsoft.com/office/drawing/2014/main" id="{C23EF21F-9FF2-9D27-89B4-6DB6FF0846DA}"/>
              </a:ext>
            </a:extLst>
          </p:cNvPr>
          <p:cNvSpPr/>
          <p:nvPr userDrawn="1"/>
        </p:nvSpPr>
        <p:spPr>
          <a:xfrm>
            <a:off x="979667" y="1637988"/>
            <a:ext cx="4460515" cy="4460515"/>
          </a:xfrm>
          <a:prstGeom prst="blockArc">
            <a:avLst>
              <a:gd name="adj1" fmla="val 20520000"/>
              <a:gd name="adj2" fmla="val 324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8" name="Block Arc 7">
            <a:extLst>
              <a:ext uri="{FF2B5EF4-FFF2-40B4-BE49-F238E27FC236}">
                <a16:creationId xmlns:a16="http://schemas.microsoft.com/office/drawing/2014/main" id="{07B239F0-3478-0C1A-7DFF-116415B1FD70}"/>
              </a:ext>
            </a:extLst>
          </p:cNvPr>
          <p:cNvSpPr/>
          <p:nvPr userDrawn="1"/>
        </p:nvSpPr>
        <p:spPr>
          <a:xfrm>
            <a:off x="979667" y="1637988"/>
            <a:ext cx="4460515" cy="4460515"/>
          </a:xfrm>
          <a:prstGeom prst="blockArc">
            <a:avLst>
              <a:gd name="adj1" fmla="val 16200000"/>
              <a:gd name="adj2" fmla="val 2052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10" name="Freeform 9">
            <a:extLst>
              <a:ext uri="{FF2B5EF4-FFF2-40B4-BE49-F238E27FC236}">
                <a16:creationId xmlns:a16="http://schemas.microsoft.com/office/drawing/2014/main" id="{ED11016F-E7CE-9BBD-A806-58F41B4D3FEE}"/>
              </a:ext>
            </a:extLst>
          </p:cNvPr>
          <p:cNvSpPr/>
          <p:nvPr userDrawn="1"/>
        </p:nvSpPr>
        <p:spPr>
          <a:xfrm>
            <a:off x="2184003" y="2842324"/>
            <a:ext cx="2051843" cy="2051843"/>
          </a:xfrm>
          <a:custGeom>
            <a:avLst/>
            <a:gdLst>
              <a:gd name="csX0" fmla="*/ 0 w 2051843"/>
              <a:gd name="csY0" fmla="*/ 1025922 h 2051843"/>
              <a:gd name="csX1" fmla="*/ 1025922 w 2051843"/>
              <a:gd name="csY1" fmla="*/ 0 h 2051843"/>
              <a:gd name="csX2" fmla="*/ 2051844 w 2051843"/>
              <a:gd name="csY2" fmla="*/ 1025922 h 2051843"/>
              <a:gd name="csX3" fmla="*/ 1025922 w 2051843"/>
              <a:gd name="csY3" fmla="*/ 2051844 h 2051843"/>
              <a:gd name="csX4" fmla="*/ 0 w 2051843"/>
              <a:gd name="csY4" fmla="*/ 1025922 h 2051843"/>
            </a:gdLst>
            <a:ahLst/>
            <a:cxnLst>
              <a:cxn ang="0">
                <a:pos x="csX0" y="csY0"/>
              </a:cxn>
              <a:cxn ang="0">
                <a:pos x="csX1" y="csY1"/>
              </a:cxn>
              <a:cxn ang="0">
                <a:pos x="csX2" y="csY2"/>
              </a:cxn>
              <a:cxn ang="0">
                <a:pos x="csX3" y="csY3"/>
              </a:cxn>
              <a:cxn ang="0">
                <a:pos x="csX4" y="csY4"/>
              </a:cxn>
            </a:cxnLst>
            <a:rect l="l" t="t" r="r" b="b"/>
            <a:pathLst>
              <a:path w="2051843" h="2051843">
                <a:moveTo>
                  <a:pt x="0" y="1025922"/>
                </a:moveTo>
                <a:cubicBezTo>
                  <a:pt x="0" y="459321"/>
                  <a:pt x="459321" y="0"/>
                  <a:pt x="1025922" y="0"/>
                </a:cubicBezTo>
                <a:cubicBezTo>
                  <a:pt x="1592523" y="0"/>
                  <a:pt x="2051844" y="459321"/>
                  <a:pt x="2051844" y="1025922"/>
                </a:cubicBezTo>
                <a:cubicBezTo>
                  <a:pt x="2051844" y="1592523"/>
                  <a:pt x="1592523" y="2051844"/>
                  <a:pt x="1025922" y="2051844"/>
                </a:cubicBezTo>
                <a:cubicBezTo>
                  <a:pt x="459321" y="2051844"/>
                  <a:pt x="0" y="1592523"/>
                  <a:pt x="0" y="1025922"/>
                </a:cubicBezTo>
                <a:close/>
              </a:path>
            </a:pathLst>
          </a:custGeom>
          <a:solidFill>
            <a:schemeClr val="accent6">
              <a:lumMod val="40000"/>
              <a:lumOff val="6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51285" tIns="351285" rIns="351285" bIns="351285" numCol="1" spcCol="1270" anchor="ctr" anchorCtr="0">
            <a:noAutofit/>
          </a:bodyPr>
          <a:lstStyle/>
          <a:p>
            <a:pPr marL="0" lvl="0" indent="0" algn="ctr" defTabSz="1778000">
              <a:lnSpc>
                <a:spcPct val="90000"/>
              </a:lnSpc>
              <a:spcBef>
                <a:spcPct val="0"/>
              </a:spcBef>
              <a:spcAft>
                <a:spcPct val="35000"/>
              </a:spcAft>
              <a:buNone/>
            </a:pPr>
            <a:endParaRPr lang="en-GB" sz="4000" b="0" kern="1200"/>
          </a:p>
          <a:p>
            <a:pPr marL="0" lvl="0" indent="0" algn="ctr" defTabSz="1778000">
              <a:lnSpc>
                <a:spcPct val="90000"/>
              </a:lnSpc>
              <a:spcBef>
                <a:spcPct val="0"/>
              </a:spcBef>
              <a:spcAft>
                <a:spcPct val="35000"/>
              </a:spcAft>
              <a:buNone/>
            </a:pPr>
            <a:endParaRPr lang="en-GB" sz="4000" b="0" kern="1200"/>
          </a:p>
        </p:txBody>
      </p:sp>
      <p:sp>
        <p:nvSpPr>
          <p:cNvPr id="21" name="TextBox 20">
            <a:extLst>
              <a:ext uri="{FF2B5EF4-FFF2-40B4-BE49-F238E27FC236}">
                <a16:creationId xmlns:a16="http://schemas.microsoft.com/office/drawing/2014/main" id="{57B81D8F-DF88-9486-FB88-99FCE4353368}"/>
              </a:ext>
            </a:extLst>
          </p:cNvPr>
          <p:cNvSpPr txBox="1"/>
          <p:nvPr userDrawn="1"/>
        </p:nvSpPr>
        <p:spPr>
          <a:xfrm rot="16367761">
            <a:off x="2223417" y="2469219"/>
            <a:ext cx="1973014" cy="2366341"/>
          </a:xfrm>
          <a:prstGeom prst="rect">
            <a:avLst/>
          </a:prstGeom>
          <a:noFill/>
        </p:spPr>
        <p:txBody>
          <a:bodyPr wrap="square" rtlCol="0">
            <a:prstTxWarp prst="textCircle">
              <a:avLst>
                <a:gd name="adj" fmla="val 18617501"/>
              </a:avLst>
            </a:prstTxWarp>
            <a:spAutoFit/>
          </a:bodyPr>
          <a:lstStyle/>
          <a:p>
            <a:pPr algn="ctr"/>
            <a:r>
              <a:rPr lang="en-GB" sz="3200" b="0">
                <a:solidFill>
                  <a:schemeClr val="accent6">
                    <a:lumMod val="50000"/>
                  </a:schemeClr>
                </a:solidFill>
                <a:latin typeface="Twinkl Cursive Looped" panose="02000000000000000000" pitchFamily="2" charset="77"/>
                <a:ea typeface="Sassoon Infant Rg" panose="02000503030000020003" pitchFamily="2" charset="0"/>
              </a:rPr>
              <a:t>Substantive Concepts </a:t>
            </a:r>
          </a:p>
        </p:txBody>
      </p:sp>
      <p:pic>
        <p:nvPicPr>
          <p:cNvPr id="23" name="Picture 1" descr="Macintosh HD:Users:nicholasgarrick:Dropbox:1 LupL:6 Resources:Images and Icons:Icons:Geographer:icon_5211.png">
            <a:extLst>
              <a:ext uri="{FF2B5EF4-FFF2-40B4-BE49-F238E27FC236}">
                <a16:creationId xmlns:a16="http://schemas.microsoft.com/office/drawing/2014/main" id="{A78D58DF-38F4-5388-13D5-717DFAB573D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601679" y="3227210"/>
            <a:ext cx="1223996" cy="122399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C51791CE-1FE0-7FC3-14DA-B37B07406820}"/>
              </a:ext>
            </a:extLst>
          </p:cNvPr>
          <p:cNvGrpSpPr/>
          <p:nvPr userDrawn="1"/>
        </p:nvGrpSpPr>
        <p:grpSpPr>
          <a:xfrm>
            <a:off x="860724" y="1490979"/>
            <a:ext cx="4687021" cy="4721323"/>
            <a:chOff x="860724" y="1490979"/>
            <a:chExt cx="4687021" cy="4721323"/>
          </a:xfrm>
        </p:grpSpPr>
        <p:grpSp>
          <p:nvGrpSpPr>
            <p:cNvPr id="13" name="Group 12">
              <a:extLst>
                <a:ext uri="{FF2B5EF4-FFF2-40B4-BE49-F238E27FC236}">
                  <a16:creationId xmlns:a16="http://schemas.microsoft.com/office/drawing/2014/main" id="{D06960DA-3B26-9562-F08B-D031FEC79E40}"/>
                </a:ext>
              </a:extLst>
            </p:cNvPr>
            <p:cNvGrpSpPr/>
            <p:nvPr userDrawn="1"/>
          </p:nvGrpSpPr>
          <p:grpSpPr>
            <a:xfrm>
              <a:off x="1001696" y="1490979"/>
              <a:ext cx="4479565" cy="4581645"/>
              <a:chOff x="-6827777" y="-4338819"/>
              <a:chExt cx="4479565" cy="4581645"/>
            </a:xfrm>
          </p:grpSpPr>
          <p:sp>
            <p:nvSpPr>
              <p:cNvPr id="98" name="Block Arc 97">
                <a:extLst>
                  <a:ext uri="{FF2B5EF4-FFF2-40B4-BE49-F238E27FC236}">
                    <a16:creationId xmlns:a16="http://schemas.microsoft.com/office/drawing/2014/main" id="{19E2E6AF-2C86-027D-77FE-40E7CFB278B4}"/>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99" name="Block Arc 98">
                <a:extLst>
                  <a:ext uri="{FF2B5EF4-FFF2-40B4-BE49-F238E27FC236}">
                    <a16:creationId xmlns:a16="http://schemas.microsoft.com/office/drawing/2014/main" id="{BB5CE440-D1BF-33CF-6A4B-7BBD31EE9A04}"/>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0" name="Block Arc 99">
                <a:extLst>
                  <a:ext uri="{FF2B5EF4-FFF2-40B4-BE49-F238E27FC236}">
                    <a16:creationId xmlns:a16="http://schemas.microsoft.com/office/drawing/2014/main" id="{5074D96D-6F05-E8F9-0C9C-9E7DE4D6B1CD}"/>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101" name="Group 100">
                <a:extLst>
                  <a:ext uri="{FF2B5EF4-FFF2-40B4-BE49-F238E27FC236}">
                    <a16:creationId xmlns:a16="http://schemas.microsoft.com/office/drawing/2014/main" id="{A8621D6C-D30A-AF4B-4657-72DE0EB4EB9D}"/>
                  </a:ext>
                </a:extLst>
              </p:cNvPr>
              <p:cNvGrpSpPr/>
              <p:nvPr userDrawn="1"/>
            </p:nvGrpSpPr>
            <p:grpSpPr>
              <a:xfrm>
                <a:off x="-6310685" y="-4338819"/>
                <a:ext cx="1109931" cy="1246186"/>
                <a:chOff x="1496758" y="1516859"/>
                <a:chExt cx="1109931" cy="1246186"/>
              </a:xfrm>
              <a:solidFill>
                <a:srgbClr val="FFC000"/>
              </a:solidFill>
            </p:grpSpPr>
            <p:grpSp>
              <p:nvGrpSpPr>
                <p:cNvPr id="106" name="Group 105">
                  <a:extLst>
                    <a:ext uri="{FF2B5EF4-FFF2-40B4-BE49-F238E27FC236}">
                      <a16:creationId xmlns:a16="http://schemas.microsoft.com/office/drawing/2014/main" id="{6178D732-8AF7-7EB6-1252-6991BFD3156E}"/>
                    </a:ext>
                  </a:extLst>
                </p:cNvPr>
                <p:cNvGrpSpPr/>
                <p:nvPr/>
              </p:nvGrpSpPr>
              <p:grpSpPr>
                <a:xfrm rot="337452">
                  <a:off x="1496758" y="2082879"/>
                  <a:ext cx="676676" cy="680166"/>
                  <a:chOff x="1490297" y="1956128"/>
                  <a:chExt cx="1043292" cy="1048672"/>
                </a:xfrm>
                <a:grpFill/>
              </p:grpSpPr>
              <p:sp>
                <p:nvSpPr>
                  <p:cNvPr id="111" name="Curved Right Arrow 110">
                    <a:extLst>
                      <a:ext uri="{FF2B5EF4-FFF2-40B4-BE49-F238E27FC236}">
                        <a16:creationId xmlns:a16="http://schemas.microsoft.com/office/drawing/2014/main" id="{56858E20-9B42-B6D5-72BE-55446B94C540}"/>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Curved Right Arrow 111">
                    <a:extLst>
                      <a:ext uri="{FF2B5EF4-FFF2-40B4-BE49-F238E27FC236}">
                        <a16:creationId xmlns:a16="http://schemas.microsoft.com/office/drawing/2014/main" id="{63C0261C-CBA0-733D-7002-3DF27104F69E}"/>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Curved Right Arrow 112">
                    <a:extLst>
                      <a:ext uri="{FF2B5EF4-FFF2-40B4-BE49-F238E27FC236}">
                        <a16:creationId xmlns:a16="http://schemas.microsoft.com/office/drawing/2014/main" id="{24A0FCA1-A00D-3A4E-840B-BEB90E7CE72E}"/>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07" name="Group 106">
                  <a:extLst>
                    <a:ext uri="{FF2B5EF4-FFF2-40B4-BE49-F238E27FC236}">
                      <a16:creationId xmlns:a16="http://schemas.microsoft.com/office/drawing/2014/main" id="{044E7B68-7A97-727D-B7DB-22E4AFF06793}"/>
                    </a:ext>
                  </a:extLst>
                </p:cNvPr>
                <p:cNvGrpSpPr/>
                <p:nvPr/>
              </p:nvGrpSpPr>
              <p:grpSpPr>
                <a:xfrm rot="11791363">
                  <a:off x="1951309" y="1516859"/>
                  <a:ext cx="655380" cy="672414"/>
                  <a:chOff x="1537746" y="1986114"/>
                  <a:chExt cx="1010459" cy="1036722"/>
                </a:xfrm>
                <a:grpFill/>
              </p:grpSpPr>
              <p:sp>
                <p:nvSpPr>
                  <p:cNvPr id="108" name="Curved Right Arrow 107">
                    <a:extLst>
                      <a:ext uri="{FF2B5EF4-FFF2-40B4-BE49-F238E27FC236}">
                        <a16:creationId xmlns:a16="http://schemas.microsoft.com/office/drawing/2014/main" id="{1056A102-2DDA-6E1B-0451-D5F30AC8F093}"/>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9" name="Curved Right Arrow 108">
                    <a:extLst>
                      <a:ext uri="{FF2B5EF4-FFF2-40B4-BE49-F238E27FC236}">
                        <a16:creationId xmlns:a16="http://schemas.microsoft.com/office/drawing/2014/main" id="{24BA38C1-EFD4-915C-5CC4-07BFF22E4DF4}"/>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0" name="Curved Right Arrow 109">
                    <a:extLst>
                      <a:ext uri="{FF2B5EF4-FFF2-40B4-BE49-F238E27FC236}">
                        <a16:creationId xmlns:a16="http://schemas.microsoft.com/office/drawing/2014/main" id="{6C6A7918-2C21-D384-CB36-F939ED82167E}"/>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102" name="Block Arc 101">
                <a:extLst>
                  <a:ext uri="{FF2B5EF4-FFF2-40B4-BE49-F238E27FC236}">
                    <a16:creationId xmlns:a16="http://schemas.microsoft.com/office/drawing/2014/main" id="{8828DFC7-A021-AA73-597B-B1C5053E26A3}"/>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3" name="Block Arc 102">
                <a:extLst>
                  <a:ext uri="{FF2B5EF4-FFF2-40B4-BE49-F238E27FC236}">
                    <a16:creationId xmlns:a16="http://schemas.microsoft.com/office/drawing/2014/main" id="{02F5FFD2-E6D4-D35F-5C1C-1BE3ADFA2299}"/>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4" name="Block Arc 103">
                <a:extLst>
                  <a:ext uri="{FF2B5EF4-FFF2-40B4-BE49-F238E27FC236}">
                    <a16:creationId xmlns:a16="http://schemas.microsoft.com/office/drawing/2014/main" id="{068C528E-DDC1-4473-9DAA-173BB13C0BED}"/>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5" name="Block Arc 104">
                <a:extLst>
                  <a:ext uri="{FF2B5EF4-FFF2-40B4-BE49-F238E27FC236}">
                    <a16:creationId xmlns:a16="http://schemas.microsoft.com/office/drawing/2014/main" id="{4C719156-F574-B974-6835-CA04CBE5FCEE}"/>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16" name="Group 15">
              <a:extLst>
                <a:ext uri="{FF2B5EF4-FFF2-40B4-BE49-F238E27FC236}">
                  <a16:creationId xmlns:a16="http://schemas.microsoft.com/office/drawing/2014/main" id="{4C170842-B5F4-A074-0A81-C23EC4D03D35}"/>
                </a:ext>
              </a:extLst>
            </p:cNvPr>
            <p:cNvGrpSpPr/>
            <p:nvPr userDrawn="1"/>
          </p:nvGrpSpPr>
          <p:grpSpPr>
            <a:xfrm rot="17234694">
              <a:off x="911764" y="1577422"/>
              <a:ext cx="4479565" cy="4581645"/>
              <a:chOff x="-6827777" y="-4338819"/>
              <a:chExt cx="4479565" cy="4581645"/>
            </a:xfrm>
          </p:grpSpPr>
          <p:sp>
            <p:nvSpPr>
              <p:cNvPr id="82" name="Block Arc 81">
                <a:extLst>
                  <a:ext uri="{FF2B5EF4-FFF2-40B4-BE49-F238E27FC236}">
                    <a16:creationId xmlns:a16="http://schemas.microsoft.com/office/drawing/2014/main" id="{4E641499-81C8-1047-616C-04B3FD752B17}"/>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3" name="Block Arc 82">
                <a:extLst>
                  <a:ext uri="{FF2B5EF4-FFF2-40B4-BE49-F238E27FC236}">
                    <a16:creationId xmlns:a16="http://schemas.microsoft.com/office/drawing/2014/main" id="{CA9F1DDC-EA25-C118-1E9F-3E55CDBDBFE7}"/>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4" name="Block Arc 83">
                <a:extLst>
                  <a:ext uri="{FF2B5EF4-FFF2-40B4-BE49-F238E27FC236}">
                    <a16:creationId xmlns:a16="http://schemas.microsoft.com/office/drawing/2014/main" id="{476C3250-04F3-A930-32C2-58C2F6FEF07C}"/>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85" name="Group 84">
                <a:extLst>
                  <a:ext uri="{FF2B5EF4-FFF2-40B4-BE49-F238E27FC236}">
                    <a16:creationId xmlns:a16="http://schemas.microsoft.com/office/drawing/2014/main" id="{89DFDFBC-2ECB-CA4A-479B-483FA7101938}"/>
                  </a:ext>
                </a:extLst>
              </p:cNvPr>
              <p:cNvGrpSpPr/>
              <p:nvPr userDrawn="1"/>
            </p:nvGrpSpPr>
            <p:grpSpPr>
              <a:xfrm>
                <a:off x="-6310685" y="-4338819"/>
                <a:ext cx="1109931" cy="1246186"/>
                <a:chOff x="1496758" y="1516859"/>
                <a:chExt cx="1109931" cy="1246186"/>
              </a:xfrm>
              <a:solidFill>
                <a:srgbClr val="FFC000"/>
              </a:solidFill>
            </p:grpSpPr>
            <p:grpSp>
              <p:nvGrpSpPr>
                <p:cNvPr id="90" name="Group 89">
                  <a:extLst>
                    <a:ext uri="{FF2B5EF4-FFF2-40B4-BE49-F238E27FC236}">
                      <a16:creationId xmlns:a16="http://schemas.microsoft.com/office/drawing/2014/main" id="{1C75C27F-BB00-96B0-74E1-3647600B3FEF}"/>
                    </a:ext>
                  </a:extLst>
                </p:cNvPr>
                <p:cNvGrpSpPr/>
                <p:nvPr/>
              </p:nvGrpSpPr>
              <p:grpSpPr>
                <a:xfrm rot="337452">
                  <a:off x="1496758" y="2082879"/>
                  <a:ext cx="676676" cy="680166"/>
                  <a:chOff x="1490297" y="1956128"/>
                  <a:chExt cx="1043292" cy="1048672"/>
                </a:xfrm>
                <a:grpFill/>
              </p:grpSpPr>
              <p:sp>
                <p:nvSpPr>
                  <p:cNvPr id="95" name="Curved Right Arrow 94">
                    <a:extLst>
                      <a:ext uri="{FF2B5EF4-FFF2-40B4-BE49-F238E27FC236}">
                        <a16:creationId xmlns:a16="http://schemas.microsoft.com/office/drawing/2014/main" id="{68B5C85F-F7FE-E39C-D8F5-01D1C13847A1}"/>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6" name="Curved Right Arrow 95">
                    <a:extLst>
                      <a:ext uri="{FF2B5EF4-FFF2-40B4-BE49-F238E27FC236}">
                        <a16:creationId xmlns:a16="http://schemas.microsoft.com/office/drawing/2014/main" id="{80E46E6A-3287-EBBA-2ED2-C66187BEE73C}"/>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7" name="Curved Right Arrow 96">
                    <a:extLst>
                      <a:ext uri="{FF2B5EF4-FFF2-40B4-BE49-F238E27FC236}">
                        <a16:creationId xmlns:a16="http://schemas.microsoft.com/office/drawing/2014/main" id="{8AF23A9F-78EB-CD67-197E-A4AFA7FF6A81}"/>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91" name="Group 90">
                  <a:extLst>
                    <a:ext uri="{FF2B5EF4-FFF2-40B4-BE49-F238E27FC236}">
                      <a16:creationId xmlns:a16="http://schemas.microsoft.com/office/drawing/2014/main" id="{9006E404-BA53-A589-35CD-6D3B152CCAA4}"/>
                    </a:ext>
                  </a:extLst>
                </p:cNvPr>
                <p:cNvGrpSpPr/>
                <p:nvPr/>
              </p:nvGrpSpPr>
              <p:grpSpPr>
                <a:xfrm rot="11791363">
                  <a:off x="1951309" y="1516859"/>
                  <a:ext cx="655380" cy="672414"/>
                  <a:chOff x="1537746" y="1986114"/>
                  <a:chExt cx="1010459" cy="1036722"/>
                </a:xfrm>
                <a:grpFill/>
              </p:grpSpPr>
              <p:sp>
                <p:nvSpPr>
                  <p:cNvPr id="92" name="Curved Right Arrow 91">
                    <a:extLst>
                      <a:ext uri="{FF2B5EF4-FFF2-40B4-BE49-F238E27FC236}">
                        <a16:creationId xmlns:a16="http://schemas.microsoft.com/office/drawing/2014/main" id="{EC15CCB9-0054-0835-3F23-2941B49AC596}"/>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Curved Right Arrow 92">
                    <a:extLst>
                      <a:ext uri="{FF2B5EF4-FFF2-40B4-BE49-F238E27FC236}">
                        <a16:creationId xmlns:a16="http://schemas.microsoft.com/office/drawing/2014/main" id="{AD7E5DCB-DA90-0867-D4EC-A3C8BFECCB00}"/>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Curved Right Arrow 93">
                    <a:extLst>
                      <a:ext uri="{FF2B5EF4-FFF2-40B4-BE49-F238E27FC236}">
                        <a16:creationId xmlns:a16="http://schemas.microsoft.com/office/drawing/2014/main" id="{9B2D63AE-5BE0-01AB-F6C4-69986625921D}"/>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86" name="Block Arc 85">
                <a:extLst>
                  <a:ext uri="{FF2B5EF4-FFF2-40B4-BE49-F238E27FC236}">
                    <a16:creationId xmlns:a16="http://schemas.microsoft.com/office/drawing/2014/main" id="{261AC846-8B7C-F692-1B41-C0CF76E89314}"/>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7" name="Block Arc 86">
                <a:extLst>
                  <a:ext uri="{FF2B5EF4-FFF2-40B4-BE49-F238E27FC236}">
                    <a16:creationId xmlns:a16="http://schemas.microsoft.com/office/drawing/2014/main" id="{A0F70CA7-88B3-C5ED-DCBD-9EAF7FFBA73C}"/>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8" name="Block Arc 87">
                <a:extLst>
                  <a:ext uri="{FF2B5EF4-FFF2-40B4-BE49-F238E27FC236}">
                    <a16:creationId xmlns:a16="http://schemas.microsoft.com/office/drawing/2014/main" id="{9F879593-DEAC-5870-5DEC-DA7C670101A1}"/>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9" name="Block Arc 88">
                <a:extLst>
                  <a:ext uri="{FF2B5EF4-FFF2-40B4-BE49-F238E27FC236}">
                    <a16:creationId xmlns:a16="http://schemas.microsoft.com/office/drawing/2014/main" id="{5922FBB7-C333-F930-DECA-46919D2492AD}"/>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26" name="Group 25">
              <a:extLst>
                <a:ext uri="{FF2B5EF4-FFF2-40B4-BE49-F238E27FC236}">
                  <a16:creationId xmlns:a16="http://schemas.microsoft.com/office/drawing/2014/main" id="{2AAF2BBF-90CE-A8F0-02C3-9E11C8827EB4}"/>
                </a:ext>
              </a:extLst>
            </p:cNvPr>
            <p:cNvGrpSpPr/>
            <p:nvPr userDrawn="1"/>
          </p:nvGrpSpPr>
          <p:grpSpPr>
            <a:xfrm rot="12830433">
              <a:off x="938298" y="1630657"/>
              <a:ext cx="4479565" cy="4581645"/>
              <a:chOff x="-6827777" y="-4338819"/>
              <a:chExt cx="4479565" cy="4581645"/>
            </a:xfrm>
          </p:grpSpPr>
          <p:sp>
            <p:nvSpPr>
              <p:cNvPr id="66" name="Block Arc 65">
                <a:extLst>
                  <a:ext uri="{FF2B5EF4-FFF2-40B4-BE49-F238E27FC236}">
                    <a16:creationId xmlns:a16="http://schemas.microsoft.com/office/drawing/2014/main" id="{062E1D12-FC4B-1956-F660-B1E7569A1138}"/>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67" name="Block Arc 66">
                <a:extLst>
                  <a:ext uri="{FF2B5EF4-FFF2-40B4-BE49-F238E27FC236}">
                    <a16:creationId xmlns:a16="http://schemas.microsoft.com/office/drawing/2014/main" id="{FA7CAE68-9037-FCB7-6C92-D1B662965ABE}"/>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68" name="Block Arc 67">
                <a:extLst>
                  <a:ext uri="{FF2B5EF4-FFF2-40B4-BE49-F238E27FC236}">
                    <a16:creationId xmlns:a16="http://schemas.microsoft.com/office/drawing/2014/main" id="{8223A222-CE21-5D4D-AC25-B0ABC2422A0A}"/>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69" name="Group 68">
                <a:extLst>
                  <a:ext uri="{FF2B5EF4-FFF2-40B4-BE49-F238E27FC236}">
                    <a16:creationId xmlns:a16="http://schemas.microsoft.com/office/drawing/2014/main" id="{92433A96-3506-F628-55D8-EC5F0A85276A}"/>
                  </a:ext>
                </a:extLst>
              </p:cNvPr>
              <p:cNvGrpSpPr/>
              <p:nvPr userDrawn="1"/>
            </p:nvGrpSpPr>
            <p:grpSpPr>
              <a:xfrm>
                <a:off x="-6310685" y="-4338819"/>
                <a:ext cx="1109931" cy="1246186"/>
                <a:chOff x="1496758" y="1516859"/>
                <a:chExt cx="1109931" cy="1246186"/>
              </a:xfrm>
              <a:solidFill>
                <a:srgbClr val="FFC000"/>
              </a:solidFill>
            </p:grpSpPr>
            <p:grpSp>
              <p:nvGrpSpPr>
                <p:cNvPr id="74" name="Group 73">
                  <a:extLst>
                    <a:ext uri="{FF2B5EF4-FFF2-40B4-BE49-F238E27FC236}">
                      <a16:creationId xmlns:a16="http://schemas.microsoft.com/office/drawing/2014/main" id="{E206693D-DED9-22B2-10C0-94DFB802CB6E}"/>
                    </a:ext>
                  </a:extLst>
                </p:cNvPr>
                <p:cNvGrpSpPr/>
                <p:nvPr/>
              </p:nvGrpSpPr>
              <p:grpSpPr>
                <a:xfrm rot="337452">
                  <a:off x="1496758" y="2082879"/>
                  <a:ext cx="676676" cy="680166"/>
                  <a:chOff x="1490297" y="1956128"/>
                  <a:chExt cx="1043292" cy="1048672"/>
                </a:xfrm>
                <a:grpFill/>
              </p:grpSpPr>
              <p:sp>
                <p:nvSpPr>
                  <p:cNvPr id="79" name="Curved Right Arrow 78">
                    <a:extLst>
                      <a:ext uri="{FF2B5EF4-FFF2-40B4-BE49-F238E27FC236}">
                        <a16:creationId xmlns:a16="http://schemas.microsoft.com/office/drawing/2014/main" id="{BE857825-2E40-ED9B-0270-EB017F346779}"/>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Curved Right Arrow 79">
                    <a:extLst>
                      <a:ext uri="{FF2B5EF4-FFF2-40B4-BE49-F238E27FC236}">
                        <a16:creationId xmlns:a16="http://schemas.microsoft.com/office/drawing/2014/main" id="{E8D27F75-804A-9491-8520-64F6CE1BECD5}"/>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Curved Right Arrow 80">
                    <a:extLst>
                      <a:ext uri="{FF2B5EF4-FFF2-40B4-BE49-F238E27FC236}">
                        <a16:creationId xmlns:a16="http://schemas.microsoft.com/office/drawing/2014/main" id="{A6B8BEC8-5B1E-4F91-FF3F-53FAB7CF36CA}"/>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5" name="Group 74">
                  <a:extLst>
                    <a:ext uri="{FF2B5EF4-FFF2-40B4-BE49-F238E27FC236}">
                      <a16:creationId xmlns:a16="http://schemas.microsoft.com/office/drawing/2014/main" id="{4D3FEC54-D359-5EBD-7426-B27E9663697D}"/>
                    </a:ext>
                  </a:extLst>
                </p:cNvPr>
                <p:cNvGrpSpPr/>
                <p:nvPr/>
              </p:nvGrpSpPr>
              <p:grpSpPr>
                <a:xfrm rot="11791363">
                  <a:off x="1951309" y="1516859"/>
                  <a:ext cx="655380" cy="672414"/>
                  <a:chOff x="1537746" y="1986114"/>
                  <a:chExt cx="1010459" cy="1036722"/>
                </a:xfrm>
                <a:grpFill/>
              </p:grpSpPr>
              <p:sp>
                <p:nvSpPr>
                  <p:cNvPr id="76" name="Curved Right Arrow 75">
                    <a:extLst>
                      <a:ext uri="{FF2B5EF4-FFF2-40B4-BE49-F238E27FC236}">
                        <a16:creationId xmlns:a16="http://schemas.microsoft.com/office/drawing/2014/main" id="{554D1E72-B8DC-8D14-7067-DB1D24593A87}"/>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Curved Right Arrow 76">
                    <a:extLst>
                      <a:ext uri="{FF2B5EF4-FFF2-40B4-BE49-F238E27FC236}">
                        <a16:creationId xmlns:a16="http://schemas.microsoft.com/office/drawing/2014/main" id="{5F2A4A39-0960-4706-C8C0-DF3D3249B157}"/>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Curved Right Arrow 77">
                    <a:extLst>
                      <a:ext uri="{FF2B5EF4-FFF2-40B4-BE49-F238E27FC236}">
                        <a16:creationId xmlns:a16="http://schemas.microsoft.com/office/drawing/2014/main" id="{8B7D7D02-38AE-1FFD-96A5-39D2AB197307}"/>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70" name="Block Arc 69">
                <a:extLst>
                  <a:ext uri="{FF2B5EF4-FFF2-40B4-BE49-F238E27FC236}">
                    <a16:creationId xmlns:a16="http://schemas.microsoft.com/office/drawing/2014/main" id="{48F60715-7584-39E0-7D5A-9EAF6DF6E355}"/>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1" name="Block Arc 70">
                <a:extLst>
                  <a:ext uri="{FF2B5EF4-FFF2-40B4-BE49-F238E27FC236}">
                    <a16:creationId xmlns:a16="http://schemas.microsoft.com/office/drawing/2014/main" id="{0F6EE40F-9ABD-2D05-F947-D355078DC30A}"/>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2" name="Block Arc 71">
                <a:extLst>
                  <a:ext uri="{FF2B5EF4-FFF2-40B4-BE49-F238E27FC236}">
                    <a16:creationId xmlns:a16="http://schemas.microsoft.com/office/drawing/2014/main" id="{A31C47EA-38D1-5B06-92E9-6954FF3A0C67}"/>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3" name="Block Arc 72">
                <a:extLst>
                  <a:ext uri="{FF2B5EF4-FFF2-40B4-BE49-F238E27FC236}">
                    <a16:creationId xmlns:a16="http://schemas.microsoft.com/office/drawing/2014/main" id="{580A3A83-AFFA-6144-D7EB-51B9106F6081}"/>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32" name="Group 31">
              <a:extLst>
                <a:ext uri="{FF2B5EF4-FFF2-40B4-BE49-F238E27FC236}">
                  <a16:creationId xmlns:a16="http://schemas.microsoft.com/office/drawing/2014/main" id="{39F1B8BD-7F10-E1AB-9D9C-55B2FDC3829E}"/>
                </a:ext>
              </a:extLst>
            </p:cNvPr>
            <p:cNvGrpSpPr/>
            <p:nvPr userDrawn="1"/>
          </p:nvGrpSpPr>
          <p:grpSpPr>
            <a:xfrm rot="8479211">
              <a:off x="1011220" y="1599085"/>
              <a:ext cx="4479565" cy="4581645"/>
              <a:chOff x="-6827777" y="-4338819"/>
              <a:chExt cx="4479565" cy="4581645"/>
            </a:xfrm>
          </p:grpSpPr>
          <p:sp>
            <p:nvSpPr>
              <p:cNvPr id="50" name="Block Arc 49">
                <a:extLst>
                  <a:ext uri="{FF2B5EF4-FFF2-40B4-BE49-F238E27FC236}">
                    <a16:creationId xmlns:a16="http://schemas.microsoft.com/office/drawing/2014/main" id="{BA5A3EF2-6D76-EB5E-96F4-1D841D3F2CC1}"/>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1" name="Block Arc 50">
                <a:extLst>
                  <a:ext uri="{FF2B5EF4-FFF2-40B4-BE49-F238E27FC236}">
                    <a16:creationId xmlns:a16="http://schemas.microsoft.com/office/drawing/2014/main" id="{38DCB475-4032-7807-6B22-8EC3B63EC592}"/>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2" name="Block Arc 51">
                <a:extLst>
                  <a:ext uri="{FF2B5EF4-FFF2-40B4-BE49-F238E27FC236}">
                    <a16:creationId xmlns:a16="http://schemas.microsoft.com/office/drawing/2014/main" id="{13BB38F9-09AA-C0D9-5F88-D9F64FAE09F4}"/>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53" name="Group 52">
                <a:extLst>
                  <a:ext uri="{FF2B5EF4-FFF2-40B4-BE49-F238E27FC236}">
                    <a16:creationId xmlns:a16="http://schemas.microsoft.com/office/drawing/2014/main" id="{720E8469-F1D0-51F5-3790-532259698461}"/>
                  </a:ext>
                </a:extLst>
              </p:cNvPr>
              <p:cNvGrpSpPr/>
              <p:nvPr userDrawn="1"/>
            </p:nvGrpSpPr>
            <p:grpSpPr>
              <a:xfrm>
                <a:off x="-6310685" y="-4338819"/>
                <a:ext cx="1109931" cy="1246186"/>
                <a:chOff x="1496758" y="1516859"/>
                <a:chExt cx="1109931" cy="1246186"/>
              </a:xfrm>
              <a:solidFill>
                <a:srgbClr val="FFC000"/>
              </a:solidFill>
            </p:grpSpPr>
            <p:grpSp>
              <p:nvGrpSpPr>
                <p:cNvPr id="58" name="Group 57">
                  <a:extLst>
                    <a:ext uri="{FF2B5EF4-FFF2-40B4-BE49-F238E27FC236}">
                      <a16:creationId xmlns:a16="http://schemas.microsoft.com/office/drawing/2014/main" id="{318653F7-45F0-3502-23C7-DC09197A985C}"/>
                    </a:ext>
                  </a:extLst>
                </p:cNvPr>
                <p:cNvGrpSpPr/>
                <p:nvPr/>
              </p:nvGrpSpPr>
              <p:grpSpPr>
                <a:xfrm rot="337452">
                  <a:off x="1496758" y="2082879"/>
                  <a:ext cx="676676" cy="680166"/>
                  <a:chOff x="1490297" y="1956128"/>
                  <a:chExt cx="1043292" cy="1048672"/>
                </a:xfrm>
                <a:grpFill/>
              </p:grpSpPr>
              <p:sp>
                <p:nvSpPr>
                  <p:cNvPr id="63" name="Curved Right Arrow 62">
                    <a:extLst>
                      <a:ext uri="{FF2B5EF4-FFF2-40B4-BE49-F238E27FC236}">
                        <a16:creationId xmlns:a16="http://schemas.microsoft.com/office/drawing/2014/main" id="{345BED48-6944-33D3-89DC-4B377D27294F}"/>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Curved Right Arrow 63">
                    <a:extLst>
                      <a:ext uri="{FF2B5EF4-FFF2-40B4-BE49-F238E27FC236}">
                        <a16:creationId xmlns:a16="http://schemas.microsoft.com/office/drawing/2014/main" id="{11CC6D29-41FF-76D3-65EB-EEB91E4E239B}"/>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Curved Right Arrow 64">
                    <a:extLst>
                      <a:ext uri="{FF2B5EF4-FFF2-40B4-BE49-F238E27FC236}">
                        <a16:creationId xmlns:a16="http://schemas.microsoft.com/office/drawing/2014/main" id="{59DBA528-9F14-1F0C-55D2-F862699EF5D8}"/>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9" name="Group 58">
                  <a:extLst>
                    <a:ext uri="{FF2B5EF4-FFF2-40B4-BE49-F238E27FC236}">
                      <a16:creationId xmlns:a16="http://schemas.microsoft.com/office/drawing/2014/main" id="{1E0EC242-8248-D678-0BCE-8452F2EED805}"/>
                    </a:ext>
                  </a:extLst>
                </p:cNvPr>
                <p:cNvGrpSpPr/>
                <p:nvPr/>
              </p:nvGrpSpPr>
              <p:grpSpPr>
                <a:xfrm rot="11791363">
                  <a:off x="1951309" y="1516859"/>
                  <a:ext cx="655380" cy="672414"/>
                  <a:chOff x="1537746" y="1986114"/>
                  <a:chExt cx="1010459" cy="1036722"/>
                </a:xfrm>
                <a:grpFill/>
              </p:grpSpPr>
              <p:sp>
                <p:nvSpPr>
                  <p:cNvPr id="60" name="Curved Right Arrow 59">
                    <a:extLst>
                      <a:ext uri="{FF2B5EF4-FFF2-40B4-BE49-F238E27FC236}">
                        <a16:creationId xmlns:a16="http://schemas.microsoft.com/office/drawing/2014/main" id="{5AB36E4C-B3AB-955C-3A03-188E74FDE5A6}"/>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Curved Right Arrow 60">
                    <a:extLst>
                      <a:ext uri="{FF2B5EF4-FFF2-40B4-BE49-F238E27FC236}">
                        <a16:creationId xmlns:a16="http://schemas.microsoft.com/office/drawing/2014/main" id="{BCE0F75C-1291-8360-AD5C-63D4D55EFF64}"/>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Curved Right Arrow 61">
                    <a:extLst>
                      <a:ext uri="{FF2B5EF4-FFF2-40B4-BE49-F238E27FC236}">
                        <a16:creationId xmlns:a16="http://schemas.microsoft.com/office/drawing/2014/main" id="{10B5659B-8872-2829-78AC-5ED776409731}"/>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54" name="Block Arc 53">
                <a:extLst>
                  <a:ext uri="{FF2B5EF4-FFF2-40B4-BE49-F238E27FC236}">
                    <a16:creationId xmlns:a16="http://schemas.microsoft.com/office/drawing/2014/main" id="{98C87A34-8D3A-C669-FF21-A79404D6D388}"/>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5" name="Block Arc 54">
                <a:extLst>
                  <a:ext uri="{FF2B5EF4-FFF2-40B4-BE49-F238E27FC236}">
                    <a16:creationId xmlns:a16="http://schemas.microsoft.com/office/drawing/2014/main" id="{4D46E662-673F-549B-79E5-F3B98B83B492}"/>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6" name="Block Arc 55">
                <a:extLst>
                  <a:ext uri="{FF2B5EF4-FFF2-40B4-BE49-F238E27FC236}">
                    <a16:creationId xmlns:a16="http://schemas.microsoft.com/office/drawing/2014/main" id="{A0B840BE-C875-35CB-6542-61656B1183A7}"/>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7" name="Block Arc 56">
                <a:extLst>
                  <a:ext uri="{FF2B5EF4-FFF2-40B4-BE49-F238E27FC236}">
                    <a16:creationId xmlns:a16="http://schemas.microsoft.com/office/drawing/2014/main" id="{74EDF90E-9A1A-0723-4E95-EBFD068F3478}"/>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33" name="Group 32">
              <a:extLst>
                <a:ext uri="{FF2B5EF4-FFF2-40B4-BE49-F238E27FC236}">
                  <a16:creationId xmlns:a16="http://schemas.microsoft.com/office/drawing/2014/main" id="{7768DB74-5B35-7582-A4C1-66D20D33107A}"/>
                </a:ext>
              </a:extLst>
            </p:cNvPr>
            <p:cNvGrpSpPr/>
            <p:nvPr userDrawn="1"/>
          </p:nvGrpSpPr>
          <p:grpSpPr>
            <a:xfrm rot="4292651">
              <a:off x="1017140" y="1548320"/>
              <a:ext cx="4479565" cy="4581645"/>
              <a:chOff x="-6827777" y="-4338819"/>
              <a:chExt cx="4479565" cy="4581645"/>
            </a:xfrm>
          </p:grpSpPr>
          <p:sp>
            <p:nvSpPr>
              <p:cNvPr id="34" name="Block Arc 33">
                <a:extLst>
                  <a:ext uri="{FF2B5EF4-FFF2-40B4-BE49-F238E27FC236}">
                    <a16:creationId xmlns:a16="http://schemas.microsoft.com/office/drawing/2014/main" id="{251BA772-AA21-CA27-D40B-14301C710C49}"/>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5" name="Block Arc 34">
                <a:extLst>
                  <a:ext uri="{FF2B5EF4-FFF2-40B4-BE49-F238E27FC236}">
                    <a16:creationId xmlns:a16="http://schemas.microsoft.com/office/drawing/2014/main" id="{1805B651-844F-05FD-FBFA-3E6EF5B9997C}"/>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6" name="Block Arc 35">
                <a:extLst>
                  <a:ext uri="{FF2B5EF4-FFF2-40B4-BE49-F238E27FC236}">
                    <a16:creationId xmlns:a16="http://schemas.microsoft.com/office/drawing/2014/main" id="{3FE302F4-6077-FFEA-9DE6-72151166B351}"/>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37" name="Group 36">
                <a:extLst>
                  <a:ext uri="{FF2B5EF4-FFF2-40B4-BE49-F238E27FC236}">
                    <a16:creationId xmlns:a16="http://schemas.microsoft.com/office/drawing/2014/main" id="{4339E62F-DEAF-8A4F-4435-C2675DA37B82}"/>
                  </a:ext>
                </a:extLst>
              </p:cNvPr>
              <p:cNvGrpSpPr/>
              <p:nvPr userDrawn="1"/>
            </p:nvGrpSpPr>
            <p:grpSpPr>
              <a:xfrm>
                <a:off x="-6310685" y="-4338819"/>
                <a:ext cx="1109931" cy="1246186"/>
                <a:chOff x="1496758" y="1516859"/>
                <a:chExt cx="1109931" cy="1246186"/>
              </a:xfrm>
              <a:solidFill>
                <a:srgbClr val="FFC000"/>
              </a:solidFill>
            </p:grpSpPr>
            <p:grpSp>
              <p:nvGrpSpPr>
                <p:cNvPr id="42" name="Group 41">
                  <a:extLst>
                    <a:ext uri="{FF2B5EF4-FFF2-40B4-BE49-F238E27FC236}">
                      <a16:creationId xmlns:a16="http://schemas.microsoft.com/office/drawing/2014/main" id="{B815E8CA-11C6-9E5D-B09E-6B27A3DCB6F0}"/>
                    </a:ext>
                  </a:extLst>
                </p:cNvPr>
                <p:cNvGrpSpPr/>
                <p:nvPr/>
              </p:nvGrpSpPr>
              <p:grpSpPr>
                <a:xfrm rot="337452">
                  <a:off x="1496758" y="2082879"/>
                  <a:ext cx="676676" cy="680166"/>
                  <a:chOff x="1490297" y="1956128"/>
                  <a:chExt cx="1043292" cy="1048672"/>
                </a:xfrm>
                <a:grpFill/>
              </p:grpSpPr>
              <p:sp>
                <p:nvSpPr>
                  <p:cNvPr id="47" name="Curved Right Arrow 46">
                    <a:extLst>
                      <a:ext uri="{FF2B5EF4-FFF2-40B4-BE49-F238E27FC236}">
                        <a16:creationId xmlns:a16="http://schemas.microsoft.com/office/drawing/2014/main" id="{D66BA1BC-E947-87C6-6699-6FB04AF2BC10}"/>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Curved Right Arrow 47">
                    <a:extLst>
                      <a:ext uri="{FF2B5EF4-FFF2-40B4-BE49-F238E27FC236}">
                        <a16:creationId xmlns:a16="http://schemas.microsoft.com/office/drawing/2014/main" id="{6B01D8A0-49EA-D089-593D-9AD8C893C1B2}"/>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Curved Right Arrow 48">
                    <a:extLst>
                      <a:ext uri="{FF2B5EF4-FFF2-40B4-BE49-F238E27FC236}">
                        <a16:creationId xmlns:a16="http://schemas.microsoft.com/office/drawing/2014/main" id="{3CFF030E-8030-5093-0FF7-655B2988724D}"/>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43" name="Group 42">
                  <a:extLst>
                    <a:ext uri="{FF2B5EF4-FFF2-40B4-BE49-F238E27FC236}">
                      <a16:creationId xmlns:a16="http://schemas.microsoft.com/office/drawing/2014/main" id="{DB55C770-7B5E-C2A3-E545-60667FA816F1}"/>
                    </a:ext>
                  </a:extLst>
                </p:cNvPr>
                <p:cNvGrpSpPr/>
                <p:nvPr/>
              </p:nvGrpSpPr>
              <p:grpSpPr>
                <a:xfrm rot="11791363">
                  <a:off x="1951309" y="1516859"/>
                  <a:ext cx="655380" cy="672414"/>
                  <a:chOff x="1537746" y="1986114"/>
                  <a:chExt cx="1010459" cy="1036722"/>
                </a:xfrm>
                <a:grpFill/>
              </p:grpSpPr>
              <p:sp>
                <p:nvSpPr>
                  <p:cNvPr id="44" name="Curved Right Arrow 43">
                    <a:extLst>
                      <a:ext uri="{FF2B5EF4-FFF2-40B4-BE49-F238E27FC236}">
                        <a16:creationId xmlns:a16="http://schemas.microsoft.com/office/drawing/2014/main" id="{EB74BCC3-CEC0-7FBC-3ED4-C9E72B79AAB8}"/>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Curved Right Arrow 44">
                    <a:extLst>
                      <a:ext uri="{FF2B5EF4-FFF2-40B4-BE49-F238E27FC236}">
                        <a16:creationId xmlns:a16="http://schemas.microsoft.com/office/drawing/2014/main" id="{6FA6EAFE-263C-D74A-8C37-FB9F39AB1BD1}"/>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Curved Right Arrow 45">
                    <a:extLst>
                      <a:ext uri="{FF2B5EF4-FFF2-40B4-BE49-F238E27FC236}">
                        <a16:creationId xmlns:a16="http://schemas.microsoft.com/office/drawing/2014/main" id="{477DFB65-E282-DF52-0474-192618EADC0F}"/>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8" name="Block Arc 37">
                <a:extLst>
                  <a:ext uri="{FF2B5EF4-FFF2-40B4-BE49-F238E27FC236}">
                    <a16:creationId xmlns:a16="http://schemas.microsoft.com/office/drawing/2014/main" id="{0C25866E-FDAC-986D-78A5-9AC23327BAEC}"/>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9" name="Block Arc 38">
                <a:extLst>
                  <a:ext uri="{FF2B5EF4-FFF2-40B4-BE49-F238E27FC236}">
                    <a16:creationId xmlns:a16="http://schemas.microsoft.com/office/drawing/2014/main" id="{C9AE04FA-BADA-5973-A998-6587C6FC1904}"/>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0" name="Block Arc 39">
                <a:extLst>
                  <a:ext uri="{FF2B5EF4-FFF2-40B4-BE49-F238E27FC236}">
                    <a16:creationId xmlns:a16="http://schemas.microsoft.com/office/drawing/2014/main" id="{6EF14282-095F-2638-484C-5D45AA9AB74B}"/>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1" name="Block Arc 40">
                <a:extLst>
                  <a:ext uri="{FF2B5EF4-FFF2-40B4-BE49-F238E27FC236}">
                    <a16:creationId xmlns:a16="http://schemas.microsoft.com/office/drawing/2014/main" id="{04A112B9-B722-6602-F839-8DC7F98111B8}"/>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sp>
        <p:nvSpPr>
          <p:cNvPr id="114" name="Rectangle 113">
            <a:extLst>
              <a:ext uri="{FF2B5EF4-FFF2-40B4-BE49-F238E27FC236}">
                <a16:creationId xmlns:a16="http://schemas.microsoft.com/office/drawing/2014/main" id="{E18E4442-86DC-5635-EAE7-32DA6D457352}"/>
              </a:ext>
            </a:extLst>
          </p:cNvPr>
          <p:cNvSpPr/>
          <p:nvPr userDrawn="1"/>
        </p:nvSpPr>
        <p:spPr>
          <a:xfrm>
            <a:off x="2284992" y="4136928"/>
            <a:ext cx="1836223" cy="986274"/>
          </a:xfrm>
          <a:prstGeom prst="rect">
            <a:avLst/>
          </a:prstGeom>
          <a:noFill/>
          <a:effectLst/>
        </p:spPr>
        <p:txBody>
          <a:bodyPr wrap="none" lIns="91440" tIns="45720" rIns="91440" bIns="45720">
            <a:prstTxWarp prst="textArchDown">
              <a:avLst>
                <a:gd name="adj" fmla="val 96006"/>
              </a:avLst>
            </a:prstTxWarp>
            <a:spAutoFit/>
          </a:bodyPr>
          <a:lstStyle/>
          <a:p>
            <a:pPr algn="ctr"/>
            <a:r>
              <a:rPr lang="en-GB" sz="1800" b="0" cap="none" spc="0">
                <a:ln w="0"/>
                <a:solidFill>
                  <a:schemeClr val="tx1"/>
                </a:solidFill>
                <a:effectLst/>
                <a:latin typeface="Twinkl Cursive Looped" panose="02000000000000000000" pitchFamily="2" charset="77"/>
              </a:rPr>
              <a:t>Compassion</a:t>
            </a:r>
          </a:p>
        </p:txBody>
      </p:sp>
      <p:sp>
        <p:nvSpPr>
          <p:cNvPr id="14" name="Freeform 13">
            <a:extLst>
              <a:ext uri="{FF2B5EF4-FFF2-40B4-BE49-F238E27FC236}">
                <a16:creationId xmlns:a16="http://schemas.microsoft.com/office/drawing/2014/main" id="{C684FB3A-F3FC-AC6A-9459-0128FA470FC9}"/>
              </a:ext>
            </a:extLst>
          </p:cNvPr>
          <p:cNvSpPr/>
          <p:nvPr userDrawn="1"/>
        </p:nvSpPr>
        <p:spPr>
          <a:xfrm>
            <a:off x="2491779" y="971549"/>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F2CC"/>
          </a:solidFill>
          <a:ln w="38100">
            <a:solidFill>
              <a:srgbClr val="FFC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5740" tIns="235740" rIns="235740" bIns="235740" numCol="1" spcCol="1270" anchor="ctr" anchorCtr="0">
            <a:noAutofit/>
          </a:bodyPr>
          <a:lstStyle/>
          <a:p>
            <a:pPr marL="0" lvl="0" indent="0" algn="ctr" defTabSz="889000">
              <a:lnSpc>
                <a:spcPct val="90000"/>
              </a:lnSpc>
              <a:spcBef>
                <a:spcPct val="0"/>
              </a:spcBef>
              <a:spcAft>
                <a:spcPct val="35000"/>
              </a:spcAft>
              <a:buNone/>
            </a:pPr>
            <a:r>
              <a:rPr lang="en-GB" sz="2000" b="0" kern="1200">
                <a:solidFill>
                  <a:srgbClr val="FFC000"/>
                </a:solidFill>
                <a:latin typeface="Twinkl Cursive Looped" panose="02000000000000000000" pitchFamily="2" charset="77"/>
                <a:ea typeface="Sassoon Infant Rg" panose="02000503030000020003" pitchFamily="2" charset="0"/>
              </a:rPr>
              <a:t>Place, Space &amp; Scale</a:t>
            </a:r>
          </a:p>
        </p:txBody>
      </p:sp>
      <p:sp>
        <p:nvSpPr>
          <p:cNvPr id="17" name="Freeform 16">
            <a:extLst>
              <a:ext uri="{FF2B5EF4-FFF2-40B4-BE49-F238E27FC236}">
                <a16:creationId xmlns:a16="http://schemas.microsoft.com/office/drawing/2014/main" id="{378C2C0F-EB3B-8732-A309-876384F6AA1B}"/>
              </a:ext>
            </a:extLst>
          </p:cNvPr>
          <p:cNvSpPr/>
          <p:nvPr userDrawn="1"/>
        </p:nvSpPr>
        <p:spPr>
          <a:xfrm>
            <a:off x="4563705"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chemeClr val="accent6">
              <a:lumMod val="20000"/>
              <a:lumOff val="8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chemeClr val="accent6"/>
                </a:solidFill>
                <a:latin typeface="Twinkl Cursive Looped" panose="02000000000000000000" pitchFamily="2" charset="77"/>
                <a:ea typeface="Sassoon Infant Rg" panose="02000503030000020003" pitchFamily="2" charset="0"/>
              </a:rPr>
              <a:t>Physical Geography</a:t>
            </a:r>
          </a:p>
        </p:txBody>
      </p:sp>
      <p:sp>
        <p:nvSpPr>
          <p:cNvPr id="19" name="Freeform 18">
            <a:extLst>
              <a:ext uri="{FF2B5EF4-FFF2-40B4-BE49-F238E27FC236}">
                <a16:creationId xmlns:a16="http://schemas.microsoft.com/office/drawing/2014/main" id="{BEEACA57-4857-88AB-A700-F9DA91B9BAE2}"/>
              </a:ext>
            </a:extLst>
          </p:cNvPr>
          <p:cNvSpPr/>
          <p:nvPr userDrawn="1"/>
        </p:nvSpPr>
        <p:spPr>
          <a:xfrm>
            <a:off x="3772300"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CCCCFF"/>
          </a:solidFill>
          <a:ln w="38100">
            <a:solidFill>
              <a:srgbClr val="7030A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5580" tIns="225580" rIns="225580" bIns="225580" numCol="1" spcCol="1270" anchor="ctr" anchorCtr="0">
            <a:noAutofit/>
          </a:bodyPr>
          <a:lstStyle/>
          <a:p>
            <a:pPr marL="0" lvl="0" indent="0" algn="ctr" defTabSz="533400">
              <a:lnSpc>
                <a:spcPct val="90000"/>
              </a:lnSpc>
              <a:spcBef>
                <a:spcPct val="0"/>
              </a:spcBef>
              <a:spcAft>
                <a:spcPct val="35000"/>
              </a:spcAft>
              <a:buNone/>
            </a:pPr>
            <a:r>
              <a:rPr lang="en-GB" sz="1200" b="0" kern="1200">
                <a:solidFill>
                  <a:srgbClr val="7030A0"/>
                </a:solidFill>
                <a:latin typeface="Twinkl Cursive Looped" panose="02000000000000000000" pitchFamily="2" charset="77"/>
                <a:ea typeface="Sassoon Infant Rg" panose="02000503030000020003" pitchFamily="2" charset="0"/>
              </a:rPr>
              <a:t>Environmental Impact &amp; Sustainability</a:t>
            </a:r>
          </a:p>
        </p:txBody>
      </p:sp>
      <p:sp>
        <p:nvSpPr>
          <p:cNvPr id="20" name="Freeform 19">
            <a:extLst>
              <a:ext uri="{FF2B5EF4-FFF2-40B4-BE49-F238E27FC236}">
                <a16:creationId xmlns:a16="http://schemas.microsoft.com/office/drawing/2014/main" id="{4F89A62F-D268-FE62-8066-FFB5BCEC6300}"/>
              </a:ext>
            </a:extLst>
          </p:cNvPr>
          <p:cNvSpPr/>
          <p:nvPr userDrawn="1"/>
        </p:nvSpPr>
        <p:spPr>
          <a:xfrm>
            <a:off x="419854"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DDEAF8"/>
          </a:solidFill>
          <a:ln w="38100">
            <a:solidFill>
              <a:srgbClr val="4574C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120" tIns="228120" rIns="228120" bIns="228120" numCol="1" spcCol="1270" anchor="ctr" anchorCtr="0">
            <a:noAutofit/>
          </a:bodyPr>
          <a:lstStyle/>
          <a:p>
            <a:pPr marL="0" lvl="0" indent="0" algn="ctr" defTabSz="622300">
              <a:lnSpc>
                <a:spcPct val="90000"/>
              </a:lnSpc>
              <a:spcBef>
                <a:spcPct val="0"/>
              </a:spcBef>
              <a:spcAft>
                <a:spcPct val="35000"/>
              </a:spcAft>
              <a:buNone/>
            </a:pPr>
            <a:r>
              <a:rPr lang="en-GB" sz="1400" b="0" kern="1200">
                <a:solidFill>
                  <a:srgbClr val="4574C4"/>
                </a:solidFill>
                <a:latin typeface="Twinkl Cursive Looped" panose="02000000000000000000" pitchFamily="2" charset="77"/>
                <a:ea typeface="Sassoon Infant Rg" panose="02000503030000020003" pitchFamily="2" charset="0"/>
              </a:rPr>
              <a:t>Cultural awareness &amp; diversity </a:t>
            </a:r>
          </a:p>
        </p:txBody>
      </p:sp>
      <p:sp>
        <p:nvSpPr>
          <p:cNvPr id="24" name="Freeform 23">
            <a:extLst>
              <a:ext uri="{FF2B5EF4-FFF2-40B4-BE49-F238E27FC236}">
                <a16:creationId xmlns:a16="http://schemas.microsoft.com/office/drawing/2014/main" id="{27664619-6C78-3B1B-463B-D36B1D462932}"/>
              </a:ext>
            </a:extLst>
          </p:cNvPr>
          <p:cNvSpPr/>
          <p:nvPr userDrawn="1"/>
        </p:nvSpPr>
        <p:spPr>
          <a:xfrm>
            <a:off x="1211259"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CCCC"/>
          </a:solidFill>
          <a:ln w="38100">
            <a:solidFill>
              <a:srgbClr val="C3580C"/>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rgbClr val="C3580C"/>
                </a:solidFill>
                <a:latin typeface="Twinkl Cursive Looped" panose="02000000000000000000" pitchFamily="2" charset="77"/>
                <a:ea typeface="Sassoon Infant Rg" panose="02000503030000020003" pitchFamily="2" charset="0"/>
              </a:rPr>
              <a:t>Human Geography</a:t>
            </a:r>
          </a:p>
        </p:txBody>
      </p:sp>
    </p:spTree>
    <p:extLst>
      <p:ext uri="{BB962C8B-B14F-4D97-AF65-F5344CB8AC3E}">
        <p14:creationId xmlns:p14="http://schemas.microsoft.com/office/powerpoint/2010/main" val="201992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4"/>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heel(1)">
                                      <p:cBhvr>
                                        <p:cTn id="11" dur="2000"/>
                                        <p:tgtEl>
                                          <p:spTgt spid="11"/>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24"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visit">
    <p:spTree>
      <p:nvGrpSpPr>
        <p:cNvPr id="1" name=""/>
        <p:cNvGrpSpPr/>
        <p:nvPr/>
      </p:nvGrpSpPr>
      <p:grpSpPr>
        <a:xfrm>
          <a:off x="0" y="0"/>
          <a:ext cx="0" cy="0"/>
          <a:chOff x="0" y="0"/>
          <a:chExt cx="0" cy="0"/>
        </a:xfrm>
      </p:grpSpPr>
      <p:pic>
        <p:nvPicPr>
          <p:cNvPr id="6" name="Picture 1" descr="Macintosh HD:Users:nicholasgarrick:Dropbox:1 LupL:6 Resources:Images and Icons:Icons:Geographer:icon_5211.png">
            <a:extLst>
              <a:ext uri="{FF2B5EF4-FFF2-40B4-BE49-F238E27FC236}">
                <a16:creationId xmlns:a16="http://schemas.microsoft.com/office/drawing/2014/main" id="{DC5F1B42-8526-1E66-05A7-2E821F42DE7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AA4C266-4F85-3F09-DE59-533D9948FE9B}"/>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chemeClr val="accent2"/>
                </a:solidFill>
                <a:effectLst/>
                <a:uLnTx/>
                <a:uFillTx/>
                <a:latin typeface="Twinkl Cursive Looped" panose="02000000000000000000" pitchFamily="2" charset="77"/>
                <a:ea typeface="Sassoon Infant Rg" panose="02000503030000020003" pitchFamily="2" charset="0"/>
                <a:cs typeface="+mn-cs"/>
              </a:rPr>
              <a:t>Revisit</a:t>
            </a:r>
          </a:p>
        </p:txBody>
      </p:sp>
      <p:sp>
        <p:nvSpPr>
          <p:cNvPr id="3" name="Text Placeholder 3">
            <a:extLst>
              <a:ext uri="{FF2B5EF4-FFF2-40B4-BE49-F238E27FC236}">
                <a16:creationId xmlns:a16="http://schemas.microsoft.com/office/drawing/2014/main" id="{7F5E2CE0-2DCE-F613-5427-F8DA852B9DA8}"/>
              </a:ext>
            </a:extLst>
          </p:cNvPr>
          <p:cNvSpPr>
            <a:spLocks noGrp="1"/>
          </p:cNvSpPr>
          <p:nvPr>
            <p:ph type="body" sz="quarter" idx="10"/>
          </p:nvPr>
        </p:nvSpPr>
        <p:spPr>
          <a:xfrm>
            <a:off x="623888" y="1047750"/>
            <a:ext cx="10950575" cy="506253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111151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uzzle Pieces">
    <p:spTree>
      <p:nvGrpSpPr>
        <p:cNvPr id="1" name=""/>
        <p:cNvGrpSpPr/>
        <p:nvPr/>
      </p:nvGrpSpPr>
      <p:grpSpPr>
        <a:xfrm>
          <a:off x="0" y="0"/>
          <a:ext cx="0" cy="0"/>
          <a:chOff x="0" y="0"/>
          <a:chExt cx="0" cy="0"/>
        </a:xfrm>
      </p:grpSpPr>
      <p:pic>
        <p:nvPicPr>
          <p:cNvPr id="34" name="Picture 1" descr="Macintosh HD:Users:nicholasgarrick:Dropbox:1 LupL:6 Resources:Images and Icons:Icons:Geographer:icon_5211.png">
            <a:extLst>
              <a:ext uri="{FF2B5EF4-FFF2-40B4-BE49-F238E27FC236}">
                <a16:creationId xmlns:a16="http://schemas.microsoft.com/office/drawing/2014/main" id="{18459E9E-2215-95E5-26EB-8C8B74442A1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A86A2CA-7706-DE44-CA7D-393232DF743C}"/>
              </a:ext>
            </a:extLst>
          </p:cNvPr>
          <p:cNvSpPr txBox="1"/>
          <p:nvPr userDrawn="1"/>
        </p:nvSpPr>
        <p:spPr>
          <a:xfrm>
            <a:off x="923238" y="808490"/>
            <a:ext cx="2860102"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Human geography is the study of how people live, use and change places, including towns, cities, jobs, transport and how humans affect the environment.</a:t>
            </a:r>
          </a:p>
        </p:txBody>
      </p:sp>
      <p:pic>
        <p:nvPicPr>
          <p:cNvPr id="8" name="Picture 7">
            <a:extLst>
              <a:ext uri="{FF2B5EF4-FFF2-40B4-BE49-F238E27FC236}">
                <a16:creationId xmlns:a16="http://schemas.microsoft.com/office/drawing/2014/main" id="{F31F81D1-2DFF-7F3B-FA22-10EA11D3952A}"/>
              </a:ext>
            </a:extLst>
          </p:cNvPr>
          <p:cNvPicPr>
            <a:picLocks noChangeAspect="1"/>
          </p:cNvPicPr>
          <p:nvPr userDrawn="1"/>
        </p:nvPicPr>
        <p:blipFill>
          <a:blip r:embed="rId3">
            <a:biLevel thresh="25000"/>
          </a:blip>
          <a:stretch>
            <a:fillRect/>
          </a:stretch>
        </p:blipFill>
        <p:spPr>
          <a:xfrm>
            <a:off x="139278" y="1141596"/>
            <a:ext cx="783960" cy="441111"/>
          </a:xfrm>
          <a:prstGeom prst="rect">
            <a:avLst/>
          </a:prstGeom>
        </p:spPr>
      </p:pic>
      <p:sp>
        <p:nvSpPr>
          <p:cNvPr id="4" name="TextBox 3">
            <a:extLst>
              <a:ext uri="{FF2B5EF4-FFF2-40B4-BE49-F238E27FC236}">
                <a16:creationId xmlns:a16="http://schemas.microsoft.com/office/drawing/2014/main" id="{D866B223-D952-E1B4-7E7E-ED9500426968}"/>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chemeClr val="accent2"/>
                </a:solidFill>
                <a:effectLst/>
                <a:uLnTx/>
                <a:uFillTx/>
                <a:latin typeface="Twinkl Cursive Looped" panose="02000000000000000000" pitchFamily="2" charset="77"/>
                <a:ea typeface="Sassoon Infant Rg" panose="02000503030000020003" pitchFamily="2" charset="0"/>
                <a:cs typeface="+mn-cs"/>
              </a:rPr>
              <a:t>Connections</a:t>
            </a:r>
          </a:p>
        </p:txBody>
      </p:sp>
    </p:spTree>
    <p:extLst>
      <p:ext uri="{BB962C8B-B14F-4D97-AF65-F5344CB8AC3E}">
        <p14:creationId xmlns:p14="http://schemas.microsoft.com/office/powerpoint/2010/main" val="24516170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uilding Blocks">
    <p:spTree>
      <p:nvGrpSpPr>
        <p:cNvPr id="1" name=""/>
        <p:cNvGrpSpPr/>
        <p:nvPr/>
      </p:nvGrpSpPr>
      <p:grpSpPr>
        <a:xfrm>
          <a:off x="0" y="0"/>
          <a:ext cx="0" cy="0"/>
          <a:chOff x="0" y="0"/>
          <a:chExt cx="0" cy="0"/>
        </a:xfrm>
      </p:grpSpPr>
      <p:sp>
        <p:nvSpPr>
          <p:cNvPr id="129" name="TextBox 128">
            <a:extLst>
              <a:ext uri="{FF2B5EF4-FFF2-40B4-BE49-F238E27FC236}">
                <a16:creationId xmlns:a16="http://schemas.microsoft.com/office/drawing/2014/main" id="{23707F62-5BC9-73A8-06FB-B7B94D9CDA14}"/>
              </a:ext>
            </a:extLst>
          </p:cNvPr>
          <p:cNvSpPr txBox="1"/>
          <p:nvPr userDrawn="1"/>
        </p:nvSpPr>
        <p:spPr>
          <a:xfrm>
            <a:off x="209565" y="1716741"/>
            <a:ext cx="2860102"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Human geography is the study of how people live, use and change places. This includes towns, cities, jobs, transport and how humans affect the environment.</a:t>
            </a:r>
          </a:p>
        </p:txBody>
      </p:sp>
      <p:grpSp>
        <p:nvGrpSpPr>
          <p:cNvPr id="186" name="Group 185">
            <a:extLst>
              <a:ext uri="{FF2B5EF4-FFF2-40B4-BE49-F238E27FC236}">
                <a16:creationId xmlns:a16="http://schemas.microsoft.com/office/drawing/2014/main" id="{1EEDBCC6-5644-F19A-ADD5-0820C10A8B5F}"/>
              </a:ext>
            </a:extLst>
          </p:cNvPr>
          <p:cNvGrpSpPr/>
          <p:nvPr userDrawn="1"/>
        </p:nvGrpSpPr>
        <p:grpSpPr>
          <a:xfrm>
            <a:off x="272909" y="5585370"/>
            <a:ext cx="1280546" cy="1018597"/>
            <a:chOff x="487294" y="3394800"/>
            <a:chExt cx="1829988" cy="1302126"/>
          </a:xfrm>
          <a:solidFill>
            <a:srgbClr val="FFB5B3"/>
          </a:solidFill>
        </p:grpSpPr>
        <p:grpSp>
          <p:nvGrpSpPr>
            <p:cNvPr id="187" name="Group 186">
              <a:extLst>
                <a:ext uri="{FF2B5EF4-FFF2-40B4-BE49-F238E27FC236}">
                  <a16:creationId xmlns:a16="http://schemas.microsoft.com/office/drawing/2014/main" id="{7D343F5F-0310-8BF1-153F-738F244F6B87}"/>
                </a:ext>
              </a:extLst>
            </p:cNvPr>
            <p:cNvGrpSpPr/>
            <p:nvPr/>
          </p:nvGrpSpPr>
          <p:grpSpPr>
            <a:xfrm>
              <a:off x="487294" y="4338320"/>
              <a:ext cx="904626" cy="358606"/>
              <a:chOff x="7508240" y="3017520"/>
              <a:chExt cx="3545840" cy="2021840"/>
            </a:xfrm>
            <a:grpFill/>
          </p:grpSpPr>
          <p:sp>
            <p:nvSpPr>
              <p:cNvPr id="205" name="Rectangle 204">
                <a:extLst>
                  <a:ext uri="{FF2B5EF4-FFF2-40B4-BE49-F238E27FC236}">
                    <a16:creationId xmlns:a16="http://schemas.microsoft.com/office/drawing/2014/main" id="{824A26F8-2EFF-49EE-5959-CE6CD9FD154F}"/>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06" name="Rectangle: Top Corners Rounded 71">
                <a:extLst>
                  <a:ext uri="{FF2B5EF4-FFF2-40B4-BE49-F238E27FC236}">
                    <a16:creationId xmlns:a16="http://schemas.microsoft.com/office/drawing/2014/main" id="{0C0B3541-7ACE-E20A-F4B8-275913C1BDD5}"/>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7" name="Rectangle: Top Corners Rounded 72">
                <a:extLst>
                  <a:ext uri="{FF2B5EF4-FFF2-40B4-BE49-F238E27FC236}">
                    <a16:creationId xmlns:a16="http://schemas.microsoft.com/office/drawing/2014/main" id="{C6C01646-8B6E-657C-4854-39EB1B4A5965}"/>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8" name="Rectangle: Top Corners Rounded 73">
                <a:extLst>
                  <a:ext uri="{FF2B5EF4-FFF2-40B4-BE49-F238E27FC236}">
                    <a16:creationId xmlns:a16="http://schemas.microsoft.com/office/drawing/2014/main" id="{AB185C89-AD94-E1C7-6A02-62FEA46471F7}"/>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88" name="Group 187">
              <a:extLst>
                <a:ext uri="{FF2B5EF4-FFF2-40B4-BE49-F238E27FC236}">
                  <a16:creationId xmlns:a16="http://schemas.microsoft.com/office/drawing/2014/main" id="{921A253F-5A1F-44C8-FE26-9851FB495E89}"/>
                </a:ext>
              </a:extLst>
            </p:cNvPr>
            <p:cNvGrpSpPr/>
            <p:nvPr/>
          </p:nvGrpSpPr>
          <p:grpSpPr>
            <a:xfrm>
              <a:off x="1412656" y="4338320"/>
              <a:ext cx="904626" cy="358606"/>
              <a:chOff x="7508240" y="3017520"/>
              <a:chExt cx="3545840" cy="2021840"/>
            </a:xfrm>
            <a:grpFill/>
          </p:grpSpPr>
          <p:sp>
            <p:nvSpPr>
              <p:cNvPr id="201" name="Rectangle 200">
                <a:extLst>
                  <a:ext uri="{FF2B5EF4-FFF2-40B4-BE49-F238E27FC236}">
                    <a16:creationId xmlns:a16="http://schemas.microsoft.com/office/drawing/2014/main" id="{A4226305-104A-0BF5-8BD6-C5DBE225FA64}"/>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02" name="Rectangle: Top Corners Rounded 76">
                <a:extLst>
                  <a:ext uri="{FF2B5EF4-FFF2-40B4-BE49-F238E27FC236}">
                    <a16:creationId xmlns:a16="http://schemas.microsoft.com/office/drawing/2014/main" id="{B1C553D7-DF13-9D2C-F8EE-E1887A5973D4}"/>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3" name="Rectangle: Top Corners Rounded 77">
                <a:extLst>
                  <a:ext uri="{FF2B5EF4-FFF2-40B4-BE49-F238E27FC236}">
                    <a16:creationId xmlns:a16="http://schemas.microsoft.com/office/drawing/2014/main" id="{F57A6308-5609-D038-7817-D8F816944EBC}"/>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4" name="Rectangle: Top Corners Rounded 78">
                <a:extLst>
                  <a:ext uri="{FF2B5EF4-FFF2-40B4-BE49-F238E27FC236}">
                    <a16:creationId xmlns:a16="http://schemas.microsoft.com/office/drawing/2014/main" id="{7AE8B410-CF97-109E-AC73-7EE2E0A3CBC9}"/>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89" name="Group 188">
              <a:extLst>
                <a:ext uri="{FF2B5EF4-FFF2-40B4-BE49-F238E27FC236}">
                  <a16:creationId xmlns:a16="http://schemas.microsoft.com/office/drawing/2014/main" id="{79D539B1-633E-3258-46D8-189D057BD239}"/>
                </a:ext>
              </a:extLst>
            </p:cNvPr>
            <p:cNvGrpSpPr/>
            <p:nvPr/>
          </p:nvGrpSpPr>
          <p:grpSpPr>
            <a:xfrm>
              <a:off x="1045881" y="4007047"/>
              <a:ext cx="904626" cy="358606"/>
              <a:chOff x="7508240" y="3017520"/>
              <a:chExt cx="3545840" cy="2021840"/>
            </a:xfrm>
            <a:grpFill/>
          </p:grpSpPr>
          <p:sp>
            <p:nvSpPr>
              <p:cNvPr id="197" name="Rectangle 196">
                <a:extLst>
                  <a:ext uri="{FF2B5EF4-FFF2-40B4-BE49-F238E27FC236}">
                    <a16:creationId xmlns:a16="http://schemas.microsoft.com/office/drawing/2014/main" id="{1D4CA877-08BB-2743-2C91-D772E29BE181}"/>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98" name="Rectangle: Top Corners Rounded 81">
                <a:extLst>
                  <a:ext uri="{FF2B5EF4-FFF2-40B4-BE49-F238E27FC236}">
                    <a16:creationId xmlns:a16="http://schemas.microsoft.com/office/drawing/2014/main" id="{388DAA77-D3FE-F8FE-0D0A-C6904438768F}"/>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99" name="Rectangle: Top Corners Rounded 82">
                <a:extLst>
                  <a:ext uri="{FF2B5EF4-FFF2-40B4-BE49-F238E27FC236}">
                    <a16:creationId xmlns:a16="http://schemas.microsoft.com/office/drawing/2014/main" id="{7D82C541-F81F-7E02-29B0-6D26AE408383}"/>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00" name="Rectangle: Top Corners Rounded 83">
                <a:extLst>
                  <a:ext uri="{FF2B5EF4-FFF2-40B4-BE49-F238E27FC236}">
                    <a16:creationId xmlns:a16="http://schemas.microsoft.com/office/drawing/2014/main" id="{F877950A-A4C0-251B-7352-0C7970A65427}"/>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90" name="Group 189">
              <a:extLst>
                <a:ext uri="{FF2B5EF4-FFF2-40B4-BE49-F238E27FC236}">
                  <a16:creationId xmlns:a16="http://schemas.microsoft.com/office/drawing/2014/main" id="{29EA8D5D-939B-B699-5132-D73BAF0FE920}"/>
                </a:ext>
              </a:extLst>
            </p:cNvPr>
            <p:cNvGrpSpPr/>
            <p:nvPr/>
          </p:nvGrpSpPr>
          <p:grpSpPr>
            <a:xfrm>
              <a:off x="1620945" y="3669763"/>
              <a:ext cx="512234" cy="358606"/>
              <a:chOff x="7508240" y="3017519"/>
              <a:chExt cx="3545840" cy="2021841"/>
            </a:xfrm>
            <a:grpFill/>
          </p:grpSpPr>
          <p:sp>
            <p:nvSpPr>
              <p:cNvPr id="194" name="Rectangle 193">
                <a:extLst>
                  <a:ext uri="{FF2B5EF4-FFF2-40B4-BE49-F238E27FC236}">
                    <a16:creationId xmlns:a16="http://schemas.microsoft.com/office/drawing/2014/main" id="{A75FA34F-8591-3BCD-59BB-790571FFBBBC}"/>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95" name="Rectangle: Top Corners Rounded 86">
                <a:extLst>
                  <a:ext uri="{FF2B5EF4-FFF2-40B4-BE49-F238E27FC236}">
                    <a16:creationId xmlns:a16="http://schemas.microsoft.com/office/drawing/2014/main" id="{7DDFA530-4D70-7082-0CC8-E44E8EDC0BFF}"/>
                  </a:ext>
                </a:extLst>
              </p:cNvPr>
              <p:cNvSpPr/>
              <p:nvPr/>
            </p:nvSpPr>
            <p:spPr>
              <a:xfrm>
                <a:off x="8406167"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96" name="Rectangle: Top Corners Rounded 87">
                <a:extLst>
                  <a:ext uri="{FF2B5EF4-FFF2-40B4-BE49-F238E27FC236}">
                    <a16:creationId xmlns:a16="http://schemas.microsoft.com/office/drawing/2014/main" id="{B1A4774C-F438-3577-C784-C78E58127F7A}"/>
                  </a:ext>
                </a:extLst>
              </p:cNvPr>
              <p:cNvSpPr/>
              <p:nvPr/>
            </p:nvSpPr>
            <p:spPr>
              <a:xfrm>
                <a:off x="9689825"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91" name="Group 190">
              <a:extLst>
                <a:ext uri="{FF2B5EF4-FFF2-40B4-BE49-F238E27FC236}">
                  <a16:creationId xmlns:a16="http://schemas.microsoft.com/office/drawing/2014/main" id="{7FA78F10-C2D3-D61B-80D0-2EC3B738D3EA}"/>
                </a:ext>
              </a:extLst>
            </p:cNvPr>
            <p:cNvGrpSpPr/>
            <p:nvPr/>
          </p:nvGrpSpPr>
          <p:grpSpPr>
            <a:xfrm>
              <a:off x="1520357" y="3394800"/>
              <a:ext cx="338160" cy="309951"/>
              <a:chOff x="7508240" y="3017519"/>
              <a:chExt cx="3545840" cy="2021841"/>
            </a:xfrm>
            <a:grpFill/>
          </p:grpSpPr>
          <p:sp>
            <p:nvSpPr>
              <p:cNvPr id="192" name="Rectangle 191">
                <a:extLst>
                  <a:ext uri="{FF2B5EF4-FFF2-40B4-BE49-F238E27FC236}">
                    <a16:creationId xmlns:a16="http://schemas.microsoft.com/office/drawing/2014/main" id="{80FBCE67-BF54-A8F6-6581-421ECE264705}"/>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93" name="Rectangle: Top Corners Rounded 91">
                <a:extLst>
                  <a:ext uri="{FF2B5EF4-FFF2-40B4-BE49-F238E27FC236}">
                    <a16:creationId xmlns:a16="http://schemas.microsoft.com/office/drawing/2014/main" id="{0BD5FDF6-5429-7725-8D8F-DEAF1206276D}"/>
                  </a:ext>
                </a:extLst>
              </p:cNvPr>
              <p:cNvSpPr/>
              <p:nvPr/>
            </p:nvSpPr>
            <p:spPr>
              <a:xfrm>
                <a:off x="9045379" y="3017519"/>
                <a:ext cx="589285" cy="274322"/>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pic>
        <p:nvPicPr>
          <p:cNvPr id="5" name="Picture 4">
            <a:extLst>
              <a:ext uri="{FF2B5EF4-FFF2-40B4-BE49-F238E27FC236}">
                <a16:creationId xmlns:a16="http://schemas.microsoft.com/office/drawing/2014/main" id="{32FF8227-CDB1-6860-CD50-9A17DBC30487}"/>
              </a:ext>
            </a:extLst>
          </p:cNvPr>
          <p:cNvPicPr>
            <a:picLocks noChangeAspect="1"/>
          </p:cNvPicPr>
          <p:nvPr userDrawn="1"/>
        </p:nvPicPr>
        <p:blipFill>
          <a:blip r:embed="rId2">
            <a:biLevel thresh="25000"/>
          </a:blip>
          <a:stretch>
            <a:fillRect/>
          </a:stretch>
        </p:blipFill>
        <p:spPr>
          <a:xfrm>
            <a:off x="272090" y="939862"/>
            <a:ext cx="1296694" cy="729611"/>
          </a:xfrm>
          <a:prstGeom prst="rect">
            <a:avLst/>
          </a:prstGeom>
        </p:spPr>
      </p:pic>
      <p:grpSp>
        <p:nvGrpSpPr>
          <p:cNvPr id="9" name="Group 8">
            <a:extLst>
              <a:ext uri="{FF2B5EF4-FFF2-40B4-BE49-F238E27FC236}">
                <a16:creationId xmlns:a16="http://schemas.microsoft.com/office/drawing/2014/main" id="{A16FC126-FD82-1317-DB8C-FB74C9A9AB37}"/>
              </a:ext>
            </a:extLst>
          </p:cNvPr>
          <p:cNvGrpSpPr/>
          <p:nvPr userDrawn="1"/>
        </p:nvGrpSpPr>
        <p:grpSpPr>
          <a:xfrm>
            <a:off x="3521878" y="3693438"/>
            <a:ext cx="8311989" cy="926097"/>
            <a:chOff x="3464951" y="3693438"/>
            <a:chExt cx="8311989" cy="926097"/>
          </a:xfrm>
        </p:grpSpPr>
        <p:grpSp>
          <p:nvGrpSpPr>
            <p:cNvPr id="10" name="Group 9">
              <a:extLst>
                <a:ext uri="{FF2B5EF4-FFF2-40B4-BE49-F238E27FC236}">
                  <a16:creationId xmlns:a16="http://schemas.microsoft.com/office/drawing/2014/main" id="{56202A21-3D36-A70A-AAD4-4B6336CB56EA}"/>
                </a:ext>
              </a:extLst>
            </p:cNvPr>
            <p:cNvGrpSpPr/>
            <p:nvPr/>
          </p:nvGrpSpPr>
          <p:grpSpPr>
            <a:xfrm>
              <a:off x="3464951" y="3693438"/>
              <a:ext cx="8311989" cy="926097"/>
              <a:chOff x="3507503" y="3693728"/>
              <a:chExt cx="8311989" cy="926097"/>
            </a:xfrm>
          </p:grpSpPr>
          <p:grpSp>
            <p:nvGrpSpPr>
              <p:cNvPr id="12" name="Group 11">
                <a:extLst>
                  <a:ext uri="{FF2B5EF4-FFF2-40B4-BE49-F238E27FC236}">
                    <a16:creationId xmlns:a16="http://schemas.microsoft.com/office/drawing/2014/main" id="{3817E33F-3504-0BE9-05B4-F6A810AE7E60}"/>
                  </a:ext>
                </a:extLst>
              </p:cNvPr>
              <p:cNvGrpSpPr/>
              <p:nvPr/>
            </p:nvGrpSpPr>
            <p:grpSpPr>
              <a:xfrm>
                <a:off x="3507503" y="3693728"/>
                <a:ext cx="8311989" cy="926097"/>
                <a:chOff x="3507503" y="3693728"/>
                <a:chExt cx="8311989" cy="926097"/>
              </a:xfrm>
            </p:grpSpPr>
            <p:grpSp>
              <p:nvGrpSpPr>
                <p:cNvPr id="14" name="Group 13">
                  <a:extLst>
                    <a:ext uri="{FF2B5EF4-FFF2-40B4-BE49-F238E27FC236}">
                      <a16:creationId xmlns:a16="http://schemas.microsoft.com/office/drawing/2014/main" id="{FEA21353-D433-3ADC-D22F-8EFCF7E5CFAF}"/>
                    </a:ext>
                  </a:extLst>
                </p:cNvPr>
                <p:cNvGrpSpPr/>
                <p:nvPr/>
              </p:nvGrpSpPr>
              <p:grpSpPr>
                <a:xfrm>
                  <a:off x="3518855" y="3719825"/>
                  <a:ext cx="8300637" cy="900000"/>
                  <a:chOff x="3996278" y="1747524"/>
                  <a:chExt cx="1713901" cy="2824471"/>
                </a:xfrm>
              </p:grpSpPr>
              <p:sp>
                <p:nvSpPr>
                  <p:cNvPr id="18" name="Rectangle: Rounded Corners 12">
                    <a:extLst>
                      <a:ext uri="{FF2B5EF4-FFF2-40B4-BE49-F238E27FC236}">
                        <a16:creationId xmlns:a16="http://schemas.microsoft.com/office/drawing/2014/main" id="{65ABC842-FD91-5AFC-D204-38D2B5AC5F9A}"/>
                      </a:ext>
                    </a:extLst>
                  </p:cNvPr>
                  <p:cNvSpPr/>
                  <p:nvPr/>
                </p:nvSpPr>
                <p:spPr>
                  <a:xfrm>
                    <a:off x="3996278"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9" name="Rectangle: Rounded Corners 4">
                    <a:extLst>
                      <a:ext uri="{FF2B5EF4-FFF2-40B4-BE49-F238E27FC236}">
                        <a16:creationId xmlns:a16="http://schemas.microsoft.com/office/drawing/2014/main" id="{79515D7F-4CC7-9E23-554D-78BD4437C718}"/>
                      </a:ext>
                    </a:extLst>
                  </p:cNvPr>
                  <p:cNvSpPr txBox="1"/>
                  <p:nvPr/>
                </p:nvSpPr>
                <p:spPr>
                  <a:xfrm>
                    <a:off x="4082912" y="1831190"/>
                    <a:ext cx="1546569" cy="265713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5" name="Group 14">
                  <a:extLst>
                    <a:ext uri="{FF2B5EF4-FFF2-40B4-BE49-F238E27FC236}">
                      <a16:creationId xmlns:a16="http://schemas.microsoft.com/office/drawing/2014/main" id="{6FB2032A-C69A-FE48-D1A0-E11713D3F3F9}"/>
                    </a:ext>
                  </a:extLst>
                </p:cNvPr>
                <p:cNvGrpSpPr/>
                <p:nvPr/>
              </p:nvGrpSpPr>
              <p:grpSpPr>
                <a:xfrm>
                  <a:off x="3507503" y="3693728"/>
                  <a:ext cx="801261" cy="903352"/>
                  <a:chOff x="4389349" y="450020"/>
                  <a:chExt cx="801261" cy="903352"/>
                </a:xfrm>
              </p:grpSpPr>
              <p:pic>
                <p:nvPicPr>
                  <p:cNvPr id="16" name="Picture 15">
                    <a:extLst>
                      <a:ext uri="{FF2B5EF4-FFF2-40B4-BE49-F238E27FC236}">
                        <a16:creationId xmlns:a16="http://schemas.microsoft.com/office/drawing/2014/main" id="{9CEFD77B-B429-872B-E798-DC8809BAE5B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89349" y="450020"/>
                    <a:ext cx="801261" cy="903352"/>
                  </a:xfrm>
                  <a:prstGeom prst="rect">
                    <a:avLst/>
                  </a:prstGeom>
                </p:spPr>
              </p:pic>
              <p:sp>
                <p:nvSpPr>
                  <p:cNvPr id="17" name="TextBox 16">
                    <a:extLst>
                      <a:ext uri="{FF2B5EF4-FFF2-40B4-BE49-F238E27FC236}">
                        <a16:creationId xmlns:a16="http://schemas.microsoft.com/office/drawing/2014/main" id="{7698F628-B378-9A7A-F75F-60658D6D9E96}"/>
                      </a:ext>
                    </a:extLst>
                  </p:cNvPr>
                  <p:cNvSpPr txBox="1"/>
                  <p:nvPr/>
                </p:nvSpPr>
                <p:spPr>
                  <a:xfrm>
                    <a:off x="4631284"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3</a:t>
                    </a:r>
                  </a:p>
                </p:txBody>
              </p:sp>
            </p:grpSp>
          </p:grpSp>
          <p:sp>
            <p:nvSpPr>
              <p:cNvPr id="13" name="TextBox 12">
                <a:extLst>
                  <a:ext uri="{FF2B5EF4-FFF2-40B4-BE49-F238E27FC236}">
                    <a16:creationId xmlns:a16="http://schemas.microsoft.com/office/drawing/2014/main" id="{90984EDD-7012-A5DD-2FB0-201287FB3372}"/>
                  </a:ext>
                </a:extLst>
              </p:cNvPr>
              <p:cNvSpPr txBox="1"/>
              <p:nvPr/>
            </p:nvSpPr>
            <p:spPr>
              <a:xfrm>
                <a:off x="4378390" y="4015936"/>
                <a:ext cx="2299228" cy="307777"/>
              </a:xfrm>
              <a:prstGeom prst="rect">
                <a:avLst/>
              </a:prstGeom>
              <a:noFill/>
              <a:ln w="28575">
                <a:solidFill>
                  <a:srgbClr val="BA0068"/>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Mediterranean</a:t>
                </a:r>
              </a:p>
            </p:txBody>
          </p:sp>
        </p:grpSp>
        <p:sp>
          <p:nvSpPr>
            <p:cNvPr id="11" name="TextBox 10">
              <a:extLst>
                <a:ext uri="{FF2B5EF4-FFF2-40B4-BE49-F238E27FC236}">
                  <a16:creationId xmlns:a16="http://schemas.microsoft.com/office/drawing/2014/main" id="{1BC1FC94-CD87-854D-1AA9-9227C2E7A9ED}"/>
                </a:ext>
              </a:extLst>
            </p:cNvPr>
            <p:cNvSpPr txBox="1"/>
            <p:nvPr/>
          </p:nvSpPr>
          <p:spPr>
            <a:xfrm>
              <a:off x="6767704" y="3825035"/>
              <a:ext cx="488210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I can describe how people use the land in my region and the Mediterranean. This includes jobs, leisure and transport links. </a:t>
              </a:r>
            </a:p>
          </p:txBody>
        </p:sp>
      </p:grpSp>
      <p:grpSp>
        <p:nvGrpSpPr>
          <p:cNvPr id="20" name="Group 19">
            <a:extLst>
              <a:ext uri="{FF2B5EF4-FFF2-40B4-BE49-F238E27FC236}">
                <a16:creationId xmlns:a16="http://schemas.microsoft.com/office/drawing/2014/main" id="{B95D963C-B4B9-DC5B-1915-5D891F8D0C36}"/>
              </a:ext>
            </a:extLst>
          </p:cNvPr>
          <p:cNvGrpSpPr/>
          <p:nvPr userDrawn="1"/>
        </p:nvGrpSpPr>
        <p:grpSpPr>
          <a:xfrm>
            <a:off x="3508831" y="4718397"/>
            <a:ext cx="8325034" cy="920150"/>
            <a:chOff x="3508831" y="4718397"/>
            <a:chExt cx="8325034" cy="920150"/>
          </a:xfrm>
        </p:grpSpPr>
        <p:grpSp>
          <p:nvGrpSpPr>
            <p:cNvPr id="21" name="Group 20">
              <a:extLst>
                <a:ext uri="{FF2B5EF4-FFF2-40B4-BE49-F238E27FC236}">
                  <a16:creationId xmlns:a16="http://schemas.microsoft.com/office/drawing/2014/main" id="{470D541C-C382-33D0-17B5-1EDC0378E0A6}"/>
                </a:ext>
              </a:extLst>
            </p:cNvPr>
            <p:cNvGrpSpPr/>
            <p:nvPr/>
          </p:nvGrpSpPr>
          <p:grpSpPr>
            <a:xfrm>
              <a:off x="3508831" y="4718397"/>
              <a:ext cx="8325034" cy="920150"/>
              <a:chOff x="3508831" y="4718397"/>
              <a:chExt cx="8325034" cy="920150"/>
            </a:xfrm>
          </p:grpSpPr>
          <p:grpSp>
            <p:nvGrpSpPr>
              <p:cNvPr id="23" name="Group 22">
                <a:extLst>
                  <a:ext uri="{FF2B5EF4-FFF2-40B4-BE49-F238E27FC236}">
                    <a16:creationId xmlns:a16="http://schemas.microsoft.com/office/drawing/2014/main" id="{DEA6B126-1276-28BA-A2F2-B7A2A99AE82D}"/>
                  </a:ext>
                </a:extLst>
              </p:cNvPr>
              <p:cNvGrpSpPr/>
              <p:nvPr/>
            </p:nvGrpSpPr>
            <p:grpSpPr>
              <a:xfrm>
                <a:off x="3508831" y="4718397"/>
                <a:ext cx="8325034" cy="920150"/>
                <a:chOff x="3508831" y="4718397"/>
                <a:chExt cx="8325034" cy="920150"/>
              </a:xfrm>
            </p:grpSpPr>
            <p:grpSp>
              <p:nvGrpSpPr>
                <p:cNvPr id="25" name="Group 24">
                  <a:extLst>
                    <a:ext uri="{FF2B5EF4-FFF2-40B4-BE49-F238E27FC236}">
                      <a16:creationId xmlns:a16="http://schemas.microsoft.com/office/drawing/2014/main" id="{1F10E2EA-B570-721A-9AC0-C18A6558E74E}"/>
                    </a:ext>
                  </a:extLst>
                </p:cNvPr>
                <p:cNvGrpSpPr/>
                <p:nvPr/>
              </p:nvGrpSpPr>
              <p:grpSpPr>
                <a:xfrm>
                  <a:off x="3518854" y="4738547"/>
                  <a:ext cx="8315011" cy="900000"/>
                  <a:chOff x="1996726" y="1717038"/>
                  <a:chExt cx="1716869" cy="2885442"/>
                </a:xfrm>
              </p:grpSpPr>
              <p:sp>
                <p:nvSpPr>
                  <p:cNvPr id="29" name="Rectangle: Rounded Corners 9">
                    <a:extLst>
                      <a:ext uri="{FF2B5EF4-FFF2-40B4-BE49-F238E27FC236}">
                        <a16:creationId xmlns:a16="http://schemas.microsoft.com/office/drawing/2014/main" id="{F0F31D55-95CE-160E-BF9F-A1EC65E9BE22}"/>
                      </a:ext>
                    </a:extLst>
                  </p:cNvPr>
                  <p:cNvSpPr/>
                  <p:nvPr/>
                </p:nvSpPr>
                <p:spPr>
                  <a:xfrm>
                    <a:off x="1996726" y="1717038"/>
                    <a:ext cx="1716869"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30" name="Rectangle: Rounded Corners 4">
                    <a:extLst>
                      <a:ext uri="{FF2B5EF4-FFF2-40B4-BE49-F238E27FC236}">
                        <a16:creationId xmlns:a16="http://schemas.microsoft.com/office/drawing/2014/main" id="{D4ED4B8C-C6EA-703B-DED8-F1F70EFDE90A}"/>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26" name="Group 25">
                  <a:extLst>
                    <a:ext uri="{FF2B5EF4-FFF2-40B4-BE49-F238E27FC236}">
                      <a16:creationId xmlns:a16="http://schemas.microsoft.com/office/drawing/2014/main" id="{508DCDFE-911A-7803-C8A2-4CED6585D52F}"/>
                    </a:ext>
                  </a:extLst>
                </p:cNvPr>
                <p:cNvGrpSpPr/>
                <p:nvPr/>
              </p:nvGrpSpPr>
              <p:grpSpPr>
                <a:xfrm>
                  <a:off x="3508831" y="4718397"/>
                  <a:ext cx="801261" cy="903352"/>
                  <a:chOff x="4390677" y="450020"/>
                  <a:chExt cx="801261" cy="903352"/>
                </a:xfrm>
              </p:grpSpPr>
              <p:pic>
                <p:nvPicPr>
                  <p:cNvPr id="27" name="Picture 26">
                    <a:extLst>
                      <a:ext uri="{FF2B5EF4-FFF2-40B4-BE49-F238E27FC236}">
                        <a16:creationId xmlns:a16="http://schemas.microsoft.com/office/drawing/2014/main" id="{0FCFA404-8758-5D13-7BEE-E9B4B40CFE5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90677" y="450020"/>
                    <a:ext cx="801261" cy="903352"/>
                  </a:xfrm>
                  <a:prstGeom prst="rect">
                    <a:avLst/>
                  </a:prstGeom>
                </p:spPr>
              </p:pic>
              <p:sp>
                <p:nvSpPr>
                  <p:cNvPr id="28" name="TextBox 27">
                    <a:extLst>
                      <a:ext uri="{FF2B5EF4-FFF2-40B4-BE49-F238E27FC236}">
                        <a16:creationId xmlns:a16="http://schemas.microsoft.com/office/drawing/2014/main" id="{9A4B8FF0-A4B3-AEA7-8625-B29289362064}"/>
                      </a:ext>
                    </a:extLst>
                  </p:cNvPr>
                  <p:cNvSpPr txBox="1"/>
                  <p:nvPr/>
                </p:nvSpPr>
                <p:spPr>
                  <a:xfrm>
                    <a:off x="4632612"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2</a:t>
                    </a:r>
                  </a:p>
                </p:txBody>
              </p:sp>
            </p:grpSp>
          </p:grpSp>
          <p:sp>
            <p:nvSpPr>
              <p:cNvPr id="24" name="TextBox 23">
                <a:extLst>
                  <a:ext uri="{FF2B5EF4-FFF2-40B4-BE49-F238E27FC236}">
                    <a16:creationId xmlns:a16="http://schemas.microsoft.com/office/drawing/2014/main" id="{76DC5647-75BD-CFBC-F401-547281551DE5}"/>
                  </a:ext>
                </a:extLst>
              </p:cNvPr>
              <p:cNvSpPr txBox="1"/>
              <p:nvPr/>
            </p:nvSpPr>
            <p:spPr>
              <a:xfrm>
                <a:off x="4392765" y="4929938"/>
                <a:ext cx="2299228" cy="523220"/>
              </a:xfrm>
              <a:prstGeom prst="rect">
                <a:avLst/>
              </a:prstGeom>
              <a:noFill/>
              <a:ln w="28575">
                <a:solidFill>
                  <a:schemeClr val="accent6"/>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Guizhou region, South West China</a:t>
                </a:r>
              </a:p>
            </p:txBody>
          </p:sp>
        </p:grpSp>
        <p:sp>
          <p:nvSpPr>
            <p:cNvPr id="22" name="TextBox 21">
              <a:extLst>
                <a:ext uri="{FF2B5EF4-FFF2-40B4-BE49-F238E27FC236}">
                  <a16:creationId xmlns:a16="http://schemas.microsoft.com/office/drawing/2014/main" id="{B52ADC3D-D3EF-6E50-8D54-BDD70E5F9E72}"/>
                </a:ext>
              </a:extLst>
            </p:cNvPr>
            <p:cNvSpPr txBox="1"/>
            <p:nvPr/>
          </p:nvSpPr>
          <p:spPr>
            <a:xfrm>
              <a:off x="6824631" y="4899996"/>
              <a:ext cx="488210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I can explain similarities and differences between human features in my local area and Guizhou in South West China. </a:t>
              </a:r>
            </a:p>
          </p:txBody>
        </p:sp>
      </p:grpSp>
      <p:grpSp>
        <p:nvGrpSpPr>
          <p:cNvPr id="31" name="Group 30">
            <a:extLst>
              <a:ext uri="{FF2B5EF4-FFF2-40B4-BE49-F238E27FC236}">
                <a16:creationId xmlns:a16="http://schemas.microsoft.com/office/drawing/2014/main" id="{7E0694D1-9829-8011-10D7-64CBFD35DEBF}"/>
              </a:ext>
            </a:extLst>
          </p:cNvPr>
          <p:cNvGrpSpPr/>
          <p:nvPr userDrawn="1"/>
        </p:nvGrpSpPr>
        <p:grpSpPr>
          <a:xfrm>
            <a:off x="3508831" y="5762222"/>
            <a:ext cx="8325034" cy="922745"/>
            <a:chOff x="3508831" y="5762222"/>
            <a:chExt cx="8325034" cy="922745"/>
          </a:xfrm>
        </p:grpSpPr>
        <p:grpSp>
          <p:nvGrpSpPr>
            <p:cNvPr id="32" name="Group 31">
              <a:extLst>
                <a:ext uri="{FF2B5EF4-FFF2-40B4-BE49-F238E27FC236}">
                  <a16:creationId xmlns:a16="http://schemas.microsoft.com/office/drawing/2014/main" id="{3A5ACA5C-8369-742B-2646-B953ADB8ECA3}"/>
                </a:ext>
              </a:extLst>
            </p:cNvPr>
            <p:cNvGrpSpPr/>
            <p:nvPr/>
          </p:nvGrpSpPr>
          <p:grpSpPr>
            <a:xfrm>
              <a:off x="3508831" y="5762222"/>
              <a:ext cx="8325034" cy="922745"/>
              <a:chOff x="3552490" y="5836523"/>
              <a:chExt cx="8325034" cy="922745"/>
            </a:xfrm>
          </p:grpSpPr>
          <p:grpSp>
            <p:nvGrpSpPr>
              <p:cNvPr id="34" name="Group 33">
                <a:extLst>
                  <a:ext uri="{FF2B5EF4-FFF2-40B4-BE49-F238E27FC236}">
                    <a16:creationId xmlns:a16="http://schemas.microsoft.com/office/drawing/2014/main" id="{FA7F2370-CBF9-A1C5-107F-8F1ACCB9FF9C}"/>
                  </a:ext>
                </a:extLst>
              </p:cNvPr>
              <p:cNvGrpSpPr/>
              <p:nvPr/>
            </p:nvGrpSpPr>
            <p:grpSpPr>
              <a:xfrm>
                <a:off x="3552490" y="5836523"/>
                <a:ext cx="8325034" cy="922745"/>
                <a:chOff x="3552490" y="5836523"/>
                <a:chExt cx="8325034" cy="922745"/>
              </a:xfrm>
            </p:grpSpPr>
            <p:sp>
              <p:nvSpPr>
                <p:cNvPr id="36" name="Rectangle: Rounded Corners 3">
                  <a:extLst>
                    <a:ext uri="{FF2B5EF4-FFF2-40B4-BE49-F238E27FC236}">
                      <a16:creationId xmlns:a16="http://schemas.microsoft.com/office/drawing/2014/main" id="{B78330E8-6785-F487-6B0B-8EB483580120}"/>
                    </a:ext>
                  </a:extLst>
                </p:cNvPr>
                <p:cNvSpPr/>
                <p:nvPr/>
              </p:nvSpPr>
              <p:spPr>
                <a:xfrm>
                  <a:off x="3552490" y="5859268"/>
                  <a:ext cx="8325034" cy="900000"/>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nvGrpSpPr>
                <p:cNvPr id="37" name="Group 36">
                  <a:extLst>
                    <a:ext uri="{FF2B5EF4-FFF2-40B4-BE49-F238E27FC236}">
                      <a16:creationId xmlns:a16="http://schemas.microsoft.com/office/drawing/2014/main" id="{CC2A4B0A-9D16-FFC3-182A-97C980E9020F}"/>
                    </a:ext>
                  </a:extLst>
                </p:cNvPr>
                <p:cNvGrpSpPr/>
                <p:nvPr/>
              </p:nvGrpSpPr>
              <p:grpSpPr>
                <a:xfrm>
                  <a:off x="3562659" y="5836523"/>
                  <a:ext cx="801261" cy="903352"/>
                  <a:chOff x="4444505" y="551736"/>
                  <a:chExt cx="801261" cy="903352"/>
                </a:xfrm>
              </p:grpSpPr>
              <p:pic>
                <p:nvPicPr>
                  <p:cNvPr id="38" name="Picture 37">
                    <a:extLst>
                      <a:ext uri="{FF2B5EF4-FFF2-40B4-BE49-F238E27FC236}">
                        <a16:creationId xmlns:a16="http://schemas.microsoft.com/office/drawing/2014/main" id="{D87461E1-7338-A9F5-15FF-DF1BD48C424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44505" y="551736"/>
                    <a:ext cx="801261" cy="903352"/>
                  </a:xfrm>
                  <a:prstGeom prst="rect">
                    <a:avLst/>
                  </a:prstGeom>
                </p:spPr>
              </p:pic>
              <p:sp>
                <p:nvSpPr>
                  <p:cNvPr id="39" name="TextBox 38">
                    <a:extLst>
                      <a:ext uri="{FF2B5EF4-FFF2-40B4-BE49-F238E27FC236}">
                        <a16:creationId xmlns:a16="http://schemas.microsoft.com/office/drawing/2014/main" id="{426D8057-EEBF-4542-ED22-17CC3E3D1AA6}"/>
                      </a:ext>
                    </a:extLst>
                  </p:cNvPr>
                  <p:cNvSpPr txBox="1"/>
                  <p:nvPr/>
                </p:nvSpPr>
                <p:spPr>
                  <a:xfrm>
                    <a:off x="4703335" y="772579"/>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1</a:t>
                    </a:r>
                  </a:p>
                </p:txBody>
              </p:sp>
            </p:grpSp>
          </p:grpSp>
          <p:sp>
            <p:nvSpPr>
              <p:cNvPr id="35" name="TextBox 34">
                <a:extLst>
                  <a:ext uri="{FF2B5EF4-FFF2-40B4-BE49-F238E27FC236}">
                    <a16:creationId xmlns:a16="http://schemas.microsoft.com/office/drawing/2014/main" id="{0B339A26-54D6-A3BF-E316-573BDA5305BF}"/>
                  </a:ext>
                </a:extLst>
              </p:cNvPr>
              <p:cNvSpPr txBox="1"/>
              <p:nvPr/>
            </p:nvSpPr>
            <p:spPr>
              <a:xfrm>
                <a:off x="4436424" y="6058243"/>
                <a:ext cx="2299228" cy="523220"/>
              </a:xfrm>
              <a:prstGeom prst="rect">
                <a:avLst/>
              </a:prstGeom>
              <a:noFill/>
              <a:ln w="28575">
                <a:solidFill>
                  <a:schemeClr val="accent2"/>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Where I live in the United Kingdom</a:t>
                </a:r>
              </a:p>
            </p:txBody>
          </p:sp>
        </p:grpSp>
        <p:sp>
          <p:nvSpPr>
            <p:cNvPr id="33" name="TextBox 32">
              <a:extLst>
                <a:ext uri="{FF2B5EF4-FFF2-40B4-BE49-F238E27FC236}">
                  <a16:creationId xmlns:a16="http://schemas.microsoft.com/office/drawing/2014/main" id="{7F0E2E54-86B6-EC2A-E811-C38B40137A53}"/>
                </a:ext>
              </a:extLst>
            </p:cNvPr>
            <p:cNvSpPr txBox="1"/>
            <p:nvPr/>
          </p:nvSpPr>
          <p:spPr>
            <a:xfrm>
              <a:off x="6824631" y="5864284"/>
              <a:ext cx="488210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I can describe my home, my school and the area where I live. I can name different human features and jobs in my local area. </a:t>
              </a:r>
            </a:p>
          </p:txBody>
        </p:sp>
      </p:grpSp>
      <p:grpSp>
        <p:nvGrpSpPr>
          <p:cNvPr id="51" name="Group 50">
            <a:extLst>
              <a:ext uri="{FF2B5EF4-FFF2-40B4-BE49-F238E27FC236}">
                <a16:creationId xmlns:a16="http://schemas.microsoft.com/office/drawing/2014/main" id="{C7B63172-9799-EF95-5E76-1C161E1F42FA}"/>
              </a:ext>
            </a:extLst>
          </p:cNvPr>
          <p:cNvGrpSpPr/>
          <p:nvPr userDrawn="1"/>
        </p:nvGrpSpPr>
        <p:grpSpPr>
          <a:xfrm>
            <a:off x="3525668" y="2709975"/>
            <a:ext cx="8308198" cy="912750"/>
            <a:chOff x="3525668" y="2709975"/>
            <a:chExt cx="8308198" cy="912750"/>
          </a:xfrm>
        </p:grpSpPr>
        <p:grpSp>
          <p:nvGrpSpPr>
            <p:cNvPr id="52" name="Group 51">
              <a:extLst>
                <a:ext uri="{FF2B5EF4-FFF2-40B4-BE49-F238E27FC236}">
                  <a16:creationId xmlns:a16="http://schemas.microsoft.com/office/drawing/2014/main" id="{0E1F87DA-AD0E-441D-B862-D4F21F8BF72F}"/>
                </a:ext>
              </a:extLst>
            </p:cNvPr>
            <p:cNvGrpSpPr/>
            <p:nvPr/>
          </p:nvGrpSpPr>
          <p:grpSpPr>
            <a:xfrm>
              <a:off x="3525668" y="2709975"/>
              <a:ext cx="8308198" cy="912750"/>
              <a:chOff x="3525668" y="2709975"/>
              <a:chExt cx="8308198" cy="912750"/>
            </a:xfrm>
          </p:grpSpPr>
          <p:grpSp>
            <p:nvGrpSpPr>
              <p:cNvPr id="54" name="Group 53">
                <a:extLst>
                  <a:ext uri="{FF2B5EF4-FFF2-40B4-BE49-F238E27FC236}">
                    <a16:creationId xmlns:a16="http://schemas.microsoft.com/office/drawing/2014/main" id="{8AAB5D67-279F-260A-29B3-4CEAFF9A6F32}"/>
                  </a:ext>
                </a:extLst>
              </p:cNvPr>
              <p:cNvGrpSpPr/>
              <p:nvPr/>
            </p:nvGrpSpPr>
            <p:grpSpPr>
              <a:xfrm>
                <a:off x="3525668" y="2709975"/>
                <a:ext cx="8308198" cy="912750"/>
                <a:chOff x="3525668" y="2709975"/>
                <a:chExt cx="8308198" cy="912750"/>
              </a:xfrm>
            </p:grpSpPr>
            <p:sp>
              <p:nvSpPr>
                <p:cNvPr id="60" name="Rectangle: Rounded Corners 15">
                  <a:extLst>
                    <a:ext uri="{FF2B5EF4-FFF2-40B4-BE49-F238E27FC236}">
                      <a16:creationId xmlns:a16="http://schemas.microsoft.com/office/drawing/2014/main" id="{A1F9D0EE-7678-1BFD-D27E-C5392E89BA37}"/>
                    </a:ext>
                  </a:extLst>
                </p:cNvPr>
                <p:cNvSpPr/>
                <p:nvPr/>
              </p:nvSpPr>
              <p:spPr>
                <a:xfrm>
                  <a:off x="3533229" y="2722725"/>
                  <a:ext cx="8300637" cy="900000"/>
                </a:xfrm>
                <a:prstGeom prst="roundRect">
                  <a:avLst/>
                </a:prstGeom>
                <a:solidFill>
                  <a:srgbClr val="BDD7E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nvGrpSpPr>
                <p:cNvPr id="57" name="Group 56">
                  <a:extLst>
                    <a:ext uri="{FF2B5EF4-FFF2-40B4-BE49-F238E27FC236}">
                      <a16:creationId xmlns:a16="http://schemas.microsoft.com/office/drawing/2014/main" id="{1C475E96-233D-17E8-9592-DDAC8B1B0471}"/>
                    </a:ext>
                  </a:extLst>
                </p:cNvPr>
                <p:cNvGrpSpPr/>
                <p:nvPr/>
              </p:nvGrpSpPr>
              <p:grpSpPr>
                <a:xfrm>
                  <a:off x="3525668" y="2709975"/>
                  <a:ext cx="801261" cy="903352"/>
                  <a:chOff x="4462145" y="450020"/>
                  <a:chExt cx="801261" cy="903352"/>
                </a:xfrm>
              </p:grpSpPr>
              <p:pic>
                <p:nvPicPr>
                  <p:cNvPr id="58" name="Picture 57">
                    <a:extLst>
                      <a:ext uri="{FF2B5EF4-FFF2-40B4-BE49-F238E27FC236}">
                        <a16:creationId xmlns:a16="http://schemas.microsoft.com/office/drawing/2014/main" id="{F2F19F78-0E80-8C67-5132-AA17A1BF1C3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59" name="TextBox 58">
                    <a:extLst>
                      <a:ext uri="{FF2B5EF4-FFF2-40B4-BE49-F238E27FC236}">
                        <a16:creationId xmlns:a16="http://schemas.microsoft.com/office/drawing/2014/main" id="{A9E7F21B-ED07-8174-4C9F-4C380FBED5AD}"/>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4</a:t>
                    </a:r>
                  </a:p>
                </p:txBody>
              </p:sp>
            </p:grpSp>
          </p:grpSp>
          <p:sp>
            <p:nvSpPr>
              <p:cNvPr id="55" name="TextBox 54">
                <a:extLst>
                  <a:ext uri="{FF2B5EF4-FFF2-40B4-BE49-F238E27FC236}">
                    <a16:creationId xmlns:a16="http://schemas.microsoft.com/office/drawing/2014/main" id="{94ED4395-13B2-5B6A-F285-0D2D2BAA096D}"/>
                  </a:ext>
                </a:extLst>
              </p:cNvPr>
              <p:cNvSpPr txBox="1"/>
              <p:nvPr/>
            </p:nvSpPr>
            <p:spPr>
              <a:xfrm>
                <a:off x="4392765" y="2911115"/>
                <a:ext cx="2299228" cy="523220"/>
              </a:xfrm>
              <a:prstGeom prst="rect">
                <a:avLst/>
              </a:prstGeom>
              <a:noFill/>
              <a:ln w="28575">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Peru or Brazil in South America</a:t>
                </a:r>
              </a:p>
            </p:txBody>
          </p:sp>
        </p:grpSp>
        <p:sp>
          <p:nvSpPr>
            <p:cNvPr id="53" name="TextBox 52">
              <a:extLst>
                <a:ext uri="{FF2B5EF4-FFF2-40B4-BE49-F238E27FC236}">
                  <a16:creationId xmlns:a16="http://schemas.microsoft.com/office/drawing/2014/main" id="{DF1C3216-1E2F-1047-38CA-71DB21BB6542}"/>
                </a:ext>
              </a:extLst>
            </p:cNvPr>
            <p:cNvSpPr txBox="1"/>
            <p:nvPr/>
          </p:nvSpPr>
          <p:spPr>
            <a:xfrm>
              <a:off x="6824631" y="2924121"/>
              <a:ext cx="48821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I can compare and contrast different land use patterns in the UK and South America. </a:t>
              </a:r>
            </a:p>
          </p:txBody>
        </p:sp>
      </p:grpSp>
      <p:sp>
        <p:nvSpPr>
          <p:cNvPr id="2" name="TextBox 1">
            <a:extLst>
              <a:ext uri="{FF2B5EF4-FFF2-40B4-BE49-F238E27FC236}">
                <a16:creationId xmlns:a16="http://schemas.microsoft.com/office/drawing/2014/main" id="{38709356-0806-8FCD-FA4C-347A007A245C}"/>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chemeClr val="accent2"/>
                </a:solidFill>
                <a:effectLst/>
                <a:uLnTx/>
                <a:uFillTx/>
                <a:latin typeface="Twinkl Cursive Looped" panose="02000000000000000000" pitchFamily="2" charset="77"/>
                <a:ea typeface="Sassoon Infant Rg" panose="02000503030000020003" pitchFamily="2" charset="0"/>
                <a:cs typeface="+mn-cs"/>
              </a:rPr>
              <a:t>Human Geography</a:t>
            </a:r>
          </a:p>
        </p:txBody>
      </p:sp>
      <p:pic>
        <p:nvPicPr>
          <p:cNvPr id="3" name="Picture 2" descr="Macintosh HD:Users:nicholasgarrick:Dropbox:1 LupL:6 Resources:Images and Icons:Icons:Geographer:icon_5211.png">
            <a:extLst>
              <a:ext uri="{FF2B5EF4-FFF2-40B4-BE49-F238E27FC236}">
                <a16:creationId xmlns:a16="http://schemas.microsoft.com/office/drawing/2014/main" id="{44F1D520-8D84-CAD1-9F31-5D33AE989C50}"/>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688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anim calcmode="lin" valueType="num">
                                      <p:cBhvr additive="base">
                                        <p:cTn id="29" dur="500" fill="hold"/>
                                        <p:tgtEl>
                                          <p:spTgt spid="51"/>
                                        </p:tgtEl>
                                        <p:attrNameLst>
                                          <p:attrName>ppt_x</p:attrName>
                                        </p:attrNameLst>
                                      </p:cBhvr>
                                      <p:tavLst>
                                        <p:tav tm="0">
                                          <p:val>
                                            <p:strVal val="#ppt_x"/>
                                          </p:val>
                                        </p:tav>
                                        <p:tav tm="100000">
                                          <p:val>
                                            <p:strVal val="#ppt_x"/>
                                          </p:val>
                                        </p:tav>
                                      </p:tavLst>
                                    </p:anim>
                                    <p:anim calcmode="lin" valueType="num">
                                      <p:cBhvr additive="base">
                                        <p:cTn id="30"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Vocabulary">
    <p:spTree>
      <p:nvGrpSpPr>
        <p:cNvPr id="1" name=""/>
        <p:cNvGrpSpPr/>
        <p:nvPr/>
      </p:nvGrpSpPr>
      <p:grpSpPr>
        <a:xfrm>
          <a:off x="0" y="0"/>
          <a:ext cx="0" cy="0"/>
          <a:chOff x="0" y="0"/>
          <a:chExt cx="0" cy="0"/>
        </a:xfrm>
      </p:grpSpPr>
      <p:pic>
        <p:nvPicPr>
          <p:cNvPr id="3" name="Picture 1" descr="Macintosh HD:Users:nicholasgarrick:Dropbox:1 LupL:6 Resources:Images and Icons:Icons:Geographer:icon_5211.png">
            <a:extLst>
              <a:ext uri="{FF2B5EF4-FFF2-40B4-BE49-F238E27FC236}">
                <a16:creationId xmlns:a16="http://schemas.microsoft.com/office/drawing/2014/main" id="{676B5987-E34B-3374-2D16-1118493B962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0D2AC8D-5B45-FBC6-ED64-5FA76590AD5B}"/>
              </a:ext>
            </a:extLst>
          </p:cNvPr>
          <p:cNvPicPr>
            <a:picLocks noChangeAspect="1"/>
          </p:cNvPicPr>
          <p:nvPr userDrawn="1"/>
        </p:nvPicPr>
        <p:blipFill>
          <a:blip r:embed="rId3">
            <a:biLevel thresh="25000"/>
          </a:blip>
          <a:stretch>
            <a:fillRect/>
          </a:stretch>
        </p:blipFill>
        <p:spPr>
          <a:xfrm>
            <a:off x="139278" y="958716"/>
            <a:ext cx="783960" cy="441111"/>
          </a:xfrm>
          <a:prstGeom prst="rect">
            <a:avLst/>
          </a:prstGeom>
        </p:spPr>
      </p:pic>
      <p:sp>
        <p:nvSpPr>
          <p:cNvPr id="2" name="TextBox 1">
            <a:extLst>
              <a:ext uri="{FF2B5EF4-FFF2-40B4-BE49-F238E27FC236}">
                <a16:creationId xmlns:a16="http://schemas.microsoft.com/office/drawing/2014/main" id="{84BF02F0-7222-DE82-65FB-CFBE9801A4CE}"/>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chemeClr val="accent2"/>
                </a:solidFill>
                <a:effectLst/>
                <a:uLnTx/>
                <a:uFillTx/>
                <a:latin typeface="Twinkl Cursive Looped" panose="02000000000000000000" pitchFamily="2" charset="77"/>
                <a:ea typeface="Sassoon Infant Rg" panose="02000503030000020003" pitchFamily="2" charset="0"/>
                <a:cs typeface="+mn-cs"/>
              </a:rPr>
              <a:t>Vocabulary</a:t>
            </a:r>
          </a:p>
        </p:txBody>
      </p:sp>
    </p:spTree>
    <p:extLst>
      <p:ext uri="{BB962C8B-B14F-4D97-AF65-F5344CB8AC3E}">
        <p14:creationId xmlns:p14="http://schemas.microsoft.com/office/powerpoint/2010/main" val="297532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KS2 What, Why, How">
    <p:spTree>
      <p:nvGrpSpPr>
        <p:cNvPr id="1" name=""/>
        <p:cNvGrpSpPr/>
        <p:nvPr/>
      </p:nvGrpSpPr>
      <p:grpSpPr>
        <a:xfrm>
          <a:off x="0" y="0"/>
          <a:ext cx="0" cy="0"/>
          <a:chOff x="0" y="0"/>
          <a:chExt cx="0" cy="0"/>
        </a:xfrm>
      </p:grpSpPr>
      <p:sp>
        <p:nvSpPr>
          <p:cNvPr id="14" name="Rounded Rectangle 23">
            <a:extLst>
              <a:ext uri="{FF2B5EF4-FFF2-40B4-BE49-F238E27FC236}">
                <a16:creationId xmlns:a16="http://schemas.microsoft.com/office/drawing/2014/main" id="{F6D42CA6-462B-65A7-9B5B-3C589F700F86}"/>
              </a:ext>
            </a:extLst>
          </p:cNvPr>
          <p:cNvSpPr/>
          <p:nvPr/>
        </p:nvSpPr>
        <p:spPr>
          <a:xfrm>
            <a:off x="8522617" y="1018745"/>
            <a:ext cx="3473707" cy="55604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5" name="Rounded Rectangle 22">
            <a:extLst>
              <a:ext uri="{FF2B5EF4-FFF2-40B4-BE49-F238E27FC236}">
                <a16:creationId xmlns:a16="http://schemas.microsoft.com/office/drawing/2014/main" id="{933816E0-3D73-5ED5-6343-3817A0CE1063}"/>
              </a:ext>
            </a:extLst>
          </p:cNvPr>
          <p:cNvSpPr/>
          <p:nvPr/>
        </p:nvSpPr>
        <p:spPr>
          <a:xfrm>
            <a:off x="4410752" y="1052185"/>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6" name="Rounded Rectangle 21">
            <a:extLst>
              <a:ext uri="{FF2B5EF4-FFF2-40B4-BE49-F238E27FC236}">
                <a16:creationId xmlns:a16="http://schemas.microsoft.com/office/drawing/2014/main" id="{F6937F02-EEC3-C298-0063-EDDE7526730B}"/>
              </a:ext>
            </a:extLst>
          </p:cNvPr>
          <p:cNvSpPr/>
          <p:nvPr/>
        </p:nvSpPr>
        <p:spPr>
          <a:xfrm>
            <a:off x="209994" y="1052184"/>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7" name="Right Arrow 38">
            <a:extLst>
              <a:ext uri="{FF2B5EF4-FFF2-40B4-BE49-F238E27FC236}">
                <a16:creationId xmlns:a16="http://schemas.microsoft.com/office/drawing/2014/main" id="{B1CFD2A5-7039-037E-430B-B80B83385DB6}"/>
              </a:ext>
            </a:extLst>
          </p:cNvPr>
          <p:cNvSpPr/>
          <p:nvPr/>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8" name="Right Arrow 40">
            <a:extLst>
              <a:ext uri="{FF2B5EF4-FFF2-40B4-BE49-F238E27FC236}">
                <a16:creationId xmlns:a16="http://schemas.microsoft.com/office/drawing/2014/main" id="{372AD2D4-1CF6-11D1-3BEA-720CFCFE5006}"/>
              </a:ext>
            </a:extLst>
          </p:cNvPr>
          <p:cNvSpPr/>
          <p:nvPr/>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9" name="Cloud Callout 14">
            <a:extLst>
              <a:ext uri="{FF2B5EF4-FFF2-40B4-BE49-F238E27FC236}">
                <a16:creationId xmlns:a16="http://schemas.microsoft.com/office/drawing/2014/main" id="{72557F44-26CC-ABAB-3E13-3FFF710EA6C6}"/>
              </a:ext>
            </a:extLst>
          </p:cNvPr>
          <p:cNvSpPr/>
          <p:nvPr/>
        </p:nvSpPr>
        <p:spPr>
          <a:xfrm>
            <a:off x="1642514" y="1326933"/>
            <a:ext cx="1913677" cy="1215720"/>
          </a:xfrm>
          <a:prstGeom prst="cloudCallout">
            <a:avLst>
              <a:gd name="adj1" fmla="val -57973"/>
              <a:gd name="adj2" fmla="val 5370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What am I learning?</a:t>
            </a:r>
          </a:p>
        </p:txBody>
      </p:sp>
      <p:sp>
        <p:nvSpPr>
          <p:cNvPr id="20" name="Cloud Callout 17">
            <a:extLst>
              <a:ext uri="{FF2B5EF4-FFF2-40B4-BE49-F238E27FC236}">
                <a16:creationId xmlns:a16="http://schemas.microsoft.com/office/drawing/2014/main" id="{99034DEB-EBF2-656E-3440-CC2D10A6A536}"/>
              </a:ext>
            </a:extLst>
          </p:cNvPr>
          <p:cNvSpPr/>
          <p:nvPr/>
        </p:nvSpPr>
        <p:spPr>
          <a:xfrm>
            <a:off x="5579272" y="1132775"/>
            <a:ext cx="2190940" cy="1409879"/>
          </a:xfrm>
          <a:prstGeom prst="cloudCallout">
            <a:avLst>
              <a:gd name="adj1" fmla="val -47544"/>
              <a:gd name="adj2" fmla="val 3915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Why am I learning this?</a:t>
            </a:r>
          </a:p>
        </p:txBody>
      </p:sp>
      <p:sp>
        <p:nvSpPr>
          <p:cNvPr id="21" name="Cloud Callout 20">
            <a:extLst>
              <a:ext uri="{FF2B5EF4-FFF2-40B4-BE49-F238E27FC236}">
                <a16:creationId xmlns:a16="http://schemas.microsoft.com/office/drawing/2014/main" id="{C1DBC0FA-BEBC-DB1B-A07D-B992ACFA9B31}"/>
              </a:ext>
            </a:extLst>
          </p:cNvPr>
          <p:cNvSpPr/>
          <p:nvPr/>
        </p:nvSpPr>
        <p:spPr>
          <a:xfrm>
            <a:off x="9768925" y="1166214"/>
            <a:ext cx="2190940" cy="1409879"/>
          </a:xfrm>
          <a:prstGeom prst="cloudCallout">
            <a:avLst>
              <a:gd name="adj1" fmla="val -52552"/>
              <a:gd name="adj2" fmla="val 33963"/>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How will I know when I get there?</a:t>
            </a:r>
          </a:p>
        </p:txBody>
      </p:sp>
      <p:sp>
        <p:nvSpPr>
          <p:cNvPr id="22" name="Rounded Rectangle 25">
            <a:extLst>
              <a:ext uri="{FF2B5EF4-FFF2-40B4-BE49-F238E27FC236}">
                <a16:creationId xmlns:a16="http://schemas.microsoft.com/office/drawing/2014/main" id="{1646F1E1-DCB0-8652-1C01-B27E4DECEB83}"/>
              </a:ext>
            </a:extLst>
          </p:cNvPr>
          <p:cNvSpPr/>
          <p:nvPr/>
        </p:nvSpPr>
        <p:spPr>
          <a:xfrm>
            <a:off x="337503"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23" name="Picture 22">
            <a:extLst>
              <a:ext uri="{FF2B5EF4-FFF2-40B4-BE49-F238E27FC236}">
                <a16:creationId xmlns:a16="http://schemas.microsoft.com/office/drawing/2014/main" id="{4E705862-A1AE-7F25-7136-07F0B8B9FD08}"/>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24" name="Picture 23">
            <a:extLst>
              <a:ext uri="{FF2B5EF4-FFF2-40B4-BE49-F238E27FC236}">
                <a16:creationId xmlns:a16="http://schemas.microsoft.com/office/drawing/2014/main" id="{DDA8159E-6768-ACF9-C38D-6273DAA9B842}"/>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25" name="Picture 24">
            <a:extLst>
              <a:ext uri="{FF2B5EF4-FFF2-40B4-BE49-F238E27FC236}">
                <a16:creationId xmlns:a16="http://schemas.microsoft.com/office/drawing/2014/main" id="{411EE97E-6D16-40A1-3A53-1B671DC6713A}"/>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26" name="Rounded Rectangle 25">
            <a:extLst>
              <a:ext uri="{FF2B5EF4-FFF2-40B4-BE49-F238E27FC236}">
                <a16:creationId xmlns:a16="http://schemas.microsoft.com/office/drawing/2014/main" id="{12CB1FC9-FD58-52C0-23F6-FC4FDB6820AF}"/>
              </a:ext>
            </a:extLst>
          </p:cNvPr>
          <p:cNvSpPr/>
          <p:nvPr/>
        </p:nvSpPr>
        <p:spPr>
          <a:xfrm>
            <a:off x="4547775" y="3820472"/>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27" name="Rounded Rectangle 26">
            <a:extLst>
              <a:ext uri="{FF2B5EF4-FFF2-40B4-BE49-F238E27FC236}">
                <a16:creationId xmlns:a16="http://schemas.microsoft.com/office/drawing/2014/main" id="{024503B1-BD02-EA02-AE0B-AC487CD2AFD0}"/>
              </a:ext>
            </a:extLst>
          </p:cNvPr>
          <p:cNvSpPr/>
          <p:nvPr/>
        </p:nvSpPr>
        <p:spPr>
          <a:xfrm>
            <a:off x="8650126"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show this by…</a:t>
            </a:r>
          </a:p>
          <a:p>
            <a:pPr algn="ctr"/>
            <a:endParaRPr lang="en-GB" sz="2800" b="0" i="0">
              <a:solidFill>
                <a:schemeClr val="tx1"/>
              </a:solidFill>
              <a:latin typeface="Twinkl Cursive Looped" panose="02000000000000000000" pitchFamily="2" charset="77"/>
            </a:endParaRPr>
          </a:p>
        </p:txBody>
      </p:sp>
      <p:sp>
        <p:nvSpPr>
          <p:cNvPr id="28" name="Title 27">
            <a:extLst>
              <a:ext uri="{FF2B5EF4-FFF2-40B4-BE49-F238E27FC236}">
                <a16:creationId xmlns:a16="http://schemas.microsoft.com/office/drawing/2014/main" id="{AF9E9CD8-FC16-6852-0D5B-1861A37CC444}"/>
              </a:ext>
            </a:extLst>
          </p:cNvPr>
          <p:cNvSpPr>
            <a:spLocks noGrp="1"/>
          </p:cNvSpPr>
          <p:nvPr>
            <p:ph type="title" hasCustomPrompt="1"/>
          </p:nvPr>
        </p:nvSpPr>
        <p:spPr>
          <a:xfrm>
            <a:off x="1185691" y="252727"/>
            <a:ext cx="10515600" cy="587374"/>
          </a:xfrm>
        </p:spPr>
        <p:txBody>
          <a:bodyPr/>
          <a:lstStyle>
            <a:lvl1pPr>
              <a:defRPr b="0" i="0">
                <a:latin typeface="Twinkl Cursive Looped" panose="02000000000000000000" pitchFamily="2" charset="77"/>
              </a:defRPr>
            </a:lvl1pPr>
          </a:lstStyle>
          <a:p>
            <a:r>
              <a:rPr lang="en-GB"/>
              <a:t>Key Question</a:t>
            </a:r>
          </a:p>
        </p:txBody>
      </p:sp>
      <p:sp>
        <p:nvSpPr>
          <p:cNvPr id="34" name="Text Placeholder 33">
            <a:extLst>
              <a:ext uri="{FF2B5EF4-FFF2-40B4-BE49-F238E27FC236}">
                <a16:creationId xmlns:a16="http://schemas.microsoft.com/office/drawing/2014/main" id="{23B7B291-D52D-95B8-84B9-3312C894774A}"/>
              </a:ext>
            </a:extLst>
          </p:cNvPr>
          <p:cNvSpPr>
            <a:spLocks noGrp="1"/>
          </p:cNvSpPr>
          <p:nvPr>
            <p:ph type="body" sz="quarter" idx="10"/>
          </p:nvPr>
        </p:nvSpPr>
        <p:spPr>
          <a:xfrm>
            <a:off x="698500" y="4522788"/>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37" name="Text Placeholder 33">
            <a:extLst>
              <a:ext uri="{FF2B5EF4-FFF2-40B4-BE49-F238E27FC236}">
                <a16:creationId xmlns:a16="http://schemas.microsoft.com/office/drawing/2014/main" id="{EC15CAA9-8C92-565C-C8AE-391C0A8CBAEE}"/>
              </a:ext>
            </a:extLst>
          </p:cNvPr>
          <p:cNvSpPr>
            <a:spLocks noGrp="1"/>
          </p:cNvSpPr>
          <p:nvPr>
            <p:ph type="body" sz="quarter" idx="13"/>
          </p:nvPr>
        </p:nvSpPr>
        <p:spPr>
          <a:xfrm>
            <a:off x="4877594" y="4522787"/>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38" name="Text Placeholder 33">
            <a:extLst>
              <a:ext uri="{FF2B5EF4-FFF2-40B4-BE49-F238E27FC236}">
                <a16:creationId xmlns:a16="http://schemas.microsoft.com/office/drawing/2014/main" id="{E591B14A-DBC9-599B-D8C3-00A1930120CC}"/>
              </a:ext>
            </a:extLst>
          </p:cNvPr>
          <p:cNvSpPr>
            <a:spLocks noGrp="1"/>
          </p:cNvSpPr>
          <p:nvPr>
            <p:ph type="body" sz="quarter" idx="14"/>
          </p:nvPr>
        </p:nvSpPr>
        <p:spPr>
          <a:xfrm>
            <a:off x="8979945" y="4485371"/>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3" name="Rounded Rectangle 23">
            <a:extLst>
              <a:ext uri="{FF2B5EF4-FFF2-40B4-BE49-F238E27FC236}">
                <a16:creationId xmlns:a16="http://schemas.microsoft.com/office/drawing/2014/main" id="{DAD70EF2-B389-F6AB-9202-9947727C8EDE}"/>
              </a:ext>
            </a:extLst>
          </p:cNvPr>
          <p:cNvSpPr/>
          <p:nvPr userDrawn="1"/>
        </p:nvSpPr>
        <p:spPr>
          <a:xfrm>
            <a:off x="8522617" y="1018745"/>
            <a:ext cx="3473707" cy="5560461"/>
          </a:xfrm>
          <a:prstGeom prst="roundRect">
            <a:avLst/>
          </a:prstGeom>
          <a:solidFill>
            <a:srgbClr val="FFB5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 name="Rounded Rectangle 22">
            <a:extLst>
              <a:ext uri="{FF2B5EF4-FFF2-40B4-BE49-F238E27FC236}">
                <a16:creationId xmlns:a16="http://schemas.microsoft.com/office/drawing/2014/main" id="{D73C95A5-B885-8E18-B952-7E5AF86E696D}"/>
              </a:ext>
            </a:extLst>
          </p:cNvPr>
          <p:cNvSpPr/>
          <p:nvPr userDrawn="1"/>
        </p:nvSpPr>
        <p:spPr>
          <a:xfrm>
            <a:off x="4410752" y="1052185"/>
            <a:ext cx="3473707" cy="5527021"/>
          </a:xfrm>
          <a:prstGeom prst="roundRect">
            <a:avLst/>
          </a:prstGeom>
          <a:solidFill>
            <a:srgbClr val="FFB5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 name="Rounded Rectangle 21">
            <a:extLst>
              <a:ext uri="{FF2B5EF4-FFF2-40B4-BE49-F238E27FC236}">
                <a16:creationId xmlns:a16="http://schemas.microsoft.com/office/drawing/2014/main" id="{23C0025D-E14A-72FF-7C65-379ECE5F2737}"/>
              </a:ext>
            </a:extLst>
          </p:cNvPr>
          <p:cNvSpPr/>
          <p:nvPr userDrawn="1"/>
        </p:nvSpPr>
        <p:spPr>
          <a:xfrm>
            <a:off x="209994" y="1052184"/>
            <a:ext cx="3473707" cy="5527021"/>
          </a:xfrm>
          <a:prstGeom prst="roundRect">
            <a:avLst/>
          </a:prstGeom>
          <a:solidFill>
            <a:srgbClr val="FFB5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6" name="Right Arrow 38">
            <a:extLst>
              <a:ext uri="{FF2B5EF4-FFF2-40B4-BE49-F238E27FC236}">
                <a16:creationId xmlns:a16="http://schemas.microsoft.com/office/drawing/2014/main" id="{3D46CA92-9C6A-1EB2-CD19-DFBD4DD8B983}"/>
              </a:ext>
            </a:extLst>
          </p:cNvPr>
          <p:cNvSpPr/>
          <p:nvPr userDrawn="1"/>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7" name="Right Arrow 40">
            <a:extLst>
              <a:ext uri="{FF2B5EF4-FFF2-40B4-BE49-F238E27FC236}">
                <a16:creationId xmlns:a16="http://schemas.microsoft.com/office/drawing/2014/main" id="{E9982F60-7E6B-FE98-094D-0F4FA10EE523}"/>
              </a:ext>
            </a:extLst>
          </p:cNvPr>
          <p:cNvSpPr/>
          <p:nvPr userDrawn="1"/>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8" name="Cloud Callout 14">
            <a:extLst>
              <a:ext uri="{FF2B5EF4-FFF2-40B4-BE49-F238E27FC236}">
                <a16:creationId xmlns:a16="http://schemas.microsoft.com/office/drawing/2014/main" id="{F50ADCED-875C-6838-28A6-C82BB08B82A2}"/>
              </a:ext>
            </a:extLst>
          </p:cNvPr>
          <p:cNvSpPr/>
          <p:nvPr userDrawn="1"/>
        </p:nvSpPr>
        <p:spPr>
          <a:xfrm>
            <a:off x="1642514" y="1326933"/>
            <a:ext cx="1913677" cy="1215720"/>
          </a:xfrm>
          <a:prstGeom prst="cloudCallout">
            <a:avLst>
              <a:gd name="adj1" fmla="val -57973"/>
              <a:gd name="adj2" fmla="val 53702"/>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What am I learning?</a:t>
            </a:r>
          </a:p>
        </p:txBody>
      </p:sp>
      <p:sp>
        <p:nvSpPr>
          <p:cNvPr id="9" name="Cloud Callout 17">
            <a:extLst>
              <a:ext uri="{FF2B5EF4-FFF2-40B4-BE49-F238E27FC236}">
                <a16:creationId xmlns:a16="http://schemas.microsoft.com/office/drawing/2014/main" id="{9EB5C331-51E6-1840-11BD-45C81C31DE97}"/>
              </a:ext>
            </a:extLst>
          </p:cNvPr>
          <p:cNvSpPr/>
          <p:nvPr userDrawn="1"/>
        </p:nvSpPr>
        <p:spPr>
          <a:xfrm>
            <a:off x="5579272" y="1132775"/>
            <a:ext cx="2190940" cy="1409879"/>
          </a:xfrm>
          <a:prstGeom prst="cloudCallout">
            <a:avLst>
              <a:gd name="adj1" fmla="val -47544"/>
              <a:gd name="adj2" fmla="val 39152"/>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Why am I learning this?</a:t>
            </a:r>
          </a:p>
        </p:txBody>
      </p:sp>
      <p:sp>
        <p:nvSpPr>
          <p:cNvPr id="10" name="Cloud Callout 9">
            <a:extLst>
              <a:ext uri="{FF2B5EF4-FFF2-40B4-BE49-F238E27FC236}">
                <a16:creationId xmlns:a16="http://schemas.microsoft.com/office/drawing/2014/main" id="{41F1AAC0-BFF7-8E06-CE36-8B4483C203B0}"/>
              </a:ext>
            </a:extLst>
          </p:cNvPr>
          <p:cNvSpPr/>
          <p:nvPr userDrawn="1"/>
        </p:nvSpPr>
        <p:spPr>
          <a:xfrm>
            <a:off x="9768925" y="1166214"/>
            <a:ext cx="2190940" cy="1409879"/>
          </a:xfrm>
          <a:prstGeom prst="cloudCallout">
            <a:avLst>
              <a:gd name="adj1" fmla="val -52552"/>
              <a:gd name="adj2" fmla="val 33963"/>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ysClr val="windowText" lastClr="000000"/>
                </a:solidFill>
                <a:latin typeface="Twinkl Cursive Looped" panose="02000000000000000000" pitchFamily="2" charset="77"/>
              </a:rPr>
              <a:t>How will I know when I’m successful?</a:t>
            </a:r>
          </a:p>
        </p:txBody>
      </p:sp>
      <p:sp>
        <p:nvSpPr>
          <p:cNvPr id="11" name="Rounded Rectangle 25">
            <a:extLst>
              <a:ext uri="{FF2B5EF4-FFF2-40B4-BE49-F238E27FC236}">
                <a16:creationId xmlns:a16="http://schemas.microsoft.com/office/drawing/2014/main" id="{38CFA59B-1241-C90B-9097-3AA56ED96E90}"/>
              </a:ext>
            </a:extLst>
          </p:cNvPr>
          <p:cNvSpPr/>
          <p:nvPr userDrawn="1"/>
        </p:nvSpPr>
        <p:spPr>
          <a:xfrm>
            <a:off x="337503" y="3815694"/>
            <a:ext cx="3218688" cy="2629173"/>
          </a:xfrm>
          <a:prstGeom prst="roundRect">
            <a:avLst/>
          </a:prstGeom>
          <a:solidFill>
            <a:srgbClr val="FFCC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12" name="Picture 11">
            <a:extLst>
              <a:ext uri="{FF2B5EF4-FFF2-40B4-BE49-F238E27FC236}">
                <a16:creationId xmlns:a16="http://schemas.microsoft.com/office/drawing/2014/main" id="{CC6FADE6-BDC8-4964-257F-496A019EE8DA}"/>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29" name="Picture 28">
            <a:extLst>
              <a:ext uri="{FF2B5EF4-FFF2-40B4-BE49-F238E27FC236}">
                <a16:creationId xmlns:a16="http://schemas.microsoft.com/office/drawing/2014/main" id="{FD205D91-B0B4-D7D8-36D2-12B57E5E7442}"/>
              </a:ext>
            </a:extLst>
          </p:cNvPr>
          <p:cNvPicPr>
            <a:picLocks noChangeAspect="1"/>
          </p:cNvPicPr>
          <p:nvPr userDrawn="1"/>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30" name="Picture 29">
            <a:extLst>
              <a:ext uri="{FF2B5EF4-FFF2-40B4-BE49-F238E27FC236}">
                <a16:creationId xmlns:a16="http://schemas.microsoft.com/office/drawing/2014/main" id="{07C74EBA-17CE-389D-DB85-9D1D1F50A30C}"/>
              </a:ext>
            </a:extLst>
          </p:cNvPr>
          <p:cNvPicPr>
            <a:picLocks noChangeAspect="1"/>
          </p:cNvPicPr>
          <p:nvPr userDrawn="1"/>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31" name="Rounded Rectangle 30">
            <a:extLst>
              <a:ext uri="{FF2B5EF4-FFF2-40B4-BE49-F238E27FC236}">
                <a16:creationId xmlns:a16="http://schemas.microsoft.com/office/drawing/2014/main" id="{3EEE8F13-34A7-26CF-FFAD-B348960624BA}"/>
              </a:ext>
            </a:extLst>
          </p:cNvPr>
          <p:cNvSpPr/>
          <p:nvPr userDrawn="1"/>
        </p:nvSpPr>
        <p:spPr>
          <a:xfrm>
            <a:off x="4547775" y="3820472"/>
            <a:ext cx="3218688" cy="2629173"/>
          </a:xfrm>
          <a:prstGeom prst="roundRect">
            <a:avLst/>
          </a:prstGeom>
          <a:solidFill>
            <a:srgbClr val="FFCC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32" name="Rounded Rectangle 31">
            <a:extLst>
              <a:ext uri="{FF2B5EF4-FFF2-40B4-BE49-F238E27FC236}">
                <a16:creationId xmlns:a16="http://schemas.microsoft.com/office/drawing/2014/main" id="{565D1644-9817-EFA8-570C-FA8D62C945E7}"/>
              </a:ext>
            </a:extLst>
          </p:cNvPr>
          <p:cNvSpPr/>
          <p:nvPr userDrawn="1"/>
        </p:nvSpPr>
        <p:spPr>
          <a:xfrm>
            <a:off x="8650126" y="3815694"/>
            <a:ext cx="3218688" cy="2629173"/>
          </a:xfrm>
          <a:prstGeom prst="roundRect">
            <a:avLst/>
          </a:prstGeom>
          <a:solidFill>
            <a:srgbClr val="FFCC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be successful by…</a:t>
            </a:r>
          </a:p>
          <a:p>
            <a:pPr algn="ctr"/>
            <a:endParaRPr lang="en-GB" sz="2800" b="0" i="0">
              <a:solidFill>
                <a:schemeClr val="tx1"/>
              </a:solidFill>
              <a:latin typeface="Twinkl Cursive Looped" panose="02000000000000000000" pitchFamily="2" charset="77"/>
            </a:endParaRPr>
          </a:p>
        </p:txBody>
      </p:sp>
      <p:pic>
        <p:nvPicPr>
          <p:cNvPr id="33" name="Picture 32" descr="Macintosh HD:Users:nicholasgarrick:Dropbox:1 LupL:6 Resources:Images and Icons:Icons:Geographer:icon_5211.png">
            <a:extLst>
              <a:ext uri="{FF2B5EF4-FFF2-40B4-BE49-F238E27FC236}">
                <a16:creationId xmlns:a16="http://schemas.microsoft.com/office/drawing/2014/main" id="{2E1DAF15-881F-D457-A8BB-5F26B91D148E}"/>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131420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7">
            <a:extLst>
              <a:ext uri="{FF2B5EF4-FFF2-40B4-BE49-F238E27FC236}">
                <a16:creationId xmlns:a16="http://schemas.microsoft.com/office/drawing/2014/main" id="{E1FA7D91-B467-DE06-BAEA-1D4513FF488F}"/>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72247" y="140894"/>
            <a:ext cx="885149" cy="7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530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uild="p">
        <p:tmplLst>
          <p:tmpl lvl="1">
            <p:tnLst>
              <p:par>
                <p:cTn presetID="1" presetClass="entr" presetSubtype="0" fill="hold" nodeType="clickEffect" nodePh="1">
                  <p:stCondLst>
                    <p:cond delay="0"/>
                  </p:stCondLst>
                  <p:endCondLst>
                    <p:cond delay="0"/>
                  </p:endCondLst>
                  <p:childTnLst>
                    <p:set>
                      <p:cBhvr>
                        <p:cTn dur="1" fill="hold">
                          <p:stCondLst>
                            <p:cond delay="0"/>
                          </p:stCondLst>
                        </p:cTn>
                        <p:tgtEl>
                          <p:spTgt spid="34"/>
                        </p:tgtEl>
                        <p:attrNameLst>
                          <p:attrName>style.visibility</p:attrName>
                        </p:attrNameLst>
                      </p:cBhvr>
                      <p:to>
                        <p:strVal val="visible"/>
                      </p:to>
                    </p:set>
                  </p:childTnLst>
                </p:cTn>
              </p:par>
            </p:tnLst>
          </p:tmpl>
        </p:tmplLst>
      </p:bldP>
      <p:bldP spid="37" grpId="0" build="p">
        <p:tmplLst>
          <p:tmpl lvl="1">
            <p:tnLst>
              <p:par>
                <p:cTn presetID="1" presetClass="entr" presetSubtype="0" fill="hold" nodeType="clickEffect" nodePh="1">
                  <p:stCondLst>
                    <p:cond delay="0"/>
                  </p:stCondLst>
                  <p:endCondLst>
                    <p:cond delay="0"/>
                  </p:endCondLst>
                  <p:childTnLst>
                    <p:set>
                      <p:cBhvr>
                        <p:cTn dur="1" fill="hold">
                          <p:stCondLst>
                            <p:cond delay="0"/>
                          </p:stCondLst>
                        </p:cTn>
                        <p:tgtEl>
                          <p:spTgt spid="37"/>
                        </p:tgtEl>
                        <p:attrNameLst>
                          <p:attrName>style.visibility</p:attrName>
                        </p:attrNameLst>
                      </p:cBhvr>
                      <p:to>
                        <p:strVal val="visible"/>
                      </p:to>
                    </p:set>
                  </p:childTnLst>
                </p:cTn>
              </p:par>
            </p:tnLst>
          </p:tmpl>
        </p:tmplLst>
      </p:bldP>
      <p:bldP spid="38" grpId="0" build="p">
        <p:tmplLst>
          <p:tmpl lvl="1">
            <p:tnLst>
              <p:par>
                <p:cTn presetID="1" presetClass="entr" presetSubtype="0" fill="hold" nodeType="clickEffect" nodePh="1">
                  <p:stCondLst>
                    <p:cond delay="0"/>
                  </p:stCondLst>
                  <p:endCondLst>
                    <p:cond delay="0"/>
                  </p:endCondLst>
                  <p:childTnLst>
                    <p:set>
                      <p:cBhvr>
                        <p:cTn dur="1" fill="hold">
                          <p:stCondLst>
                            <p:cond delay="0"/>
                          </p:stCondLst>
                        </p:cTn>
                        <p:tgtEl>
                          <p:spTgt spid="38"/>
                        </p:tgtEl>
                        <p:attrNameLst>
                          <p:attrName>style.visibility</p:attrName>
                        </p:attrNameLst>
                      </p:cBhvr>
                      <p:to>
                        <p:strVal val="visible"/>
                      </p:to>
                    </p:se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ook">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F420A20-0427-FEBB-94F6-C4193F5D67FD}"/>
              </a:ext>
            </a:extLst>
          </p:cNvPr>
          <p:cNvSpPr>
            <a:spLocks noGrp="1"/>
          </p:cNvSpPr>
          <p:nvPr>
            <p:ph type="title"/>
          </p:nvPr>
        </p:nvSpPr>
        <p:spPr>
          <a:xfrm>
            <a:off x="246528" y="373834"/>
            <a:ext cx="11685495"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5" name="Content Placeholder 2">
            <a:extLst>
              <a:ext uri="{FF2B5EF4-FFF2-40B4-BE49-F238E27FC236}">
                <a16:creationId xmlns:a16="http://schemas.microsoft.com/office/drawing/2014/main" id="{8727FA49-916F-6379-73AB-F81F90D63BB8}"/>
              </a:ext>
            </a:extLst>
          </p:cNvPr>
          <p:cNvSpPr>
            <a:spLocks noGrp="1"/>
          </p:cNvSpPr>
          <p:nvPr>
            <p:ph idx="1"/>
          </p:nvPr>
        </p:nvSpPr>
        <p:spPr>
          <a:xfrm>
            <a:off x="246528" y="1834334"/>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Macintosh HD:Users:nicholasgarrick:Dropbox:1 LupL:6 Resources:Images and Icons:Icons:Geographer:icon_5211.png">
            <a:extLst>
              <a:ext uri="{FF2B5EF4-FFF2-40B4-BE49-F238E27FC236}">
                <a16:creationId xmlns:a16="http://schemas.microsoft.com/office/drawing/2014/main" id="{CBB1EB2E-3AEE-0F1F-1115-2ACC63E0D5C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53710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I 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2BE6-1BBB-6E8F-925B-028A6251E998}"/>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3" name="Content Placeholder 2">
            <a:extLst>
              <a:ext uri="{FF2B5EF4-FFF2-40B4-BE49-F238E27FC236}">
                <a16:creationId xmlns:a16="http://schemas.microsoft.com/office/drawing/2014/main" id="{DE327B21-08A8-373B-5759-CAD129496ABA}"/>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681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We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D5292D3-9B48-D839-900B-BC40E1994024}"/>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8DC9B51-90C5-910F-0E5E-26C8FCDFE363}"/>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2284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ou Do Tri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BA2D6B0-18BA-C1F5-A3CF-A118B5DF63ED}"/>
              </a:ext>
            </a:extLst>
          </p:cNvPr>
          <p:cNvSpPr>
            <a:spLocks noGrp="1"/>
          </p:cNvSpPr>
          <p:nvPr>
            <p:ph type="title"/>
          </p:nvPr>
        </p:nvSpPr>
        <p:spPr>
          <a:xfrm>
            <a:off x="246528" y="37563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F42BF2B-5700-B0C0-6B69-6699F0F4E31D}"/>
              </a:ext>
            </a:extLst>
          </p:cNvPr>
          <p:cNvSpPr>
            <a:spLocks noGrp="1"/>
          </p:cNvSpPr>
          <p:nvPr>
            <p:ph idx="1"/>
          </p:nvPr>
        </p:nvSpPr>
        <p:spPr>
          <a:xfrm>
            <a:off x="246528" y="183613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3097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80870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60764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ou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AEF570-F9F4-B149-BF1A-BEF6DEE603C2}"/>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EFE87AD0-4B3C-76E5-0F15-7F5DFE335D44}"/>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8347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I Do-blank">
    <p:spTree>
      <p:nvGrpSpPr>
        <p:cNvPr id="1" name=""/>
        <p:cNvGrpSpPr/>
        <p:nvPr/>
      </p:nvGrpSpPr>
      <p:grpSpPr>
        <a:xfrm>
          <a:off x="0" y="0"/>
          <a:ext cx="0" cy="0"/>
          <a:chOff x="0" y="0"/>
          <a:chExt cx="0" cy="0"/>
        </a:xfrm>
      </p:grpSpPr>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94151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e Do-blank">
    <p:spTree>
      <p:nvGrpSpPr>
        <p:cNvPr id="1" name=""/>
        <p:cNvGrpSpPr/>
        <p:nvPr/>
      </p:nvGrpSpPr>
      <p:grpSpPr>
        <a:xfrm>
          <a:off x="0" y="0"/>
          <a:ext cx="0" cy="0"/>
          <a:chOff x="0" y="0"/>
          <a:chExt cx="0" cy="0"/>
        </a:xfrm>
      </p:grpSpPr>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2497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You Do Trio-blank">
    <p:spTree>
      <p:nvGrpSpPr>
        <p:cNvPr id="1" name=""/>
        <p:cNvGrpSpPr/>
        <p:nvPr/>
      </p:nvGrpSpPr>
      <p:grpSpPr>
        <a:xfrm>
          <a:off x="0" y="0"/>
          <a:ext cx="0" cy="0"/>
          <a:chOff x="0" y="0"/>
          <a:chExt cx="0" cy="0"/>
        </a:xfrm>
      </p:grpSpPr>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3097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80870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4519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You Do-blank">
    <p:spTree>
      <p:nvGrpSpPr>
        <p:cNvPr id="1" name=""/>
        <p:cNvGrpSpPr/>
        <p:nvPr/>
      </p:nvGrpSpPr>
      <p:grpSpPr>
        <a:xfrm>
          <a:off x="0" y="0"/>
          <a:ext cx="0" cy="0"/>
          <a:chOff x="0" y="0"/>
          <a:chExt cx="0" cy="0"/>
        </a:xfrm>
      </p:grpSpPr>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2859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earning Review">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6E72BF2-714C-76F4-6A58-17F40DFEF70D}"/>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15" name="Picture 14">
            <a:extLst>
              <a:ext uri="{FF2B5EF4-FFF2-40B4-BE49-F238E27FC236}">
                <a16:creationId xmlns:a16="http://schemas.microsoft.com/office/drawing/2014/main" id="{7C5F0A78-D5AE-CB62-29C5-35C7F865A859}"/>
              </a:ext>
            </a:extLst>
          </p:cNvPr>
          <p:cNvPicPr>
            <a:picLocks noChangeAspect="1"/>
          </p:cNvPicPr>
          <p:nvPr userDrawn="1"/>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16" name="Picture 15">
            <a:extLst>
              <a:ext uri="{FF2B5EF4-FFF2-40B4-BE49-F238E27FC236}">
                <a16:creationId xmlns:a16="http://schemas.microsoft.com/office/drawing/2014/main" id="{1F031ACE-7831-808D-C669-16B459A25B54}"/>
              </a:ext>
            </a:extLst>
          </p:cNvPr>
          <p:cNvPicPr>
            <a:picLocks noChangeAspect="1"/>
          </p:cNvPicPr>
          <p:nvPr userDrawn="1"/>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17" name="TextBox 16">
            <a:extLst>
              <a:ext uri="{FF2B5EF4-FFF2-40B4-BE49-F238E27FC236}">
                <a16:creationId xmlns:a16="http://schemas.microsoft.com/office/drawing/2014/main" id="{503537C9-7B97-3CC6-FC81-B8EBE36237E0}"/>
              </a:ext>
            </a:extLst>
          </p:cNvPr>
          <p:cNvSpPr txBox="1"/>
          <p:nvPr userDrawn="1"/>
        </p:nvSpPr>
        <p:spPr>
          <a:xfrm>
            <a:off x="331625" y="1936003"/>
            <a:ext cx="3925823" cy="919401"/>
          </a:xfrm>
          <a:prstGeom prst="wedgeRoundRectCallout">
            <a:avLst>
              <a:gd name="adj1" fmla="val -17964"/>
              <a:gd name="adj2" fmla="val 104608"/>
              <a:gd name="adj3" fmla="val 16667"/>
            </a:avLst>
          </a:prstGeom>
          <a:solidFill>
            <a:schemeClr val="accent2">
              <a:lumMod val="60000"/>
              <a:lumOff val="40000"/>
            </a:schemeClr>
          </a:solidFill>
          <a:ln>
            <a:solidFill>
              <a:schemeClr val="tx1"/>
            </a:solidFill>
          </a:ln>
        </p:spPr>
        <p:txBody>
          <a:bodyPr wrap="square" rtlCol="0">
            <a:spAutoFit/>
          </a:bodyPr>
          <a:lstStyle/>
          <a:p>
            <a:r>
              <a:rPr lang="en-US" sz="2400" b="0" i="0">
                <a:latin typeface="Twinkl Cursive Looped" panose="02000000000000000000" pitchFamily="2" charset="77"/>
              </a:rPr>
              <a:t>Today I found my learning challenging so I…</a:t>
            </a:r>
          </a:p>
        </p:txBody>
      </p:sp>
      <p:sp>
        <p:nvSpPr>
          <p:cNvPr id="18" name="TextBox 17">
            <a:extLst>
              <a:ext uri="{FF2B5EF4-FFF2-40B4-BE49-F238E27FC236}">
                <a16:creationId xmlns:a16="http://schemas.microsoft.com/office/drawing/2014/main" id="{BF0B9ECF-D6F4-8A44-E877-054A66CC97BD}"/>
              </a:ext>
            </a:extLst>
          </p:cNvPr>
          <p:cNvSpPr txBox="1"/>
          <p:nvPr userDrawn="1"/>
        </p:nvSpPr>
        <p:spPr>
          <a:xfrm>
            <a:off x="4804868" y="1936003"/>
            <a:ext cx="2938272" cy="919401"/>
          </a:xfrm>
          <a:prstGeom prst="wedgeRoundRectCallout">
            <a:avLst>
              <a:gd name="adj1" fmla="val -10874"/>
              <a:gd name="adj2" fmla="val 148695"/>
              <a:gd name="adj3" fmla="val 16667"/>
            </a:avLst>
          </a:prstGeom>
          <a:solidFill>
            <a:schemeClr val="accent5">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During our learning I found …. easy</a:t>
            </a:r>
          </a:p>
        </p:txBody>
      </p:sp>
      <p:sp>
        <p:nvSpPr>
          <p:cNvPr id="19" name="TextBox 18">
            <a:extLst>
              <a:ext uri="{FF2B5EF4-FFF2-40B4-BE49-F238E27FC236}">
                <a16:creationId xmlns:a16="http://schemas.microsoft.com/office/drawing/2014/main" id="{64464BEF-400B-F6C0-2039-055D50477C4C}"/>
              </a:ext>
            </a:extLst>
          </p:cNvPr>
          <p:cNvSpPr txBox="1"/>
          <p:nvPr userDrawn="1"/>
        </p:nvSpPr>
        <p:spPr>
          <a:xfrm>
            <a:off x="8290560" y="1941004"/>
            <a:ext cx="3645408" cy="919401"/>
          </a:xfrm>
          <a:prstGeom prst="wedgeRoundRectCallout">
            <a:avLst>
              <a:gd name="adj1" fmla="val -2104"/>
              <a:gd name="adj2" fmla="val 138087"/>
              <a:gd name="adj3" fmla="val 16667"/>
            </a:avLst>
          </a:prstGeom>
          <a:solidFill>
            <a:schemeClr val="accent6">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In my learning I felt confidence because…</a:t>
            </a:r>
          </a:p>
        </p:txBody>
      </p:sp>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6"/>
          <a:srcRect b="1534"/>
          <a:stretch>
            <a:fillRect/>
          </a:stretch>
        </p:blipFill>
        <p:spPr>
          <a:xfrm>
            <a:off x="10708779" y="202937"/>
            <a:ext cx="1325616" cy="1617660"/>
          </a:xfrm>
          <a:prstGeom prst="rect">
            <a:avLst/>
          </a:prstGeom>
        </p:spPr>
      </p:pic>
      <p:pic>
        <p:nvPicPr>
          <p:cNvPr id="12" name="Picture 1" descr="Macintosh HD:Users:nicholasgarrick:Dropbox:1 LupL:6 Resources:Images and Icons:Icons:Geographer:icon_5211.png">
            <a:extLst>
              <a:ext uri="{FF2B5EF4-FFF2-40B4-BE49-F238E27FC236}">
                <a16:creationId xmlns:a16="http://schemas.microsoft.com/office/drawing/2014/main" id="{2821676A-16DE-0EA5-2A23-1A2DCE62D104}"/>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C548E775-7E5B-D61D-6C7A-30665AFB9D0F}"/>
              </a:ext>
            </a:extLst>
          </p:cNvPr>
          <p:cNvPicPr>
            <a:picLocks noChangeAspect="1"/>
          </p:cNvPicPr>
          <p:nvPr userDrawn="1"/>
        </p:nvPicPr>
        <p:blipFill>
          <a:blip r:embed="rId8">
            <a:biLevel thresh="25000"/>
          </a:blip>
          <a:stretch>
            <a:fillRect/>
          </a:stretch>
        </p:blipFill>
        <p:spPr>
          <a:xfrm>
            <a:off x="139278" y="958716"/>
            <a:ext cx="783960" cy="441111"/>
          </a:xfrm>
          <a:prstGeom prst="rect">
            <a:avLst/>
          </a:prstGeom>
        </p:spPr>
      </p:pic>
      <p:pic>
        <p:nvPicPr>
          <p:cNvPr id="2" name="Google Shape;65;p1">
            <a:extLst>
              <a:ext uri="{FF2B5EF4-FFF2-40B4-BE49-F238E27FC236}">
                <a16:creationId xmlns:a16="http://schemas.microsoft.com/office/drawing/2014/main" id="{B258308B-A5EF-27F7-ACFA-C48919113C2E}"/>
              </a:ext>
            </a:extLst>
          </p:cNvPr>
          <p:cNvPicPr preferRelativeResize="0"/>
          <p:nvPr userDrawn="1"/>
        </p:nvPicPr>
        <p:blipFill rotWithShape="1">
          <a:blip r:embed="rId9">
            <a:alphaModFix/>
          </a:blip>
          <a:srcRect/>
          <a:stretch/>
        </p:blipFill>
        <p:spPr>
          <a:xfrm>
            <a:off x="5665456" y="456723"/>
            <a:ext cx="1185106" cy="1185095"/>
          </a:xfrm>
          <a:prstGeom prst="rect">
            <a:avLst/>
          </a:prstGeom>
          <a:noFill/>
          <a:ln>
            <a:noFill/>
          </a:ln>
        </p:spPr>
      </p:pic>
      <p:pic>
        <p:nvPicPr>
          <p:cNvPr id="3" name="Google Shape;66;p1">
            <a:extLst>
              <a:ext uri="{FF2B5EF4-FFF2-40B4-BE49-F238E27FC236}">
                <a16:creationId xmlns:a16="http://schemas.microsoft.com/office/drawing/2014/main" id="{F2CC941E-5515-0566-9740-AC813C96565F}"/>
              </a:ext>
            </a:extLst>
          </p:cNvPr>
          <p:cNvPicPr preferRelativeResize="0"/>
          <p:nvPr userDrawn="1"/>
        </p:nvPicPr>
        <p:blipFill rotWithShape="1">
          <a:blip r:embed="rId10">
            <a:alphaModFix/>
          </a:blip>
          <a:srcRect/>
          <a:stretch/>
        </p:blipFill>
        <p:spPr>
          <a:xfrm>
            <a:off x="8134998" y="510203"/>
            <a:ext cx="1185106" cy="1185095"/>
          </a:xfrm>
          <a:prstGeom prst="rect">
            <a:avLst/>
          </a:prstGeom>
          <a:noFill/>
          <a:ln>
            <a:noFill/>
          </a:ln>
        </p:spPr>
      </p:pic>
      <p:grpSp>
        <p:nvGrpSpPr>
          <p:cNvPr id="4" name="Group 3">
            <a:extLst>
              <a:ext uri="{FF2B5EF4-FFF2-40B4-BE49-F238E27FC236}">
                <a16:creationId xmlns:a16="http://schemas.microsoft.com/office/drawing/2014/main" id="{7CB936BF-88E7-1C75-F07B-FF9D8E9A422D}"/>
              </a:ext>
            </a:extLst>
          </p:cNvPr>
          <p:cNvGrpSpPr/>
          <p:nvPr userDrawn="1"/>
        </p:nvGrpSpPr>
        <p:grpSpPr>
          <a:xfrm>
            <a:off x="6881879" y="457773"/>
            <a:ext cx="1185106" cy="1185106"/>
            <a:chOff x="4333587" y="1203131"/>
            <a:chExt cx="1185106" cy="1185106"/>
          </a:xfrm>
        </p:grpSpPr>
        <p:sp>
          <p:nvSpPr>
            <p:cNvPr id="5" name="Google Shape;68;p1">
              <a:extLst>
                <a:ext uri="{FF2B5EF4-FFF2-40B4-BE49-F238E27FC236}">
                  <a16:creationId xmlns:a16="http://schemas.microsoft.com/office/drawing/2014/main" id="{615331AA-E1A6-315E-7ACD-8CCF5F58E0B7}"/>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7" name="Google Shape;69;p1">
              <a:extLst>
                <a:ext uri="{FF2B5EF4-FFF2-40B4-BE49-F238E27FC236}">
                  <a16:creationId xmlns:a16="http://schemas.microsoft.com/office/drawing/2014/main" id="{81876378-D1AE-3FBA-F022-D41AC4C75EAE}"/>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8" name="Google Shape;70;p1">
              <a:extLst>
                <a:ext uri="{FF2B5EF4-FFF2-40B4-BE49-F238E27FC236}">
                  <a16:creationId xmlns:a16="http://schemas.microsoft.com/office/drawing/2014/main" id="{23406248-432F-AD3A-3B25-031A3B2B77D5}"/>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9" name="Google Shape;71;p1">
              <a:extLst>
                <a:ext uri="{FF2B5EF4-FFF2-40B4-BE49-F238E27FC236}">
                  <a16:creationId xmlns:a16="http://schemas.microsoft.com/office/drawing/2014/main" id="{2D527684-E785-DE6C-1343-3D4F678F4788}"/>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0" name="Google Shape;72;p1">
              <a:extLst>
                <a:ext uri="{FF2B5EF4-FFF2-40B4-BE49-F238E27FC236}">
                  <a16:creationId xmlns:a16="http://schemas.microsoft.com/office/drawing/2014/main" id="{3F0CC92C-123A-5DED-71E0-FF2703B6F79A}"/>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1" name="Google Shape;73;p1">
              <a:extLst>
                <a:ext uri="{FF2B5EF4-FFF2-40B4-BE49-F238E27FC236}">
                  <a16:creationId xmlns:a16="http://schemas.microsoft.com/office/drawing/2014/main" id="{EDA4AD19-39FB-BC92-8D73-078BEB371F0A}"/>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1" name="Google Shape;74;p1">
              <a:extLst>
                <a:ext uri="{FF2B5EF4-FFF2-40B4-BE49-F238E27FC236}">
                  <a16:creationId xmlns:a16="http://schemas.microsoft.com/office/drawing/2014/main" id="{8EC4A9D8-318D-C609-5887-AFF178B8EFA4}"/>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2" name="Google Shape;75;p1">
              <a:extLst>
                <a:ext uri="{FF2B5EF4-FFF2-40B4-BE49-F238E27FC236}">
                  <a16:creationId xmlns:a16="http://schemas.microsoft.com/office/drawing/2014/main" id="{C0DE7081-898E-C258-45FE-DBF29E383747}"/>
                </a:ext>
              </a:extLst>
            </p:cNvPr>
            <p:cNvPicPr preferRelativeResize="0"/>
            <p:nvPr/>
          </p:nvPicPr>
          <p:blipFill rotWithShape="1">
            <a:blip r:embed="rId11">
              <a:alphaModFix/>
            </a:blip>
            <a:srcRect/>
            <a:stretch/>
          </p:blipFill>
          <p:spPr>
            <a:xfrm>
              <a:off x="4854390" y="1640107"/>
              <a:ext cx="86037" cy="66006"/>
            </a:xfrm>
            <a:prstGeom prst="rect">
              <a:avLst/>
            </a:prstGeom>
            <a:noFill/>
            <a:ln>
              <a:noFill/>
            </a:ln>
          </p:spPr>
        </p:pic>
        <p:pic>
          <p:nvPicPr>
            <p:cNvPr id="23" name="Google Shape;76;p1">
              <a:extLst>
                <a:ext uri="{FF2B5EF4-FFF2-40B4-BE49-F238E27FC236}">
                  <a16:creationId xmlns:a16="http://schemas.microsoft.com/office/drawing/2014/main" id="{BFD8662A-3574-1C8B-83F8-D213AF12C157}"/>
                </a:ext>
              </a:extLst>
            </p:cNvPr>
            <p:cNvPicPr preferRelativeResize="0"/>
            <p:nvPr/>
          </p:nvPicPr>
          <p:blipFill rotWithShape="1">
            <a:blip r:embed="rId12">
              <a:alphaModFix/>
            </a:blip>
            <a:srcRect/>
            <a:stretch/>
          </p:blipFill>
          <p:spPr>
            <a:xfrm>
              <a:off x="4568781" y="1689882"/>
              <a:ext cx="119976" cy="159378"/>
            </a:xfrm>
            <a:prstGeom prst="rect">
              <a:avLst/>
            </a:prstGeom>
            <a:noFill/>
            <a:ln>
              <a:noFill/>
            </a:ln>
          </p:spPr>
        </p:pic>
        <p:sp>
          <p:nvSpPr>
            <p:cNvPr id="24" name="Google Shape;77;p1">
              <a:extLst>
                <a:ext uri="{FF2B5EF4-FFF2-40B4-BE49-F238E27FC236}">
                  <a16:creationId xmlns:a16="http://schemas.microsoft.com/office/drawing/2014/main" id="{4118246B-2B6E-01DA-756F-68150ED0A14C}"/>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8;p1">
              <a:extLst>
                <a:ext uri="{FF2B5EF4-FFF2-40B4-BE49-F238E27FC236}">
                  <a16:creationId xmlns:a16="http://schemas.microsoft.com/office/drawing/2014/main" id="{7E8ED48D-C345-5FDF-98D4-78681CE9098B}"/>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9;p1">
              <a:extLst>
                <a:ext uri="{FF2B5EF4-FFF2-40B4-BE49-F238E27FC236}">
                  <a16:creationId xmlns:a16="http://schemas.microsoft.com/office/drawing/2014/main" id="{2B162815-248D-79EB-378A-75C57DEB4389}"/>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80;p1">
              <a:extLst>
                <a:ext uri="{FF2B5EF4-FFF2-40B4-BE49-F238E27FC236}">
                  <a16:creationId xmlns:a16="http://schemas.microsoft.com/office/drawing/2014/main" id="{440EF27A-5612-6D8F-4B36-77EDD95A7335}"/>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81;p1">
              <a:extLst>
                <a:ext uri="{FF2B5EF4-FFF2-40B4-BE49-F238E27FC236}">
                  <a16:creationId xmlns:a16="http://schemas.microsoft.com/office/drawing/2014/main" id="{D748184E-5BC6-2CB4-B78F-B871890AEF9A}"/>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9" name="Google Shape;82;p1">
              <a:extLst>
                <a:ext uri="{FF2B5EF4-FFF2-40B4-BE49-F238E27FC236}">
                  <a16:creationId xmlns:a16="http://schemas.microsoft.com/office/drawing/2014/main" id="{72380410-F1D8-D35D-9412-59CAE1756FF3}"/>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0" name="Google Shape;83;p1">
            <a:extLst>
              <a:ext uri="{FF2B5EF4-FFF2-40B4-BE49-F238E27FC236}">
                <a16:creationId xmlns:a16="http://schemas.microsoft.com/office/drawing/2014/main" id="{F07F817B-115F-D872-2379-D5FBC6B36666}"/>
              </a:ext>
            </a:extLst>
          </p:cNvPr>
          <p:cNvPicPr preferRelativeResize="0"/>
          <p:nvPr userDrawn="1"/>
        </p:nvPicPr>
        <p:blipFill rotWithShape="1">
          <a:blip r:embed="rId13">
            <a:alphaModFix/>
          </a:blip>
          <a:srcRect/>
          <a:stretch/>
        </p:blipFill>
        <p:spPr>
          <a:xfrm>
            <a:off x="9391763" y="457789"/>
            <a:ext cx="1185106" cy="1185095"/>
          </a:xfrm>
          <a:prstGeom prst="rect">
            <a:avLst/>
          </a:prstGeom>
          <a:noFill/>
          <a:ln>
            <a:noFill/>
          </a:ln>
        </p:spPr>
      </p:pic>
      <p:sp>
        <p:nvSpPr>
          <p:cNvPr id="31" name="TextBox 30">
            <a:extLst>
              <a:ext uri="{FF2B5EF4-FFF2-40B4-BE49-F238E27FC236}">
                <a16:creationId xmlns:a16="http://schemas.microsoft.com/office/drawing/2014/main" id="{59A3D85A-1113-B057-2F54-C699154532FB}"/>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chemeClr val="accent2"/>
                </a:solidFill>
                <a:effectLst/>
                <a:uLnTx/>
                <a:uFillTx/>
                <a:latin typeface="Twinkl Cursive Looped" panose="02000000000000000000" pitchFamily="2" charset="77"/>
                <a:ea typeface="Sassoon Infant Rg" panose="02000503030000020003" pitchFamily="2" charset="0"/>
                <a:cs typeface="+mn-cs"/>
              </a:rPr>
              <a:t>Learning Review</a:t>
            </a:r>
          </a:p>
        </p:txBody>
      </p:sp>
    </p:spTree>
    <p:extLst>
      <p:ext uri="{BB962C8B-B14F-4D97-AF65-F5344CB8AC3E}">
        <p14:creationId xmlns:p14="http://schemas.microsoft.com/office/powerpoint/2010/main" val="34804199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arning Review Editabl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2"/>
          <a:srcRect b="1534"/>
          <a:stretch>
            <a:fillRect/>
          </a:stretch>
        </p:blipFill>
        <p:spPr>
          <a:xfrm>
            <a:off x="10708779" y="202937"/>
            <a:ext cx="1325616" cy="1617660"/>
          </a:xfrm>
          <a:prstGeom prst="rect">
            <a:avLst/>
          </a:prstGeom>
        </p:spPr>
      </p:pic>
      <p:pic>
        <p:nvPicPr>
          <p:cNvPr id="12" name="Picture 1" descr="Macintosh HD:Users:nicholasgarrick:Dropbox:1 LupL:6 Resources:Images and Icons:Icons:Geographer:icon_5211.png">
            <a:extLst>
              <a:ext uri="{FF2B5EF4-FFF2-40B4-BE49-F238E27FC236}">
                <a16:creationId xmlns:a16="http://schemas.microsoft.com/office/drawing/2014/main" id="{2821676A-16DE-0EA5-2A23-1A2DCE62D10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C548E775-7E5B-D61D-6C7A-30665AFB9D0F}"/>
              </a:ext>
            </a:extLst>
          </p:cNvPr>
          <p:cNvPicPr>
            <a:picLocks noChangeAspect="1"/>
          </p:cNvPicPr>
          <p:nvPr userDrawn="1"/>
        </p:nvPicPr>
        <p:blipFill>
          <a:blip r:embed="rId4">
            <a:biLevel thresh="25000"/>
          </a:blip>
          <a:stretch>
            <a:fillRect/>
          </a:stretch>
        </p:blipFill>
        <p:spPr>
          <a:xfrm>
            <a:off x="139278" y="958716"/>
            <a:ext cx="783960" cy="441111"/>
          </a:xfrm>
          <a:prstGeom prst="rect">
            <a:avLst/>
          </a:prstGeom>
        </p:spPr>
      </p:pic>
      <p:pic>
        <p:nvPicPr>
          <p:cNvPr id="2" name="Google Shape;65;p1">
            <a:extLst>
              <a:ext uri="{FF2B5EF4-FFF2-40B4-BE49-F238E27FC236}">
                <a16:creationId xmlns:a16="http://schemas.microsoft.com/office/drawing/2014/main" id="{B258308B-A5EF-27F7-ACFA-C48919113C2E}"/>
              </a:ext>
            </a:extLst>
          </p:cNvPr>
          <p:cNvPicPr preferRelativeResize="0"/>
          <p:nvPr userDrawn="1"/>
        </p:nvPicPr>
        <p:blipFill rotWithShape="1">
          <a:blip r:embed="rId5">
            <a:alphaModFix/>
          </a:blip>
          <a:srcRect/>
          <a:stretch/>
        </p:blipFill>
        <p:spPr>
          <a:xfrm>
            <a:off x="5665456" y="456723"/>
            <a:ext cx="1185106" cy="1185095"/>
          </a:xfrm>
          <a:prstGeom prst="rect">
            <a:avLst/>
          </a:prstGeom>
          <a:noFill/>
          <a:ln>
            <a:noFill/>
          </a:ln>
        </p:spPr>
      </p:pic>
      <p:pic>
        <p:nvPicPr>
          <p:cNvPr id="3" name="Google Shape;66;p1">
            <a:extLst>
              <a:ext uri="{FF2B5EF4-FFF2-40B4-BE49-F238E27FC236}">
                <a16:creationId xmlns:a16="http://schemas.microsoft.com/office/drawing/2014/main" id="{F2CC941E-5515-0566-9740-AC813C96565F}"/>
              </a:ext>
            </a:extLst>
          </p:cNvPr>
          <p:cNvPicPr preferRelativeResize="0"/>
          <p:nvPr userDrawn="1"/>
        </p:nvPicPr>
        <p:blipFill rotWithShape="1">
          <a:blip r:embed="rId6">
            <a:alphaModFix/>
          </a:blip>
          <a:srcRect/>
          <a:stretch/>
        </p:blipFill>
        <p:spPr>
          <a:xfrm>
            <a:off x="8134998" y="510203"/>
            <a:ext cx="1185106" cy="1185095"/>
          </a:xfrm>
          <a:prstGeom prst="rect">
            <a:avLst/>
          </a:prstGeom>
          <a:noFill/>
          <a:ln>
            <a:noFill/>
          </a:ln>
        </p:spPr>
      </p:pic>
      <p:grpSp>
        <p:nvGrpSpPr>
          <p:cNvPr id="4" name="Group 3">
            <a:extLst>
              <a:ext uri="{FF2B5EF4-FFF2-40B4-BE49-F238E27FC236}">
                <a16:creationId xmlns:a16="http://schemas.microsoft.com/office/drawing/2014/main" id="{7CB936BF-88E7-1C75-F07B-FF9D8E9A422D}"/>
              </a:ext>
            </a:extLst>
          </p:cNvPr>
          <p:cNvGrpSpPr/>
          <p:nvPr userDrawn="1"/>
        </p:nvGrpSpPr>
        <p:grpSpPr>
          <a:xfrm>
            <a:off x="6881879" y="457773"/>
            <a:ext cx="1185106" cy="1185106"/>
            <a:chOff x="4333587" y="1203131"/>
            <a:chExt cx="1185106" cy="1185106"/>
          </a:xfrm>
        </p:grpSpPr>
        <p:sp>
          <p:nvSpPr>
            <p:cNvPr id="5" name="Google Shape;68;p1">
              <a:extLst>
                <a:ext uri="{FF2B5EF4-FFF2-40B4-BE49-F238E27FC236}">
                  <a16:creationId xmlns:a16="http://schemas.microsoft.com/office/drawing/2014/main" id="{615331AA-E1A6-315E-7ACD-8CCF5F58E0B7}"/>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7" name="Google Shape;69;p1">
              <a:extLst>
                <a:ext uri="{FF2B5EF4-FFF2-40B4-BE49-F238E27FC236}">
                  <a16:creationId xmlns:a16="http://schemas.microsoft.com/office/drawing/2014/main" id="{81876378-D1AE-3FBA-F022-D41AC4C75EAE}"/>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8" name="Google Shape;70;p1">
              <a:extLst>
                <a:ext uri="{FF2B5EF4-FFF2-40B4-BE49-F238E27FC236}">
                  <a16:creationId xmlns:a16="http://schemas.microsoft.com/office/drawing/2014/main" id="{23406248-432F-AD3A-3B25-031A3B2B77D5}"/>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9" name="Google Shape;71;p1">
              <a:extLst>
                <a:ext uri="{FF2B5EF4-FFF2-40B4-BE49-F238E27FC236}">
                  <a16:creationId xmlns:a16="http://schemas.microsoft.com/office/drawing/2014/main" id="{2D527684-E785-DE6C-1343-3D4F678F4788}"/>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0" name="Google Shape;72;p1">
              <a:extLst>
                <a:ext uri="{FF2B5EF4-FFF2-40B4-BE49-F238E27FC236}">
                  <a16:creationId xmlns:a16="http://schemas.microsoft.com/office/drawing/2014/main" id="{3F0CC92C-123A-5DED-71E0-FF2703B6F79A}"/>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1" name="Google Shape;73;p1">
              <a:extLst>
                <a:ext uri="{FF2B5EF4-FFF2-40B4-BE49-F238E27FC236}">
                  <a16:creationId xmlns:a16="http://schemas.microsoft.com/office/drawing/2014/main" id="{EDA4AD19-39FB-BC92-8D73-078BEB371F0A}"/>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1" name="Google Shape;74;p1">
              <a:extLst>
                <a:ext uri="{FF2B5EF4-FFF2-40B4-BE49-F238E27FC236}">
                  <a16:creationId xmlns:a16="http://schemas.microsoft.com/office/drawing/2014/main" id="{8EC4A9D8-318D-C609-5887-AFF178B8EFA4}"/>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2" name="Google Shape;75;p1">
              <a:extLst>
                <a:ext uri="{FF2B5EF4-FFF2-40B4-BE49-F238E27FC236}">
                  <a16:creationId xmlns:a16="http://schemas.microsoft.com/office/drawing/2014/main" id="{C0DE7081-898E-C258-45FE-DBF29E383747}"/>
                </a:ext>
              </a:extLst>
            </p:cNvPr>
            <p:cNvPicPr preferRelativeResize="0"/>
            <p:nvPr/>
          </p:nvPicPr>
          <p:blipFill rotWithShape="1">
            <a:blip r:embed="rId7">
              <a:alphaModFix/>
            </a:blip>
            <a:srcRect/>
            <a:stretch/>
          </p:blipFill>
          <p:spPr>
            <a:xfrm>
              <a:off x="4854390" y="1640107"/>
              <a:ext cx="86037" cy="66006"/>
            </a:xfrm>
            <a:prstGeom prst="rect">
              <a:avLst/>
            </a:prstGeom>
            <a:noFill/>
            <a:ln>
              <a:noFill/>
            </a:ln>
          </p:spPr>
        </p:pic>
        <p:pic>
          <p:nvPicPr>
            <p:cNvPr id="23" name="Google Shape;76;p1">
              <a:extLst>
                <a:ext uri="{FF2B5EF4-FFF2-40B4-BE49-F238E27FC236}">
                  <a16:creationId xmlns:a16="http://schemas.microsoft.com/office/drawing/2014/main" id="{BFD8662A-3574-1C8B-83F8-D213AF12C157}"/>
                </a:ext>
              </a:extLst>
            </p:cNvPr>
            <p:cNvPicPr preferRelativeResize="0"/>
            <p:nvPr/>
          </p:nvPicPr>
          <p:blipFill rotWithShape="1">
            <a:blip r:embed="rId8">
              <a:alphaModFix/>
            </a:blip>
            <a:srcRect/>
            <a:stretch/>
          </p:blipFill>
          <p:spPr>
            <a:xfrm>
              <a:off x="4568781" y="1689882"/>
              <a:ext cx="119976" cy="159378"/>
            </a:xfrm>
            <a:prstGeom prst="rect">
              <a:avLst/>
            </a:prstGeom>
            <a:noFill/>
            <a:ln>
              <a:noFill/>
            </a:ln>
          </p:spPr>
        </p:pic>
        <p:sp>
          <p:nvSpPr>
            <p:cNvPr id="24" name="Google Shape;77;p1">
              <a:extLst>
                <a:ext uri="{FF2B5EF4-FFF2-40B4-BE49-F238E27FC236}">
                  <a16:creationId xmlns:a16="http://schemas.microsoft.com/office/drawing/2014/main" id="{4118246B-2B6E-01DA-756F-68150ED0A14C}"/>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8;p1">
              <a:extLst>
                <a:ext uri="{FF2B5EF4-FFF2-40B4-BE49-F238E27FC236}">
                  <a16:creationId xmlns:a16="http://schemas.microsoft.com/office/drawing/2014/main" id="{7E8ED48D-C345-5FDF-98D4-78681CE9098B}"/>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9;p1">
              <a:extLst>
                <a:ext uri="{FF2B5EF4-FFF2-40B4-BE49-F238E27FC236}">
                  <a16:creationId xmlns:a16="http://schemas.microsoft.com/office/drawing/2014/main" id="{2B162815-248D-79EB-378A-75C57DEB4389}"/>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80;p1">
              <a:extLst>
                <a:ext uri="{FF2B5EF4-FFF2-40B4-BE49-F238E27FC236}">
                  <a16:creationId xmlns:a16="http://schemas.microsoft.com/office/drawing/2014/main" id="{440EF27A-5612-6D8F-4B36-77EDD95A7335}"/>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81;p1">
              <a:extLst>
                <a:ext uri="{FF2B5EF4-FFF2-40B4-BE49-F238E27FC236}">
                  <a16:creationId xmlns:a16="http://schemas.microsoft.com/office/drawing/2014/main" id="{D748184E-5BC6-2CB4-B78F-B871890AEF9A}"/>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9" name="Google Shape;82;p1">
              <a:extLst>
                <a:ext uri="{FF2B5EF4-FFF2-40B4-BE49-F238E27FC236}">
                  <a16:creationId xmlns:a16="http://schemas.microsoft.com/office/drawing/2014/main" id="{72380410-F1D8-D35D-9412-59CAE1756FF3}"/>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0" name="Google Shape;83;p1">
            <a:extLst>
              <a:ext uri="{FF2B5EF4-FFF2-40B4-BE49-F238E27FC236}">
                <a16:creationId xmlns:a16="http://schemas.microsoft.com/office/drawing/2014/main" id="{F07F817B-115F-D872-2379-D5FBC6B36666}"/>
              </a:ext>
            </a:extLst>
          </p:cNvPr>
          <p:cNvPicPr preferRelativeResize="0"/>
          <p:nvPr userDrawn="1"/>
        </p:nvPicPr>
        <p:blipFill rotWithShape="1">
          <a:blip r:embed="rId9">
            <a:alphaModFix/>
          </a:blip>
          <a:srcRect/>
          <a:stretch/>
        </p:blipFill>
        <p:spPr>
          <a:xfrm>
            <a:off x="9391763" y="457789"/>
            <a:ext cx="1185106" cy="1185095"/>
          </a:xfrm>
          <a:prstGeom prst="rect">
            <a:avLst/>
          </a:prstGeom>
          <a:noFill/>
          <a:ln>
            <a:noFill/>
          </a:ln>
        </p:spPr>
      </p:pic>
      <p:sp>
        <p:nvSpPr>
          <p:cNvPr id="31" name="TextBox 30">
            <a:extLst>
              <a:ext uri="{FF2B5EF4-FFF2-40B4-BE49-F238E27FC236}">
                <a16:creationId xmlns:a16="http://schemas.microsoft.com/office/drawing/2014/main" id="{59A3D85A-1113-B057-2F54-C699154532FB}"/>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chemeClr val="accent2"/>
                </a:solidFill>
                <a:effectLst/>
                <a:uLnTx/>
                <a:uFillTx/>
                <a:latin typeface="Twinkl Cursive Looped" panose="02000000000000000000" pitchFamily="2" charset="77"/>
                <a:ea typeface="Sassoon Infant Rg" panose="02000503030000020003" pitchFamily="2" charset="0"/>
                <a:cs typeface="+mn-cs"/>
              </a:rPr>
              <a:t>Learning Review</a:t>
            </a:r>
          </a:p>
        </p:txBody>
      </p:sp>
      <p:pic>
        <p:nvPicPr>
          <p:cNvPr id="6" name="Picture 5">
            <a:extLst>
              <a:ext uri="{FF2B5EF4-FFF2-40B4-BE49-F238E27FC236}">
                <a16:creationId xmlns:a16="http://schemas.microsoft.com/office/drawing/2014/main" id="{5D1C6021-E34C-20CE-40D1-F8E01C7FE8FC}"/>
              </a:ext>
            </a:extLst>
          </p:cNvPr>
          <p:cNvPicPr>
            <a:picLocks noChangeAspect="1"/>
          </p:cNvPicPr>
          <p:nvPr userDrawn="1"/>
        </p:nvPicPr>
        <p:blipFill rotWithShape="1">
          <a:blip r:embed="rId10">
            <a:extLst>
              <a:ext uri="{BEBA8EAE-BF5A-486C-A8C5-ECC9F3942E4B}">
                <a14:imgProps xmlns:a14="http://schemas.microsoft.com/office/drawing/2010/main">
                  <a14:imgLayer r:embed="rId11">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32" name="Picture 31">
            <a:extLst>
              <a:ext uri="{FF2B5EF4-FFF2-40B4-BE49-F238E27FC236}">
                <a16:creationId xmlns:a16="http://schemas.microsoft.com/office/drawing/2014/main" id="{256FD54D-6C8A-AFC9-56C1-4C1712A526C9}"/>
              </a:ext>
            </a:extLst>
          </p:cNvPr>
          <p:cNvPicPr>
            <a:picLocks noChangeAspect="1"/>
          </p:cNvPicPr>
          <p:nvPr userDrawn="1"/>
        </p:nvPicPr>
        <p:blipFill rotWithShape="1">
          <a:blip r:embed="rId12">
            <a:extLst>
              <a:ext uri="{BEBA8EAE-BF5A-486C-A8C5-ECC9F3942E4B}">
                <a14:imgProps xmlns:a14="http://schemas.microsoft.com/office/drawing/2010/main">
                  <a14:imgLayer r:embed="rId11">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33" name="Picture 32">
            <a:extLst>
              <a:ext uri="{FF2B5EF4-FFF2-40B4-BE49-F238E27FC236}">
                <a16:creationId xmlns:a16="http://schemas.microsoft.com/office/drawing/2014/main" id="{CC198537-C7C3-0133-D001-8D777FBB27C3}"/>
              </a:ext>
            </a:extLst>
          </p:cNvPr>
          <p:cNvPicPr>
            <a:picLocks noChangeAspect="1"/>
          </p:cNvPicPr>
          <p:nvPr userDrawn="1"/>
        </p:nvPicPr>
        <p:blipFill rotWithShape="1">
          <a:blip r:embed="rId13">
            <a:extLst>
              <a:ext uri="{BEBA8EAE-BF5A-486C-A8C5-ECC9F3942E4B}">
                <a14:imgProps xmlns:a14="http://schemas.microsoft.com/office/drawing/2010/main">
                  <a14:imgLayer r:embed="rId11">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34" name="TextBox 33">
            <a:extLst>
              <a:ext uri="{FF2B5EF4-FFF2-40B4-BE49-F238E27FC236}">
                <a16:creationId xmlns:a16="http://schemas.microsoft.com/office/drawing/2014/main" id="{7783822F-1EEA-F096-6671-4866AC36F7D8}"/>
              </a:ext>
            </a:extLst>
          </p:cNvPr>
          <p:cNvSpPr txBox="1"/>
          <p:nvPr userDrawn="1"/>
        </p:nvSpPr>
        <p:spPr>
          <a:xfrm>
            <a:off x="331626" y="1936003"/>
            <a:ext cx="3569816" cy="1328023"/>
          </a:xfrm>
          <a:prstGeom prst="wedgeRoundRectCallout">
            <a:avLst>
              <a:gd name="adj1" fmla="val -14004"/>
              <a:gd name="adj2" fmla="val 72935"/>
              <a:gd name="adj3" fmla="val 16667"/>
            </a:avLst>
          </a:prstGeom>
          <a:solidFill>
            <a:schemeClr val="accent2">
              <a:lumMod val="60000"/>
              <a:lumOff val="4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sp>
        <p:nvSpPr>
          <p:cNvPr id="35" name="TextBox 34">
            <a:extLst>
              <a:ext uri="{FF2B5EF4-FFF2-40B4-BE49-F238E27FC236}">
                <a16:creationId xmlns:a16="http://schemas.microsoft.com/office/drawing/2014/main" id="{B2862739-FA4B-EEA3-CD2F-BFCE5A87560E}"/>
              </a:ext>
            </a:extLst>
          </p:cNvPr>
          <p:cNvSpPr txBox="1"/>
          <p:nvPr userDrawn="1"/>
        </p:nvSpPr>
        <p:spPr>
          <a:xfrm>
            <a:off x="4355027" y="1925372"/>
            <a:ext cx="3569815" cy="1338654"/>
          </a:xfrm>
          <a:prstGeom prst="wedgeRoundRectCallout">
            <a:avLst>
              <a:gd name="adj1" fmla="val -10589"/>
              <a:gd name="adj2" fmla="val 93290"/>
              <a:gd name="adj3" fmla="val 16667"/>
            </a:avLst>
          </a:prstGeom>
          <a:solidFill>
            <a:schemeClr val="accent5">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p:txBody>
      </p:sp>
      <p:sp>
        <p:nvSpPr>
          <p:cNvPr id="36" name="TextBox 35">
            <a:extLst>
              <a:ext uri="{FF2B5EF4-FFF2-40B4-BE49-F238E27FC236}">
                <a16:creationId xmlns:a16="http://schemas.microsoft.com/office/drawing/2014/main" id="{E772E8A4-31C5-DBAA-944F-F2DD42A24AB7}"/>
              </a:ext>
            </a:extLst>
          </p:cNvPr>
          <p:cNvSpPr txBox="1"/>
          <p:nvPr userDrawn="1"/>
        </p:nvSpPr>
        <p:spPr>
          <a:xfrm>
            <a:off x="8290559" y="1930687"/>
            <a:ext cx="3569815" cy="1328023"/>
          </a:xfrm>
          <a:prstGeom prst="wedgeRoundRectCallout">
            <a:avLst>
              <a:gd name="adj1" fmla="val -7796"/>
              <a:gd name="adj2" fmla="val 95244"/>
              <a:gd name="adj3" fmla="val 16667"/>
            </a:avLst>
          </a:prstGeom>
          <a:solidFill>
            <a:schemeClr val="accent6">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sp>
        <p:nvSpPr>
          <p:cNvPr id="37" name="Text Placeholder 38">
            <a:extLst>
              <a:ext uri="{FF2B5EF4-FFF2-40B4-BE49-F238E27FC236}">
                <a16:creationId xmlns:a16="http://schemas.microsoft.com/office/drawing/2014/main" id="{2671F131-8DA2-36F0-6311-BCD322217CA4}"/>
              </a:ext>
            </a:extLst>
          </p:cNvPr>
          <p:cNvSpPr>
            <a:spLocks noGrp="1"/>
          </p:cNvSpPr>
          <p:nvPr>
            <p:ph type="body" sz="quarter" idx="10" hasCustomPrompt="1"/>
          </p:nvPr>
        </p:nvSpPr>
        <p:spPr>
          <a:xfrm>
            <a:off x="419100" y="2052638"/>
            <a:ext cx="3370263" cy="1096962"/>
          </a:xfrm>
        </p:spPr>
        <p:txBody>
          <a:bodyPr/>
          <a:lstStyle>
            <a:lvl1pPr>
              <a:buNone/>
              <a:defRPr/>
            </a:lvl1pPr>
          </a:lstStyle>
          <a:p>
            <a:pPr lvl="0"/>
            <a:r>
              <a:rPr lang="en-GB" dirty="0"/>
              <a:t>Insert</a:t>
            </a:r>
            <a:endParaRPr lang="en-US" dirty="0"/>
          </a:p>
        </p:txBody>
      </p:sp>
      <p:sp>
        <p:nvSpPr>
          <p:cNvPr id="38" name="Text Placeholder 38">
            <a:extLst>
              <a:ext uri="{FF2B5EF4-FFF2-40B4-BE49-F238E27FC236}">
                <a16:creationId xmlns:a16="http://schemas.microsoft.com/office/drawing/2014/main" id="{7EDB6FC2-B0B6-F2D4-105B-D5AACC9F5A03}"/>
              </a:ext>
            </a:extLst>
          </p:cNvPr>
          <p:cNvSpPr>
            <a:spLocks noGrp="1"/>
          </p:cNvSpPr>
          <p:nvPr>
            <p:ph type="body" sz="quarter" idx="11" hasCustomPrompt="1"/>
          </p:nvPr>
        </p:nvSpPr>
        <p:spPr>
          <a:xfrm>
            <a:off x="4442460" y="2052638"/>
            <a:ext cx="3370263" cy="1096962"/>
          </a:xfrm>
        </p:spPr>
        <p:txBody>
          <a:bodyPr/>
          <a:lstStyle>
            <a:lvl1pPr>
              <a:buNone/>
              <a:defRPr/>
            </a:lvl1pPr>
          </a:lstStyle>
          <a:p>
            <a:pPr lvl="0"/>
            <a:r>
              <a:rPr lang="en-GB" dirty="0"/>
              <a:t>Insert</a:t>
            </a:r>
            <a:endParaRPr lang="en-US" dirty="0"/>
          </a:p>
        </p:txBody>
      </p:sp>
      <p:sp>
        <p:nvSpPr>
          <p:cNvPr id="39" name="Text Placeholder 38">
            <a:extLst>
              <a:ext uri="{FF2B5EF4-FFF2-40B4-BE49-F238E27FC236}">
                <a16:creationId xmlns:a16="http://schemas.microsoft.com/office/drawing/2014/main" id="{BA938BB2-D8F5-EFAF-82D6-E53B74F00C4B}"/>
              </a:ext>
            </a:extLst>
          </p:cNvPr>
          <p:cNvSpPr>
            <a:spLocks noGrp="1"/>
          </p:cNvSpPr>
          <p:nvPr>
            <p:ph type="body" sz="quarter" idx="12" hasCustomPrompt="1"/>
          </p:nvPr>
        </p:nvSpPr>
        <p:spPr>
          <a:xfrm>
            <a:off x="8354060" y="2052638"/>
            <a:ext cx="3370263" cy="1096962"/>
          </a:xfrm>
        </p:spPr>
        <p:txBody>
          <a:bodyPr/>
          <a:lstStyle>
            <a:lvl1pPr>
              <a:buNone/>
              <a:defRPr/>
            </a:lvl1pPr>
          </a:lstStyle>
          <a:p>
            <a:pPr lvl="0"/>
            <a:r>
              <a:rPr lang="en-GB" dirty="0"/>
              <a:t>Insert</a:t>
            </a:r>
            <a:endParaRPr lang="en-US" dirty="0"/>
          </a:p>
        </p:txBody>
      </p:sp>
    </p:spTree>
    <p:extLst>
      <p:ext uri="{BB962C8B-B14F-4D97-AF65-F5344CB8AC3E}">
        <p14:creationId xmlns:p14="http://schemas.microsoft.com/office/powerpoint/2010/main" val="38345872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eedback">
    <p:spTree>
      <p:nvGrpSpPr>
        <p:cNvPr id="1" name=""/>
        <p:cNvGrpSpPr/>
        <p:nvPr/>
      </p:nvGrpSpPr>
      <p:grpSpPr>
        <a:xfrm>
          <a:off x="0" y="0"/>
          <a:ext cx="0" cy="0"/>
          <a:chOff x="0" y="0"/>
          <a:chExt cx="0" cy="0"/>
        </a:xfrm>
      </p:grpSpPr>
      <p:sp>
        <p:nvSpPr>
          <p:cNvPr id="6" name="Oval Callout 5">
            <a:extLst>
              <a:ext uri="{FF2B5EF4-FFF2-40B4-BE49-F238E27FC236}">
                <a16:creationId xmlns:a16="http://schemas.microsoft.com/office/drawing/2014/main" id="{A768AC55-9169-CD12-DE1E-DD3AE6B6949A}"/>
              </a:ext>
            </a:extLst>
          </p:cNvPr>
          <p:cNvSpPr/>
          <p:nvPr userDrawn="1"/>
        </p:nvSpPr>
        <p:spPr>
          <a:xfrm>
            <a:off x="8590283" y="1810499"/>
            <a:ext cx="311167" cy="232315"/>
          </a:xfrm>
          <a:prstGeom prst="wedgeEllipseCallout">
            <a:avLst>
              <a:gd name="adj1" fmla="val -30467"/>
              <a:gd name="adj2" fmla="val 7565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7" name="Straight Connector 6">
            <a:extLst>
              <a:ext uri="{FF2B5EF4-FFF2-40B4-BE49-F238E27FC236}">
                <a16:creationId xmlns:a16="http://schemas.microsoft.com/office/drawing/2014/main" id="{47E362B2-CBA8-FC87-AB4B-C119CAAD3D12}"/>
              </a:ext>
            </a:extLst>
          </p:cNvPr>
          <p:cNvCxnSpPr>
            <a:cxnSpLocks/>
          </p:cNvCxnSpPr>
          <p:nvPr userDrawn="1"/>
        </p:nvCxnSpPr>
        <p:spPr>
          <a:xfrm>
            <a:off x="0" y="3429000"/>
            <a:ext cx="12192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36BFA09-C2E0-9EDD-C5AF-A084C1D2E62A}"/>
              </a:ext>
            </a:extLst>
          </p:cNvPr>
          <p:cNvCxnSpPr>
            <a:cxnSpLocks/>
          </p:cNvCxnSpPr>
          <p:nvPr userDrawn="1"/>
        </p:nvCxnSpPr>
        <p:spPr>
          <a:xfrm>
            <a:off x="6096000" y="1"/>
            <a:ext cx="0" cy="220027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93CD5E5-7A63-84D8-216D-6206001D4352}"/>
              </a:ext>
            </a:extLst>
          </p:cNvPr>
          <p:cNvSpPr/>
          <p:nvPr userDrawn="1"/>
        </p:nvSpPr>
        <p:spPr>
          <a:xfrm>
            <a:off x="5295900" y="2647951"/>
            <a:ext cx="1600200" cy="1638300"/>
          </a:xfrm>
          <a:prstGeom prst="ellipse">
            <a:avLst/>
          </a:prstGeom>
          <a:solidFill>
            <a:schemeClr val="accent2">
              <a:lumMod val="20000"/>
              <a:lumOff val="80000"/>
            </a:schemeClr>
          </a:solidFill>
          <a:ln w="28575">
            <a:solidFill>
              <a:srgbClr val="C45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10" name="Picture 9">
            <a:extLst>
              <a:ext uri="{FF2B5EF4-FFF2-40B4-BE49-F238E27FC236}">
                <a16:creationId xmlns:a16="http://schemas.microsoft.com/office/drawing/2014/main" id="{60949BE8-1DF1-3976-E62D-C362A69DFA34}"/>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7916" b="91293" l="8707" r="90237">
                        <a14:foregroundMark x1="24274" y1="18734" x2="24274" y2="18734"/>
                        <a14:foregroundMark x1="47757" y1="8443" x2="47757" y2="8443"/>
                        <a14:foregroundMark x1="73615" y1="19789" x2="73615" y2="19789"/>
                        <a14:foregroundMark x1="90765" y1="48549" x2="90765" y2="48549"/>
                        <a14:foregroundMark x1="80475" y1="79420" x2="80475" y2="79420"/>
                        <a14:foregroundMark x1="53826" y1="91293" x2="53826" y2="91293"/>
                        <a14:foregroundMark x1="21900" y1="82058" x2="21900" y2="82058"/>
                        <a14:foregroundMark x1="8707" y1="47757" x2="8707" y2="47757"/>
                      </a14:backgroundRemoval>
                    </a14:imgEffect>
                  </a14:imgLayer>
                </a14:imgProps>
              </a:ext>
            </a:extLst>
          </a:blip>
          <a:stretch>
            <a:fillRect/>
          </a:stretch>
        </p:blipFill>
        <p:spPr>
          <a:xfrm>
            <a:off x="5372101" y="2724151"/>
            <a:ext cx="1504951" cy="1504951"/>
          </a:xfrm>
          <a:prstGeom prst="rect">
            <a:avLst/>
          </a:prstGeom>
        </p:spPr>
      </p:pic>
      <p:pic>
        <p:nvPicPr>
          <p:cNvPr id="11" name="Graphic 10">
            <a:extLst>
              <a:ext uri="{FF2B5EF4-FFF2-40B4-BE49-F238E27FC236}">
                <a16:creationId xmlns:a16="http://schemas.microsoft.com/office/drawing/2014/main" id="{D73ABCC3-9C74-F6C7-ACE2-3C6579FF9493}"/>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19802"/>
          <a:stretch/>
        </p:blipFill>
        <p:spPr>
          <a:xfrm>
            <a:off x="8622691" y="1179808"/>
            <a:ext cx="542923" cy="548741"/>
          </a:xfrm>
          <a:prstGeom prst="rect">
            <a:avLst/>
          </a:prstGeom>
        </p:spPr>
      </p:pic>
      <p:pic>
        <p:nvPicPr>
          <p:cNvPr id="12" name="Picture 11">
            <a:extLst>
              <a:ext uri="{FF2B5EF4-FFF2-40B4-BE49-F238E27FC236}">
                <a16:creationId xmlns:a16="http://schemas.microsoft.com/office/drawing/2014/main" id="{23CC88F8-4644-526F-4F11-DDCE2E4B680C}"/>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10000" b="90000" l="10000" r="90000">
                        <a14:foregroundMark x1="50473" y1="61836" x2="50473" y2="61836"/>
                      </a14:backgroundRemoval>
                    </a14:imgEffect>
                  </a14:imgLayer>
                </a14:imgProps>
              </a:ext>
            </a:extLst>
          </a:blip>
          <a:stretch>
            <a:fillRect/>
          </a:stretch>
        </p:blipFill>
        <p:spPr>
          <a:xfrm>
            <a:off x="9173096" y="1175643"/>
            <a:ext cx="757163" cy="494425"/>
          </a:xfrm>
          <a:prstGeom prst="rect">
            <a:avLst/>
          </a:prstGeom>
        </p:spPr>
      </p:pic>
      <p:pic>
        <p:nvPicPr>
          <p:cNvPr id="13" name="Picture 12">
            <a:extLst>
              <a:ext uri="{FF2B5EF4-FFF2-40B4-BE49-F238E27FC236}">
                <a16:creationId xmlns:a16="http://schemas.microsoft.com/office/drawing/2014/main" id="{FC14A703-D40F-6C9F-D411-31A1B97CEB01}"/>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9222" b="95101" l="9320" r="91940">
                        <a14:foregroundMark x1="22418" y1="13545" x2="22418" y2="13545"/>
                        <a14:foregroundMark x1="41814" y1="15562" x2="41814" y2="15562"/>
                        <a14:foregroundMark x1="66247" y1="13545" x2="66247" y2="13545"/>
                        <a14:foregroundMark x1="92443" y1="19597" x2="92443" y2="19597"/>
                        <a14:foregroundMark x1="12091" y1="37464" x2="12091" y2="37464"/>
                        <a14:foregroundMark x1="20907" y1="46686" x2="20907" y2="46686"/>
                        <a14:foregroundMark x1="23174" y1="55331" x2="23174" y2="55331"/>
                        <a14:foregroundMark x1="23678" y1="65130" x2="23678" y2="65130"/>
                        <a14:foregroundMark x1="24181" y1="74063" x2="24181" y2="74063"/>
                        <a14:foregroundMark x1="48866" y1="95101" x2="48866" y2="95101"/>
                        <a14:foregroundMark x1="9320" y1="58213" x2="9320" y2="58213"/>
                      </a14:backgroundRemoval>
                    </a14:imgEffect>
                  </a14:imgLayer>
                </a14:imgProps>
              </a:ext>
            </a:extLst>
          </a:blip>
          <a:stretch>
            <a:fillRect/>
          </a:stretch>
        </p:blipFill>
        <p:spPr>
          <a:xfrm>
            <a:off x="119063" y="116114"/>
            <a:ext cx="844555" cy="738188"/>
          </a:xfrm>
          <a:prstGeom prst="rect">
            <a:avLst/>
          </a:prstGeom>
        </p:spPr>
      </p:pic>
      <p:pic>
        <p:nvPicPr>
          <p:cNvPr id="14" name="Picture 13">
            <a:extLst>
              <a:ext uri="{FF2B5EF4-FFF2-40B4-BE49-F238E27FC236}">
                <a16:creationId xmlns:a16="http://schemas.microsoft.com/office/drawing/2014/main" id="{88C7B50D-C903-4859-1D5E-CE5CB6EF6744}"/>
              </a:ext>
            </a:extLst>
          </p:cNvPr>
          <p:cNvPicPr>
            <a:picLocks noChangeAspect="1"/>
          </p:cNvPicPr>
          <p:nvPr userDrawn="1"/>
        </p:nvPicPr>
        <p:blipFill>
          <a:blip r:embed="rId9">
            <a:extLst>
              <a:ext uri="{BEBA8EAE-BF5A-486C-A8C5-ECC9F3942E4B}">
                <a14:imgProps xmlns:a14="http://schemas.microsoft.com/office/drawing/2010/main">
                  <a14:imgLayer r:embed="rId10">
                    <a14:imgEffect>
                      <a14:backgroundRemoval t="9750" b="94250" l="6107" r="94148">
                        <a14:foregroundMark x1="9415" y1="9750" x2="9415" y2="9750"/>
                        <a14:foregroundMark x1="74300" y1="9750" x2="74300" y2="9750"/>
                        <a14:foregroundMark x1="94148" y1="25500" x2="94148" y2="25500"/>
                        <a14:foregroundMark x1="6361" y1="24750" x2="6361" y2="24750"/>
                        <a14:foregroundMark x1="54198" y1="94250" x2="54198" y2="94250"/>
                        <a14:foregroundMark x1="65140" y1="62500" x2="65140" y2="62500"/>
                        <a14:foregroundMark x1="48092" y1="52500" x2="48092" y2="52500"/>
                      </a14:backgroundRemoval>
                    </a14:imgEffect>
                  </a14:imgLayer>
                </a14:imgProps>
              </a:ext>
            </a:extLst>
          </a:blip>
          <a:stretch>
            <a:fillRect/>
          </a:stretch>
        </p:blipFill>
        <p:spPr>
          <a:xfrm>
            <a:off x="119063" y="3476626"/>
            <a:ext cx="636365" cy="647700"/>
          </a:xfrm>
          <a:prstGeom prst="rect">
            <a:avLst/>
          </a:prstGeom>
        </p:spPr>
      </p:pic>
      <p:sp>
        <p:nvSpPr>
          <p:cNvPr id="15" name="TextBox 14">
            <a:extLst>
              <a:ext uri="{FF2B5EF4-FFF2-40B4-BE49-F238E27FC236}">
                <a16:creationId xmlns:a16="http://schemas.microsoft.com/office/drawing/2014/main" id="{57B67A7D-BAF3-39CA-92C1-F05C8FF50C2D}"/>
              </a:ext>
            </a:extLst>
          </p:cNvPr>
          <p:cNvSpPr txBox="1"/>
          <p:nvPr userDrawn="1"/>
        </p:nvSpPr>
        <p:spPr>
          <a:xfrm rot="16200000">
            <a:off x="5278050" y="2222012"/>
            <a:ext cx="1673759" cy="2169993"/>
          </a:xfrm>
          <a:prstGeom prst="rect">
            <a:avLst/>
          </a:prstGeom>
          <a:noFill/>
        </p:spPr>
        <p:txBody>
          <a:bodyPr wrap="square" rtlCol="0">
            <a:prstTxWarp prst="textCircle">
              <a:avLst>
                <a:gd name="adj" fmla="val 11263557"/>
              </a:avLst>
            </a:prstTxWarp>
            <a:spAutoFit/>
          </a:bodyPr>
          <a:lstStyle/>
          <a:p>
            <a:pPr algn="ctr"/>
            <a:r>
              <a:rPr lang="en-GB" sz="2000" b="0" i="0">
                <a:latin typeface="Twinkl Cursive Looped" panose="02000000000000000000" pitchFamily="2" charset="77"/>
                <a:ea typeface="Sassoon Infant Rg" panose="02000503030000020003" pitchFamily="2" charset="0"/>
              </a:rPr>
              <a:t>Watering Hole</a:t>
            </a:r>
            <a:r>
              <a:rPr lang="en-GB" sz="2000" b="0" i="0">
                <a:solidFill>
                  <a:srgbClr val="0070C0"/>
                </a:solidFill>
                <a:latin typeface="Twinkl Cursive Looped" panose="02000000000000000000" pitchFamily="2" charset="77"/>
                <a:ea typeface="Sassoon Infant Rg" panose="02000503030000020003" pitchFamily="2" charset="0"/>
              </a:rPr>
              <a:t> </a:t>
            </a:r>
          </a:p>
        </p:txBody>
      </p:sp>
      <p:sp>
        <p:nvSpPr>
          <p:cNvPr id="16" name="Rectangle 15">
            <a:extLst>
              <a:ext uri="{FF2B5EF4-FFF2-40B4-BE49-F238E27FC236}">
                <a16:creationId xmlns:a16="http://schemas.microsoft.com/office/drawing/2014/main" id="{75BCDB15-A18F-761C-9D70-5D498C4B281B}"/>
              </a:ext>
            </a:extLst>
          </p:cNvPr>
          <p:cNvSpPr/>
          <p:nvPr userDrawn="1"/>
        </p:nvSpPr>
        <p:spPr>
          <a:xfrm rot="-180000">
            <a:off x="5010272" y="2703555"/>
            <a:ext cx="2190749" cy="1847848"/>
          </a:xfrm>
          <a:prstGeom prst="rect">
            <a:avLst/>
          </a:prstGeom>
          <a:noFill/>
        </p:spPr>
        <p:txBody>
          <a:bodyPr spcFirstLastPara="1" wrap="none" lIns="91440" tIns="45720" rIns="91440" bIns="45720" numCol="1">
            <a:prstTxWarp prst="textArchDown">
              <a:avLst>
                <a:gd name="adj" fmla="val 18174041"/>
              </a:avLst>
            </a:prstTxWarp>
            <a:spAutoFit/>
          </a:bodyPr>
          <a:lstStyle/>
          <a:p>
            <a:pPr algn="ctr"/>
            <a:r>
              <a:rPr lang="en-GB" sz="2000" b="0" i="0">
                <a:ln w="22225">
                  <a:noFill/>
                  <a:prstDash val="solid"/>
                </a:ln>
                <a:latin typeface="Twinkl Cursive Looped" panose="02000000000000000000" pitchFamily="2" charset="77"/>
                <a:ea typeface="Sassoon Infant Rg" panose="02000503030000020003" pitchFamily="2" charset="0"/>
              </a:rPr>
              <a:t>Accessing what we need</a:t>
            </a:r>
          </a:p>
        </p:txBody>
      </p:sp>
      <p:pic>
        <p:nvPicPr>
          <p:cNvPr id="17" name="Picture 16">
            <a:extLst>
              <a:ext uri="{FF2B5EF4-FFF2-40B4-BE49-F238E27FC236}">
                <a16:creationId xmlns:a16="http://schemas.microsoft.com/office/drawing/2014/main" id="{A9EEF32E-84FC-9DD2-1645-162B4C9FAB54}"/>
              </a:ext>
            </a:extLst>
          </p:cNvPr>
          <p:cNvPicPr>
            <a:picLocks noChangeAspect="1"/>
          </p:cNvPicPr>
          <p:nvPr userDrawn="1"/>
        </p:nvPicPr>
        <p:blipFill>
          <a:blip r:embed="rId11">
            <a:extLst>
              <a:ext uri="{BEBA8EAE-BF5A-486C-A8C5-ECC9F3942E4B}">
                <a14:imgProps xmlns:a14="http://schemas.microsoft.com/office/drawing/2010/main">
                  <a14:imgLayer r:embed="rId12">
                    <a14:imgEffect>
                      <a14:backgroundRemoval t="9938" b="92857" l="9898" r="89761">
                        <a14:foregroundMark x1="55631" y1="27019" x2="55631" y2="27019"/>
                        <a14:foregroundMark x1="54608" y1="92857" x2="54608" y2="92857"/>
                      </a14:backgroundRemoval>
                    </a14:imgEffect>
                  </a14:imgLayer>
                </a14:imgProps>
              </a:ext>
            </a:extLst>
          </a:blip>
          <a:stretch>
            <a:fillRect/>
          </a:stretch>
        </p:blipFill>
        <p:spPr>
          <a:xfrm>
            <a:off x="10915132" y="3622675"/>
            <a:ext cx="650036" cy="714375"/>
          </a:xfrm>
          <a:prstGeom prst="rect">
            <a:avLst/>
          </a:prstGeom>
        </p:spPr>
      </p:pic>
      <p:sp>
        <p:nvSpPr>
          <p:cNvPr id="18" name="Rectangle 17">
            <a:extLst>
              <a:ext uri="{FF2B5EF4-FFF2-40B4-BE49-F238E27FC236}">
                <a16:creationId xmlns:a16="http://schemas.microsoft.com/office/drawing/2014/main" id="{9158E33F-3765-E12D-EC90-52B96C993A54}"/>
              </a:ext>
            </a:extLst>
          </p:cNvPr>
          <p:cNvSpPr/>
          <p:nvPr userDrawn="1"/>
        </p:nvSpPr>
        <p:spPr>
          <a:xfrm>
            <a:off x="10407364" y="3614830"/>
            <a:ext cx="1665573" cy="3133725"/>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19" name="Straight Connector 18">
            <a:extLst>
              <a:ext uri="{FF2B5EF4-FFF2-40B4-BE49-F238E27FC236}">
                <a16:creationId xmlns:a16="http://schemas.microsoft.com/office/drawing/2014/main" id="{B99A02AE-5FFD-29AD-EBE7-4C38018D5AAF}"/>
              </a:ext>
            </a:extLst>
          </p:cNvPr>
          <p:cNvCxnSpPr>
            <a:cxnSpLocks/>
          </p:cNvCxnSpPr>
          <p:nvPr userDrawn="1"/>
        </p:nvCxnSpPr>
        <p:spPr>
          <a:xfrm>
            <a:off x="9163051" y="59357"/>
            <a:ext cx="0" cy="336964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361B532-AB76-3FDE-0903-59141D8EB5E2}"/>
              </a:ext>
            </a:extLst>
          </p:cNvPr>
          <p:cNvCxnSpPr>
            <a:cxnSpLocks/>
          </p:cNvCxnSpPr>
          <p:nvPr userDrawn="1"/>
        </p:nvCxnSpPr>
        <p:spPr>
          <a:xfrm>
            <a:off x="6095999" y="1728548"/>
            <a:ext cx="606742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28D7E95B-E86B-132A-8921-6D1CDF0723BD}"/>
              </a:ext>
            </a:extLst>
          </p:cNvPr>
          <p:cNvPicPr>
            <a:picLocks noChangeAspect="1"/>
          </p:cNvPicPr>
          <p:nvPr userDrawn="1"/>
        </p:nvPicPr>
        <p:blipFill>
          <a:blip r:embed="rId13">
            <a:extLst>
              <a:ext uri="{BEBA8EAE-BF5A-486C-A8C5-ECC9F3942E4B}">
                <a14:imgProps xmlns:a14="http://schemas.microsoft.com/office/drawing/2010/main">
                  <a14:imgLayer r:embed="rId14">
                    <a14:imgEffect>
                      <a14:backgroundRemoval t="8084" b="92515" l="10000" r="90000">
                        <a14:foregroundMark x1="43429" y1="92814" x2="43429" y2="92814"/>
                        <a14:foregroundMark x1="55714" y1="34731" x2="55714" y2="34731"/>
                        <a14:foregroundMark x1="74571" y1="8084" x2="74571" y2="8084"/>
                      </a14:backgroundRemoval>
                    </a14:imgEffect>
                  </a14:imgLayer>
                </a14:imgProps>
              </a:ext>
            </a:extLst>
          </a:blip>
          <a:stretch>
            <a:fillRect/>
          </a:stretch>
        </p:blipFill>
        <p:spPr>
          <a:xfrm>
            <a:off x="9255321" y="1772679"/>
            <a:ext cx="502428" cy="479460"/>
          </a:xfrm>
          <a:prstGeom prst="rect">
            <a:avLst/>
          </a:prstGeom>
        </p:spPr>
      </p:pic>
      <p:sp>
        <p:nvSpPr>
          <p:cNvPr id="25" name="TextBox 24">
            <a:extLst>
              <a:ext uri="{FF2B5EF4-FFF2-40B4-BE49-F238E27FC236}">
                <a16:creationId xmlns:a16="http://schemas.microsoft.com/office/drawing/2014/main" id="{45A5C7A1-569F-D384-461E-747E1FC18D84}"/>
              </a:ext>
            </a:extLst>
          </p:cNvPr>
          <p:cNvSpPr txBox="1"/>
          <p:nvPr userDrawn="1"/>
        </p:nvSpPr>
        <p:spPr>
          <a:xfrm>
            <a:off x="9711276" y="1699665"/>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Carry on - Finish Learning</a:t>
            </a:r>
          </a:p>
        </p:txBody>
      </p:sp>
      <p:sp>
        <p:nvSpPr>
          <p:cNvPr id="26" name="TextBox 25">
            <a:extLst>
              <a:ext uri="{FF2B5EF4-FFF2-40B4-BE49-F238E27FC236}">
                <a16:creationId xmlns:a16="http://schemas.microsoft.com/office/drawing/2014/main" id="{FAA6BB55-886C-6BD6-A9CE-0ED258255B7D}"/>
              </a:ext>
            </a:extLst>
          </p:cNvPr>
          <p:cNvSpPr txBox="1"/>
          <p:nvPr userDrawn="1"/>
        </p:nvSpPr>
        <p:spPr>
          <a:xfrm>
            <a:off x="806119" y="3666061"/>
            <a:ext cx="3153672"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rPr>
              <a:t>Deepening my learning</a:t>
            </a:r>
          </a:p>
        </p:txBody>
      </p:sp>
      <p:sp>
        <p:nvSpPr>
          <p:cNvPr id="27" name="TextBox 26">
            <a:extLst>
              <a:ext uri="{FF2B5EF4-FFF2-40B4-BE49-F238E27FC236}">
                <a16:creationId xmlns:a16="http://schemas.microsoft.com/office/drawing/2014/main" id="{A38C8C69-A916-A517-279F-F93D4A85E3A5}"/>
              </a:ext>
            </a:extLst>
          </p:cNvPr>
          <p:cNvSpPr txBox="1"/>
          <p:nvPr userDrawn="1"/>
        </p:nvSpPr>
        <p:spPr>
          <a:xfrm>
            <a:off x="6730946" y="1845508"/>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Shared Learning Conversation</a:t>
            </a:r>
          </a:p>
        </p:txBody>
      </p:sp>
      <p:sp>
        <p:nvSpPr>
          <p:cNvPr id="28" name="TextBox 27">
            <a:extLst>
              <a:ext uri="{FF2B5EF4-FFF2-40B4-BE49-F238E27FC236}">
                <a16:creationId xmlns:a16="http://schemas.microsoft.com/office/drawing/2014/main" id="{77CEF66E-0B89-5C3E-A3EA-57F92E7F333F}"/>
              </a:ext>
            </a:extLst>
          </p:cNvPr>
          <p:cNvSpPr txBox="1"/>
          <p:nvPr userDrawn="1"/>
        </p:nvSpPr>
        <p:spPr>
          <a:xfrm>
            <a:off x="9938135" y="1319940"/>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Small Group with an adult</a:t>
            </a:r>
          </a:p>
        </p:txBody>
      </p:sp>
      <p:sp>
        <p:nvSpPr>
          <p:cNvPr id="29" name="TextBox 28">
            <a:extLst>
              <a:ext uri="{FF2B5EF4-FFF2-40B4-BE49-F238E27FC236}">
                <a16:creationId xmlns:a16="http://schemas.microsoft.com/office/drawing/2014/main" id="{513D8E9C-7FC1-8540-96AE-F9A174C627BC}"/>
              </a:ext>
            </a:extLst>
          </p:cNvPr>
          <p:cNvSpPr txBox="1"/>
          <p:nvPr userDrawn="1"/>
        </p:nvSpPr>
        <p:spPr>
          <a:xfrm>
            <a:off x="7103762" y="1334292"/>
            <a:ext cx="196073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Showcase Lead Learners</a:t>
            </a:r>
          </a:p>
        </p:txBody>
      </p:sp>
      <p:sp>
        <p:nvSpPr>
          <p:cNvPr id="30" name="TextBox 29">
            <a:extLst>
              <a:ext uri="{FF2B5EF4-FFF2-40B4-BE49-F238E27FC236}">
                <a16:creationId xmlns:a16="http://schemas.microsoft.com/office/drawing/2014/main" id="{0F3E8A13-704A-B295-4296-21A195989C8A}"/>
              </a:ext>
            </a:extLst>
          </p:cNvPr>
          <p:cNvSpPr txBox="1"/>
          <p:nvPr userDrawn="1"/>
        </p:nvSpPr>
        <p:spPr>
          <a:xfrm>
            <a:off x="978825" y="379381"/>
            <a:ext cx="1960735"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cs typeface="Calibri"/>
              </a:rPr>
              <a:t>Whole Class Feedback</a:t>
            </a:r>
          </a:p>
        </p:txBody>
      </p:sp>
      <p:sp>
        <p:nvSpPr>
          <p:cNvPr id="33" name="Oval Callout 32">
            <a:extLst>
              <a:ext uri="{FF2B5EF4-FFF2-40B4-BE49-F238E27FC236}">
                <a16:creationId xmlns:a16="http://schemas.microsoft.com/office/drawing/2014/main" id="{20E8220B-AFF3-E0A1-CAEF-B430A1C7AFF6}"/>
              </a:ext>
            </a:extLst>
          </p:cNvPr>
          <p:cNvSpPr/>
          <p:nvPr userDrawn="1"/>
        </p:nvSpPr>
        <p:spPr>
          <a:xfrm>
            <a:off x="8755466" y="1857693"/>
            <a:ext cx="311167" cy="232315"/>
          </a:xfrm>
          <a:prstGeom prst="wedgeEllipseCallout">
            <a:avLst>
              <a:gd name="adj1" fmla="val 33993"/>
              <a:gd name="adj2" fmla="val 78193"/>
            </a:avLst>
          </a:prstGeom>
          <a:solidFill>
            <a:srgbClr val="FCE4D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4" name="TextBox 33">
            <a:extLst>
              <a:ext uri="{FF2B5EF4-FFF2-40B4-BE49-F238E27FC236}">
                <a16:creationId xmlns:a16="http://schemas.microsoft.com/office/drawing/2014/main" id="{197C78DA-D2CC-5E55-EC3C-74E0FBD6C5E0}"/>
              </a:ext>
            </a:extLst>
          </p:cNvPr>
          <p:cNvSpPr txBox="1"/>
          <p:nvPr userDrawn="1"/>
        </p:nvSpPr>
        <p:spPr>
          <a:xfrm>
            <a:off x="8708288" y="1869253"/>
            <a:ext cx="352982" cy="215444"/>
          </a:xfrm>
          <a:prstGeom prst="rect">
            <a:avLst/>
          </a:prstGeom>
          <a:noFill/>
        </p:spPr>
        <p:txBody>
          <a:bodyPr wrap="none" rtlCol="0">
            <a:spAutoFit/>
          </a:bodyPr>
          <a:lstStyle/>
          <a:p>
            <a:r>
              <a:rPr lang="en-GB" sz="800" b="0" i="0">
                <a:latin typeface="Twinkl Cursive Looped" panose="02000000000000000000" pitchFamily="2" charset="77"/>
              </a:rPr>
              <a:t>SLC</a:t>
            </a:r>
          </a:p>
        </p:txBody>
      </p:sp>
      <p:sp>
        <p:nvSpPr>
          <p:cNvPr id="41" name="Text Placeholder 40">
            <a:extLst>
              <a:ext uri="{FF2B5EF4-FFF2-40B4-BE49-F238E27FC236}">
                <a16:creationId xmlns:a16="http://schemas.microsoft.com/office/drawing/2014/main" id="{122B806B-421A-D3A0-5273-FB8FEB6F9447}"/>
              </a:ext>
            </a:extLst>
          </p:cNvPr>
          <p:cNvSpPr>
            <a:spLocks noGrp="1"/>
          </p:cNvSpPr>
          <p:nvPr>
            <p:ph type="body" sz="quarter" idx="10" hasCustomPrompt="1"/>
          </p:nvPr>
        </p:nvSpPr>
        <p:spPr>
          <a:xfrm>
            <a:off x="152400" y="903288"/>
            <a:ext cx="4613275" cy="2311400"/>
          </a:xfrm>
        </p:spPr>
        <p:txBody>
          <a:bodyPr/>
          <a:lstStyle>
            <a:lvl5pPr>
              <a:defRPr b="0" i="0">
                <a:latin typeface="Twinkl Cursive Looped" panose="02000000000000000000" pitchFamily="2" charset="77"/>
              </a:defRPr>
            </a:lvl5pPr>
          </a:lstStyle>
          <a:p>
            <a:pPr lvl="4"/>
            <a:r>
              <a:rPr lang="en-GB"/>
              <a:t>Fifth level</a:t>
            </a:r>
            <a:endParaRPr lang="en-US"/>
          </a:p>
        </p:txBody>
      </p:sp>
      <p:sp>
        <p:nvSpPr>
          <p:cNvPr id="44" name="Text Placeholder 40">
            <a:extLst>
              <a:ext uri="{FF2B5EF4-FFF2-40B4-BE49-F238E27FC236}">
                <a16:creationId xmlns:a16="http://schemas.microsoft.com/office/drawing/2014/main" id="{BFBC48A2-3497-BC71-A0AB-B94D10D2F083}"/>
              </a:ext>
            </a:extLst>
          </p:cNvPr>
          <p:cNvSpPr>
            <a:spLocks noGrp="1"/>
          </p:cNvSpPr>
          <p:nvPr>
            <p:ph type="body" sz="quarter" idx="11"/>
          </p:nvPr>
        </p:nvSpPr>
        <p:spPr>
          <a:xfrm>
            <a:off x="6151419"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5" name="Text Placeholder 40">
            <a:extLst>
              <a:ext uri="{FF2B5EF4-FFF2-40B4-BE49-F238E27FC236}">
                <a16:creationId xmlns:a16="http://schemas.microsoft.com/office/drawing/2014/main" id="{E26FE762-C006-FAD3-9DB2-248E159C97B9}"/>
              </a:ext>
            </a:extLst>
          </p:cNvPr>
          <p:cNvSpPr>
            <a:spLocks noGrp="1"/>
          </p:cNvSpPr>
          <p:nvPr>
            <p:ph type="body" sz="quarter" idx="12"/>
          </p:nvPr>
        </p:nvSpPr>
        <p:spPr>
          <a:xfrm>
            <a:off x="9213273"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0">
            <a:extLst>
              <a:ext uri="{FF2B5EF4-FFF2-40B4-BE49-F238E27FC236}">
                <a16:creationId xmlns:a16="http://schemas.microsoft.com/office/drawing/2014/main" id="{EDBB5471-5DC0-3FC7-F0CE-0C2627A79269}"/>
              </a:ext>
            </a:extLst>
          </p:cNvPr>
          <p:cNvSpPr>
            <a:spLocks noGrp="1"/>
          </p:cNvSpPr>
          <p:nvPr>
            <p:ph type="body" sz="quarter" idx="13"/>
          </p:nvPr>
        </p:nvSpPr>
        <p:spPr>
          <a:xfrm>
            <a:off x="290946" y="4242234"/>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7" name="Text Placeholder 40">
            <a:extLst>
              <a:ext uri="{FF2B5EF4-FFF2-40B4-BE49-F238E27FC236}">
                <a16:creationId xmlns:a16="http://schemas.microsoft.com/office/drawing/2014/main" id="{DCF35568-A367-82E2-075A-2A811FF092EB}"/>
              </a:ext>
            </a:extLst>
          </p:cNvPr>
          <p:cNvSpPr>
            <a:spLocks noGrp="1"/>
          </p:cNvSpPr>
          <p:nvPr>
            <p:ph type="body" sz="quarter" idx="14"/>
          </p:nvPr>
        </p:nvSpPr>
        <p:spPr>
          <a:xfrm>
            <a:off x="6844146" y="2274889"/>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40">
            <a:extLst>
              <a:ext uri="{FF2B5EF4-FFF2-40B4-BE49-F238E27FC236}">
                <a16:creationId xmlns:a16="http://schemas.microsoft.com/office/drawing/2014/main" id="{C54F4DB2-38F8-1403-AF81-52DB71B06607}"/>
              </a:ext>
            </a:extLst>
          </p:cNvPr>
          <p:cNvSpPr>
            <a:spLocks noGrp="1"/>
          </p:cNvSpPr>
          <p:nvPr>
            <p:ph type="body" sz="quarter" idx="15"/>
          </p:nvPr>
        </p:nvSpPr>
        <p:spPr>
          <a:xfrm>
            <a:off x="9268691" y="2344162"/>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9" name="Text Placeholder 40">
            <a:extLst>
              <a:ext uri="{FF2B5EF4-FFF2-40B4-BE49-F238E27FC236}">
                <a16:creationId xmlns:a16="http://schemas.microsoft.com/office/drawing/2014/main" id="{F8A6C5BB-E7AE-DEA7-2BBB-960BAD1DE802}"/>
              </a:ext>
            </a:extLst>
          </p:cNvPr>
          <p:cNvSpPr>
            <a:spLocks noGrp="1"/>
          </p:cNvSpPr>
          <p:nvPr>
            <p:ph type="body" sz="quarter" idx="16"/>
          </p:nvPr>
        </p:nvSpPr>
        <p:spPr>
          <a:xfrm>
            <a:off x="10407364" y="4353071"/>
            <a:ext cx="1665573"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578714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ur Key Question is">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B79B11F8-C457-8B5A-7DB2-A0B3822642CF}"/>
              </a:ext>
            </a:extLst>
          </p:cNvPr>
          <p:cNvSpPr/>
          <p:nvPr userDrawn="1"/>
        </p:nvSpPr>
        <p:spPr>
          <a:xfrm>
            <a:off x="1665866" y="215038"/>
            <a:ext cx="8504851" cy="2763090"/>
          </a:xfrm>
          <a:prstGeom prst="cloud">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8" name="Picture 7" descr="A picture containing room&#10;&#10;Description automatically generated">
            <a:extLst>
              <a:ext uri="{FF2B5EF4-FFF2-40B4-BE49-F238E27FC236}">
                <a16:creationId xmlns:a16="http://schemas.microsoft.com/office/drawing/2014/main" id="{DC7A9518-C555-4E09-54D1-0E22EFD76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59900" y="3256317"/>
            <a:ext cx="1179274" cy="1711658"/>
          </a:xfrm>
          <a:prstGeom prst="rect">
            <a:avLst/>
          </a:prstGeom>
        </p:spPr>
      </p:pic>
      <p:grpSp>
        <p:nvGrpSpPr>
          <p:cNvPr id="9" name="Group 8">
            <a:extLst>
              <a:ext uri="{FF2B5EF4-FFF2-40B4-BE49-F238E27FC236}">
                <a16:creationId xmlns:a16="http://schemas.microsoft.com/office/drawing/2014/main" id="{25DAF98D-1546-11DC-FCBC-99F15C737598}"/>
              </a:ext>
            </a:extLst>
          </p:cNvPr>
          <p:cNvGrpSpPr/>
          <p:nvPr userDrawn="1"/>
        </p:nvGrpSpPr>
        <p:grpSpPr>
          <a:xfrm>
            <a:off x="10357333" y="154065"/>
            <a:ext cx="1648051" cy="1648051"/>
            <a:chOff x="8847786" y="141950"/>
            <a:chExt cx="1362870" cy="1362870"/>
          </a:xfrm>
        </p:grpSpPr>
        <p:pic>
          <p:nvPicPr>
            <p:cNvPr id="10" name="Picture 9">
              <a:extLst>
                <a:ext uri="{FF2B5EF4-FFF2-40B4-BE49-F238E27FC236}">
                  <a16:creationId xmlns:a16="http://schemas.microsoft.com/office/drawing/2014/main" id="{F48D769F-92AA-C62C-CEBF-72ACEE790429}"/>
                </a:ext>
              </a:extLst>
            </p:cNvPr>
            <p:cNvPicPr>
              <a:picLocks noChangeAspect="1"/>
            </p:cNvPicPr>
            <p:nvPr/>
          </p:nvPicPr>
          <p:blipFill>
            <a:blip r:embed="rId3"/>
            <a:stretch>
              <a:fillRect/>
            </a:stretch>
          </p:blipFill>
          <p:spPr>
            <a:xfrm>
              <a:off x="8847786" y="828637"/>
              <a:ext cx="676183" cy="676183"/>
            </a:xfrm>
            <a:prstGeom prst="rect">
              <a:avLst/>
            </a:prstGeom>
          </p:spPr>
        </p:pic>
        <p:pic>
          <p:nvPicPr>
            <p:cNvPr id="11" name="Picture 10">
              <a:extLst>
                <a:ext uri="{FF2B5EF4-FFF2-40B4-BE49-F238E27FC236}">
                  <a16:creationId xmlns:a16="http://schemas.microsoft.com/office/drawing/2014/main" id="{51A96F2E-8EE9-43D4-0408-90BA761340C6}"/>
                </a:ext>
              </a:extLst>
            </p:cNvPr>
            <p:cNvPicPr>
              <a:picLocks noChangeAspect="1"/>
            </p:cNvPicPr>
            <p:nvPr/>
          </p:nvPicPr>
          <p:blipFill>
            <a:blip r:embed="rId4"/>
            <a:stretch>
              <a:fillRect/>
            </a:stretch>
          </p:blipFill>
          <p:spPr>
            <a:xfrm>
              <a:off x="9534473" y="828637"/>
              <a:ext cx="676183" cy="676183"/>
            </a:xfrm>
            <a:prstGeom prst="rect">
              <a:avLst/>
            </a:prstGeom>
          </p:spPr>
        </p:pic>
        <p:pic>
          <p:nvPicPr>
            <p:cNvPr id="12" name="Picture 11">
              <a:extLst>
                <a:ext uri="{FF2B5EF4-FFF2-40B4-BE49-F238E27FC236}">
                  <a16:creationId xmlns:a16="http://schemas.microsoft.com/office/drawing/2014/main" id="{A5AF5C3E-FFA9-5539-5462-C4FDA60381BA}"/>
                </a:ext>
              </a:extLst>
            </p:cNvPr>
            <p:cNvPicPr>
              <a:picLocks noChangeAspect="1"/>
            </p:cNvPicPr>
            <p:nvPr/>
          </p:nvPicPr>
          <p:blipFill>
            <a:blip r:embed="rId5"/>
            <a:stretch>
              <a:fillRect/>
            </a:stretch>
          </p:blipFill>
          <p:spPr>
            <a:xfrm>
              <a:off x="9534472" y="141950"/>
              <a:ext cx="676183" cy="676183"/>
            </a:xfrm>
            <a:prstGeom prst="rect">
              <a:avLst/>
            </a:prstGeom>
          </p:spPr>
        </p:pic>
        <p:pic>
          <p:nvPicPr>
            <p:cNvPr id="13" name="Picture 12">
              <a:extLst>
                <a:ext uri="{FF2B5EF4-FFF2-40B4-BE49-F238E27FC236}">
                  <a16:creationId xmlns:a16="http://schemas.microsoft.com/office/drawing/2014/main" id="{A71642E4-75DE-1766-9E03-1FB909AE28FD}"/>
                </a:ext>
              </a:extLst>
            </p:cNvPr>
            <p:cNvPicPr>
              <a:picLocks noChangeAspect="1"/>
            </p:cNvPicPr>
            <p:nvPr/>
          </p:nvPicPr>
          <p:blipFill>
            <a:blip r:embed="rId6"/>
            <a:stretch>
              <a:fillRect/>
            </a:stretch>
          </p:blipFill>
          <p:spPr>
            <a:xfrm>
              <a:off x="8847786" y="141950"/>
              <a:ext cx="676183" cy="676183"/>
            </a:xfrm>
            <a:prstGeom prst="rect">
              <a:avLst/>
            </a:prstGeom>
          </p:spPr>
        </p:pic>
      </p:grpSp>
      <p:sp>
        <p:nvSpPr>
          <p:cNvPr id="16" name="TextBox 15">
            <a:extLst>
              <a:ext uri="{FF2B5EF4-FFF2-40B4-BE49-F238E27FC236}">
                <a16:creationId xmlns:a16="http://schemas.microsoft.com/office/drawing/2014/main" id="{B51F51B4-AEEF-DCBE-D5E3-959BD4FE0BF1}"/>
              </a:ext>
            </a:extLst>
          </p:cNvPr>
          <p:cNvSpPr txBox="1"/>
          <p:nvPr userDrawn="1"/>
        </p:nvSpPr>
        <p:spPr>
          <a:xfrm>
            <a:off x="10344525" y="1771029"/>
            <a:ext cx="1686365" cy="242374"/>
          </a:xfrm>
          <a:prstGeom prst="rect">
            <a:avLst/>
          </a:prstGeom>
          <a:noFill/>
        </p:spPr>
        <p:txBody>
          <a:bodyPr wrap="square" rtlCol="0">
            <a:spAutoFit/>
          </a:bodyPr>
          <a:lstStyle/>
          <a:p>
            <a:pPr algn="ctr"/>
            <a:r>
              <a:rPr lang="en-GB" sz="975" b="0" i="0">
                <a:latin typeface="Twinkl Cursive Looped" panose="02000000000000000000" pitchFamily="2" charset="77"/>
                <a:ea typeface="Sassoon Infant Rg" panose="02000503030000020003" pitchFamily="2" charset="0"/>
              </a:rPr>
              <a:t>21st Century Learning Skills</a:t>
            </a:r>
          </a:p>
        </p:txBody>
      </p:sp>
      <p:pic>
        <p:nvPicPr>
          <p:cNvPr id="17" name="Picture 16">
            <a:extLst>
              <a:ext uri="{FF2B5EF4-FFF2-40B4-BE49-F238E27FC236}">
                <a16:creationId xmlns:a16="http://schemas.microsoft.com/office/drawing/2014/main" id="{8F3F2A77-4134-EC11-46EB-A7AA627FC014}"/>
              </a:ext>
            </a:extLst>
          </p:cNvPr>
          <p:cNvPicPr>
            <a:picLocks noChangeAspect="1"/>
          </p:cNvPicPr>
          <p:nvPr userDrawn="1"/>
        </p:nvPicPr>
        <p:blipFill rotWithShape="1">
          <a:blip r:embed="rId7">
            <a:extLst>
              <a:ext uri="{BEBA8EAE-BF5A-486C-A8C5-ECC9F3942E4B}">
                <a14:imgProps xmlns:a14="http://schemas.microsoft.com/office/drawing/2010/main">
                  <a14:imgLayer r:embed="rId8">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flipH="1">
            <a:off x="7468236" y="2737060"/>
            <a:ext cx="1750251" cy="2146686"/>
          </a:xfrm>
          <a:prstGeom prst="rect">
            <a:avLst/>
          </a:prstGeom>
        </p:spPr>
      </p:pic>
      <p:pic>
        <p:nvPicPr>
          <p:cNvPr id="18" name="Picture 17">
            <a:extLst>
              <a:ext uri="{FF2B5EF4-FFF2-40B4-BE49-F238E27FC236}">
                <a16:creationId xmlns:a16="http://schemas.microsoft.com/office/drawing/2014/main" id="{99CC78E3-5490-F69B-6984-2E5236E755BD}"/>
              </a:ext>
            </a:extLst>
          </p:cNvPr>
          <p:cNvPicPr>
            <a:picLocks noChangeAspect="1"/>
          </p:cNvPicPr>
          <p:nvPr userDrawn="1"/>
        </p:nvPicPr>
        <p:blipFill rotWithShape="1">
          <a:blip r:embed="rId9">
            <a:extLst>
              <a:ext uri="{BEBA8EAE-BF5A-486C-A8C5-ECC9F3942E4B}">
                <a14:imgProps xmlns:a14="http://schemas.microsoft.com/office/drawing/2010/main">
                  <a14:imgLayer r:embed="rId8">
                    <a14:imgEffect>
                      <a14:backgroundRemoval t="61793" b="81925" l="64809" r="78176">
                        <a14:foregroundMark x1="75238" y1="61799" x2="75238" y2="61799"/>
                      </a14:backgroundRemoval>
                    </a14:imgEffect>
                  </a14:imgLayer>
                </a14:imgProps>
              </a:ext>
            </a:extLst>
          </a:blip>
          <a:srcRect l="63138" t="59276" r="20153" b="15559"/>
          <a:stretch/>
        </p:blipFill>
        <p:spPr>
          <a:xfrm flipH="1">
            <a:off x="3116064" y="2716803"/>
            <a:ext cx="1679750" cy="2398601"/>
          </a:xfrm>
          <a:prstGeom prst="rect">
            <a:avLst/>
          </a:prstGeom>
        </p:spPr>
      </p:pic>
      <p:pic>
        <p:nvPicPr>
          <p:cNvPr id="19" name="Picture 18">
            <a:extLst>
              <a:ext uri="{FF2B5EF4-FFF2-40B4-BE49-F238E27FC236}">
                <a16:creationId xmlns:a16="http://schemas.microsoft.com/office/drawing/2014/main" id="{A70DB80A-87E5-2F1D-E192-CBC17CA7F487}"/>
              </a:ext>
            </a:extLst>
          </p:cNvPr>
          <p:cNvPicPr>
            <a:picLocks noChangeAspect="1"/>
          </p:cNvPicPr>
          <p:nvPr userDrawn="1"/>
        </p:nvPicPr>
        <p:blipFill rotWithShape="1">
          <a:blip r:embed="rId10">
            <a:extLst>
              <a:ext uri="{BEBA8EAE-BF5A-486C-A8C5-ECC9F3942E4B}">
                <a14:imgProps xmlns:a14="http://schemas.microsoft.com/office/drawing/2010/main">
                  <a14:imgLayer r:embed="rId8">
                    <a14:imgEffect>
                      <a14:backgroundRemoval t="61793" b="81925" l="43765" r="56864"/>
                    </a14:imgEffect>
                  </a14:imgLayer>
                </a14:imgProps>
              </a:ext>
            </a:extLst>
          </a:blip>
          <a:srcRect l="42128" t="59276" r="41499" b="15559"/>
          <a:stretch/>
        </p:blipFill>
        <p:spPr>
          <a:xfrm>
            <a:off x="4680150" y="2888780"/>
            <a:ext cx="1645920" cy="2398601"/>
          </a:xfrm>
          <a:prstGeom prst="rect">
            <a:avLst/>
          </a:prstGeom>
        </p:spPr>
      </p:pic>
      <p:grpSp>
        <p:nvGrpSpPr>
          <p:cNvPr id="20" name="Group 19">
            <a:extLst>
              <a:ext uri="{FF2B5EF4-FFF2-40B4-BE49-F238E27FC236}">
                <a16:creationId xmlns:a16="http://schemas.microsoft.com/office/drawing/2014/main" id="{319857BE-DDFC-D079-6FAD-C084CE926065}"/>
              </a:ext>
            </a:extLst>
          </p:cNvPr>
          <p:cNvGrpSpPr/>
          <p:nvPr userDrawn="1"/>
        </p:nvGrpSpPr>
        <p:grpSpPr>
          <a:xfrm>
            <a:off x="2765609" y="701604"/>
            <a:ext cx="4476397" cy="1473969"/>
            <a:chOff x="1400000" y="126068"/>
            <a:chExt cx="4476397" cy="1473969"/>
          </a:xfrm>
        </p:grpSpPr>
        <p:pic>
          <p:nvPicPr>
            <p:cNvPr id="21" name="Picture 17">
              <a:extLst>
                <a:ext uri="{FF2B5EF4-FFF2-40B4-BE49-F238E27FC236}">
                  <a16:creationId xmlns:a16="http://schemas.microsoft.com/office/drawing/2014/main" id="{8E2B66C8-56E7-D5AC-A43F-D8A64E7DBC7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00000" y="126068"/>
              <a:ext cx="1679750" cy="147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1D9AC7F5-F0E5-1321-D781-89CEA212523E}"/>
                </a:ext>
              </a:extLst>
            </p:cNvPr>
            <p:cNvSpPr txBox="1"/>
            <p:nvPr userDrawn="1"/>
          </p:nvSpPr>
          <p:spPr>
            <a:xfrm>
              <a:off x="2072150" y="171993"/>
              <a:ext cx="3804247" cy="592470"/>
            </a:xfrm>
            <a:prstGeom prst="rect">
              <a:avLst/>
            </a:prstGeom>
            <a:noFill/>
          </p:spPr>
          <p:txBody>
            <a:bodyPr wrap="none" rtlCol="0">
              <a:spAutoFit/>
            </a:bodyPr>
            <a:lstStyle/>
            <a:p>
              <a:r>
                <a:rPr lang="en-GB" sz="3250" b="0" i="0" u="sng">
                  <a:latin typeface="Twinkl Cursive Looped" panose="02000000000000000000" pitchFamily="2" charset="77"/>
                </a:rPr>
                <a:t>Our Key Question is</a:t>
              </a:r>
            </a:p>
          </p:txBody>
        </p:sp>
      </p:grpSp>
      <p:sp>
        <p:nvSpPr>
          <p:cNvPr id="31" name="Text Placeholder 17">
            <a:extLst>
              <a:ext uri="{FF2B5EF4-FFF2-40B4-BE49-F238E27FC236}">
                <a16:creationId xmlns:a16="http://schemas.microsoft.com/office/drawing/2014/main" id="{60FAA345-2F4A-20B9-CC7E-40D118610466}"/>
              </a:ext>
            </a:extLst>
          </p:cNvPr>
          <p:cNvSpPr>
            <a:spLocks noGrp="1"/>
          </p:cNvSpPr>
          <p:nvPr>
            <p:ph type="body" sz="quarter" idx="10" hasCustomPrompt="1"/>
          </p:nvPr>
        </p:nvSpPr>
        <p:spPr>
          <a:xfrm>
            <a:off x="4597738" y="1309016"/>
            <a:ext cx="525175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Our Key Question is: </a:t>
            </a:r>
          </a:p>
          <a:p>
            <a:r>
              <a:rPr lang="en-GB" sz="2800" b="1"/>
              <a:t>[insert]</a:t>
            </a:r>
            <a:endParaRPr lang="en-GB" sz="2800"/>
          </a:p>
        </p:txBody>
      </p:sp>
      <p:pic>
        <p:nvPicPr>
          <p:cNvPr id="32" name="Picture 1" descr="Macintosh HD:Users:nicholasgarrick:Dropbox:1 LupL:6 Resources:Images and Icons:Icons:Geographer:icon_5211.png">
            <a:extLst>
              <a:ext uri="{FF2B5EF4-FFF2-40B4-BE49-F238E27FC236}">
                <a16:creationId xmlns:a16="http://schemas.microsoft.com/office/drawing/2014/main" id="{DCCAF885-B994-C933-F003-250AB5A3ED63}"/>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5634014" y="4876831"/>
            <a:ext cx="1223996" cy="1223996"/>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D06DC673-9376-9EB1-A76B-31A4D4AFF3EB}"/>
              </a:ext>
            </a:extLst>
          </p:cNvPr>
          <p:cNvSpPr txBox="1"/>
          <p:nvPr userDrawn="1"/>
        </p:nvSpPr>
        <p:spPr>
          <a:xfrm>
            <a:off x="4365817" y="6100827"/>
            <a:ext cx="3760390" cy="461665"/>
          </a:xfrm>
          <a:prstGeom prst="rect">
            <a:avLst/>
          </a:prstGeom>
          <a:noFill/>
        </p:spPr>
        <p:txBody>
          <a:bodyPr wrap="square" rtlCol="0">
            <a:spAutoFit/>
          </a:bodyPr>
          <a:lstStyle/>
          <a:p>
            <a:pPr algn="ctr"/>
            <a:r>
              <a:rPr lang="en-GB" sz="2400" b="0" i="0">
                <a:latin typeface="Twinkl Cursive Looped" panose="02000000000000000000" pitchFamily="2" charset="77"/>
              </a:rPr>
              <a:t>Being a Geographer</a:t>
            </a:r>
          </a:p>
        </p:txBody>
      </p:sp>
      <p:sp>
        <p:nvSpPr>
          <p:cNvPr id="34" name="Text Placeholder 17">
            <a:extLst>
              <a:ext uri="{FF2B5EF4-FFF2-40B4-BE49-F238E27FC236}">
                <a16:creationId xmlns:a16="http://schemas.microsoft.com/office/drawing/2014/main" id="{A9BAC9FA-D05E-28A1-7F09-6A51F3AF6AEE}"/>
              </a:ext>
            </a:extLst>
          </p:cNvPr>
          <p:cNvSpPr>
            <a:spLocks noGrp="1"/>
          </p:cNvSpPr>
          <p:nvPr>
            <p:ph type="body" sz="quarter" idx="11" hasCustomPrompt="1"/>
          </p:nvPr>
        </p:nvSpPr>
        <p:spPr>
          <a:xfrm>
            <a:off x="8381293" y="4965784"/>
            <a:ext cx="389311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Insert any other states of being icons for the whole enquiry</a:t>
            </a:r>
          </a:p>
        </p:txBody>
      </p:sp>
    </p:spTree>
    <p:extLst>
      <p:ext uri="{BB962C8B-B14F-4D97-AF65-F5344CB8AC3E}">
        <p14:creationId xmlns:p14="http://schemas.microsoft.com/office/powerpoint/2010/main" val="37421626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cepts &amp; Skill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0D5788-D6F3-1EF3-52FE-3A9B7F2F7A8B}"/>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4573C4"/>
                </a:solidFill>
                <a:effectLst/>
                <a:uLnTx/>
                <a:uFillTx/>
                <a:latin typeface="Twinkl Cursive Looped" panose="02000000000000000000" pitchFamily="2" charset="77"/>
                <a:ea typeface="Sassoon Infant Rg" panose="02000503030000020003" pitchFamily="2" charset="0"/>
                <a:cs typeface="+mn-cs"/>
              </a:rPr>
              <a:t>Being a Geographer</a:t>
            </a:r>
          </a:p>
        </p:txBody>
      </p:sp>
      <p:pic>
        <p:nvPicPr>
          <p:cNvPr id="7" name="Picture 6" descr="Macintosh HD:Users:nicholasgarrick:Dropbox:1 LupL:6 Resources:Images and Icons:Icons:Geographer:icon_5211.png">
            <a:extLst>
              <a:ext uri="{FF2B5EF4-FFF2-40B4-BE49-F238E27FC236}">
                <a16:creationId xmlns:a16="http://schemas.microsoft.com/office/drawing/2014/main" id="{B21F989F-E8F9-972B-C8C1-36FAA615DC8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Diagram 8">
            <a:extLst>
              <a:ext uri="{FF2B5EF4-FFF2-40B4-BE49-F238E27FC236}">
                <a16:creationId xmlns:a16="http://schemas.microsoft.com/office/drawing/2014/main" id="{F40DC4D0-7F7F-C129-518C-69F0172A7BB1}"/>
              </a:ext>
            </a:extLst>
          </p:cNvPr>
          <p:cNvGraphicFramePr/>
          <p:nvPr userDrawn="1">
            <p:extLst>
              <p:ext uri="{D42A27DB-BD31-4B8C-83A1-F6EECF244321}">
                <p14:modId xmlns:p14="http://schemas.microsoft.com/office/powerpoint/2010/main" val="1832470467"/>
              </p:ext>
            </p:extLst>
          </p:nvPr>
        </p:nvGraphicFramePr>
        <p:xfrm>
          <a:off x="5203825" y="969922"/>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Oval 11">
            <a:extLst>
              <a:ext uri="{FF2B5EF4-FFF2-40B4-BE49-F238E27FC236}">
                <a16:creationId xmlns:a16="http://schemas.microsoft.com/office/drawing/2014/main" id="{D5622F02-0A76-0D9D-A336-6448DB731649}"/>
              </a:ext>
            </a:extLst>
          </p:cNvPr>
          <p:cNvSpPr/>
          <p:nvPr userDrawn="1"/>
        </p:nvSpPr>
        <p:spPr>
          <a:xfrm>
            <a:off x="8638802" y="3169386"/>
            <a:ext cx="1196404" cy="1188720"/>
          </a:xfrm>
          <a:prstGeom prst="ellipse">
            <a:avLst/>
          </a:prstGeom>
          <a:solidFill>
            <a:srgbClr val="DAE3F3"/>
          </a:solidFill>
          <a:ln w="285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5" name="TextBox 14">
            <a:extLst>
              <a:ext uri="{FF2B5EF4-FFF2-40B4-BE49-F238E27FC236}">
                <a16:creationId xmlns:a16="http://schemas.microsoft.com/office/drawing/2014/main" id="{6F429841-8EEF-7450-D4DA-EB5A4CFB60C7}"/>
              </a:ext>
            </a:extLst>
          </p:cNvPr>
          <p:cNvSpPr txBox="1"/>
          <p:nvPr userDrawn="1"/>
        </p:nvSpPr>
        <p:spPr>
          <a:xfrm>
            <a:off x="8828342" y="3962098"/>
            <a:ext cx="762000" cy="369332"/>
          </a:xfrm>
          <a:prstGeom prst="rect">
            <a:avLst/>
          </a:prstGeom>
          <a:noFill/>
        </p:spPr>
        <p:txBody>
          <a:bodyPr wrap="square" rtlCol="0">
            <a:spAutoFit/>
          </a:bodyPr>
          <a:lstStyle/>
          <a:p>
            <a:pPr algn="ctr"/>
            <a:r>
              <a:rPr lang="en-GB" b="0" i="0">
                <a:latin typeface="Twinkl Cursive Looped" panose="02000000000000000000" pitchFamily="2" charset="77"/>
                <a:ea typeface="Sassoon Infant Rg" panose="02000503030000020003" pitchFamily="2" charset="0"/>
              </a:rPr>
              <a:t>Skills</a:t>
            </a:r>
          </a:p>
        </p:txBody>
      </p:sp>
      <p:grpSp>
        <p:nvGrpSpPr>
          <p:cNvPr id="18" name="Group 17">
            <a:extLst>
              <a:ext uri="{FF2B5EF4-FFF2-40B4-BE49-F238E27FC236}">
                <a16:creationId xmlns:a16="http://schemas.microsoft.com/office/drawing/2014/main" id="{8F6B0EBA-659A-9CF9-9A5E-9ED25D444BB7}"/>
              </a:ext>
            </a:extLst>
          </p:cNvPr>
          <p:cNvGrpSpPr/>
          <p:nvPr userDrawn="1"/>
        </p:nvGrpSpPr>
        <p:grpSpPr>
          <a:xfrm>
            <a:off x="9356620" y="1938523"/>
            <a:ext cx="1023036" cy="664762"/>
            <a:chOff x="9356620" y="1688266"/>
            <a:chExt cx="1023036" cy="664762"/>
          </a:xfrm>
        </p:grpSpPr>
        <p:pic>
          <p:nvPicPr>
            <p:cNvPr id="22" name="Picture 21" descr="A black background with a black square&#10;&#10;AI-generated content may be incorrect.">
              <a:extLst>
                <a:ext uri="{FF2B5EF4-FFF2-40B4-BE49-F238E27FC236}">
                  <a16:creationId xmlns:a16="http://schemas.microsoft.com/office/drawing/2014/main" id="{206E88E3-8214-ED86-2067-2CF76369AE4E}"/>
                </a:ext>
              </a:extLst>
            </p:cNvPr>
            <p:cNvPicPr>
              <a:picLocks noChangeAspect="1"/>
            </p:cNvPicPr>
            <p:nvPr userDrawn="1"/>
          </p:nvPicPr>
          <p:blipFill>
            <a:blip r:embed="rId8"/>
            <a:srcRect b="24830"/>
            <a:stretch>
              <a:fillRect/>
            </a:stretch>
          </p:blipFill>
          <p:spPr>
            <a:xfrm>
              <a:off x="9356620" y="1698853"/>
              <a:ext cx="870269" cy="654175"/>
            </a:xfrm>
            <a:prstGeom prst="rect">
              <a:avLst/>
            </a:prstGeom>
          </p:spPr>
        </p:pic>
        <p:pic>
          <p:nvPicPr>
            <p:cNvPr id="25" name="Picture 24" descr="A black background with a black square&#10;&#10;AI-generated content may be incorrect.">
              <a:extLst>
                <a:ext uri="{FF2B5EF4-FFF2-40B4-BE49-F238E27FC236}">
                  <a16:creationId xmlns:a16="http://schemas.microsoft.com/office/drawing/2014/main" id="{3709136C-B799-DAFB-3508-3089ABA041B4}"/>
                </a:ext>
              </a:extLst>
            </p:cNvPr>
            <p:cNvPicPr>
              <a:picLocks noChangeAspect="1"/>
            </p:cNvPicPr>
            <p:nvPr userDrawn="1"/>
          </p:nvPicPr>
          <p:blipFill>
            <a:blip r:embed="rId9"/>
            <a:srcRect b="13048"/>
            <a:stretch>
              <a:fillRect/>
            </a:stretch>
          </p:blipFill>
          <p:spPr>
            <a:xfrm flipH="1">
              <a:off x="9791754" y="1688266"/>
              <a:ext cx="587902" cy="511195"/>
            </a:xfrm>
            <a:prstGeom prst="rect">
              <a:avLst/>
            </a:prstGeom>
          </p:spPr>
        </p:pic>
      </p:grpSp>
      <p:pic>
        <p:nvPicPr>
          <p:cNvPr id="27" name="Graphic 26">
            <a:extLst>
              <a:ext uri="{FF2B5EF4-FFF2-40B4-BE49-F238E27FC236}">
                <a16:creationId xmlns:a16="http://schemas.microsoft.com/office/drawing/2014/main" id="{561E6138-EE33-5EA7-95EC-CAD48645669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0214496" y="4187465"/>
            <a:ext cx="792672" cy="976340"/>
          </a:xfrm>
          <a:prstGeom prst="rect">
            <a:avLst/>
          </a:prstGeom>
        </p:spPr>
      </p:pic>
      <p:pic>
        <p:nvPicPr>
          <p:cNvPr id="28" name="Picture 27" descr="A black background with a black square&#10;&#10;AI-generated content may be incorrect.">
            <a:extLst>
              <a:ext uri="{FF2B5EF4-FFF2-40B4-BE49-F238E27FC236}">
                <a16:creationId xmlns:a16="http://schemas.microsoft.com/office/drawing/2014/main" id="{32946585-566C-C88C-3F07-2EF0D4BE0255}"/>
              </a:ext>
            </a:extLst>
          </p:cNvPr>
          <p:cNvPicPr>
            <a:picLocks noChangeAspect="1"/>
          </p:cNvPicPr>
          <p:nvPr userDrawn="1"/>
        </p:nvPicPr>
        <p:blipFill>
          <a:blip r:embed="rId11"/>
          <a:srcRect b="13693"/>
          <a:stretch>
            <a:fillRect/>
          </a:stretch>
        </p:blipFill>
        <p:spPr>
          <a:xfrm>
            <a:off x="8674875" y="4378343"/>
            <a:ext cx="1038724" cy="896484"/>
          </a:xfrm>
          <a:prstGeom prst="rect">
            <a:avLst/>
          </a:prstGeom>
        </p:spPr>
      </p:pic>
      <p:pic>
        <p:nvPicPr>
          <p:cNvPr id="29" name="Picture 28" descr="A black background with a black square&#10;&#10;AI-generated content may be incorrect.">
            <a:extLst>
              <a:ext uri="{FF2B5EF4-FFF2-40B4-BE49-F238E27FC236}">
                <a16:creationId xmlns:a16="http://schemas.microsoft.com/office/drawing/2014/main" id="{9B507417-8285-FFD4-A97B-D64C6B842877}"/>
              </a:ext>
            </a:extLst>
          </p:cNvPr>
          <p:cNvPicPr>
            <a:picLocks noChangeAspect="1"/>
          </p:cNvPicPr>
          <p:nvPr userDrawn="1"/>
        </p:nvPicPr>
        <p:blipFill>
          <a:blip r:embed="rId12"/>
          <a:srcRect b="14104"/>
          <a:stretch>
            <a:fillRect/>
          </a:stretch>
        </p:blipFill>
        <p:spPr>
          <a:xfrm>
            <a:off x="7281524" y="3493860"/>
            <a:ext cx="995670" cy="855239"/>
          </a:xfrm>
          <a:prstGeom prst="rect">
            <a:avLst/>
          </a:prstGeom>
        </p:spPr>
      </p:pic>
      <p:pic>
        <p:nvPicPr>
          <p:cNvPr id="30" name="Picture 29" descr="A black background with a black square&#10;&#10;AI-generated content may be incorrect.">
            <a:extLst>
              <a:ext uri="{FF2B5EF4-FFF2-40B4-BE49-F238E27FC236}">
                <a16:creationId xmlns:a16="http://schemas.microsoft.com/office/drawing/2014/main" id="{DEF2E511-C50D-E316-407D-1999B51F481C}"/>
              </a:ext>
            </a:extLst>
          </p:cNvPr>
          <p:cNvPicPr>
            <a:picLocks noChangeAspect="1"/>
          </p:cNvPicPr>
          <p:nvPr userDrawn="1"/>
        </p:nvPicPr>
        <p:blipFill>
          <a:blip r:embed="rId13"/>
          <a:srcRect b="13513"/>
          <a:stretch>
            <a:fillRect/>
          </a:stretch>
        </p:blipFill>
        <p:spPr>
          <a:xfrm>
            <a:off x="7950254" y="1935949"/>
            <a:ext cx="942975" cy="815546"/>
          </a:xfrm>
          <a:prstGeom prst="rect">
            <a:avLst/>
          </a:prstGeom>
        </p:spPr>
      </p:pic>
      <p:pic>
        <p:nvPicPr>
          <p:cNvPr id="31" name="Picture 1" descr="Macintosh HD:Users:nicholasgarrick:Dropbox:1 LupL:6 Resources:Images and Icons:Icons:Geographer:icon_5211.png">
            <a:extLst>
              <a:ext uri="{FF2B5EF4-FFF2-40B4-BE49-F238E27FC236}">
                <a16:creationId xmlns:a16="http://schemas.microsoft.com/office/drawing/2014/main" id="{E70EF334-2ECA-E645-B345-A6BB56E7A7D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856004" y="3298255"/>
            <a:ext cx="762000" cy="762000"/>
          </a:xfrm>
          <a:prstGeom prst="rect">
            <a:avLst/>
          </a:prstGeom>
          <a:noFill/>
          <a:extLst>
            <a:ext uri="{909E8E84-426E-40DD-AFC4-6F175D3DCCD1}">
              <a14:hiddenFill xmlns:a14="http://schemas.microsoft.com/office/drawing/2010/main">
                <a:solidFill>
                  <a:srgbClr val="FFFFFF"/>
                </a:solidFill>
              </a14:hiddenFill>
            </a:ext>
          </a:extLst>
        </p:spPr>
      </p:pic>
      <p:sp>
        <p:nvSpPr>
          <p:cNvPr id="2" name="Block Arc 1">
            <a:extLst>
              <a:ext uri="{FF2B5EF4-FFF2-40B4-BE49-F238E27FC236}">
                <a16:creationId xmlns:a16="http://schemas.microsoft.com/office/drawing/2014/main" id="{0F51EE5E-9D96-6377-7AED-A342AC12815A}"/>
              </a:ext>
            </a:extLst>
          </p:cNvPr>
          <p:cNvSpPr/>
          <p:nvPr userDrawn="1"/>
        </p:nvSpPr>
        <p:spPr>
          <a:xfrm>
            <a:off x="979667" y="1637988"/>
            <a:ext cx="4460515" cy="4460515"/>
          </a:xfrm>
          <a:prstGeom prst="blockArc">
            <a:avLst>
              <a:gd name="adj1" fmla="val 11880000"/>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3" name="Block Arc 2">
            <a:extLst>
              <a:ext uri="{FF2B5EF4-FFF2-40B4-BE49-F238E27FC236}">
                <a16:creationId xmlns:a16="http://schemas.microsoft.com/office/drawing/2014/main" id="{D03FAE61-7929-B3AC-6CF6-32CF93C9ABFE}"/>
              </a:ext>
            </a:extLst>
          </p:cNvPr>
          <p:cNvSpPr/>
          <p:nvPr userDrawn="1"/>
        </p:nvSpPr>
        <p:spPr>
          <a:xfrm>
            <a:off x="979667" y="1637988"/>
            <a:ext cx="4460515" cy="4460515"/>
          </a:xfrm>
          <a:prstGeom prst="blockArc">
            <a:avLst>
              <a:gd name="adj1" fmla="val 7560000"/>
              <a:gd name="adj2" fmla="val 1188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5" name="Block Arc 4">
            <a:extLst>
              <a:ext uri="{FF2B5EF4-FFF2-40B4-BE49-F238E27FC236}">
                <a16:creationId xmlns:a16="http://schemas.microsoft.com/office/drawing/2014/main" id="{C689AEDB-A518-F678-F216-5EF82E51A1D4}"/>
              </a:ext>
            </a:extLst>
          </p:cNvPr>
          <p:cNvSpPr/>
          <p:nvPr userDrawn="1"/>
        </p:nvSpPr>
        <p:spPr>
          <a:xfrm>
            <a:off x="979667" y="1637988"/>
            <a:ext cx="4460515" cy="4460515"/>
          </a:xfrm>
          <a:prstGeom prst="blockArc">
            <a:avLst>
              <a:gd name="adj1" fmla="val 3240000"/>
              <a:gd name="adj2" fmla="val 756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6" name="Block Arc 5">
            <a:extLst>
              <a:ext uri="{FF2B5EF4-FFF2-40B4-BE49-F238E27FC236}">
                <a16:creationId xmlns:a16="http://schemas.microsoft.com/office/drawing/2014/main" id="{B1424620-BD5D-E330-9E7D-766AFA8443CB}"/>
              </a:ext>
            </a:extLst>
          </p:cNvPr>
          <p:cNvSpPr/>
          <p:nvPr userDrawn="1"/>
        </p:nvSpPr>
        <p:spPr>
          <a:xfrm>
            <a:off x="979667" y="1637988"/>
            <a:ext cx="4460515" cy="4460515"/>
          </a:xfrm>
          <a:prstGeom prst="blockArc">
            <a:avLst>
              <a:gd name="adj1" fmla="val 20520000"/>
              <a:gd name="adj2" fmla="val 324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8" name="Block Arc 7">
            <a:extLst>
              <a:ext uri="{FF2B5EF4-FFF2-40B4-BE49-F238E27FC236}">
                <a16:creationId xmlns:a16="http://schemas.microsoft.com/office/drawing/2014/main" id="{C9EE6365-EC18-FB26-5239-DFB00ADBECE9}"/>
              </a:ext>
            </a:extLst>
          </p:cNvPr>
          <p:cNvSpPr/>
          <p:nvPr userDrawn="1"/>
        </p:nvSpPr>
        <p:spPr>
          <a:xfrm>
            <a:off x="979667" y="1637988"/>
            <a:ext cx="4460515" cy="4460515"/>
          </a:xfrm>
          <a:prstGeom prst="blockArc">
            <a:avLst>
              <a:gd name="adj1" fmla="val 16200000"/>
              <a:gd name="adj2" fmla="val 2052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10" name="Freeform 9">
            <a:extLst>
              <a:ext uri="{FF2B5EF4-FFF2-40B4-BE49-F238E27FC236}">
                <a16:creationId xmlns:a16="http://schemas.microsoft.com/office/drawing/2014/main" id="{EF3199C1-3AAC-B13A-714D-B458D416B742}"/>
              </a:ext>
            </a:extLst>
          </p:cNvPr>
          <p:cNvSpPr/>
          <p:nvPr userDrawn="1"/>
        </p:nvSpPr>
        <p:spPr>
          <a:xfrm>
            <a:off x="2184003" y="2842324"/>
            <a:ext cx="2051843" cy="2051843"/>
          </a:xfrm>
          <a:custGeom>
            <a:avLst/>
            <a:gdLst>
              <a:gd name="csX0" fmla="*/ 0 w 2051843"/>
              <a:gd name="csY0" fmla="*/ 1025922 h 2051843"/>
              <a:gd name="csX1" fmla="*/ 1025922 w 2051843"/>
              <a:gd name="csY1" fmla="*/ 0 h 2051843"/>
              <a:gd name="csX2" fmla="*/ 2051844 w 2051843"/>
              <a:gd name="csY2" fmla="*/ 1025922 h 2051843"/>
              <a:gd name="csX3" fmla="*/ 1025922 w 2051843"/>
              <a:gd name="csY3" fmla="*/ 2051844 h 2051843"/>
              <a:gd name="csX4" fmla="*/ 0 w 2051843"/>
              <a:gd name="csY4" fmla="*/ 1025922 h 2051843"/>
            </a:gdLst>
            <a:ahLst/>
            <a:cxnLst>
              <a:cxn ang="0">
                <a:pos x="csX0" y="csY0"/>
              </a:cxn>
              <a:cxn ang="0">
                <a:pos x="csX1" y="csY1"/>
              </a:cxn>
              <a:cxn ang="0">
                <a:pos x="csX2" y="csY2"/>
              </a:cxn>
              <a:cxn ang="0">
                <a:pos x="csX3" y="csY3"/>
              </a:cxn>
              <a:cxn ang="0">
                <a:pos x="csX4" y="csY4"/>
              </a:cxn>
            </a:cxnLst>
            <a:rect l="l" t="t" r="r" b="b"/>
            <a:pathLst>
              <a:path w="2051843" h="2051843">
                <a:moveTo>
                  <a:pt x="0" y="1025922"/>
                </a:moveTo>
                <a:cubicBezTo>
                  <a:pt x="0" y="459321"/>
                  <a:pt x="459321" y="0"/>
                  <a:pt x="1025922" y="0"/>
                </a:cubicBezTo>
                <a:cubicBezTo>
                  <a:pt x="1592523" y="0"/>
                  <a:pt x="2051844" y="459321"/>
                  <a:pt x="2051844" y="1025922"/>
                </a:cubicBezTo>
                <a:cubicBezTo>
                  <a:pt x="2051844" y="1592523"/>
                  <a:pt x="1592523" y="2051844"/>
                  <a:pt x="1025922" y="2051844"/>
                </a:cubicBezTo>
                <a:cubicBezTo>
                  <a:pt x="459321" y="2051844"/>
                  <a:pt x="0" y="1592523"/>
                  <a:pt x="0" y="1025922"/>
                </a:cubicBezTo>
                <a:close/>
              </a:path>
            </a:pathLst>
          </a:custGeom>
          <a:solidFill>
            <a:schemeClr val="accent6">
              <a:lumMod val="40000"/>
              <a:lumOff val="6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51285" tIns="351285" rIns="351285" bIns="351285" numCol="1" spcCol="1270" anchor="ctr" anchorCtr="0">
            <a:noAutofit/>
          </a:bodyPr>
          <a:lstStyle/>
          <a:p>
            <a:pPr marL="0" lvl="0" indent="0" algn="ctr" defTabSz="1778000">
              <a:lnSpc>
                <a:spcPct val="90000"/>
              </a:lnSpc>
              <a:spcBef>
                <a:spcPct val="0"/>
              </a:spcBef>
              <a:spcAft>
                <a:spcPct val="35000"/>
              </a:spcAft>
              <a:buNone/>
            </a:pPr>
            <a:endParaRPr lang="en-GB" sz="4000" b="0" kern="1200"/>
          </a:p>
          <a:p>
            <a:pPr marL="0" lvl="0" indent="0" algn="ctr" defTabSz="1778000">
              <a:lnSpc>
                <a:spcPct val="90000"/>
              </a:lnSpc>
              <a:spcBef>
                <a:spcPct val="0"/>
              </a:spcBef>
              <a:spcAft>
                <a:spcPct val="35000"/>
              </a:spcAft>
              <a:buNone/>
            </a:pPr>
            <a:endParaRPr lang="en-GB" sz="4000" b="0" kern="1200"/>
          </a:p>
        </p:txBody>
      </p:sp>
      <p:sp>
        <p:nvSpPr>
          <p:cNvPr id="23" name="TextBox 22">
            <a:extLst>
              <a:ext uri="{FF2B5EF4-FFF2-40B4-BE49-F238E27FC236}">
                <a16:creationId xmlns:a16="http://schemas.microsoft.com/office/drawing/2014/main" id="{BD2A4B2C-0E02-B6C9-33CB-72689080A10B}"/>
              </a:ext>
            </a:extLst>
          </p:cNvPr>
          <p:cNvSpPr txBox="1"/>
          <p:nvPr userDrawn="1"/>
        </p:nvSpPr>
        <p:spPr>
          <a:xfrm rot="16367761">
            <a:off x="2223417" y="2469219"/>
            <a:ext cx="1973014" cy="2366341"/>
          </a:xfrm>
          <a:prstGeom prst="rect">
            <a:avLst/>
          </a:prstGeom>
          <a:noFill/>
        </p:spPr>
        <p:txBody>
          <a:bodyPr wrap="square" rtlCol="0">
            <a:prstTxWarp prst="textCircle">
              <a:avLst>
                <a:gd name="adj" fmla="val 18617501"/>
              </a:avLst>
            </a:prstTxWarp>
            <a:spAutoFit/>
          </a:bodyPr>
          <a:lstStyle/>
          <a:p>
            <a:pPr algn="ctr"/>
            <a:r>
              <a:rPr lang="en-GB" sz="3200" b="0">
                <a:solidFill>
                  <a:schemeClr val="accent6">
                    <a:lumMod val="50000"/>
                  </a:schemeClr>
                </a:solidFill>
                <a:latin typeface="Twinkl Cursive Looped" panose="02000000000000000000" pitchFamily="2" charset="77"/>
                <a:ea typeface="Sassoon Infant Rg" panose="02000503030000020003" pitchFamily="2" charset="0"/>
              </a:rPr>
              <a:t>Substantive Concepts </a:t>
            </a:r>
          </a:p>
        </p:txBody>
      </p:sp>
      <p:pic>
        <p:nvPicPr>
          <p:cNvPr id="24" name="Picture 1" descr="Macintosh HD:Users:nicholasgarrick:Dropbox:1 LupL:6 Resources:Images and Icons:Icons:Geographer:icon_5211.png">
            <a:extLst>
              <a:ext uri="{FF2B5EF4-FFF2-40B4-BE49-F238E27FC236}">
                <a16:creationId xmlns:a16="http://schemas.microsoft.com/office/drawing/2014/main" id="{26BFE418-756D-B838-B836-1C17A20E330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601679" y="3227210"/>
            <a:ext cx="1223996" cy="122399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6D8A1CB3-B3B3-5E8D-BFC4-76E8E7000697}"/>
              </a:ext>
            </a:extLst>
          </p:cNvPr>
          <p:cNvGrpSpPr/>
          <p:nvPr userDrawn="1"/>
        </p:nvGrpSpPr>
        <p:grpSpPr>
          <a:xfrm>
            <a:off x="860724" y="1490979"/>
            <a:ext cx="4687021" cy="4721323"/>
            <a:chOff x="860724" y="1490979"/>
            <a:chExt cx="4687021" cy="4721323"/>
          </a:xfrm>
        </p:grpSpPr>
        <p:grpSp>
          <p:nvGrpSpPr>
            <p:cNvPr id="13" name="Group 12">
              <a:extLst>
                <a:ext uri="{FF2B5EF4-FFF2-40B4-BE49-F238E27FC236}">
                  <a16:creationId xmlns:a16="http://schemas.microsoft.com/office/drawing/2014/main" id="{4796864E-D121-760D-A632-4F99275809A6}"/>
                </a:ext>
              </a:extLst>
            </p:cNvPr>
            <p:cNvGrpSpPr/>
            <p:nvPr userDrawn="1"/>
          </p:nvGrpSpPr>
          <p:grpSpPr>
            <a:xfrm>
              <a:off x="1001696" y="1490979"/>
              <a:ext cx="4479565" cy="4581645"/>
              <a:chOff x="-6827777" y="-4338819"/>
              <a:chExt cx="4479565" cy="4581645"/>
            </a:xfrm>
          </p:grpSpPr>
          <p:sp>
            <p:nvSpPr>
              <p:cNvPr id="98" name="Block Arc 97">
                <a:extLst>
                  <a:ext uri="{FF2B5EF4-FFF2-40B4-BE49-F238E27FC236}">
                    <a16:creationId xmlns:a16="http://schemas.microsoft.com/office/drawing/2014/main" id="{8AECB691-077B-3FA4-C5B1-F494A5A4B795}"/>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99" name="Block Arc 98">
                <a:extLst>
                  <a:ext uri="{FF2B5EF4-FFF2-40B4-BE49-F238E27FC236}">
                    <a16:creationId xmlns:a16="http://schemas.microsoft.com/office/drawing/2014/main" id="{48503CD1-38C3-F36F-F16F-FCCA92E03574}"/>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0" name="Block Arc 99">
                <a:extLst>
                  <a:ext uri="{FF2B5EF4-FFF2-40B4-BE49-F238E27FC236}">
                    <a16:creationId xmlns:a16="http://schemas.microsoft.com/office/drawing/2014/main" id="{18E2E257-B50B-66EA-C630-37472B8475A1}"/>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101" name="Group 100">
                <a:extLst>
                  <a:ext uri="{FF2B5EF4-FFF2-40B4-BE49-F238E27FC236}">
                    <a16:creationId xmlns:a16="http://schemas.microsoft.com/office/drawing/2014/main" id="{CDF2B60D-A1EF-D223-89E1-97E2402534D9}"/>
                  </a:ext>
                </a:extLst>
              </p:cNvPr>
              <p:cNvGrpSpPr/>
              <p:nvPr userDrawn="1"/>
            </p:nvGrpSpPr>
            <p:grpSpPr>
              <a:xfrm>
                <a:off x="-6310685" y="-4338819"/>
                <a:ext cx="1109931" cy="1246186"/>
                <a:chOff x="1496758" y="1516859"/>
                <a:chExt cx="1109931" cy="1246186"/>
              </a:xfrm>
              <a:solidFill>
                <a:srgbClr val="FFC000"/>
              </a:solidFill>
            </p:grpSpPr>
            <p:grpSp>
              <p:nvGrpSpPr>
                <p:cNvPr id="106" name="Group 105">
                  <a:extLst>
                    <a:ext uri="{FF2B5EF4-FFF2-40B4-BE49-F238E27FC236}">
                      <a16:creationId xmlns:a16="http://schemas.microsoft.com/office/drawing/2014/main" id="{1A391B98-7CBF-A005-06BA-5AA445060D87}"/>
                    </a:ext>
                  </a:extLst>
                </p:cNvPr>
                <p:cNvGrpSpPr/>
                <p:nvPr/>
              </p:nvGrpSpPr>
              <p:grpSpPr>
                <a:xfrm rot="337452">
                  <a:off x="1496758" y="2082879"/>
                  <a:ext cx="676676" cy="680166"/>
                  <a:chOff x="1490297" y="1956128"/>
                  <a:chExt cx="1043292" cy="1048672"/>
                </a:xfrm>
                <a:grpFill/>
              </p:grpSpPr>
              <p:sp>
                <p:nvSpPr>
                  <p:cNvPr id="111" name="Curved Right Arrow 110">
                    <a:extLst>
                      <a:ext uri="{FF2B5EF4-FFF2-40B4-BE49-F238E27FC236}">
                        <a16:creationId xmlns:a16="http://schemas.microsoft.com/office/drawing/2014/main" id="{1BFA9C14-25C0-43FE-56F6-0F692A333BBE}"/>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Curved Right Arrow 111">
                    <a:extLst>
                      <a:ext uri="{FF2B5EF4-FFF2-40B4-BE49-F238E27FC236}">
                        <a16:creationId xmlns:a16="http://schemas.microsoft.com/office/drawing/2014/main" id="{E4B570B4-9762-6C09-62AB-0AFD675C94D0}"/>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Curved Right Arrow 112">
                    <a:extLst>
                      <a:ext uri="{FF2B5EF4-FFF2-40B4-BE49-F238E27FC236}">
                        <a16:creationId xmlns:a16="http://schemas.microsoft.com/office/drawing/2014/main" id="{EB93CAC3-002D-C035-1C6B-0B908ECF6018}"/>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07" name="Group 106">
                  <a:extLst>
                    <a:ext uri="{FF2B5EF4-FFF2-40B4-BE49-F238E27FC236}">
                      <a16:creationId xmlns:a16="http://schemas.microsoft.com/office/drawing/2014/main" id="{05BB272E-53FD-5428-95AB-3F843787DAB9}"/>
                    </a:ext>
                  </a:extLst>
                </p:cNvPr>
                <p:cNvGrpSpPr/>
                <p:nvPr/>
              </p:nvGrpSpPr>
              <p:grpSpPr>
                <a:xfrm rot="11791363">
                  <a:off x="1951309" y="1516859"/>
                  <a:ext cx="655380" cy="672414"/>
                  <a:chOff x="1537746" y="1986114"/>
                  <a:chExt cx="1010459" cy="1036722"/>
                </a:xfrm>
                <a:grpFill/>
              </p:grpSpPr>
              <p:sp>
                <p:nvSpPr>
                  <p:cNvPr id="108" name="Curved Right Arrow 107">
                    <a:extLst>
                      <a:ext uri="{FF2B5EF4-FFF2-40B4-BE49-F238E27FC236}">
                        <a16:creationId xmlns:a16="http://schemas.microsoft.com/office/drawing/2014/main" id="{E6D3D01C-824F-FDFF-AE13-673FC71C3458}"/>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9" name="Curved Right Arrow 108">
                    <a:extLst>
                      <a:ext uri="{FF2B5EF4-FFF2-40B4-BE49-F238E27FC236}">
                        <a16:creationId xmlns:a16="http://schemas.microsoft.com/office/drawing/2014/main" id="{12FF4A7E-FB7F-E153-7CD0-B49BB4D44007}"/>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0" name="Curved Right Arrow 109">
                    <a:extLst>
                      <a:ext uri="{FF2B5EF4-FFF2-40B4-BE49-F238E27FC236}">
                        <a16:creationId xmlns:a16="http://schemas.microsoft.com/office/drawing/2014/main" id="{B5E4BC4C-43F3-89F2-A49B-4D81B08CEAE6}"/>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102" name="Block Arc 101">
                <a:extLst>
                  <a:ext uri="{FF2B5EF4-FFF2-40B4-BE49-F238E27FC236}">
                    <a16:creationId xmlns:a16="http://schemas.microsoft.com/office/drawing/2014/main" id="{31D5E86E-CA23-B468-7006-87762C5E2195}"/>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3" name="Block Arc 102">
                <a:extLst>
                  <a:ext uri="{FF2B5EF4-FFF2-40B4-BE49-F238E27FC236}">
                    <a16:creationId xmlns:a16="http://schemas.microsoft.com/office/drawing/2014/main" id="{89C3DC5E-43D2-5D9F-E420-95C65E543A86}"/>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4" name="Block Arc 103">
                <a:extLst>
                  <a:ext uri="{FF2B5EF4-FFF2-40B4-BE49-F238E27FC236}">
                    <a16:creationId xmlns:a16="http://schemas.microsoft.com/office/drawing/2014/main" id="{4123B444-2A36-6505-F15C-370B7E885C57}"/>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5" name="Block Arc 104">
                <a:extLst>
                  <a:ext uri="{FF2B5EF4-FFF2-40B4-BE49-F238E27FC236}">
                    <a16:creationId xmlns:a16="http://schemas.microsoft.com/office/drawing/2014/main" id="{88D74EA2-F281-B45B-446A-29D9FAE959F8}"/>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16" name="Group 15">
              <a:extLst>
                <a:ext uri="{FF2B5EF4-FFF2-40B4-BE49-F238E27FC236}">
                  <a16:creationId xmlns:a16="http://schemas.microsoft.com/office/drawing/2014/main" id="{8F6C9A15-03F6-D320-BA53-C345A9DD0654}"/>
                </a:ext>
              </a:extLst>
            </p:cNvPr>
            <p:cNvGrpSpPr/>
            <p:nvPr userDrawn="1"/>
          </p:nvGrpSpPr>
          <p:grpSpPr>
            <a:xfrm rot="17234694">
              <a:off x="911764" y="1577422"/>
              <a:ext cx="4479565" cy="4581645"/>
              <a:chOff x="-6827777" y="-4338819"/>
              <a:chExt cx="4479565" cy="4581645"/>
            </a:xfrm>
          </p:grpSpPr>
          <p:sp>
            <p:nvSpPr>
              <p:cNvPr id="82" name="Block Arc 81">
                <a:extLst>
                  <a:ext uri="{FF2B5EF4-FFF2-40B4-BE49-F238E27FC236}">
                    <a16:creationId xmlns:a16="http://schemas.microsoft.com/office/drawing/2014/main" id="{6C93855F-14C2-1EE0-1E5B-8B0C07F79FD7}"/>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3" name="Block Arc 82">
                <a:extLst>
                  <a:ext uri="{FF2B5EF4-FFF2-40B4-BE49-F238E27FC236}">
                    <a16:creationId xmlns:a16="http://schemas.microsoft.com/office/drawing/2014/main" id="{0564580F-B1CB-CC13-8334-C4DCD13DD3B0}"/>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4" name="Block Arc 83">
                <a:extLst>
                  <a:ext uri="{FF2B5EF4-FFF2-40B4-BE49-F238E27FC236}">
                    <a16:creationId xmlns:a16="http://schemas.microsoft.com/office/drawing/2014/main" id="{8DA7B546-DFAB-E72E-80F8-47A4DCB33030}"/>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85" name="Group 84">
                <a:extLst>
                  <a:ext uri="{FF2B5EF4-FFF2-40B4-BE49-F238E27FC236}">
                    <a16:creationId xmlns:a16="http://schemas.microsoft.com/office/drawing/2014/main" id="{5BE492A8-8B0F-EBDF-DF2D-A89C3981B1C9}"/>
                  </a:ext>
                </a:extLst>
              </p:cNvPr>
              <p:cNvGrpSpPr/>
              <p:nvPr userDrawn="1"/>
            </p:nvGrpSpPr>
            <p:grpSpPr>
              <a:xfrm>
                <a:off x="-6310685" y="-4338819"/>
                <a:ext cx="1109931" cy="1246186"/>
                <a:chOff x="1496758" y="1516859"/>
                <a:chExt cx="1109931" cy="1246186"/>
              </a:xfrm>
              <a:solidFill>
                <a:srgbClr val="FFC000"/>
              </a:solidFill>
            </p:grpSpPr>
            <p:grpSp>
              <p:nvGrpSpPr>
                <p:cNvPr id="90" name="Group 89">
                  <a:extLst>
                    <a:ext uri="{FF2B5EF4-FFF2-40B4-BE49-F238E27FC236}">
                      <a16:creationId xmlns:a16="http://schemas.microsoft.com/office/drawing/2014/main" id="{AA5ACEB5-0609-0F2C-3A5C-57CDD29818C3}"/>
                    </a:ext>
                  </a:extLst>
                </p:cNvPr>
                <p:cNvGrpSpPr/>
                <p:nvPr/>
              </p:nvGrpSpPr>
              <p:grpSpPr>
                <a:xfrm rot="337452">
                  <a:off x="1496758" y="2082879"/>
                  <a:ext cx="676676" cy="680166"/>
                  <a:chOff x="1490297" y="1956128"/>
                  <a:chExt cx="1043292" cy="1048672"/>
                </a:xfrm>
                <a:grpFill/>
              </p:grpSpPr>
              <p:sp>
                <p:nvSpPr>
                  <p:cNvPr id="95" name="Curved Right Arrow 94">
                    <a:extLst>
                      <a:ext uri="{FF2B5EF4-FFF2-40B4-BE49-F238E27FC236}">
                        <a16:creationId xmlns:a16="http://schemas.microsoft.com/office/drawing/2014/main" id="{BD0B8E33-45C5-408C-DE89-3E76C0145D7E}"/>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6" name="Curved Right Arrow 95">
                    <a:extLst>
                      <a:ext uri="{FF2B5EF4-FFF2-40B4-BE49-F238E27FC236}">
                        <a16:creationId xmlns:a16="http://schemas.microsoft.com/office/drawing/2014/main" id="{9FD00B0C-DC1F-187F-3E66-6BE5079DD1A4}"/>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7" name="Curved Right Arrow 96">
                    <a:extLst>
                      <a:ext uri="{FF2B5EF4-FFF2-40B4-BE49-F238E27FC236}">
                        <a16:creationId xmlns:a16="http://schemas.microsoft.com/office/drawing/2014/main" id="{3A3A5818-0C20-FA92-9260-62B9CC328008}"/>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91" name="Group 90">
                  <a:extLst>
                    <a:ext uri="{FF2B5EF4-FFF2-40B4-BE49-F238E27FC236}">
                      <a16:creationId xmlns:a16="http://schemas.microsoft.com/office/drawing/2014/main" id="{CEEFA341-493F-09E0-1173-D275D9AE23AA}"/>
                    </a:ext>
                  </a:extLst>
                </p:cNvPr>
                <p:cNvGrpSpPr/>
                <p:nvPr/>
              </p:nvGrpSpPr>
              <p:grpSpPr>
                <a:xfrm rot="11791363">
                  <a:off x="1951309" y="1516859"/>
                  <a:ext cx="655380" cy="672414"/>
                  <a:chOff x="1537746" y="1986114"/>
                  <a:chExt cx="1010459" cy="1036722"/>
                </a:xfrm>
                <a:grpFill/>
              </p:grpSpPr>
              <p:sp>
                <p:nvSpPr>
                  <p:cNvPr id="92" name="Curved Right Arrow 91">
                    <a:extLst>
                      <a:ext uri="{FF2B5EF4-FFF2-40B4-BE49-F238E27FC236}">
                        <a16:creationId xmlns:a16="http://schemas.microsoft.com/office/drawing/2014/main" id="{F9079747-78FD-77C9-F596-E424F0620017}"/>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Curved Right Arrow 92">
                    <a:extLst>
                      <a:ext uri="{FF2B5EF4-FFF2-40B4-BE49-F238E27FC236}">
                        <a16:creationId xmlns:a16="http://schemas.microsoft.com/office/drawing/2014/main" id="{CC264D0B-A62D-1EF1-7857-8531432CAE23}"/>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Curved Right Arrow 93">
                    <a:extLst>
                      <a:ext uri="{FF2B5EF4-FFF2-40B4-BE49-F238E27FC236}">
                        <a16:creationId xmlns:a16="http://schemas.microsoft.com/office/drawing/2014/main" id="{DCB75A3D-251E-B47C-C41E-C191150ECD99}"/>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86" name="Block Arc 85">
                <a:extLst>
                  <a:ext uri="{FF2B5EF4-FFF2-40B4-BE49-F238E27FC236}">
                    <a16:creationId xmlns:a16="http://schemas.microsoft.com/office/drawing/2014/main" id="{4C7B514F-AE9B-F50F-996B-90DA327DD2FC}"/>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7" name="Block Arc 86">
                <a:extLst>
                  <a:ext uri="{FF2B5EF4-FFF2-40B4-BE49-F238E27FC236}">
                    <a16:creationId xmlns:a16="http://schemas.microsoft.com/office/drawing/2014/main" id="{EA5E121D-2ED7-57DA-DAE4-21FB0BBF4BDF}"/>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8" name="Block Arc 87">
                <a:extLst>
                  <a:ext uri="{FF2B5EF4-FFF2-40B4-BE49-F238E27FC236}">
                    <a16:creationId xmlns:a16="http://schemas.microsoft.com/office/drawing/2014/main" id="{38DE2AE4-D7CF-CFCA-9295-0004D7C6F5AF}"/>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9" name="Block Arc 88">
                <a:extLst>
                  <a:ext uri="{FF2B5EF4-FFF2-40B4-BE49-F238E27FC236}">
                    <a16:creationId xmlns:a16="http://schemas.microsoft.com/office/drawing/2014/main" id="{59C7B0A4-0742-5609-5C82-ED68C9E0E5BD}"/>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26" name="Group 25">
              <a:extLst>
                <a:ext uri="{FF2B5EF4-FFF2-40B4-BE49-F238E27FC236}">
                  <a16:creationId xmlns:a16="http://schemas.microsoft.com/office/drawing/2014/main" id="{9C183EF3-D455-DCF1-9335-242571A6764B}"/>
                </a:ext>
              </a:extLst>
            </p:cNvPr>
            <p:cNvGrpSpPr/>
            <p:nvPr userDrawn="1"/>
          </p:nvGrpSpPr>
          <p:grpSpPr>
            <a:xfrm rot="12830433">
              <a:off x="938298" y="1630657"/>
              <a:ext cx="4479565" cy="4581645"/>
              <a:chOff x="-6827777" y="-4338819"/>
              <a:chExt cx="4479565" cy="4581645"/>
            </a:xfrm>
          </p:grpSpPr>
          <p:sp>
            <p:nvSpPr>
              <p:cNvPr id="66" name="Block Arc 65">
                <a:extLst>
                  <a:ext uri="{FF2B5EF4-FFF2-40B4-BE49-F238E27FC236}">
                    <a16:creationId xmlns:a16="http://schemas.microsoft.com/office/drawing/2014/main" id="{C217F4A7-F72A-9879-C36B-A1DA8C34D8EA}"/>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67" name="Block Arc 66">
                <a:extLst>
                  <a:ext uri="{FF2B5EF4-FFF2-40B4-BE49-F238E27FC236}">
                    <a16:creationId xmlns:a16="http://schemas.microsoft.com/office/drawing/2014/main" id="{ECA2C6C5-CCA4-08A3-6BEB-1555A98DC7D2}"/>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68" name="Block Arc 67">
                <a:extLst>
                  <a:ext uri="{FF2B5EF4-FFF2-40B4-BE49-F238E27FC236}">
                    <a16:creationId xmlns:a16="http://schemas.microsoft.com/office/drawing/2014/main" id="{AB37D42E-4FC2-EE49-D88A-234235D154EF}"/>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69" name="Group 68">
                <a:extLst>
                  <a:ext uri="{FF2B5EF4-FFF2-40B4-BE49-F238E27FC236}">
                    <a16:creationId xmlns:a16="http://schemas.microsoft.com/office/drawing/2014/main" id="{2FF6CB3F-C17C-6EDA-EA4D-9DE1476423A9}"/>
                  </a:ext>
                </a:extLst>
              </p:cNvPr>
              <p:cNvGrpSpPr/>
              <p:nvPr userDrawn="1"/>
            </p:nvGrpSpPr>
            <p:grpSpPr>
              <a:xfrm>
                <a:off x="-6310685" y="-4338819"/>
                <a:ext cx="1109931" cy="1246186"/>
                <a:chOff x="1496758" y="1516859"/>
                <a:chExt cx="1109931" cy="1246186"/>
              </a:xfrm>
              <a:solidFill>
                <a:srgbClr val="FFC000"/>
              </a:solidFill>
            </p:grpSpPr>
            <p:grpSp>
              <p:nvGrpSpPr>
                <p:cNvPr id="74" name="Group 73">
                  <a:extLst>
                    <a:ext uri="{FF2B5EF4-FFF2-40B4-BE49-F238E27FC236}">
                      <a16:creationId xmlns:a16="http://schemas.microsoft.com/office/drawing/2014/main" id="{4B3CAE91-4184-06C8-F0B2-96E5FB497BE0}"/>
                    </a:ext>
                  </a:extLst>
                </p:cNvPr>
                <p:cNvGrpSpPr/>
                <p:nvPr/>
              </p:nvGrpSpPr>
              <p:grpSpPr>
                <a:xfrm rot="337452">
                  <a:off x="1496758" y="2082879"/>
                  <a:ext cx="676676" cy="680166"/>
                  <a:chOff x="1490297" y="1956128"/>
                  <a:chExt cx="1043292" cy="1048672"/>
                </a:xfrm>
                <a:grpFill/>
              </p:grpSpPr>
              <p:sp>
                <p:nvSpPr>
                  <p:cNvPr id="79" name="Curved Right Arrow 78">
                    <a:extLst>
                      <a:ext uri="{FF2B5EF4-FFF2-40B4-BE49-F238E27FC236}">
                        <a16:creationId xmlns:a16="http://schemas.microsoft.com/office/drawing/2014/main" id="{924FAA4A-1DDB-B72A-7BC0-20ABE8B82161}"/>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Curved Right Arrow 79">
                    <a:extLst>
                      <a:ext uri="{FF2B5EF4-FFF2-40B4-BE49-F238E27FC236}">
                        <a16:creationId xmlns:a16="http://schemas.microsoft.com/office/drawing/2014/main" id="{571B54EC-8E89-D1EF-1805-93840BBF2FC0}"/>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Curved Right Arrow 80">
                    <a:extLst>
                      <a:ext uri="{FF2B5EF4-FFF2-40B4-BE49-F238E27FC236}">
                        <a16:creationId xmlns:a16="http://schemas.microsoft.com/office/drawing/2014/main" id="{928FF976-CB79-D57E-37D3-73CB8B09AB6A}"/>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5" name="Group 74">
                  <a:extLst>
                    <a:ext uri="{FF2B5EF4-FFF2-40B4-BE49-F238E27FC236}">
                      <a16:creationId xmlns:a16="http://schemas.microsoft.com/office/drawing/2014/main" id="{FA47923F-BBEB-0238-9891-24085D8CF89F}"/>
                    </a:ext>
                  </a:extLst>
                </p:cNvPr>
                <p:cNvGrpSpPr/>
                <p:nvPr/>
              </p:nvGrpSpPr>
              <p:grpSpPr>
                <a:xfrm rot="11791363">
                  <a:off x="1951309" y="1516859"/>
                  <a:ext cx="655380" cy="672414"/>
                  <a:chOff x="1537746" y="1986114"/>
                  <a:chExt cx="1010459" cy="1036722"/>
                </a:xfrm>
                <a:grpFill/>
              </p:grpSpPr>
              <p:sp>
                <p:nvSpPr>
                  <p:cNvPr id="76" name="Curved Right Arrow 75">
                    <a:extLst>
                      <a:ext uri="{FF2B5EF4-FFF2-40B4-BE49-F238E27FC236}">
                        <a16:creationId xmlns:a16="http://schemas.microsoft.com/office/drawing/2014/main" id="{2667CE29-0C9F-2AB9-2A60-EC12F6457A9A}"/>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Curved Right Arrow 76">
                    <a:extLst>
                      <a:ext uri="{FF2B5EF4-FFF2-40B4-BE49-F238E27FC236}">
                        <a16:creationId xmlns:a16="http://schemas.microsoft.com/office/drawing/2014/main" id="{6DD59758-B2B7-CA19-DC0A-61CA897DB5F1}"/>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Curved Right Arrow 77">
                    <a:extLst>
                      <a:ext uri="{FF2B5EF4-FFF2-40B4-BE49-F238E27FC236}">
                        <a16:creationId xmlns:a16="http://schemas.microsoft.com/office/drawing/2014/main" id="{79C78309-E4EA-E8D4-B357-7E3A67933D63}"/>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70" name="Block Arc 69">
                <a:extLst>
                  <a:ext uri="{FF2B5EF4-FFF2-40B4-BE49-F238E27FC236}">
                    <a16:creationId xmlns:a16="http://schemas.microsoft.com/office/drawing/2014/main" id="{3C62EAF6-A862-612B-C498-A7826F63DBA1}"/>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1" name="Block Arc 70">
                <a:extLst>
                  <a:ext uri="{FF2B5EF4-FFF2-40B4-BE49-F238E27FC236}">
                    <a16:creationId xmlns:a16="http://schemas.microsoft.com/office/drawing/2014/main" id="{3C3157BB-6CE3-39FC-96E3-8985FC63085C}"/>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2" name="Block Arc 71">
                <a:extLst>
                  <a:ext uri="{FF2B5EF4-FFF2-40B4-BE49-F238E27FC236}">
                    <a16:creationId xmlns:a16="http://schemas.microsoft.com/office/drawing/2014/main" id="{CEEB70F4-6602-96E8-2E53-73CAB4292C12}"/>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3" name="Block Arc 72">
                <a:extLst>
                  <a:ext uri="{FF2B5EF4-FFF2-40B4-BE49-F238E27FC236}">
                    <a16:creationId xmlns:a16="http://schemas.microsoft.com/office/drawing/2014/main" id="{3E41C02F-114B-4F16-DD1D-707DEA50C8A5}"/>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32" name="Group 31">
              <a:extLst>
                <a:ext uri="{FF2B5EF4-FFF2-40B4-BE49-F238E27FC236}">
                  <a16:creationId xmlns:a16="http://schemas.microsoft.com/office/drawing/2014/main" id="{CF596A70-92A1-2EFC-88AE-A35E80B5D906}"/>
                </a:ext>
              </a:extLst>
            </p:cNvPr>
            <p:cNvGrpSpPr/>
            <p:nvPr userDrawn="1"/>
          </p:nvGrpSpPr>
          <p:grpSpPr>
            <a:xfrm rot="8479211">
              <a:off x="1011220" y="1599085"/>
              <a:ext cx="4479565" cy="4581645"/>
              <a:chOff x="-6827777" y="-4338819"/>
              <a:chExt cx="4479565" cy="4581645"/>
            </a:xfrm>
          </p:grpSpPr>
          <p:sp>
            <p:nvSpPr>
              <p:cNvPr id="50" name="Block Arc 49">
                <a:extLst>
                  <a:ext uri="{FF2B5EF4-FFF2-40B4-BE49-F238E27FC236}">
                    <a16:creationId xmlns:a16="http://schemas.microsoft.com/office/drawing/2014/main" id="{C74448D0-D736-7050-742E-54380E1E2F49}"/>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1" name="Block Arc 50">
                <a:extLst>
                  <a:ext uri="{FF2B5EF4-FFF2-40B4-BE49-F238E27FC236}">
                    <a16:creationId xmlns:a16="http://schemas.microsoft.com/office/drawing/2014/main" id="{7C0554FE-45E1-039E-EB88-C0D9B4E490C5}"/>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2" name="Block Arc 51">
                <a:extLst>
                  <a:ext uri="{FF2B5EF4-FFF2-40B4-BE49-F238E27FC236}">
                    <a16:creationId xmlns:a16="http://schemas.microsoft.com/office/drawing/2014/main" id="{6D9A027A-1772-9976-3861-8FCAB9919B1E}"/>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53" name="Group 52">
                <a:extLst>
                  <a:ext uri="{FF2B5EF4-FFF2-40B4-BE49-F238E27FC236}">
                    <a16:creationId xmlns:a16="http://schemas.microsoft.com/office/drawing/2014/main" id="{D375B6E2-3335-0B17-D5AB-F318740C0248}"/>
                  </a:ext>
                </a:extLst>
              </p:cNvPr>
              <p:cNvGrpSpPr/>
              <p:nvPr userDrawn="1"/>
            </p:nvGrpSpPr>
            <p:grpSpPr>
              <a:xfrm>
                <a:off x="-6310685" y="-4338819"/>
                <a:ext cx="1109931" cy="1246186"/>
                <a:chOff x="1496758" y="1516859"/>
                <a:chExt cx="1109931" cy="1246186"/>
              </a:xfrm>
              <a:solidFill>
                <a:srgbClr val="FFC000"/>
              </a:solidFill>
            </p:grpSpPr>
            <p:grpSp>
              <p:nvGrpSpPr>
                <p:cNvPr id="58" name="Group 57">
                  <a:extLst>
                    <a:ext uri="{FF2B5EF4-FFF2-40B4-BE49-F238E27FC236}">
                      <a16:creationId xmlns:a16="http://schemas.microsoft.com/office/drawing/2014/main" id="{890F2705-3804-52B8-B9C8-24B59F62F4F1}"/>
                    </a:ext>
                  </a:extLst>
                </p:cNvPr>
                <p:cNvGrpSpPr/>
                <p:nvPr/>
              </p:nvGrpSpPr>
              <p:grpSpPr>
                <a:xfrm rot="337452">
                  <a:off x="1496758" y="2082879"/>
                  <a:ext cx="676676" cy="680166"/>
                  <a:chOff x="1490297" y="1956128"/>
                  <a:chExt cx="1043292" cy="1048672"/>
                </a:xfrm>
                <a:grpFill/>
              </p:grpSpPr>
              <p:sp>
                <p:nvSpPr>
                  <p:cNvPr id="63" name="Curved Right Arrow 62">
                    <a:extLst>
                      <a:ext uri="{FF2B5EF4-FFF2-40B4-BE49-F238E27FC236}">
                        <a16:creationId xmlns:a16="http://schemas.microsoft.com/office/drawing/2014/main" id="{35E72163-BB0B-F7BC-DC5C-775F3B1B7F55}"/>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Curved Right Arrow 63">
                    <a:extLst>
                      <a:ext uri="{FF2B5EF4-FFF2-40B4-BE49-F238E27FC236}">
                        <a16:creationId xmlns:a16="http://schemas.microsoft.com/office/drawing/2014/main" id="{32B3A1C3-78E3-D201-CD88-4DF2158DFBE6}"/>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Curved Right Arrow 64">
                    <a:extLst>
                      <a:ext uri="{FF2B5EF4-FFF2-40B4-BE49-F238E27FC236}">
                        <a16:creationId xmlns:a16="http://schemas.microsoft.com/office/drawing/2014/main" id="{C2A2160D-79F4-61B8-A787-DDA43B0F7282}"/>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9" name="Group 58">
                  <a:extLst>
                    <a:ext uri="{FF2B5EF4-FFF2-40B4-BE49-F238E27FC236}">
                      <a16:creationId xmlns:a16="http://schemas.microsoft.com/office/drawing/2014/main" id="{C18E4770-C62F-27B6-F160-27041C7C9E5C}"/>
                    </a:ext>
                  </a:extLst>
                </p:cNvPr>
                <p:cNvGrpSpPr/>
                <p:nvPr/>
              </p:nvGrpSpPr>
              <p:grpSpPr>
                <a:xfrm rot="11791363">
                  <a:off x="1951309" y="1516859"/>
                  <a:ext cx="655380" cy="672414"/>
                  <a:chOff x="1537746" y="1986114"/>
                  <a:chExt cx="1010459" cy="1036722"/>
                </a:xfrm>
                <a:grpFill/>
              </p:grpSpPr>
              <p:sp>
                <p:nvSpPr>
                  <p:cNvPr id="60" name="Curved Right Arrow 59">
                    <a:extLst>
                      <a:ext uri="{FF2B5EF4-FFF2-40B4-BE49-F238E27FC236}">
                        <a16:creationId xmlns:a16="http://schemas.microsoft.com/office/drawing/2014/main" id="{178C0ADD-C366-4D18-C6B8-674112B718C1}"/>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Curved Right Arrow 60">
                    <a:extLst>
                      <a:ext uri="{FF2B5EF4-FFF2-40B4-BE49-F238E27FC236}">
                        <a16:creationId xmlns:a16="http://schemas.microsoft.com/office/drawing/2014/main" id="{7F41EF1F-9E95-8570-FE09-D87BF1DE7350}"/>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Curved Right Arrow 61">
                    <a:extLst>
                      <a:ext uri="{FF2B5EF4-FFF2-40B4-BE49-F238E27FC236}">
                        <a16:creationId xmlns:a16="http://schemas.microsoft.com/office/drawing/2014/main" id="{9B8D4519-0E5D-E113-C869-B04FC3B94997}"/>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54" name="Block Arc 53">
                <a:extLst>
                  <a:ext uri="{FF2B5EF4-FFF2-40B4-BE49-F238E27FC236}">
                    <a16:creationId xmlns:a16="http://schemas.microsoft.com/office/drawing/2014/main" id="{18B76D7A-ED0D-974D-C7B6-DF9C04854CC1}"/>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5" name="Block Arc 54">
                <a:extLst>
                  <a:ext uri="{FF2B5EF4-FFF2-40B4-BE49-F238E27FC236}">
                    <a16:creationId xmlns:a16="http://schemas.microsoft.com/office/drawing/2014/main" id="{D01748A2-A701-AFE4-B794-485E4EEFEC0B}"/>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6" name="Block Arc 55">
                <a:extLst>
                  <a:ext uri="{FF2B5EF4-FFF2-40B4-BE49-F238E27FC236}">
                    <a16:creationId xmlns:a16="http://schemas.microsoft.com/office/drawing/2014/main" id="{9A65E1D8-9732-AEDF-572C-480EF145CDFF}"/>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7" name="Block Arc 56">
                <a:extLst>
                  <a:ext uri="{FF2B5EF4-FFF2-40B4-BE49-F238E27FC236}">
                    <a16:creationId xmlns:a16="http://schemas.microsoft.com/office/drawing/2014/main" id="{A73370D0-B87E-FA79-0664-EB7C531BB957}"/>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33" name="Group 32">
              <a:extLst>
                <a:ext uri="{FF2B5EF4-FFF2-40B4-BE49-F238E27FC236}">
                  <a16:creationId xmlns:a16="http://schemas.microsoft.com/office/drawing/2014/main" id="{881A54F7-B6F0-53C2-011C-B23C51B7B7C2}"/>
                </a:ext>
              </a:extLst>
            </p:cNvPr>
            <p:cNvGrpSpPr/>
            <p:nvPr userDrawn="1"/>
          </p:nvGrpSpPr>
          <p:grpSpPr>
            <a:xfrm rot="4292651">
              <a:off x="1017140" y="1548320"/>
              <a:ext cx="4479565" cy="4581645"/>
              <a:chOff x="-6827777" y="-4338819"/>
              <a:chExt cx="4479565" cy="4581645"/>
            </a:xfrm>
          </p:grpSpPr>
          <p:sp>
            <p:nvSpPr>
              <p:cNvPr id="34" name="Block Arc 33">
                <a:extLst>
                  <a:ext uri="{FF2B5EF4-FFF2-40B4-BE49-F238E27FC236}">
                    <a16:creationId xmlns:a16="http://schemas.microsoft.com/office/drawing/2014/main" id="{4E5A45AE-4D8B-4A81-D3CF-DC9A365257FA}"/>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5" name="Block Arc 34">
                <a:extLst>
                  <a:ext uri="{FF2B5EF4-FFF2-40B4-BE49-F238E27FC236}">
                    <a16:creationId xmlns:a16="http://schemas.microsoft.com/office/drawing/2014/main" id="{66CB90F3-FA57-E1C8-212D-8C0CDB6E4EAB}"/>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6" name="Block Arc 35">
                <a:extLst>
                  <a:ext uri="{FF2B5EF4-FFF2-40B4-BE49-F238E27FC236}">
                    <a16:creationId xmlns:a16="http://schemas.microsoft.com/office/drawing/2014/main" id="{9744E677-8921-387D-14FD-C219F0CD049C}"/>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37" name="Group 36">
                <a:extLst>
                  <a:ext uri="{FF2B5EF4-FFF2-40B4-BE49-F238E27FC236}">
                    <a16:creationId xmlns:a16="http://schemas.microsoft.com/office/drawing/2014/main" id="{6BC00184-C8AB-0213-097B-0C881196B315}"/>
                  </a:ext>
                </a:extLst>
              </p:cNvPr>
              <p:cNvGrpSpPr/>
              <p:nvPr userDrawn="1"/>
            </p:nvGrpSpPr>
            <p:grpSpPr>
              <a:xfrm>
                <a:off x="-6310685" y="-4338819"/>
                <a:ext cx="1109931" cy="1246186"/>
                <a:chOff x="1496758" y="1516859"/>
                <a:chExt cx="1109931" cy="1246186"/>
              </a:xfrm>
              <a:solidFill>
                <a:srgbClr val="FFC000"/>
              </a:solidFill>
            </p:grpSpPr>
            <p:grpSp>
              <p:nvGrpSpPr>
                <p:cNvPr id="42" name="Group 41">
                  <a:extLst>
                    <a:ext uri="{FF2B5EF4-FFF2-40B4-BE49-F238E27FC236}">
                      <a16:creationId xmlns:a16="http://schemas.microsoft.com/office/drawing/2014/main" id="{A37D4CFA-F8E3-9D1F-86FA-74484453B411}"/>
                    </a:ext>
                  </a:extLst>
                </p:cNvPr>
                <p:cNvGrpSpPr/>
                <p:nvPr/>
              </p:nvGrpSpPr>
              <p:grpSpPr>
                <a:xfrm rot="337452">
                  <a:off x="1496758" y="2082879"/>
                  <a:ext cx="676676" cy="680166"/>
                  <a:chOff x="1490297" y="1956128"/>
                  <a:chExt cx="1043292" cy="1048672"/>
                </a:xfrm>
                <a:grpFill/>
              </p:grpSpPr>
              <p:sp>
                <p:nvSpPr>
                  <p:cNvPr id="47" name="Curved Right Arrow 46">
                    <a:extLst>
                      <a:ext uri="{FF2B5EF4-FFF2-40B4-BE49-F238E27FC236}">
                        <a16:creationId xmlns:a16="http://schemas.microsoft.com/office/drawing/2014/main" id="{6F5712B0-380A-204A-B649-394B0312D140}"/>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Curved Right Arrow 47">
                    <a:extLst>
                      <a:ext uri="{FF2B5EF4-FFF2-40B4-BE49-F238E27FC236}">
                        <a16:creationId xmlns:a16="http://schemas.microsoft.com/office/drawing/2014/main" id="{00A79808-134F-6B80-993F-D50EEB3971E4}"/>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Curved Right Arrow 48">
                    <a:extLst>
                      <a:ext uri="{FF2B5EF4-FFF2-40B4-BE49-F238E27FC236}">
                        <a16:creationId xmlns:a16="http://schemas.microsoft.com/office/drawing/2014/main" id="{5C7A3783-CB8E-2E83-D695-F1643CFDAD68}"/>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43" name="Group 42">
                  <a:extLst>
                    <a:ext uri="{FF2B5EF4-FFF2-40B4-BE49-F238E27FC236}">
                      <a16:creationId xmlns:a16="http://schemas.microsoft.com/office/drawing/2014/main" id="{7B3FAF48-4BAA-A58D-B654-D57D156D5A1B}"/>
                    </a:ext>
                  </a:extLst>
                </p:cNvPr>
                <p:cNvGrpSpPr/>
                <p:nvPr/>
              </p:nvGrpSpPr>
              <p:grpSpPr>
                <a:xfrm rot="11791363">
                  <a:off x="1951309" y="1516859"/>
                  <a:ext cx="655380" cy="672414"/>
                  <a:chOff x="1537746" y="1986114"/>
                  <a:chExt cx="1010459" cy="1036722"/>
                </a:xfrm>
                <a:grpFill/>
              </p:grpSpPr>
              <p:sp>
                <p:nvSpPr>
                  <p:cNvPr id="44" name="Curved Right Arrow 43">
                    <a:extLst>
                      <a:ext uri="{FF2B5EF4-FFF2-40B4-BE49-F238E27FC236}">
                        <a16:creationId xmlns:a16="http://schemas.microsoft.com/office/drawing/2014/main" id="{A4CEBF0E-8BFB-9AF1-F1FC-C3900BC08C97}"/>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Curved Right Arrow 44">
                    <a:extLst>
                      <a:ext uri="{FF2B5EF4-FFF2-40B4-BE49-F238E27FC236}">
                        <a16:creationId xmlns:a16="http://schemas.microsoft.com/office/drawing/2014/main" id="{1AE4C85E-921D-CBEC-F034-9CCA4CFF88A5}"/>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Curved Right Arrow 45">
                    <a:extLst>
                      <a:ext uri="{FF2B5EF4-FFF2-40B4-BE49-F238E27FC236}">
                        <a16:creationId xmlns:a16="http://schemas.microsoft.com/office/drawing/2014/main" id="{BCB465E8-281C-F422-6FFE-D272EAEA6E43}"/>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8" name="Block Arc 37">
                <a:extLst>
                  <a:ext uri="{FF2B5EF4-FFF2-40B4-BE49-F238E27FC236}">
                    <a16:creationId xmlns:a16="http://schemas.microsoft.com/office/drawing/2014/main" id="{7EE8FD02-66C8-DE51-01BD-4F0AEFD478BD}"/>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9" name="Block Arc 38">
                <a:extLst>
                  <a:ext uri="{FF2B5EF4-FFF2-40B4-BE49-F238E27FC236}">
                    <a16:creationId xmlns:a16="http://schemas.microsoft.com/office/drawing/2014/main" id="{6579A704-1A70-6063-CF97-53D272D13290}"/>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0" name="Block Arc 39">
                <a:extLst>
                  <a:ext uri="{FF2B5EF4-FFF2-40B4-BE49-F238E27FC236}">
                    <a16:creationId xmlns:a16="http://schemas.microsoft.com/office/drawing/2014/main" id="{CEB989CD-231F-02F6-CC64-A025E22828BA}"/>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1" name="Block Arc 40">
                <a:extLst>
                  <a:ext uri="{FF2B5EF4-FFF2-40B4-BE49-F238E27FC236}">
                    <a16:creationId xmlns:a16="http://schemas.microsoft.com/office/drawing/2014/main" id="{16DCA297-438F-51C4-7DCE-98D81001C992}"/>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sp>
        <p:nvSpPr>
          <p:cNvPr id="114" name="Rectangle 113">
            <a:extLst>
              <a:ext uri="{FF2B5EF4-FFF2-40B4-BE49-F238E27FC236}">
                <a16:creationId xmlns:a16="http://schemas.microsoft.com/office/drawing/2014/main" id="{D589D9C6-522E-655E-F69F-7F68BA3F9333}"/>
              </a:ext>
            </a:extLst>
          </p:cNvPr>
          <p:cNvSpPr/>
          <p:nvPr userDrawn="1"/>
        </p:nvSpPr>
        <p:spPr>
          <a:xfrm>
            <a:off x="2284992" y="4136928"/>
            <a:ext cx="1836223" cy="986274"/>
          </a:xfrm>
          <a:prstGeom prst="rect">
            <a:avLst/>
          </a:prstGeom>
          <a:noFill/>
          <a:effectLst/>
        </p:spPr>
        <p:txBody>
          <a:bodyPr wrap="none" lIns="91440" tIns="45720" rIns="91440" bIns="45720">
            <a:prstTxWarp prst="textArchDown">
              <a:avLst>
                <a:gd name="adj" fmla="val 96006"/>
              </a:avLst>
            </a:prstTxWarp>
            <a:spAutoFit/>
          </a:bodyPr>
          <a:lstStyle/>
          <a:p>
            <a:pPr algn="ctr"/>
            <a:r>
              <a:rPr lang="en-GB" sz="1800" b="0" cap="none" spc="0">
                <a:ln w="0"/>
                <a:solidFill>
                  <a:schemeClr val="tx1"/>
                </a:solidFill>
                <a:effectLst/>
                <a:latin typeface="Twinkl Cursive Looped" panose="02000000000000000000" pitchFamily="2" charset="77"/>
              </a:rPr>
              <a:t>Compassion</a:t>
            </a:r>
          </a:p>
        </p:txBody>
      </p:sp>
      <p:sp>
        <p:nvSpPr>
          <p:cNvPr id="14" name="Freeform 13">
            <a:extLst>
              <a:ext uri="{FF2B5EF4-FFF2-40B4-BE49-F238E27FC236}">
                <a16:creationId xmlns:a16="http://schemas.microsoft.com/office/drawing/2014/main" id="{3D09668D-62B7-E404-9599-BF61879B86DD}"/>
              </a:ext>
            </a:extLst>
          </p:cNvPr>
          <p:cNvSpPr/>
          <p:nvPr userDrawn="1"/>
        </p:nvSpPr>
        <p:spPr>
          <a:xfrm>
            <a:off x="2491779" y="971549"/>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F2CC"/>
          </a:solidFill>
          <a:ln w="38100">
            <a:solidFill>
              <a:srgbClr val="FFC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5740" tIns="235740" rIns="235740" bIns="235740" numCol="1" spcCol="1270" anchor="ctr" anchorCtr="0">
            <a:noAutofit/>
          </a:bodyPr>
          <a:lstStyle/>
          <a:p>
            <a:pPr marL="0" lvl="0" indent="0" algn="ctr" defTabSz="889000">
              <a:lnSpc>
                <a:spcPct val="90000"/>
              </a:lnSpc>
              <a:spcBef>
                <a:spcPct val="0"/>
              </a:spcBef>
              <a:spcAft>
                <a:spcPct val="35000"/>
              </a:spcAft>
              <a:buNone/>
            </a:pPr>
            <a:r>
              <a:rPr lang="en-GB" sz="2000" b="0" kern="1200">
                <a:solidFill>
                  <a:srgbClr val="FFC000"/>
                </a:solidFill>
                <a:latin typeface="Twinkl Cursive Looped" panose="02000000000000000000" pitchFamily="2" charset="77"/>
                <a:ea typeface="Sassoon Infant Rg" panose="02000503030000020003" pitchFamily="2" charset="0"/>
              </a:rPr>
              <a:t>Place, Space &amp; Scale</a:t>
            </a:r>
          </a:p>
        </p:txBody>
      </p:sp>
      <p:sp>
        <p:nvSpPr>
          <p:cNvPr id="17" name="Freeform 16">
            <a:extLst>
              <a:ext uri="{FF2B5EF4-FFF2-40B4-BE49-F238E27FC236}">
                <a16:creationId xmlns:a16="http://schemas.microsoft.com/office/drawing/2014/main" id="{203991A6-1118-399B-F345-0421EB64FD75}"/>
              </a:ext>
            </a:extLst>
          </p:cNvPr>
          <p:cNvSpPr/>
          <p:nvPr userDrawn="1"/>
        </p:nvSpPr>
        <p:spPr>
          <a:xfrm>
            <a:off x="4563705"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chemeClr val="accent6">
              <a:lumMod val="20000"/>
              <a:lumOff val="8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chemeClr val="accent6"/>
                </a:solidFill>
                <a:latin typeface="Twinkl Cursive Looped" panose="02000000000000000000" pitchFamily="2" charset="77"/>
                <a:ea typeface="Sassoon Infant Rg" panose="02000503030000020003" pitchFamily="2" charset="0"/>
              </a:rPr>
              <a:t>Physical Geography</a:t>
            </a:r>
          </a:p>
        </p:txBody>
      </p:sp>
      <p:sp>
        <p:nvSpPr>
          <p:cNvPr id="19" name="Freeform 18">
            <a:extLst>
              <a:ext uri="{FF2B5EF4-FFF2-40B4-BE49-F238E27FC236}">
                <a16:creationId xmlns:a16="http://schemas.microsoft.com/office/drawing/2014/main" id="{5C66660D-829B-5AFE-C514-7D3A89C2A499}"/>
              </a:ext>
            </a:extLst>
          </p:cNvPr>
          <p:cNvSpPr/>
          <p:nvPr userDrawn="1"/>
        </p:nvSpPr>
        <p:spPr>
          <a:xfrm>
            <a:off x="3772300"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CCCCFF"/>
          </a:solidFill>
          <a:ln w="38100">
            <a:solidFill>
              <a:srgbClr val="7030A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5580" tIns="225580" rIns="225580" bIns="225580" numCol="1" spcCol="1270" anchor="ctr" anchorCtr="0">
            <a:noAutofit/>
          </a:bodyPr>
          <a:lstStyle/>
          <a:p>
            <a:pPr marL="0" lvl="0" indent="0" algn="ctr" defTabSz="533400">
              <a:lnSpc>
                <a:spcPct val="90000"/>
              </a:lnSpc>
              <a:spcBef>
                <a:spcPct val="0"/>
              </a:spcBef>
              <a:spcAft>
                <a:spcPct val="35000"/>
              </a:spcAft>
              <a:buNone/>
            </a:pPr>
            <a:r>
              <a:rPr lang="en-GB" sz="1200" b="0" kern="1200">
                <a:solidFill>
                  <a:srgbClr val="7030A0"/>
                </a:solidFill>
                <a:latin typeface="Twinkl Cursive Looped" panose="02000000000000000000" pitchFamily="2" charset="77"/>
                <a:ea typeface="Sassoon Infant Rg" panose="02000503030000020003" pitchFamily="2" charset="0"/>
              </a:rPr>
              <a:t>Environmental Impact &amp; Sustainability</a:t>
            </a:r>
          </a:p>
        </p:txBody>
      </p:sp>
      <p:sp>
        <p:nvSpPr>
          <p:cNvPr id="20" name="Freeform 19">
            <a:extLst>
              <a:ext uri="{FF2B5EF4-FFF2-40B4-BE49-F238E27FC236}">
                <a16:creationId xmlns:a16="http://schemas.microsoft.com/office/drawing/2014/main" id="{614A1144-922B-6BB7-497A-81BBF7A94FB0}"/>
              </a:ext>
            </a:extLst>
          </p:cNvPr>
          <p:cNvSpPr/>
          <p:nvPr userDrawn="1"/>
        </p:nvSpPr>
        <p:spPr>
          <a:xfrm>
            <a:off x="1211259"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CCCC"/>
          </a:solidFill>
          <a:ln w="38100">
            <a:solidFill>
              <a:srgbClr val="C3580C"/>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rgbClr val="C3580C"/>
                </a:solidFill>
                <a:latin typeface="Twinkl Cursive Looped" panose="02000000000000000000" pitchFamily="2" charset="77"/>
                <a:ea typeface="Sassoon Infant Rg" panose="02000503030000020003" pitchFamily="2" charset="0"/>
              </a:rPr>
              <a:t>Human Geography</a:t>
            </a:r>
          </a:p>
        </p:txBody>
      </p:sp>
      <p:sp>
        <p:nvSpPr>
          <p:cNvPr id="21" name="Freeform 20">
            <a:extLst>
              <a:ext uri="{FF2B5EF4-FFF2-40B4-BE49-F238E27FC236}">
                <a16:creationId xmlns:a16="http://schemas.microsoft.com/office/drawing/2014/main" id="{01CDB80E-BE6E-B498-4C54-4BC9526BBFC4}"/>
              </a:ext>
            </a:extLst>
          </p:cNvPr>
          <p:cNvSpPr/>
          <p:nvPr userDrawn="1"/>
        </p:nvSpPr>
        <p:spPr>
          <a:xfrm>
            <a:off x="419854"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DDEAF8"/>
          </a:solidFill>
          <a:ln w="38100">
            <a:solidFill>
              <a:srgbClr val="4574C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120" tIns="228120" rIns="228120" bIns="228120" numCol="1" spcCol="1270" anchor="ctr" anchorCtr="0">
            <a:noAutofit/>
          </a:bodyPr>
          <a:lstStyle/>
          <a:p>
            <a:pPr marL="0" lvl="0" indent="0" algn="ctr" defTabSz="622300">
              <a:lnSpc>
                <a:spcPct val="90000"/>
              </a:lnSpc>
              <a:spcBef>
                <a:spcPct val="0"/>
              </a:spcBef>
              <a:spcAft>
                <a:spcPct val="35000"/>
              </a:spcAft>
              <a:buNone/>
            </a:pPr>
            <a:r>
              <a:rPr lang="en-GB" sz="1400" b="0" kern="1200">
                <a:solidFill>
                  <a:srgbClr val="4574C4"/>
                </a:solidFill>
                <a:latin typeface="Twinkl Cursive Looped" panose="02000000000000000000" pitchFamily="2" charset="77"/>
                <a:ea typeface="Sassoon Infant Rg" panose="02000503030000020003" pitchFamily="2" charset="0"/>
              </a:rPr>
              <a:t>Cultural awareness &amp; diversity </a:t>
            </a:r>
          </a:p>
        </p:txBody>
      </p:sp>
    </p:spTree>
    <p:extLst>
      <p:ext uri="{BB962C8B-B14F-4D97-AF65-F5344CB8AC3E}">
        <p14:creationId xmlns:p14="http://schemas.microsoft.com/office/powerpoint/2010/main" val="338728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1"/>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heel(1)">
                                      <p:cBhvr>
                                        <p:cTn id="11" dur="2000"/>
                                        <p:tgtEl>
                                          <p:spTgt spid="11"/>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21"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visit">
    <p:spTree>
      <p:nvGrpSpPr>
        <p:cNvPr id="1" name=""/>
        <p:cNvGrpSpPr/>
        <p:nvPr/>
      </p:nvGrpSpPr>
      <p:grpSpPr>
        <a:xfrm>
          <a:off x="0" y="0"/>
          <a:ext cx="0" cy="0"/>
          <a:chOff x="0" y="0"/>
          <a:chExt cx="0" cy="0"/>
        </a:xfrm>
      </p:grpSpPr>
      <p:pic>
        <p:nvPicPr>
          <p:cNvPr id="6" name="Picture 1" descr="Macintosh HD:Users:nicholasgarrick:Dropbox:1 LupL:6 Resources:Images and Icons:Icons:Geographer:icon_5211.png">
            <a:extLst>
              <a:ext uri="{FF2B5EF4-FFF2-40B4-BE49-F238E27FC236}">
                <a16:creationId xmlns:a16="http://schemas.microsoft.com/office/drawing/2014/main" id="{DC5F1B42-8526-1E66-05A7-2E821F42DE7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8A18B94-3BC6-2B80-8733-0D19E7534BFD}"/>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4573C4"/>
                </a:solidFill>
                <a:effectLst/>
                <a:uLnTx/>
                <a:uFillTx/>
                <a:latin typeface="Twinkl Cursive Looped" panose="02000000000000000000" pitchFamily="2" charset="77"/>
                <a:ea typeface="Sassoon Infant Rg" panose="02000503030000020003" pitchFamily="2" charset="0"/>
                <a:cs typeface="+mn-cs"/>
              </a:rPr>
              <a:t>Revisit</a:t>
            </a:r>
          </a:p>
        </p:txBody>
      </p:sp>
      <p:sp>
        <p:nvSpPr>
          <p:cNvPr id="3" name="Text Placeholder 3">
            <a:extLst>
              <a:ext uri="{FF2B5EF4-FFF2-40B4-BE49-F238E27FC236}">
                <a16:creationId xmlns:a16="http://schemas.microsoft.com/office/drawing/2014/main" id="{9933B3F1-5FED-3378-CB38-EAC98CD50E09}"/>
              </a:ext>
            </a:extLst>
          </p:cNvPr>
          <p:cNvSpPr>
            <a:spLocks noGrp="1"/>
          </p:cNvSpPr>
          <p:nvPr>
            <p:ph type="body" sz="quarter" idx="10"/>
          </p:nvPr>
        </p:nvSpPr>
        <p:spPr>
          <a:xfrm>
            <a:off x="623888" y="1047750"/>
            <a:ext cx="10950575" cy="506253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3166948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uzzle Pieces">
    <p:spTree>
      <p:nvGrpSpPr>
        <p:cNvPr id="1" name=""/>
        <p:cNvGrpSpPr/>
        <p:nvPr/>
      </p:nvGrpSpPr>
      <p:grpSpPr>
        <a:xfrm>
          <a:off x="0" y="0"/>
          <a:ext cx="0" cy="0"/>
          <a:chOff x="0" y="0"/>
          <a:chExt cx="0" cy="0"/>
        </a:xfrm>
      </p:grpSpPr>
      <p:pic>
        <p:nvPicPr>
          <p:cNvPr id="34" name="Picture 1" descr="Macintosh HD:Users:nicholasgarrick:Dropbox:1 LupL:6 Resources:Images and Icons:Icons:Geographer:icon_5211.png">
            <a:extLst>
              <a:ext uri="{FF2B5EF4-FFF2-40B4-BE49-F238E27FC236}">
                <a16:creationId xmlns:a16="http://schemas.microsoft.com/office/drawing/2014/main" id="{18459E9E-2215-95E5-26EB-8C8B74442A1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F208491-7D4F-DF12-CFE1-84A861DF3329}"/>
              </a:ext>
            </a:extLst>
          </p:cNvPr>
          <p:cNvSpPr txBox="1"/>
          <p:nvPr userDrawn="1"/>
        </p:nvSpPr>
        <p:spPr>
          <a:xfrm>
            <a:off x="923238" y="1014230"/>
            <a:ext cx="2860102" cy="738664"/>
          </a:xfrm>
          <a:prstGeom prst="rect">
            <a:avLst/>
          </a:prstGeom>
          <a:noFill/>
        </p:spPr>
        <p:txBody>
          <a:bodyPr wrap="square" rtlCol="0">
            <a:spAutoFit/>
          </a:bodyPr>
          <a:lstStyle/>
          <a:p>
            <a:pPr lvl="0" algn="l"/>
            <a:r>
              <a:rPr lang="en-GB" sz="1400" b="0" i="0">
                <a:solidFill>
                  <a:prstClr val="black"/>
                </a:solidFill>
                <a:latin typeface="Twinkl Cursive Looped" panose="02000000000000000000" pitchFamily="2" charset="77"/>
                <a:ea typeface="Sassoon Infant Rg" panose="02000503030000020003" pitchFamily="2" charset="0"/>
              </a:rPr>
              <a:t>Culture is the ideas, customs, behaviours and way of life of a group of people. </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endParaRPr>
          </a:p>
        </p:txBody>
      </p:sp>
      <p:pic>
        <p:nvPicPr>
          <p:cNvPr id="11" name="Picture 10" descr="A black background with a black square&#10;&#10;AI-generated content may be incorrect.">
            <a:extLst>
              <a:ext uri="{FF2B5EF4-FFF2-40B4-BE49-F238E27FC236}">
                <a16:creationId xmlns:a16="http://schemas.microsoft.com/office/drawing/2014/main" id="{50AABF0A-7E21-F779-B0D9-F8EF959FAB10}"/>
              </a:ext>
            </a:extLst>
          </p:cNvPr>
          <p:cNvPicPr>
            <a:picLocks noChangeAspect="1"/>
          </p:cNvPicPr>
          <p:nvPr userDrawn="1"/>
        </p:nvPicPr>
        <p:blipFill>
          <a:blip r:embed="rId3"/>
          <a:srcRect b="14259"/>
          <a:stretch>
            <a:fillRect/>
          </a:stretch>
        </p:blipFill>
        <p:spPr>
          <a:xfrm>
            <a:off x="96080" y="975198"/>
            <a:ext cx="907028" cy="777696"/>
          </a:xfrm>
          <a:prstGeom prst="rect">
            <a:avLst/>
          </a:prstGeom>
        </p:spPr>
      </p:pic>
      <p:sp>
        <p:nvSpPr>
          <p:cNvPr id="3" name="TextBox 2">
            <a:extLst>
              <a:ext uri="{FF2B5EF4-FFF2-40B4-BE49-F238E27FC236}">
                <a16:creationId xmlns:a16="http://schemas.microsoft.com/office/drawing/2014/main" id="{E1625CF3-DBA2-15E8-2E8D-C0F15A3016AA}"/>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4573C4"/>
                </a:solidFill>
                <a:effectLst/>
                <a:uLnTx/>
                <a:uFillTx/>
                <a:latin typeface="Twinkl Cursive Looped" panose="02000000000000000000" pitchFamily="2" charset="77"/>
                <a:ea typeface="Sassoon Infant Rg" panose="02000503030000020003" pitchFamily="2" charset="0"/>
                <a:cs typeface="+mn-cs"/>
              </a:rPr>
              <a:t>Connections</a:t>
            </a:r>
          </a:p>
        </p:txBody>
      </p:sp>
    </p:spTree>
    <p:extLst>
      <p:ext uri="{BB962C8B-B14F-4D97-AF65-F5344CB8AC3E}">
        <p14:creationId xmlns:p14="http://schemas.microsoft.com/office/powerpoint/2010/main" val="5394588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uilding Blocks">
    <p:bg>
      <p:bgPr>
        <a:solidFill>
          <a:schemeClr val="tx2">
            <a:lumMod val="10000"/>
            <a:lumOff val="90000"/>
          </a:schemeClr>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4DA16B8-0D53-26E4-13D0-85D328DA6C9D}"/>
              </a:ext>
            </a:extLst>
          </p:cNvPr>
          <p:cNvGrpSpPr/>
          <p:nvPr userDrawn="1"/>
        </p:nvGrpSpPr>
        <p:grpSpPr>
          <a:xfrm>
            <a:off x="272909" y="5585370"/>
            <a:ext cx="1280546" cy="1018597"/>
            <a:chOff x="487294" y="3394800"/>
            <a:chExt cx="1829988" cy="1302126"/>
          </a:xfrm>
          <a:solidFill>
            <a:schemeClr val="tx2">
              <a:lumMod val="25000"/>
              <a:lumOff val="75000"/>
            </a:schemeClr>
          </a:solidFill>
        </p:grpSpPr>
        <p:grpSp>
          <p:nvGrpSpPr>
            <p:cNvPr id="5" name="Group 4">
              <a:extLst>
                <a:ext uri="{FF2B5EF4-FFF2-40B4-BE49-F238E27FC236}">
                  <a16:creationId xmlns:a16="http://schemas.microsoft.com/office/drawing/2014/main" id="{55CC82D9-AC82-7D2D-52E8-760A3E59551F}"/>
                </a:ext>
              </a:extLst>
            </p:cNvPr>
            <p:cNvGrpSpPr/>
            <p:nvPr/>
          </p:nvGrpSpPr>
          <p:grpSpPr>
            <a:xfrm>
              <a:off x="487294" y="4338320"/>
              <a:ext cx="904626" cy="358606"/>
              <a:chOff x="7508240" y="3017520"/>
              <a:chExt cx="3545840" cy="2021840"/>
            </a:xfrm>
            <a:grpFill/>
          </p:grpSpPr>
          <p:sp>
            <p:nvSpPr>
              <p:cNvPr id="24" name="Rectangle 23">
                <a:extLst>
                  <a:ext uri="{FF2B5EF4-FFF2-40B4-BE49-F238E27FC236}">
                    <a16:creationId xmlns:a16="http://schemas.microsoft.com/office/drawing/2014/main" id="{91198173-860F-0935-2EEC-F634E844497F}"/>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5" name="Rectangle: Top Corners Rounded 71">
                <a:extLst>
                  <a:ext uri="{FF2B5EF4-FFF2-40B4-BE49-F238E27FC236}">
                    <a16:creationId xmlns:a16="http://schemas.microsoft.com/office/drawing/2014/main" id="{4180F89A-13CE-C870-2BED-3882A448102E}"/>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6" name="Rectangle: Top Corners Rounded 72">
                <a:extLst>
                  <a:ext uri="{FF2B5EF4-FFF2-40B4-BE49-F238E27FC236}">
                    <a16:creationId xmlns:a16="http://schemas.microsoft.com/office/drawing/2014/main" id="{7A717861-E11F-FFD5-B57F-A446D7E6E2A3}"/>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7" name="Rectangle: Top Corners Rounded 73">
                <a:extLst>
                  <a:ext uri="{FF2B5EF4-FFF2-40B4-BE49-F238E27FC236}">
                    <a16:creationId xmlns:a16="http://schemas.microsoft.com/office/drawing/2014/main" id="{89C49B47-0AA7-4D4D-D90B-398040F6F956}"/>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6" name="Group 5">
              <a:extLst>
                <a:ext uri="{FF2B5EF4-FFF2-40B4-BE49-F238E27FC236}">
                  <a16:creationId xmlns:a16="http://schemas.microsoft.com/office/drawing/2014/main" id="{842C6130-44AD-6318-D2BE-D6D0819BF12A}"/>
                </a:ext>
              </a:extLst>
            </p:cNvPr>
            <p:cNvGrpSpPr/>
            <p:nvPr/>
          </p:nvGrpSpPr>
          <p:grpSpPr>
            <a:xfrm>
              <a:off x="1412656" y="4338320"/>
              <a:ext cx="904626" cy="358606"/>
              <a:chOff x="7508240" y="3017520"/>
              <a:chExt cx="3545840" cy="2021840"/>
            </a:xfrm>
            <a:grpFill/>
          </p:grpSpPr>
          <p:sp>
            <p:nvSpPr>
              <p:cNvPr id="20" name="Rectangle 19">
                <a:extLst>
                  <a:ext uri="{FF2B5EF4-FFF2-40B4-BE49-F238E27FC236}">
                    <a16:creationId xmlns:a16="http://schemas.microsoft.com/office/drawing/2014/main" id="{8F4CF979-CAEC-3BC2-8DC3-0259E87FD5BA}"/>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1" name="Rectangle: Top Corners Rounded 76">
                <a:extLst>
                  <a:ext uri="{FF2B5EF4-FFF2-40B4-BE49-F238E27FC236}">
                    <a16:creationId xmlns:a16="http://schemas.microsoft.com/office/drawing/2014/main" id="{503F8540-AC01-3468-1A7F-FCF10E23048A}"/>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2" name="Rectangle: Top Corners Rounded 77">
                <a:extLst>
                  <a:ext uri="{FF2B5EF4-FFF2-40B4-BE49-F238E27FC236}">
                    <a16:creationId xmlns:a16="http://schemas.microsoft.com/office/drawing/2014/main" id="{95657FBD-BAC0-6B7E-A1D1-E236D957E4EF}"/>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3" name="Rectangle: Top Corners Rounded 78">
                <a:extLst>
                  <a:ext uri="{FF2B5EF4-FFF2-40B4-BE49-F238E27FC236}">
                    <a16:creationId xmlns:a16="http://schemas.microsoft.com/office/drawing/2014/main" id="{BCA5C02A-FF91-55DD-668C-41F415D6B560}"/>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7" name="Group 6">
              <a:extLst>
                <a:ext uri="{FF2B5EF4-FFF2-40B4-BE49-F238E27FC236}">
                  <a16:creationId xmlns:a16="http://schemas.microsoft.com/office/drawing/2014/main" id="{4EDF64CE-B085-7386-F376-D4BD9F3A2154}"/>
                </a:ext>
              </a:extLst>
            </p:cNvPr>
            <p:cNvGrpSpPr/>
            <p:nvPr/>
          </p:nvGrpSpPr>
          <p:grpSpPr>
            <a:xfrm>
              <a:off x="1045881" y="4007047"/>
              <a:ext cx="904626" cy="358606"/>
              <a:chOff x="7508240" y="3017520"/>
              <a:chExt cx="3545840" cy="2021840"/>
            </a:xfrm>
            <a:grpFill/>
          </p:grpSpPr>
          <p:sp>
            <p:nvSpPr>
              <p:cNvPr id="16" name="Rectangle 15">
                <a:extLst>
                  <a:ext uri="{FF2B5EF4-FFF2-40B4-BE49-F238E27FC236}">
                    <a16:creationId xmlns:a16="http://schemas.microsoft.com/office/drawing/2014/main" id="{2D85CE1F-B891-17A6-8BE1-E4B6E8FD3110}"/>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7" name="Rectangle: Top Corners Rounded 81">
                <a:extLst>
                  <a:ext uri="{FF2B5EF4-FFF2-40B4-BE49-F238E27FC236}">
                    <a16:creationId xmlns:a16="http://schemas.microsoft.com/office/drawing/2014/main" id="{25724C3D-76C1-2069-9E42-AEB53814A0A9}"/>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8" name="Rectangle: Top Corners Rounded 82">
                <a:extLst>
                  <a:ext uri="{FF2B5EF4-FFF2-40B4-BE49-F238E27FC236}">
                    <a16:creationId xmlns:a16="http://schemas.microsoft.com/office/drawing/2014/main" id="{C6707F1F-2185-DD9E-D15E-7035417EFB88}"/>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9" name="Rectangle: Top Corners Rounded 83">
                <a:extLst>
                  <a:ext uri="{FF2B5EF4-FFF2-40B4-BE49-F238E27FC236}">
                    <a16:creationId xmlns:a16="http://schemas.microsoft.com/office/drawing/2014/main" id="{F06399A0-D714-31F2-3B90-BC870E009E4A}"/>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9" name="Group 8">
              <a:extLst>
                <a:ext uri="{FF2B5EF4-FFF2-40B4-BE49-F238E27FC236}">
                  <a16:creationId xmlns:a16="http://schemas.microsoft.com/office/drawing/2014/main" id="{E0DF3EF4-5491-C1F1-71EC-5CDBDA1D848B}"/>
                </a:ext>
              </a:extLst>
            </p:cNvPr>
            <p:cNvGrpSpPr/>
            <p:nvPr/>
          </p:nvGrpSpPr>
          <p:grpSpPr>
            <a:xfrm>
              <a:off x="1620945" y="3669763"/>
              <a:ext cx="512234" cy="358606"/>
              <a:chOff x="7508240" y="3017519"/>
              <a:chExt cx="3545840" cy="2021841"/>
            </a:xfrm>
            <a:grpFill/>
          </p:grpSpPr>
          <p:sp>
            <p:nvSpPr>
              <p:cNvPr id="13" name="Rectangle 12">
                <a:extLst>
                  <a:ext uri="{FF2B5EF4-FFF2-40B4-BE49-F238E27FC236}">
                    <a16:creationId xmlns:a16="http://schemas.microsoft.com/office/drawing/2014/main" id="{9EA6C0F8-1BD9-DEBD-0E39-08874D9803CB}"/>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4" name="Rectangle: Top Corners Rounded 86">
                <a:extLst>
                  <a:ext uri="{FF2B5EF4-FFF2-40B4-BE49-F238E27FC236}">
                    <a16:creationId xmlns:a16="http://schemas.microsoft.com/office/drawing/2014/main" id="{08D82B7D-23AE-CE8E-01F0-51A516DB2383}"/>
                  </a:ext>
                </a:extLst>
              </p:cNvPr>
              <p:cNvSpPr/>
              <p:nvPr/>
            </p:nvSpPr>
            <p:spPr>
              <a:xfrm>
                <a:off x="8406167"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5" name="Rectangle: Top Corners Rounded 87">
                <a:extLst>
                  <a:ext uri="{FF2B5EF4-FFF2-40B4-BE49-F238E27FC236}">
                    <a16:creationId xmlns:a16="http://schemas.microsoft.com/office/drawing/2014/main" id="{120F725D-181E-DDB7-E85B-2396573E5B7D}"/>
                  </a:ext>
                </a:extLst>
              </p:cNvPr>
              <p:cNvSpPr/>
              <p:nvPr/>
            </p:nvSpPr>
            <p:spPr>
              <a:xfrm>
                <a:off x="9689825"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0" name="Group 9">
              <a:extLst>
                <a:ext uri="{FF2B5EF4-FFF2-40B4-BE49-F238E27FC236}">
                  <a16:creationId xmlns:a16="http://schemas.microsoft.com/office/drawing/2014/main" id="{D3336102-BCE0-17B6-24BD-B59E7D678762}"/>
                </a:ext>
              </a:extLst>
            </p:cNvPr>
            <p:cNvGrpSpPr/>
            <p:nvPr/>
          </p:nvGrpSpPr>
          <p:grpSpPr>
            <a:xfrm>
              <a:off x="1520357" y="3394800"/>
              <a:ext cx="338160" cy="309951"/>
              <a:chOff x="7508240" y="3017519"/>
              <a:chExt cx="3545840" cy="2021841"/>
            </a:xfrm>
            <a:grpFill/>
          </p:grpSpPr>
          <p:sp>
            <p:nvSpPr>
              <p:cNvPr id="11" name="Rectangle 10">
                <a:extLst>
                  <a:ext uri="{FF2B5EF4-FFF2-40B4-BE49-F238E27FC236}">
                    <a16:creationId xmlns:a16="http://schemas.microsoft.com/office/drawing/2014/main" id="{6EF7DE92-7163-24AE-760B-6FAE943FAB35}"/>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2" name="Rectangle: Top Corners Rounded 91">
                <a:extLst>
                  <a:ext uri="{FF2B5EF4-FFF2-40B4-BE49-F238E27FC236}">
                    <a16:creationId xmlns:a16="http://schemas.microsoft.com/office/drawing/2014/main" id="{D008C889-CDBA-F9BF-BBCE-D55D02365D1F}"/>
                  </a:ext>
                </a:extLst>
              </p:cNvPr>
              <p:cNvSpPr/>
              <p:nvPr/>
            </p:nvSpPr>
            <p:spPr>
              <a:xfrm>
                <a:off x="9045379" y="3017519"/>
                <a:ext cx="589285" cy="274322"/>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sp>
        <p:nvSpPr>
          <p:cNvPr id="39" name="TextBox 38">
            <a:extLst>
              <a:ext uri="{FF2B5EF4-FFF2-40B4-BE49-F238E27FC236}">
                <a16:creationId xmlns:a16="http://schemas.microsoft.com/office/drawing/2014/main" id="{C8BF6DC9-4879-BFDE-6EAD-2048D1CB9783}"/>
              </a:ext>
            </a:extLst>
          </p:cNvPr>
          <p:cNvSpPr txBox="1"/>
          <p:nvPr userDrawn="1"/>
        </p:nvSpPr>
        <p:spPr>
          <a:xfrm>
            <a:off x="105741" y="1697448"/>
            <a:ext cx="3205508" cy="738664"/>
          </a:xfrm>
          <a:prstGeom prst="rect">
            <a:avLst/>
          </a:prstGeom>
          <a:noFill/>
        </p:spPr>
        <p:txBody>
          <a:bodyPr wrap="square" rtlCol="0">
            <a:spAutoFit/>
          </a:bodyPr>
          <a:lstStyle/>
          <a:p>
            <a:pPr lvl="0" algn="l"/>
            <a:r>
              <a:rPr lang="en-GB" sz="1400" b="0" i="0">
                <a:solidFill>
                  <a:prstClr val="black"/>
                </a:solidFill>
                <a:latin typeface="Twinkl Cursive Looped" panose="02000000000000000000" pitchFamily="2" charset="77"/>
                <a:ea typeface="Sassoon Infant Rg" panose="02000503030000020003" pitchFamily="2" charset="0"/>
              </a:rPr>
              <a:t>Culture is the ideas, customs, behaviours and way of life of a group of people. </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endParaRPr>
          </a:p>
        </p:txBody>
      </p:sp>
      <p:sp>
        <p:nvSpPr>
          <p:cNvPr id="93" name="TextBox 92">
            <a:extLst>
              <a:ext uri="{FF2B5EF4-FFF2-40B4-BE49-F238E27FC236}">
                <a16:creationId xmlns:a16="http://schemas.microsoft.com/office/drawing/2014/main" id="{99AF734A-10FE-70CD-AF99-9AF7547E84EC}"/>
              </a:ext>
            </a:extLst>
          </p:cNvPr>
          <p:cNvSpPr txBox="1"/>
          <p:nvPr userDrawn="1"/>
        </p:nvSpPr>
        <p:spPr>
          <a:xfrm>
            <a:off x="100582" y="2536175"/>
            <a:ext cx="3205508" cy="954107"/>
          </a:xfrm>
          <a:prstGeom prst="rect">
            <a:avLst/>
          </a:prstGeom>
          <a:noFill/>
        </p:spPr>
        <p:txBody>
          <a:bodyPr wrap="square" rtlCol="0">
            <a:spAutoFit/>
          </a:bodyPr>
          <a:lstStyle/>
          <a:p>
            <a:pPr lvl="0" algn="l"/>
            <a:r>
              <a:rPr lang="en-GB" sz="1400" b="0" i="0">
                <a:solidFill>
                  <a:prstClr val="black"/>
                </a:solidFill>
                <a:latin typeface="Twinkl Cursive Looped" panose="02000000000000000000" pitchFamily="2" charset="77"/>
                <a:ea typeface="Sassoon Infant Rg" panose="02000503030000020003" pitchFamily="2" charset="0"/>
              </a:rPr>
              <a:t>We can make links between the physical and human geography of a place and how this affects the culture of the people living there. </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endParaRPr>
          </a:p>
        </p:txBody>
      </p:sp>
      <p:pic>
        <p:nvPicPr>
          <p:cNvPr id="98" name="Picture 97" descr="A black background with a black square&#10;&#10;AI-generated content may be incorrect.">
            <a:extLst>
              <a:ext uri="{FF2B5EF4-FFF2-40B4-BE49-F238E27FC236}">
                <a16:creationId xmlns:a16="http://schemas.microsoft.com/office/drawing/2014/main" id="{47240A49-8CEB-0760-E2CE-D638C0D3B0E6}"/>
              </a:ext>
            </a:extLst>
          </p:cNvPr>
          <p:cNvPicPr>
            <a:picLocks noChangeAspect="1"/>
          </p:cNvPicPr>
          <p:nvPr userDrawn="1"/>
        </p:nvPicPr>
        <p:blipFill>
          <a:blip r:embed="rId2"/>
          <a:srcRect b="14259"/>
          <a:stretch>
            <a:fillRect/>
          </a:stretch>
        </p:blipFill>
        <p:spPr>
          <a:xfrm>
            <a:off x="75692" y="904454"/>
            <a:ext cx="819314" cy="702489"/>
          </a:xfrm>
          <a:prstGeom prst="rect">
            <a:avLst/>
          </a:prstGeom>
        </p:spPr>
      </p:pic>
      <p:grpSp>
        <p:nvGrpSpPr>
          <p:cNvPr id="86" name="Group 85">
            <a:extLst>
              <a:ext uri="{FF2B5EF4-FFF2-40B4-BE49-F238E27FC236}">
                <a16:creationId xmlns:a16="http://schemas.microsoft.com/office/drawing/2014/main" id="{E2A5BD02-2ABD-339B-D4FE-C954EF27AA2D}"/>
              </a:ext>
            </a:extLst>
          </p:cNvPr>
          <p:cNvGrpSpPr/>
          <p:nvPr userDrawn="1"/>
        </p:nvGrpSpPr>
        <p:grpSpPr>
          <a:xfrm>
            <a:off x="3521878" y="3693438"/>
            <a:ext cx="8311989" cy="926097"/>
            <a:chOff x="3464951" y="3693438"/>
            <a:chExt cx="8311989" cy="926097"/>
          </a:xfrm>
        </p:grpSpPr>
        <p:grpSp>
          <p:nvGrpSpPr>
            <p:cNvPr id="95" name="Group 94">
              <a:extLst>
                <a:ext uri="{FF2B5EF4-FFF2-40B4-BE49-F238E27FC236}">
                  <a16:creationId xmlns:a16="http://schemas.microsoft.com/office/drawing/2014/main" id="{01C54AB1-890B-8155-8020-C83CAD4D534D}"/>
                </a:ext>
              </a:extLst>
            </p:cNvPr>
            <p:cNvGrpSpPr/>
            <p:nvPr/>
          </p:nvGrpSpPr>
          <p:grpSpPr>
            <a:xfrm>
              <a:off x="3464951" y="3693438"/>
              <a:ext cx="8311989" cy="926097"/>
              <a:chOff x="3507503" y="3693728"/>
              <a:chExt cx="8311989" cy="926097"/>
            </a:xfrm>
          </p:grpSpPr>
          <p:grpSp>
            <p:nvGrpSpPr>
              <p:cNvPr id="97" name="Group 96">
                <a:extLst>
                  <a:ext uri="{FF2B5EF4-FFF2-40B4-BE49-F238E27FC236}">
                    <a16:creationId xmlns:a16="http://schemas.microsoft.com/office/drawing/2014/main" id="{35AC154A-7405-B3CB-1FF5-D12C183AE710}"/>
                  </a:ext>
                </a:extLst>
              </p:cNvPr>
              <p:cNvGrpSpPr/>
              <p:nvPr/>
            </p:nvGrpSpPr>
            <p:grpSpPr>
              <a:xfrm>
                <a:off x="3507503" y="3693728"/>
                <a:ext cx="8311989" cy="926097"/>
                <a:chOff x="3507503" y="3693728"/>
                <a:chExt cx="8311989" cy="926097"/>
              </a:xfrm>
            </p:grpSpPr>
            <p:grpSp>
              <p:nvGrpSpPr>
                <p:cNvPr id="100" name="Group 99">
                  <a:extLst>
                    <a:ext uri="{FF2B5EF4-FFF2-40B4-BE49-F238E27FC236}">
                      <a16:creationId xmlns:a16="http://schemas.microsoft.com/office/drawing/2014/main" id="{A440A67D-62E4-3B3F-2150-E1CC98870307}"/>
                    </a:ext>
                  </a:extLst>
                </p:cNvPr>
                <p:cNvGrpSpPr/>
                <p:nvPr/>
              </p:nvGrpSpPr>
              <p:grpSpPr>
                <a:xfrm>
                  <a:off x="3518855" y="3719825"/>
                  <a:ext cx="8300637" cy="900000"/>
                  <a:chOff x="3996278" y="1747524"/>
                  <a:chExt cx="1713901" cy="2824471"/>
                </a:xfrm>
              </p:grpSpPr>
              <p:sp>
                <p:nvSpPr>
                  <p:cNvPr id="104" name="Rectangle: Rounded Corners 12">
                    <a:extLst>
                      <a:ext uri="{FF2B5EF4-FFF2-40B4-BE49-F238E27FC236}">
                        <a16:creationId xmlns:a16="http://schemas.microsoft.com/office/drawing/2014/main" id="{9D734C61-CAA5-618C-A66F-EAF3892E6480}"/>
                      </a:ext>
                    </a:extLst>
                  </p:cNvPr>
                  <p:cNvSpPr/>
                  <p:nvPr/>
                </p:nvSpPr>
                <p:spPr>
                  <a:xfrm>
                    <a:off x="3996278"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05" name="Rectangle: Rounded Corners 4">
                    <a:extLst>
                      <a:ext uri="{FF2B5EF4-FFF2-40B4-BE49-F238E27FC236}">
                        <a16:creationId xmlns:a16="http://schemas.microsoft.com/office/drawing/2014/main" id="{3386500E-1CE7-B8C3-BF6C-830B34E6D25F}"/>
                      </a:ext>
                    </a:extLst>
                  </p:cNvPr>
                  <p:cNvSpPr txBox="1"/>
                  <p:nvPr/>
                </p:nvSpPr>
                <p:spPr>
                  <a:xfrm>
                    <a:off x="4082912" y="1831190"/>
                    <a:ext cx="1546569" cy="265713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01" name="Group 100">
                  <a:extLst>
                    <a:ext uri="{FF2B5EF4-FFF2-40B4-BE49-F238E27FC236}">
                      <a16:creationId xmlns:a16="http://schemas.microsoft.com/office/drawing/2014/main" id="{6C81FABF-2A4B-46AA-2AF7-82EC10906F8D}"/>
                    </a:ext>
                  </a:extLst>
                </p:cNvPr>
                <p:cNvGrpSpPr/>
                <p:nvPr/>
              </p:nvGrpSpPr>
              <p:grpSpPr>
                <a:xfrm>
                  <a:off x="3507503" y="3693728"/>
                  <a:ext cx="801261" cy="903352"/>
                  <a:chOff x="4389349" y="450020"/>
                  <a:chExt cx="801261" cy="903352"/>
                </a:xfrm>
              </p:grpSpPr>
              <p:pic>
                <p:nvPicPr>
                  <p:cNvPr id="102" name="Picture 101">
                    <a:extLst>
                      <a:ext uri="{FF2B5EF4-FFF2-40B4-BE49-F238E27FC236}">
                        <a16:creationId xmlns:a16="http://schemas.microsoft.com/office/drawing/2014/main" id="{FBFF1364-3FEE-EF67-2907-211411F8BA9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89349" y="450020"/>
                    <a:ext cx="801261" cy="903352"/>
                  </a:xfrm>
                  <a:prstGeom prst="rect">
                    <a:avLst/>
                  </a:prstGeom>
                </p:spPr>
              </p:pic>
              <p:sp>
                <p:nvSpPr>
                  <p:cNvPr id="103" name="TextBox 102">
                    <a:extLst>
                      <a:ext uri="{FF2B5EF4-FFF2-40B4-BE49-F238E27FC236}">
                        <a16:creationId xmlns:a16="http://schemas.microsoft.com/office/drawing/2014/main" id="{5FB7DB65-D848-5490-073E-D52A9A65C7F2}"/>
                      </a:ext>
                    </a:extLst>
                  </p:cNvPr>
                  <p:cNvSpPr txBox="1"/>
                  <p:nvPr/>
                </p:nvSpPr>
                <p:spPr>
                  <a:xfrm>
                    <a:off x="4631284"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3</a:t>
                    </a:r>
                  </a:p>
                </p:txBody>
              </p:sp>
            </p:grpSp>
          </p:grpSp>
          <p:sp>
            <p:nvSpPr>
              <p:cNvPr id="99" name="TextBox 98">
                <a:extLst>
                  <a:ext uri="{FF2B5EF4-FFF2-40B4-BE49-F238E27FC236}">
                    <a16:creationId xmlns:a16="http://schemas.microsoft.com/office/drawing/2014/main" id="{CB6C111E-44F8-BE02-E3A1-4593968F2369}"/>
                  </a:ext>
                </a:extLst>
              </p:cNvPr>
              <p:cNvSpPr txBox="1"/>
              <p:nvPr/>
            </p:nvSpPr>
            <p:spPr>
              <a:xfrm>
                <a:off x="4378390" y="4015936"/>
                <a:ext cx="2299228" cy="307777"/>
              </a:xfrm>
              <a:prstGeom prst="rect">
                <a:avLst/>
              </a:prstGeom>
              <a:noFill/>
              <a:ln w="28575">
                <a:solidFill>
                  <a:srgbClr val="BA0068"/>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Mediterranean</a:t>
                </a:r>
              </a:p>
            </p:txBody>
          </p:sp>
        </p:grpSp>
        <p:sp>
          <p:nvSpPr>
            <p:cNvPr id="96" name="TextBox 95">
              <a:extLst>
                <a:ext uri="{FF2B5EF4-FFF2-40B4-BE49-F238E27FC236}">
                  <a16:creationId xmlns:a16="http://schemas.microsoft.com/office/drawing/2014/main" id="{22043D60-F0CC-30DD-8067-C1FD931F6A76}"/>
                </a:ext>
              </a:extLst>
            </p:cNvPr>
            <p:cNvSpPr txBox="1"/>
            <p:nvPr/>
          </p:nvSpPr>
          <p:spPr>
            <a:xfrm>
              <a:off x="6767704" y="3895375"/>
              <a:ext cx="48821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 can make links between the physical geography, human geography and culture in the Mediterranean. </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06" name="Group 105">
            <a:extLst>
              <a:ext uri="{FF2B5EF4-FFF2-40B4-BE49-F238E27FC236}">
                <a16:creationId xmlns:a16="http://schemas.microsoft.com/office/drawing/2014/main" id="{AC4178A9-F41E-222F-246F-159870BAB92F}"/>
              </a:ext>
            </a:extLst>
          </p:cNvPr>
          <p:cNvGrpSpPr/>
          <p:nvPr userDrawn="1"/>
        </p:nvGrpSpPr>
        <p:grpSpPr>
          <a:xfrm>
            <a:off x="3508831" y="4718397"/>
            <a:ext cx="8325034" cy="920150"/>
            <a:chOff x="3508831" y="4718397"/>
            <a:chExt cx="8325034" cy="920150"/>
          </a:xfrm>
        </p:grpSpPr>
        <p:grpSp>
          <p:nvGrpSpPr>
            <p:cNvPr id="107" name="Group 106">
              <a:extLst>
                <a:ext uri="{FF2B5EF4-FFF2-40B4-BE49-F238E27FC236}">
                  <a16:creationId xmlns:a16="http://schemas.microsoft.com/office/drawing/2014/main" id="{1CD0691E-F0BE-2A65-2D56-3FE4A5981DE7}"/>
                </a:ext>
              </a:extLst>
            </p:cNvPr>
            <p:cNvGrpSpPr/>
            <p:nvPr/>
          </p:nvGrpSpPr>
          <p:grpSpPr>
            <a:xfrm>
              <a:off x="3508831" y="4718397"/>
              <a:ext cx="8325034" cy="920150"/>
              <a:chOff x="3508831" y="4718397"/>
              <a:chExt cx="8325034" cy="920150"/>
            </a:xfrm>
          </p:grpSpPr>
          <p:grpSp>
            <p:nvGrpSpPr>
              <p:cNvPr id="109" name="Group 108">
                <a:extLst>
                  <a:ext uri="{FF2B5EF4-FFF2-40B4-BE49-F238E27FC236}">
                    <a16:creationId xmlns:a16="http://schemas.microsoft.com/office/drawing/2014/main" id="{C64B9DD4-75BA-5FBA-C0B5-E7E621A5AFD6}"/>
                  </a:ext>
                </a:extLst>
              </p:cNvPr>
              <p:cNvGrpSpPr/>
              <p:nvPr/>
            </p:nvGrpSpPr>
            <p:grpSpPr>
              <a:xfrm>
                <a:off x="3508831" y="4718397"/>
                <a:ext cx="8325034" cy="920150"/>
                <a:chOff x="3508831" y="4718397"/>
                <a:chExt cx="8325034" cy="920150"/>
              </a:xfrm>
            </p:grpSpPr>
            <p:grpSp>
              <p:nvGrpSpPr>
                <p:cNvPr id="111" name="Group 110">
                  <a:extLst>
                    <a:ext uri="{FF2B5EF4-FFF2-40B4-BE49-F238E27FC236}">
                      <a16:creationId xmlns:a16="http://schemas.microsoft.com/office/drawing/2014/main" id="{A21F9263-BABA-FD45-12F5-4D203291E992}"/>
                    </a:ext>
                  </a:extLst>
                </p:cNvPr>
                <p:cNvGrpSpPr/>
                <p:nvPr/>
              </p:nvGrpSpPr>
              <p:grpSpPr>
                <a:xfrm>
                  <a:off x="3518854" y="4738547"/>
                  <a:ext cx="8315011" cy="900000"/>
                  <a:chOff x="1996726" y="1717038"/>
                  <a:chExt cx="1716869" cy="2885442"/>
                </a:xfrm>
              </p:grpSpPr>
              <p:sp>
                <p:nvSpPr>
                  <p:cNvPr id="115" name="Rectangle: Rounded Corners 9">
                    <a:extLst>
                      <a:ext uri="{FF2B5EF4-FFF2-40B4-BE49-F238E27FC236}">
                        <a16:creationId xmlns:a16="http://schemas.microsoft.com/office/drawing/2014/main" id="{AEFB0A30-E10C-8D1A-3041-6E5883ABE2E0}"/>
                      </a:ext>
                    </a:extLst>
                  </p:cNvPr>
                  <p:cNvSpPr/>
                  <p:nvPr/>
                </p:nvSpPr>
                <p:spPr>
                  <a:xfrm>
                    <a:off x="1996726" y="1717038"/>
                    <a:ext cx="1716869"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16" name="Rectangle: Rounded Corners 4">
                    <a:extLst>
                      <a:ext uri="{FF2B5EF4-FFF2-40B4-BE49-F238E27FC236}">
                        <a16:creationId xmlns:a16="http://schemas.microsoft.com/office/drawing/2014/main" id="{DF7C6A30-18F1-7530-4C14-F489703DE5B8}"/>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12" name="Group 111">
                  <a:extLst>
                    <a:ext uri="{FF2B5EF4-FFF2-40B4-BE49-F238E27FC236}">
                      <a16:creationId xmlns:a16="http://schemas.microsoft.com/office/drawing/2014/main" id="{4E5C9BD5-11C9-4B1D-91E1-6229B0486C77}"/>
                    </a:ext>
                  </a:extLst>
                </p:cNvPr>
                <p:cNvGrpSpPr/>
                <p:nvPr/>
              </p:nvGrpSpPr>
              <p:grpSpPr>
                <a:xfrm>
                  <a:off x="3508831" y="4718397"/>
                  <a:ext cx="801261" cy="903352"/>
                  <a:chOff x="4390677" y="450020"/>
                  <a:chExt cx="801261" cy="903352"/>
                </a:xfrm>
              </p:grpSpPr>
              <p:pic>
                <p:nvPicPr>
                  <p:cNvPr id="113" name="Picture 112">
                    <a:extLst>
                      <a:ext uri="{FF2B5EF4-FFF2-40B4-BE49-F238E27FC236}">
                        <a16:creationId xmlns:a16="http://schemas.microsoft.com/office/drawing/2014/main" id="{D9EDFD36-373E-B34F-13F8-3626F1ACB33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90677" y="450020"/>
                    <a:ext cx="801261" cy="903352"/>
                  </a:xfrm>
                  <a:prstGeom prst="rect">
                    <a:avLst/>
                  </a:prstGeom>
                </p:spPr>
              </p:pic>
              <p:sp>
                <p:nvSpPr>
                  <p:cNvPr id="114" name="TextBox 113">
                    <a:extLst>
                      <a:ext uri="{FF2B5EF4-FFF2-40B4-BE49-F238E27FC236}">
                        <a16:creationId xmlns:a16="http://schemas.microsoft.com/office/drawing/2014/main" id="{1DF21842-FC53-C46C-CD59-25F1718B5AE0}"/>
                      </a:ext>
                    </a:extLst>
                  </p:cNvPr>
                  <p:cNvSpPr txBox="1"/>
                  <p:nvPr/>
                </p:nvSpPr>
                <p:spPr>
                  <a:xfrm>
                    <a:off x="4632612"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2</a:t>
                    </a:r>
                  </a:p>
                </p:txBody>
              </p:sp>
            </p:grpSp>
          </p:grpSp>
          <p:sp>
            <p:nvSpPr>
              <p:cNvPr id="110" name="TextBox 109">
                <a:extLst>
                  <a:ext uri="{FF2B5EF4-FFF2-40B4-BE49-F238E27FC236}">
                    <a16:creationId xmlns:a16="http://schemas.microsoft.com/office/drawing/2014/main" id="{3B8B35A7-2DB4-92EB-F10D-5FD04B43A80B}"/>
                  </a:ext>
                </a:extLst>
              </p:cNvPr>
              <p:cNvSpPr txBox="1"/>
              <p:nvPr/>
            </p:nvSpPr>
            <p:spPr>
              <a:xfrm>
                <a:off x="4392765" y="4929938"/>
                <a:ext cx="2299228" cy="523220"/>
              </a:xfrm>
              <a:prstGeom prst="rect">
                <a:avLst/>
              </a:prstGeom>
              <a:noFill/>
              <a:ln w="28575">
                <a:solidFill>
                  <a:schemeClr val="accent6"/>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Guizhou region, South West China</a:t>
                </a:r>
              </a:p>
            </p:txBody>
          </p:sp>
        </p:grpSp>
        <p:sp>
          <p:nvSpPr>
            <p:cNvPr id="108" name="TextBox 107">
              <a:extLst>
                <a:ext uri="{FF2B5EF4-FFF2-40B4-BE49-F238E27FC236}">
                  <a16:creationId xmlns:a16="http://schemas.microsoft.com/office/drawing/2014/main" id="{66A5AC59-EF7C-0106-DE8A-39321E258CED}"/>
                </a:ext>
              </a:extLst>
            </p:cNvPr>
            <p:cNvSpPr txBox="1"/>
            <p:nvPr/>
          </p:nvSpPr>
          <p:spPr>
            <a:xfrm>
              <a:off x="6824631" y="4829656"/>
              <a:ext cx="488210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 can explain the similarities and differences in culture where I live in the United Kingdom and in Guizhou region in South West China. </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17" name="Group 116">
            <a:extLst>
              <a:ext uri="{FF2B5EF4-FFF2-40B4-BE49-F238E27FC236}">
                <a16:creationId xmlns:a16="http://schemas.microsoft.com/office/drawing/2014/main" id="{CDFB1D6E-5FE5-AACA-EBE1-D1E650535C72}"/>
              </a:ext>
            </a:extLst>
          </p:cNvPr>
          <p:cNvGrpSpPr/>
          <p:nvPr userDrawn="1"/>
        </p:nvGrpSpPr>
        <p:grpSpPr>
          <a:xfrm>
            <a:off x="3508831" y="5762222"/>
            <a:ext cx="8325034" cy="922745"/>
            <a:chOff x="3508831" y="5762222"/>
            <a:chExt cx="8325034" cy="922745"/>
          </a:xfrm>
        </p:grpSpPr>
        <p:grpSp>
          <p:nvGrpSpPr>
            <p:cNvPr id="118" name="Group 117">
              <a:extLst>
                <a:ext uri="{FF2B5EF4-FFF2-40B4-BE49-F238E27FC236}">
                  <a16:creationId xmlns:a16="http://schemas.microsoft.com/office/drawing/2014/main" id="{B3EDE152-7C0F-D137-5FFF-A46E24409617}"/>
                </a:ext>
              </a:extLst>
            </p:cNvPr>
            <p:cNvGrpSpPr/>
            <p:nvPr/>
          </p:nvGrpSpPr>
          <p:grpSpPr>
            <a:xfrm>
              <a:off x="3508831" y="5762222"/>
              <a:ext cx="8325034" cy="922745"/>
              <a:chOff x="3552490" y="5836523"/>
              <a:chExt cx="8325034" cy="922745"/>
            </a:xfrm>
          </p:grpSpPr>
          <p:grpSp>
            <p:nvGrpSpPr>
              <p:cNvPr id="120" name="Group 119">
                <a:extLst>
                  <a:ext uri="{FF2B5EF4-FFF2-40B4-BE49-F238E27FC236}">
                    <a16:creationId xmlns:a16="http://schemas.microsoft.com/office/drawing/2014/main" id="{ECA858FC-45BE-5821-7A04-F91C656C2A13}"/>
                  </a:ext>
                </a:extLst>
              </p:cNvPr>
              <p:cNvGrpSpPr/>
              <p:nvPr/>
            </p:nvGrpSpPr>
            <p:grpSpPr>
              <a:xfrm>
                <a:off x="3552490" y="5836523"/>
                <a:ext cx="8325034" cy="922745"/>
                <a:chOff x="3552490" y="5836523"/>
                <a:chExt cx="8325034" cy="922745"/>
              </a:xfrm>
            </p:grpSpPr>
            <p:sp>
              <p:nvSpPr>
                <p:cNvPr id="122" name="Rectangle: Rounded Corners 3">
                  <a:extLst>
                    <a:ext uri="{FF2B5EF4-FFF2-40B4-BE49-F238E27FC236}">
                      <a16:creationId xmlns:a16="http://schemas.microsoft.com/office/drawing/2014/main" id="{F90FAE8F-E73A-5EB8-960A-D6787FE3D5CB}"/>
                    </a:ext>
                  </a:extLst>
                </p:cNvPr>
                <p:cNvSpPr/>
                <p:nvPr/>
              </p:nvSpPr>
              <p:spPr>
                <a:xfrm>
                  <a:off x="3552490" y="5859268"/>
                  <a:ext cx="8325034" cy="900000"/>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nvGrpSpPr>
                <p:cNvPr id="123" name="Group 122">
                  <a:extLst>
                    <a:ext uri="{FF2B5EF4-FFF2-40B4-BE49-F238E27FC236}">
                      <a16:creationId xmlns:a16="http://schemas.microsoft.com/office/drawing/2014/main" id="{B78DE608-63BC-8143-3015-0A9E81C4E71A}"/>
                    </a:ext>
                  </a:extLst>
                </p:cNvPr>
                <p:cNvGrpSpPr/>
                <p:nvPr/>
              </p:nvGrpSpPr>
              <p:grpSpPr>
                <a:xfrm>
                  <a:off x="3562659" y="5836523"/>
                  <a:ext cx="801261" cy="903352"/>
                  <a:chOff x="4444505" y="551736"/>
                  <a:chExt cx="801261" cy="903352"/>
                </a:xfrm>
              </p:grpSpPr>
              <p:pic>
                <p:nvPicPr>
                  <p:cNvPr id="124" name="Picture 123">
                    <a:extLst>
                      <a:ext uri="{FF2B5EF4-FFF2-40B4-BE49-F238E27FC236}">
                        <a16:creationId xmlns:a16="http://schemas.microsoft.com/office/drawing/2014/main" id="{B73B8142-91D1-DB2A-D67D-A90E791DB77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44505" y="551736"/>
                    <a:ext cx="801261" cy="903352"/>
                  </a:xfrm>
                  <a:prstGeom prst="rect">
                    <a:avLst/>
                  </a:prstGeom>
                </p:spPr>
              </p:pic>
              <p:sp>
                <p:nvSpPr>
                  <p:cNvPr id="125" name="TextBox 124">
                    <a:extLst>
                      <a:ext uri="{FF2B5EF4-FFF2-40B4-BE49-F238E27FC236}">
                        <a16:creationId xmlns:a16="http://schemas.microsoft.com/office/drawing/2014/main" id="{4F424B14-D548-76DE-56C2-19C2486EED38}"/>
                      </a:ext>
                    </a:extLst>
                  </p:cNvPr>
                  <p:cNvSpPr txBox="1"/>
                  <p:nvPr/>
                </p:nvSpPr>
                <p:spPr>
                  <a:xfrm>
                    <a:off x="4703335" y="772579"/>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1</a:t>
                    </a:r>
                  </a:p>
                </p:txBody>
              </p:sp>
            </p:grpSp>
          </p:grpSp>
          <p:sp>
            <p:nvSpPr>
              <p:cNvPr id="121" name="TextBox 120">
                <a:extLst>
                  <a:ext uri="{FF2B5EF4-FFF2-40B4-BE49-F238E27FC236}">
                    <a16:creationId xmlns:a16="http://schemas.microsoft.com/office/drawing/2014/main" id="{35D83EF1-D711-C42E-31D1-0AC5F8097132}"/>
                  </a:ext>
                </a:extLst>
              </p:cNvPr>
              <p:cNvSpPr txBox="1"/>
              <p:nvPr/>
            </p:nvSpPr>
            <p:spPr>
              <a:xfrm>
                <a:off x="4436424" y="6058243"/>
                <a:ext cx="2299228" cy="523220"/>
              </a:xfrm>
              <a:prstGeom prst="rect">
                <a:avLst/>
              </a:prstGeom>
              <a:noFill/>
              <a:ln w="28575">
                <a:solidFill>
                  <a:schemeClr val="accent2"/>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Where I live in the United Kingdom</a:t>
                </a:r>
              </a:p>
            </p:txBody>
          </p:sp>
        </p:grpSp>
        <p:sp>
          <p:nvSpPr>
            <p:cNvPr id="119" name="TextBox 118">
              <a:extLst>
                <a:ext uri="{FF2B5EF4-FFF2-40B4-BE49-F238E27FC236}">
                  <a16:creationId xmlns:a16="http://schemas.microsoft.com/office/drawing/2014/main" id="{B2D7F9D6-E21E-751B-AA90-38F97F44AD11}"/>
                </a:ext>
              </a:extLst>
            </p:cNvPr>
            <p:cNvSpPr txBox="1"/>
            <p:nvPr/>
          </p:nvSpPr>
          <p:spPr>
            <a:xfrm>
              <a:off x="6824631" y="5878352"/>
              <a:ext cx="4882104" cy="738664"/>
            </a:xfrm>
            <a:prstGeom prst="rect">
              <a:avLst/>
            </a:prstGeom>
            <a:noFill/>
          </p:spPr>
          <p:txBody>
            <a:bodyPr wrap="square" rtlCol="0">
              <a:spAutoFit/>
            </a:bodyPr>
            <a:lstStyle/>
            <a:p>
              <a:pPr lvl="0" algn="ctr"/>
              <a:r>
                <a:rPr lang="en-GB" sz="1400" b="0" i="0">
                  <a:solidFill>
                    <a:prstClr val="black"/>
                  </a:solidFill>
                  <a:latin typeface="Twinkl Cursive Looped" panose="02000000000000000000" pitchFamily="2" charset="77"/>
                  <a:ea typeface="Sassoon Infant Rg" panose="02000503030000020003" pitchFamily="2" charset="0"/>
                </a:rPr>
                <a:t>I know that culture means the way of life of a group of people. I can talk about the different people, jobs and landmarks in my local area. </a:t>
              </a:r>
            </a:p>
          </p:txBody>
        </p:sp>
      </p:grpSp>
      <p:grpSp>
        <p:nvGrpSpPr>
          <p:cNvPr id="137" name="Group 136">
            <a:extLst>
              <a:ext uri="{FF2B5EF4-FFF2-40B4-BE49-F238E27FC236}">
                <a16:creationId xmlns:a16="http://schemas.microsoft.com/office/drawing/2014/main" id="{6D5C4F10-7879-58F2-1D60-FEB4CC3988EC}"/>
              </a:ext>
            </a:extLst>
          </p:cNvPr>
          <p:cNvGrpSpPr/>
          <p:nvPr userDrawn="1"/>
        </p:nvGrpSpPr>
        <p:grpSpPr>
          <a:xfrm>
            <a:off x="3525668" y="2709975"/>
            <a:ext cx="8308198" cy="912750"/>
            <a:chOff x="3525668" y="2709975"/>
            <a:chExt cx="8308198" cy="912750"/>
          </a:xfrm>
        </p:grpSpPr>
        <p:grpSp>
          <p:nvGrpSpPr>
            <p:cNvPr id="138" name="Group 137">
              <a:extLst>
                <a:ext uri="{FF2B5EF4-FFF2-40B4-BE49-F238E27FC236}">
                  <a16:creationId xmlns:a16="http://schemas.microsoft.com/office/drawing/2014/main" id="{4EA1DE59-E551-BCE6-3048-2019ECF7A4E1}"/>
                </a:ext>
              </a:extLst>
            </p:cNvPr>
            <p:cNvGrpSpPr/>
            <p:nvPr/>
          </p:nvGrpSpPr>
          <p:grpSpPr>
            <a:xfrm>
              <a:off x="3525668" y="2709975"/>
              <a:ext cx="8308198" cy="912750"/>
              <a:chOff x="3525668" y="2709975"/>
              <a:chExt cx="8308198" cy="912750"/>
            </a:xfrm>
          </p:grpSpPr>
          <p:grpSp>
            <p:nvGrpSpPr>
              <p:cNvPr id="140" name="Group 139">
                <a:extLst>
                  <a:ext uri="{FF2B5EF4-FFF2-40B4-BE49-F238E27FC236}">
                    <a16:creationId xmlns:a16="http://schemas.microsoft.com/office/drawing/2014/main" id="{74F7FBA9-111E-45B7-0BA8-B6431491B9DA}"/>
                  </a:ext>
                </a:extLst>
              </p:cNvPr>
              <p:cNvGrpSpPr/>
              <p:nvPr/>
            </p:nvGrpSpPr>
            <p:grpSpPr>
              <a:xfrm>
                <a:off x="3525668" y="2709975"/>
                <a:ext cx="8308198" cy="912750"/>
                <a:chOff x="3525668" y="2709975"/>
                <a:chExt cx="8308198" cy="912750"/>
              </a:xfrm>
            </p:grpSpPr>
            <p:sp>
              <p:nvSpPr>
                <p:cNvPr id="142" name="Rectangle: Rounded Corners 15">
                  <a:extLst>
                    <a:ext uri="{FF2B5EF4-FFF2-40B4-BE49-F238E27FC236}">
                      <a16:creationId xmlns:a16="http://schemas.microsoft.com/office/drawing/2014/main" id="{05CF309E-DCC1-5D56-6DC4-6BBFFAD71AA8}"/>
                    </a:ext>
                  </a:extLst>
                </p:cNvPr>
                <p:cNvSpPr/>
                <p:nvPr/>
              </p:nvSpPr>
              <p:spPr>
                <a:xfrm>
                  <a:off x="3533229" y="2722725"/>
                  <a:ext cx="8300637" cy="900000"/>
                </a:xfrm>
                <a:prstGeom prst="roundRect">
                  <a:avLst/>
                </a:prstGeom>
                <a:solidFill>
                  <a:srgbClr val="BDD7E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nvGrpSpPr>
                <p:cNvPr id="143" name="Group 142">
                  <a:extLst>
                    <a:ext uri="{FF2B5EF4-FFF2-40B4-BE49-F238E27FC236}">
                      <a16:creationId xmlns:a16="http://schemas.microsoft.com/office/drawing/2014/main" id="{AF0581E7-C97C-B1F7-165D-2382B94DFED3}"/>
                    </a:ext>
                  </a:extLst>
                </p:cNvPr>
                <p:cNvGrpSpPr/>
                <p:nvPr/>
              </p:nvGrpSpPr>
              <p:grpSpPr>
                <a:xfrm>
                  <a:off x="3525668" y="2709975"/>
                  <a:ext cx="801261" cy="903352"/>
                  <a:chOff x="4462145" y="450020"/>
                  <a:chExt cx="801261" cy="903352"/>
                </a:xfrm>
              </p:grpSpPr>
              <p:pic>
                <p:nvPicPr>
                  <p:cNvPr id="144" name="Picture 143">
                    <a:extLst>
                      <a:ext uri="{FF2B5EF4-FFF2-40B4-BE49-F238E27FC236}">
                        <a16:creationId xmlns:a16="http://schemas.microsoft.com/office/drawing/2014/main" id="{3E32F10A-5F31-DD7A-FB94-AC970FCDCB5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145" name="TextBox 144">
                    <a:extLst>
                      <a:ext uri="{FF2B5EF4-FFF2-40B4-BE49-F238E27FC236}">
                        <a16:creationId xmlns:a16="http://schemas.microsoft.com/office/drawing/2014/main" id="{2339432D-B2CF-50C9-AB21-97EC561BB5C1}"/>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4</a:t>
                    </a:r>
                  </a:p>
                </p:txBody>
              </p:sp>
            </p:grpSp>
          </p:grpSp>
          <p:sp>
            <p:nvSpPr>
              <p:cNvPr id="141" name="TextBox 140">
                <a:extLst>
                  <a:ext uri="{FF2B5EF4-FFF2-40B4-BE49-F238E27FC236}">
                    <a16:creationId xmlns:a16="http://schemas.microsoft.com/office/drawing/2014/main" id="{DE578201-4E89-1051-7197-9B61870A5C64}"/>
                  </a:ext>
                </a:extLst>
              </p:cNvPr>
              <p:cNvSpPr txBox="1"/>
              <p:nvPr/>
            </p:nvSpPr>
            <p:spPr>
              <a:xfrm>
                <a:off x="4392765" y="2911115"/>
                <a:ext cx="2299228" cy="523220"/>
              </a:xfrm>
              <a:prstGeom prst="rect">
                <a:avLst/>
              </a:prstGeom>
              <a:noFill/>
              <a:ln w="28575">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Peru or Brazil in South America</a:t>
                </a:r>
              </a:p>
            </p:txBody>
          </p:sp>
        </p:grpSp>
        <p:sp>
          <p:nvSpPr>
            <p:cNvPr id="139" name="TextBox 138">
              <a:extLst>
                <a:ext uri="{FF2B5EF4-FFF2-40B4-BE49-F238E27FC236}">
                  <a16:creationId xmlns:a16="http://schemas.microsoft.com/office/drawing/2014/main" id="{E52D4432-96B0-6C7C-ED06-407C6E793917}"/>
                </a:ext>
              </a:extLst>
            </p:cNvPr>
            <p:cNvSpPr txBox="1"/>
            <p:nvPr/>
          </p:nvSpPr>
          <p:spPr>
            <a:xfrm>
              <a:off x="6824631" y="2924121"/>
              <a:ext cx="48821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 can make links between the physical geography, human geography and culture in South America</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sp>
        <p:nvSpPr>
          <p:cNvPr id="2" name="TextBox 1">
            <a:extLst>
              <a:ext uri="{FF2B5EF4-FFF2-40B4-BE49-F238E27FC236}">
                <a16:creationId xmlns:a16="http://schemas.microsoft.com/office/drawing/2014/main" id="{775B7A67-87DA-CD98-0E72-A3ED1AB3DE02}"/>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4573C4"/>
                </a:solidFill>
                <a:effectLst/>
                <a:uLnTx/>
                <a:uFillTx/>
                <a:latin typeface="Twinkl Cursive Looped" panose="02000000000000000000" pitchFamily="2" charset="77"/>
                <a:ea typeface="Sassoon Infant Rg" panose="02000503030000020003" pitchFamily="2" charset="0"/>
                <a:cs typeface="+mn-cs"/>
              </a:rPr>
              <a:t>Cultural awareness &amp; diversity</a:t>
            </a:r>
          </a:p>
        </p:txBody>
      </p:sp>
      <p:pic>
        <p:nvPicPr>
          <p:cNvPr id="8" name="Picture 7" descr="Macintosh HD:Users:nicholasgarrick:Dropbox:1 LupL:6 Resources:Images and Icons:Icons:Geographer:icon_5211.png">
            <a:extLst>
              <a:ext uri="{FF2B5EF4-FFF2-40B4-BE49-F238E27FC236}">
                <a16:creationId xmlns:a16="http://schemas.microsoft.com/office/drawing/2014/main" id="{CF5FB5CF-05B9-B200-9085-D29357F06A9A}"/>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94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1" fill="hold" nodeType="clickEffect">
                                  <p:stCondLst>
                                    <p:cond delay="0"/>
                                  </p:stCondLst>
                                  <p:childTnLst>
                                    <p:set>
                                      <p:cBhvr>
                                        <p:cTn id="14" dur="1" fill="hold">
                                          <p:stCondLst>
                                            <p:cond delay="0"/>
                                          </p:stCondLst>
                                        </p:cTn>
                                        <p:tgtEl>
                                          <p:spTgt spid="117"/>
                                        </p:tgtEl>
                                        <p:attrNameLst>
                                          <p:attrName>style.visibility</p:attrName>
                                        </p:attrNameLst>
                                      </p:cBhvr>
                                      <p:to>
                                        <p:strVal val="visible"/>
                                      </p:to>
                                    </p:set>
                                    <p:anim calcmode="lin" valueType="num">
                                      <p:cBhvr additive="base">
                                        <p:cTn id="15" dur="500" fill="hold"/>
                                        <p:tgtEl>
                                          <p:spTgt spid="117"/>
                                        </p:tgtEl>
                                        <p:attrNameLst>
                                          <p:attrName>ppt_x</p:attrName>
                                        </p:attrNameLst>
                                      </p:cBhvr>
                                      <p:tavLst>
                                        <p:tav tm="0">
                                          <p:val>
                                            <p:strVal val="#ppt_x"/>
                                          </p:val>
                                        </p:tav>
                                        <p:tav tm="100000">
                                          <p:val>
                                            <p:strVal val="#ppt_x"/>
                                          </p:val>
                                        </p:tav>
                                      </p:tavLst>
                                    </p:anim>
                                    <p:anim calcmode="lin" valueType="num">
                                      <p:cBhvr additive="base">
                                        <p:cTn id="16" dur="500" fill="hold"/>
                                        <p:tgtEl>
                                          <p:spTgt spid="117"/>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nodeType="clickEffect">
                                  <p:stCondLst>
                                    <p:cond delay="0"/>
                                  </p:stCondLst>
                                  <p:childTnLst>
                                    <p:set>
                                      <p:cBhvr>
                                        <p:cTn id="20" dur="1" fill="hold">
                                          <p:stCondLst>
                                            <p:cond delay="0"/>
                                          </p:stCondLst>
                                        </p:cTn>
                                        <p:tgtEl>
                                          <p:spTgt spid="106"/>
                                        </p:tgtEl>
                                        <p:attrNameLst>
                                          <p:attrName>style.visibility</p:attrName>
                                        </p:attrNameLst>
                                      </p:cBhvr>
                                      <p:to>
                                        <p:strVal val="visible"/>
                                      </p:to>
                                    </p:set>
                                    <p:anim calcmode="lin" valueType="num">
                                      <p:cBhvr additive="base">
                                        <p:cTn id="21" dur="500" fill="hold"/>
                                        <p:tgtEl>
                                          <p:spTgt spid="106"/>
                                        </p:tgtEl>
                                        <p:attrNameLst>
                                          <p:attrName>ppt_x</p:attrName>
                                        </p:attrNameLst>
                                      </p:cBhvr>
                                      <p:tavLst>
                                        <p:tav tm="0">
                                          <p:val>
                                            <p:strVal val="#ppt_x"/>
                                          </p:val>
                                        </p:tav>
                                        <p:tav tm="100000">
                                          <p:val>
                                            <p:strVal val="#ppt_x"/>
                                          </p:val>
                                        </p:tav>
                                      </p:tavLst>
                                    </p:anim>
                                    <p:anim calcmode="lin" valueType="num">
                                      <p:cBhvr additive="base">
                                        <p:cTn id="22" dur="500" fill="hold"/>
                                        <p:tgtEl>
                                          <p:spTgt spid="106"/>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nodeType="clickEffect">
                                  <p:stCondLst>
                                    <p:cond delay="0"/>
                                  </p:stCondLst>
                                  <p:childTnLst>
                                    <p:set>
                                      <p:cBhvr>
                                        <p:cTn id="26" dur="1" fill="hold">
                                          <p:stCondLst>
                                            <p:cond delay="0"/>
                                          </p:stCondLst>
                                        </p:cTn>
                                        <p:tgtEl>
                                          <p:spTgt spid="86"/>
                                        </p:tgtEl>
                                        <p:attrNameLst>
                                          <p:attrName>style.visibility</p:attrName>
                                        </p:attrNameLst>
                                      </p:cBhvr>
                                      <p:to>
                                        <p:strVal val="visible"/>
                                      </p:to>
                                    </p:set>
                                    <p:anim calcmode="lin" valueType="num">
                                      <p:cBhvr additive="base">
                                        <p:cTn id="27" dur="500" fill="hold"/>
                                        <p:tgtEl>
                                          <p:spTgt spid="86"/>
                                        </p:tgtEl>
                                        <p:attrNameLst>
                                          <p:attrName>ppt_x</p:attrName>
                                        </p:attrNameLst>
                                      </p:cBhvr>
                                      <p:tavLst>
                                        <p:tav tm="0">
                                          <p:val>
                                            <p:strVal val="#ppt_x"/>
                                          </p:val>
                                        </p:tav>
                                        <p:tav tm="100000">
                                          <p:val>
                                            <p:strVal val="#ppt_x"/>
                                          </p:val>
                                        </p:tav>
                                      </p:tavLst>
                                    </p:anim>
                                    <p:anim calcmode="lin" valueType="num">
                                      <p:cBhvr additive="base">
                                        <p:cTn id="28" dur="500" fill="hold"/>
                                        <p:tgtEl>
                                          <p:spTgt spid="86"/>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nodeType="clickEffect">
                                  <p:stCondLst>
                                    <p:cond delay="0"/>
                                  </p:stCondLst>
                                  <p:childTnLst>
                                    <p:set>
                                      <p:cBhvr>
                                        <p:cTn id="32" dur="1" fill="hold">
                                          <p:stCondLst>
                                            <p:cond delay="0"/>
                                          </p:stCondLst>
                                        </p:cTn>
                                        <p:tgtEl>
                                          <p:spTgt spid="137"/>
                                        </p:tgtEl>
                                        <p:attrNameLst>
                                          <p:attrName>style.visibility</p:attrName>
                                        </p:attrNameLst>
                                      </p:cBhvr>
                                      <p:to>
                                        <p:strVal val="visible"/>
                                      </p:to>
                                    </p:set>
                                    <p:anim calcmode="lin" valueType="num">
                                      <p:cBhvr additive="base">
                                        <p:cTn id="33" dur="500" fill="hold"/>
                                        <p:tgtEl>
                                          <p:spTgt spid="137"/>
                                        </p:tgtEl>
                                        <p:attrNameLst>
                                          <p:attrName>ppt_x</p:attrName>
                                        </p:attrNameLst>
                                      </p:cBhvr>
                                      <p:tavLst>
                                        <p:tav tm="0">
                                          <p:val>
                                            <p:strVal val="#ppt_x"/>
                                          </p:val>
                                        </p:tav>
                                        <p:tav tm="100000">
                                          <p:val>
                                            <p:strVal val="#ppt_x"/>
                                          </p:val>
                                        </p:tav>
                                      </p:tavLst>
                                    </p:anim>
                                    <p:anim calcmode="lin" valueType="num">
                                      <p:cBhvr additive="base">
                                        <p:cTn id="34" dur="500" fill="hold"/>
                                        <p:tgtEl>
                                          <p:spTgt spid="13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93" grpId="0"/>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ocabulary">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2" name="Picture 1" descr="Macintosh HD:Users:nicholasgarrick:Dropbox:1 LupL:6 Resources:Images and Icons:Icons:Geographer:icon_5211.png">
            <a:extLst>
              <a:ext uri="{FF2B5EF4-FFF2-40B4-BE49-F238E27FC236}">
                <a16:creationId xmlns:a16="http://schemas.microsoft.com/office/drawing/2014/main" id="{8F80A4B6-DBA2-D228-5E62-DC28674BE8A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background with a black square&#10;&#10;AI-generated content may be incorrect.">
            <a:extLst>
              <a:ext uri="{FF2B5EF4-FFF2-40B4-BE49-F238E27FC236}">
                <a16:creationId xmlns:a16="http://schemas.microsoft.com/office/drawing/2014/main" id="{79E28B79-F94C-7819-45A7-F129CBA2F1AE}"/>
              </a:ext>
            </a:extLst>
          </p:cNvPr>
          <p:cNvPicPr>
            <a:picLocks noChangeAspect="1"/>
          </p:cNvPicPr>
          <p:nvPr userDrawn="1"/>
        </p:nvPicPr>
        <p:blipFill>
          <a:blip r:embed="rId3"/>
          <a:srcRect b="14259"/>
          <a:stretch>
            <a:fillRect/>
          </a:stretch>
        </p:blipFill>
        <p:spPr>
          <a:xfrm>
            <a:off x="75692" y="904454"/>
            <a:ext cx="819314" cy="702489"/>
          </a:xfrm>
          <a:prstGeom prst="rect">
            <a:avLst/>
          </a:prstGeom>
        </p:spPr>
      </p:pic>
      <p:sp>
        <p:nvSpPr>
          <p:cNvPr id="6" name="TextBox 5">
            <a:extLst>
              <a:ext uri="{FF2B5EF4-FFF2-40B4-BE49-F238E27FC236}">
                <a16:creationId xmlns:a16="http://schemas.microsoft.com/office/drawing/2014/main" id="{B7A49868-55C0-C948-8F46-8AFCF36233F9}"/>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4000" b="0" i="0">
                <a:solidFill>
                  <a:srgbClr val="4573C4"/>
                </a:solidFill>
                <a:latin typeface="Twinkl Cursive Looped" panose="02000000000000000000" pitchFamily="2" charset="77"/>
                <a:ea typeface="Sassoon Infant Rg" panose="02000503030000020003" pitchFamily="2" charset="0"/>
              </a:rPr>
              <a:t>Vocabulary</a:t>
            </a:r>
          </a:p>
        </p:txBody>
      </p:sp>
    </p:spTree>
    <p:extLst>
      <p:ext uri="{BB962C8B-B14F-4D97-AF65-F5344CB8AC3E}">
        <p14:creationId xmlns:p14="http://schemas.microsoft.com/office/powerpoint/2010/main" val="26581454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What, Why, How">
    <p:spTree>
      <p:nvGrpSpPr>
        <p:cNvPr id="1" name=""/>
        <p:cNvGrpSpPr/>
        <p:nvPr/>
      </p:nvGrpSpPr>
      <p:grpSpPr>
        <a:xfrm>
          <a:off x="0" y="0"/>
          <a:ext cx="0" cy="0"/>
          <a:chOff x="0" y="0"/>
          <a:chExt cx="0" cy="0"/>
        </a:xfrm>
      </p:grpSpPr>
      <p:sp>
        <p:nvSpPr>
          <p:cNvPr id="14" name="Rounded Rectangle 23">
            <a:extLst>
              <a:ext uri="{FF2B5EF4-FFF2-40B4-BE49-F238E27FC236}">
                <a16:creationId xmlns:a16="http://schemas.microsoft.com/office/drawing/2014/main" id="{F6D42CA6-462B-65A7-9B5B-3C589F700F86}"/>
              </a:ext>
            </a:extLst>
          </p:cNvPr>
          <p:cNvSpPr/>
          <p:nvPr/>
        </p:nvSpPr>
        <p:spPr>
          <a:xfrm>
            <a:off x="8522617" y="1018745"/>
            <a:ext cx="3473707" cy="55604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5" name="Rounded Rectangle 22">
            <a:extLst>
              <a:ext uri="{FF2B5EF4-FFF2-40B4-BE49-F238E27FC236}">
                <a16:creationId xmlns:a16="http://schemas.microsoft.com/office/drawing/2014/main" id="{933816E0-3D73-5ED5-6343-3817A0CE1063}"/>
              </a:ext>
            </a:extLst>
          </p:cNvPr>
          <p:cNvSpPr/>
          <p:nvPr/>
        </p:nvSpPr>
        <p:spPr>
          <a:xfrm>
            <a:off x="4410752" y="1052185"/>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6" name="Rounded Rectangle 21">
            <a:extLst>
              <a:ext uri="{FF2B5EF4-FFF2-40B4-BE49-F238E27FC236}">
                <a16:creationId xmlns:a16="http://schemas.microsoft.com/office/drawing/2014/main" id="{F6937F02-EEC3-C298-0063-EDDE7526730B}"/>
              </a:ext>
            </a:extLst>
          </p:cNvPr>
          <p:cNvSpPr/>
          <p:nvPr/>
        </p:nvSpPr>
        <p:spPr>
          <a:xfrm>
            <a:off x="209994" y="1052184"/>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7" name="Right Arrow 38">
            <a:extLst>
              <a:ext uri="{FF2B5EF4-FFF2-40B4-BE49-F238E27FC236}">
                <a16:creationId xmlns:a16="http://schemas.microsoft.com/office/drawing/2014/main" id="{B1CFD2A5-7039-037E-430B-B80B83385DB6}"/>
              </a:ext>
            </a:extLst>
          </p:cNvPr>
          <p:cNvSpPr/>
          <p:nvPr/>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8" name="Right Arrow 40">
            <a:extLst>
              <a:ext uri="{FF2B5EF4-FFF2-40B4-BE49-F238E27FC236}">
                <a16:creationId xmlns:a16="http://schemas.microsoft.com/office/drawing/2014/main" id="{372AD2D4-1CF6-11D1-3BEA-720CFCFE5006}"/>
              </a:ext>
            </a:extLst>
          </p:cNvPr>
          <p:cNvSpPr/>
          <p:nvPr/>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9" name="Cloud Callout 14">
            <a:extLst>
              <a:ext uri="{FF2B5EF4-FFF2-40B4-BE49-F238E27FC236}">
                <a16:creationId xmlns:a16="http://schemas.microsoft.com/office/drawing/2014/main" id="{72557F44-26CC-ABAB-3E13-3FFF710EA6C6}"/>
              </a:ext>
            </a:extLst>
          </p:cNvPr>
          <p:cNvSpPr/>
          <p:nvPr/>
        </p:nvSpPr>
        <p:spPr>
          <a:xfrm>
            <a:off x="1642514" y="1326933"/>
            <a:ext cx="1913677" cy="1215720"/>
          </a:xfrm>
          <a:prstGeom prst="cloudCallout">
            <a:avLst>
              <a:gd name="adj1" fmla="val -57973"/>
              <a:gd name="adj2" fmla="val 5370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What am I learning?</a:t>
            </a:r>
          </a:p>
        </p:txBody>
      </p:sp>
      <p:sp>
        <p:nvSpPr>
          <p:cNvPr id="20" name="Cloud Callout 17">
            <a:extLst>
              <a:ext uri="{FF2B5EF4-FFF2-40B4-BE49-F238E27FC236}">
                <a16:creationId xmlns:a16="http://schemas.microsoft.com/office/drawing/2014/main" id="{99034DEB-EBF2-656E-3440-CC2D10A6A536}"/>
              </a:ext>
            </a:extLst>
          </p:cNvPr>
          <p:cNvSpPr/>
          <p:nvPr/>
        </p:nvSpPr>
        <p:spPr>
          <a:xfrm>
            <a:off x="5579272" y="1132775"/>
            <a:ext cx="2190940" cy="1409879"/>
          </a:xfrm>
          <a:prstGeom prst="cloudCallout">
            <a:avLst>
              <a:gd name="adj1" fmla="val -47544"/>
              <a:gd name="adj2" fmla="val 3915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Why am I learning this?</a:t>
            </a:r>
          </a:p>
        </p:txBody>
      </p:sp>
      <p:sp>
        <p:nvSpPr>
          <p:cNvPr id="21" name="Cloud Callout 20">
            <a:extLst>
              <a:ext uri="{FF2B5EF4-FFF2-40B4-BE49-F238E27FC236}">
                <a16:creationId xmlns:a16="http://schemas.microsoft.com/office/drawing/2014/main" id="{C1DBC0FA-BEBC-DB1B-A07D-B992ACFA9B31}"/>
              </a:ext>
            </a:extLst>
          </p:cNvPr>
          <p:cNvSpPr/>
          <p:nvPr/>
        </p:nvSpPr>
        <p:spPr>
          <a:xfrm>
            <a:off x="9768925" y="1166214"/>
            <a:ext cx="2190940" cy="1409879"/>
          </a:xfrm>
          <a:prstGeom prst="cloudCallout">
            <a:avLst>
              <a:gd name="adj1" fmla="val -52552"/>
              <a:gd name="adj2" fmla="val 33963"/>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How will I know when I get there?</a:t>
            </a:r>
          </a:p>
        </p:txBody>
      </p:sp>
      <p:sp>
        <p:nvSpPr>
          <p:cNvPr id="22" name="Rounded Rectangle 25">
            <a:extLst>
              <a:ext uri="{FF2B5EF4-FFF2-40B4-BE49-F238E27FC236}">
                <a16:creationId xmlns:a16="http://schemas.microsoft.com/office/drawing/2014/main" id="{1646F1E1-DCB0-8652-1C01-B27E4DECEB83}"/>
              </a:ext>
            </a:extLst>
          </p:cNvPr>
          <p:cNvSpPr/>
          <p:nvPr/>
        </p:nvSpPr>
        <p:spPr>
          <a:xfrm>
            <a:off x="337503"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23" name="Picture 22">
            <a:extLst>
              <a:ext uri="{FF2B5EF4-FFF2-40B4-BE49-F238E27FC236}">
                <a16:creationId xmlns:a16="http://schemas.microsoft.com/office/drawing/2014/main" id="{4E705862-A1AE-7F25-7136-07F0B8B9FD08}"/>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24" name="Picture 23">
            <a:extLst>
              <a:ext uri="{FF2B5EF4-FFF2-40B4-BE49-F238E27FC236}">
                <a16:creationId xmlns:a16="http://schemas.microsoft.com/office/drawing/2014/main" id="{DDA8159E-6768-ACF9-C38D-6273DAA9B842}"/>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25" name="Picture 24">
            <a:extLst>
              <a:ext uri="{FF2B5EF4-FFF2-40B4-BE49-F238E27FC236}">
                <a16:creationId xmlns:a16="http://schemas.microsoft.com/office/drawing/2014/main" id="{411EE97E-6D16-40A1-3A53-1B671DC6713A}"/>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26" name="Rounded Rectangle 25">
            <a:extLst>
              <a:ext uri="{FF2B5EF4-FFF2-40B4-BE49-F238E27FC236}">
                <a16:creationId xmlns:a16="http://schemas.microsoft.com/office/drawing/2014/main" id="{12CB1FC9-FD58-52C0-23F6-FC4FDB6820AF}"/>
              </a:ext>
            </a:extLst>
          </p:cNvPr>
          <p:cNvSpPr/>
          <p:nvPr/>
        </p:nvSpPr>
        <p:spPr>
          <a:xfrm>
            <a:off x="4547775" y="3820472"/>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27" name="Rounded Rectangle 26">
            <a:extLst>
              <a:ext uri="{FF2B5EF4-FFF2-40B4-BE49-F238E27FC236}">
                <a16:creationId xmlns:a16="http://schemas.microsoft.com/office/drawing/2014/main" id="{024503B1-BD02-EA02-AE0B-AC487CD2AFD0}"/>
              </a:ext>
            </a:extLst>
          </p:cNvPr>
          <p:cNvSpPr/>
          <p:nvPr/>
        </p:nvSpPr>
        <p:spPr>
          <a:xfrm>
            <a:off x="8650126"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show this by…</a:t>
            </a:r>
          </a:p>
          <a:p>
            <a:pPr algn="ctr"/>
            <a:endParaRPr lang="en-GB" sz="2800" b="0" i="0">
              <a:solidFill>
                <a:schemeClr val="tx1"/>
              </a:solidFill>
              <a:latin typeface="Twinkl Cursive Looped" panose="02000000000000000000" pitchFamily="2" charset="77"/>
            </a:endParaRPr>
          </a:p>
        </p:txBody>
      </p:sp>
      <p:sp>
        <p:nvSpPr>
          <p:cNvPr id="28" name="Title 27">
            <a:extLst>
              <a:ext uri="{FF2B5EF4-FFF2-40B4-BE49-F238E27FC236}">
                <a16:creationId xmlns:a16="http://schemas.microsoft.com/office/drawing/2014/main" id="{AF9E9CD8-FC16-6852-0D5B-1861A37CC444}"/>
              </a:ext>
            </a:extLst>
          </p:cNvPr>
          <p:cNvSpPr>
            <a:spLocks noGrp="1"/>
          </p:cNvSpPr>
          <p:nvPr>
            <p:ph type="title" hasCustomPrompt="1"/>
          </p:nvPr>
        </p:nvSpPr>
        <p:spPr>
          <a:xfrm>
            <a:off x="1185691" y="252727"/>
            <a:ext cx="10515600" cy="587374"/>
          </a:xfrm>
        </p:spPr>
        <p:txBody>
          <a:bodyPr/>
          <a:lstStyle>
            <a:lvl1pPr>
              <a:defRPr b="0" i="0">
                <a:latin typeface="Twinkl Cursive Looped" panose="02000000000000000000" pitchFamily="2" charset="77"/>
              </a:defRPr>
            </a:lvl1pPr>
          </a:lstStyle>
          <a:p>
            <a:r>
              <a:rPr lang="en-GB"/>
              <a:t>Key Question</a:t>
            </a:r>
          </a:p>
        </p:txBody>
      </p:sp>
      <p:sp>
        <p:nvSpPr>
          <p:cNvPr id="34" name="Text Placeholder 33">
            <a:extLst>
              <a:ext uri="{FF2B5EF4-FFF2-40B4-BE49-F238E27FC236}">
                <a16:creationId xmlns:a16="http://schemas.microsoft.com/office/drawing/2014/main" id="{23B7B291-D52D-95B8-84B9-3312C894774A}"/>
              </a:ext>
            </a:extLst>
          </p:cNvPr>
          <p:cNvSpPr>
            <a:spLocks noGrp="1"/>
          </p:cNvSpPr>
          <p:nvPr>
            <p:ph type="body" sz="quarter" idx="10"/>
          </p:nvPr>
        </p:nvSpPr>
        <p:spPr>
          <a:xfrm>
            <a:off x="698500" y="4522788"/>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37" name="Text Placeholder 33">
            <a:extLst>
              <a:ext uri="{FF2B5EF4-FFF2-40B4-BE49-F238E27FC236}">
                <a16:creationId xmlns:a16="http://schemas.microsoft.com/office/drawing/2014/main" id="{EC15CAA9-8C92-565C-C8AE-391C0A8CBAEE}"/>
              </a:ext>
            </a:extLst>
          </p:cNvPr>
          <p:cNvSpPr>
            <a:spLocks noGrp="1"/>
          </p:cNvSpPr>
          <p:nvPr>
            <p:ph type="body" sz="quarter" idx="13"/>
          </p:nvPr>
        </p:nvSpPr>
        <p:spPr>
          <a:xfrm>
            <a:off x="4877594" y="4522787"/>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38" name="Text Placeholder 33">
            <a:extLst>
              <a:ext uri="{FF2B5EF4-FFF2-40B4-BE49-F238E27FC236}">
                <a16:creationId xmlns:a16="http://schemas.microsoft.com/office/drawing/2014/main" id="{E591B14A-DBC9-599B-D8C3-00A1930120CC}"/>
              </a:ext>
            </a:extLst>
          </p:cNvPr>
          <p:cNvSpPr>
            <a:spLocks noGrp="1"/>
          </p:cNvSpPr>
          <p:nvPr>
            <p:ph type="body" sz="quarter" idx="14"/>
          </p:nvPr>
        </p:nvSpPr>
        <p:spPr>
          <a:xfrm>
            <a:off x="8979945" y="4485371"/>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3" name="Rounded Rectangle 23">
            <a:extLst>
              <a:ext uri="{FF2B5EF4-FFF2-40B4-BE49-F238E27FC236}">
                <a16:creationId xmlns:a16="http://schemas.microsoft.com/office/drawing/2014/main" id="{DAD70EF2-B389-F6AB-9202-9947727C8EDE}"/>
              </a:ext>
            </a:extLst>
          </p:cNvPr>
          <p:cNvSpPr/>
          <p:nvPr userDrawn="1"/>
        </p:nvSpPr>
        <p:spPr>
          <a:xfrm>
            <a:off x="8522617" y="1018745"/>
            <a:ext cx="3473707" cy="5560461"/>
          </a:xfrm>
          <a:prstGeom prst="round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 name="Rounded Rectangle 22">
            <a:extLst>
              <a:ext uri="{FF2B5EF4-FFF2-40B4-BE49-F238E27FC236}">
                <a16:creationId xmlns:a16="http://schemas.microsoft.com/office/drawing/2014/main" id="{D73C95A5-B885-8E18-B952-7E5AF86E696D}"/>
              </a:ext>
            </a:extLst>
          </p:cNvPr>
          <p:cNvSpPr/>
          <p:nvPr userDrawn="1"/>
        </p:nvSpPr>
        <p:spPr>
          <a:xfrm>
            <a:off x="4410752" y="1052185"/>
            <a:ext cx="3473707" cy="5527021"/>
          </a:xfrm>
          <a:prstGeom prst="round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 name="Rounded Rectangle 21">
            <a:extLst>
              <a:ext uri="{FF2B5EF4-FFF2-40B4-BE49-F238E27FC236}">
                <a16:creationId xmlns:a16="http://schemas.microsoft.com/office/drawing/2014/main" id="{23C0025D-E14A-72FF-7C65-379ECE5F2737}"/>
              </a:ext>
            </a:extLst>
          </p:cNvPr>
          <p:cNvSpPr/>
          <p:nvPr userDrawn="1"/>
        </p:nvSpPr>
        <p:spPr>
          <a:xfrm>
            <a:off x="209994" y="1052184"/>
            <a:ext cx="3473707" cy="5527021"/>
          </a:xfrm>
          <a:prstGeom prst="round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6" name="Right Arrow 38">
            <a:extLst>
              <a:ext uri="{FF2B5EF4-FFF2-40B4-BE49-F238E27FC236}">
                <a16:creationId xmlns:a16="http://schemas.microsoft.com/office/drawing/2014/main" id="{3D46CA92-9C6A-1EB2-CD19-DFBD4DD8B983}"/>
              </a:ext>
            </a:extLst>
          </p:cNvPr>
          <p:cNvSpPr/>
          <p:nvPr userDrawn="1"/>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7" name="Right Arrow 40">
            <a:extLst>
              <a:ext uri="{FF2B5EF4-FFF2-40B4-BE49-F238E27FC236}">
                <a16:creationId xmlns:a16="http://schemas.microsoft.com/office/drawing/2014/main" id="{E9982F60-7E6B-FE98-094D-0F4FA10EE523}"/>
              </a:ext>
            </a:extLst>
          </p:cNvPr>
          <p:cNvSpPr/>
          <p:nvPr userDrawn="1"/>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8" name="Cloud Callout 14">
            <a:extLst>
              <a:ext uri="{FF2B5EF4-FFF2-40B4-BE49-F238E27FC236}">
                <a16:creationId xmlns:a16="http://schemas.microsoft.com/office/drawing/2014/main" id="{F50ADCED-875C-6838-28A6-C82BB08B82A2}"/>
              </a:ext>
            </a:extLst>
          </p:cNvPr>
          <p:cNvSpPr/>
          <p:nvPr userDrawn="1"/>
        </p:nvSpPr>
        <p:spPr>
          <a:xfrm>
            <a:off x="1642514" y="1326933"/>
            <a:ext cx="1913677" cy="1215720"/>
          </a:xfrm>
          <a:prstGeom prst="cloudCallout">
            <a:avLst>
              <a:gd name="adj1" fmla="val -57973"/>
              <a:gd name="adj2" fmla="val 53702"/>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What am I learning?</a:t>
            </a:r>
          </a:p>
        </p:txBody>
      </p:sp>
      <p:sp>
        <p:nvSpPr>
          <p:cNvPr id="9" name="Cloud Callout 17">
            <a:extLst>
              <a:ext uri="{FF2B5EF4-FFF2-40B4-BE49-F238E27FC236}">
                <a16:creationId xmlns:a16="http://schemas.microsoft.com/office/drawing/2014/main" id="{9EB5C331-51E6-1840-11BD-45C81C31DE97}"/>
              </a:ext>
            </a:extLst>
          </p:cNvPr>
          <p:cNvSpPr/>
          <p:nvPr userDrawn="1"/>
        </p:nvSpPr>
        <p:spPr>
          <a:xfrm>
            <a:off x="5579272" y="1132775"/>
            <a:ext cx="2190940" cy="1409879"/>
          </a:xfrm>
          <a:prstGeom prst="cloudCallout">
            <a:avLst>
              <a:gd name="adj1" fmla="val -47544"/>
              <a:gd name="adj2" fmla="val 39152"/>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Why am I learning this?</a:t>
            </a:r>
          </a:p>
        </p:txBody>
      </p:sp>
      <p:sp>
        <p:nvSpPr>
          <p:cNvPr id="10" name="Cloud Callout 9">
            <a:extLst>
              <a:ext uri="{FF2B5EF4-FFF2-40B4-BE49-F238E27FC236}">
                <a16:creationId xmlns:a16="http://schemas.microsoft.com/office/drawing/2014/main" id="{41F1AAC0-BFF7-8E06-CE36-8B4483C203B0}"/>
              </a:ext>
            </a:extLst>
          </p:cNvPr>
          <p:cNvSpPr/>
          <p:nvPr userDrawn="1"/>
        </p:nvSpPr>
        <p:spPr>
          <a:xfrm>
            <a:off x="9768925" y="1166214"/>
            <a:ext cx="2190940" cy="1409879"/>
          </a:xfrm>
          <a:prstGeom prst="cloudCallout">
            <a:avLst>
              <a:gd name="adj1" fmla="val -52552"/>
              <a:gd name="adj2" fmla="val 33963"/>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How will I know when I'm successful?</a:t>
            </a:r>
          </a:p>
        </p:txBody>
      </p:sp>
      <p:sp>
        <p:nvSpPr>
          <p:cNvPr id="11" name="Rounded Rectangle 25">
            <a:extLst>
              <a:ext uri="{FF2B5EF4-FFF2-40B4-BE49-F238E27FC236}">
                <a16:creationId xmlns:a16="http://schemas.microsoft.com/office/drawing/2014/main" id="{38CFA59B-1241-C90B-9097-3AA56ED96E90}"/>
              </a:ext>
            </a:extLst>
          </p:cNvPr>
          <p:cNvSpPr/>
          <p:nvPr userDrawn="1"/>
        </p:nvSpPr>
        <p:spPr>
          <a:xfrm>
            <a:off x="337503" y="3815694"/>
            <a:ext cx="3218688" cy="2629173"/>
          </a:xfrm>
          <a:prstGeom prst="roundRect">
            <a:avLst/>
          </a:prstGeom>
          <a:solidFill>
            <a:schemeClr val="tx2">
              <a:lumMod val="10000"/>
              <a:lumOff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p:txBody>
      </p:sp>
      <p:pic>
        <p:nvPicPr>
          <p:cNvPr id="12" name="Picture 11">
            <a:extLst>
              <a:ext uri="{FF2B5EF4-FFF2-40B4-BE49-F238E27FC236}">
                <a16:creationId xmlns:a16="http://schemas.microsoft.com/office/drawing/2014/main" id="{CC6FADE6-BDC8-4964-257F-496A019EE8DA}"/>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29" name="Picture 28">
            <a:extLst>
              <a:ext uri="{FF2B5EF4-FFF2-40B4-BE49-F238E27FC236}">
                <a16:creationId xmlns:a16="http://schemas.microsoft.com/office/drawing/2014/main" id="{FD205D91-B0B4-D7D8-36D2-12B57E5E7442}"/>
              </a:ext>
            </a:extLst>
          </p:cNvPr>
          <p:cNvPicPr>
            <a:picLocks noChangeAspect="1"/>
          </p:cNvPicPr>
          <p:nvPr userDrawn="1"/>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30" name="Picture 29">
            <a:extLst>
              <a:ext uri="{FF2B5EF4-FFF2-40B4-BE49-F238E27FC236}">
                <a16:creationId xmlns:a16="http://schemas.microsoft.com/office/drawing/2014/main" id="{07C74EBA-17CE-389D-DB85-9D1D1F50A30C}"/>
              </a:ext>
            </a:extLst>
          </p:cNvPr>
          <p:cNvPicPr>
            <a:picLocks noChangeAspect="1"/>
          </p:cNvPicPr>
          <p:nvPr userDrawn="1"/>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31" name="Rounded Rectangle 30">
            <a:extLst>
              <a:ext uri="{FF2B5EF4-FFF2-40B4-BE49-F238E27FC236}">
                <a16:creationId xmlns:a16="http://schemas.microsoft.com/office/drawing/2014/main" id="{3EEE8F13-34A7-26CF-FFAD-B348960624BA}"/>
              </a:ext>
            </a:extLst>
          </p:cNvPr>
          <p:cNvSpPr/>
          <p:nvPr userDrawn="1"/>
        </p:nvSpPr>
        <p:spPr>
          <a:xfrm>
            <a:off x="4547775" y="3820472"/>
            <a:ext cx="3218688" cy="2629173"/>
          </a:xfrm>
          <a:prstGeom prst="roundRect">
            <a:avLst/>
          </a:prstGeom>
          <a:solidFill>
            <a:schemeClr val="tx2">
              <a:lumMod val="10000"/>
              <a:lumOff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32" name="Rounded Rectangle 31">
            <a:extLst>
              <a:ext uri="{FF2B5EF4-FFF2-40B4-BE49-F238E27FC236}">
                <a16:creationId xmlns:a16="http://schemas.microsoft.com/office/drawing/2014/main" id="{565D1644-9817-EFA8-570C-FA8D62C945E7}"/>
              </a:ext>
            </a:extLst>
          </p:cNvPr>
          <p:cNvSpPr/>
          <p:nvPr userDrawn="1"/>
        </p:nvSpPr>
        <p:spPr>
          <a:xfrm>
            <a:off x="8650126" y="3815694"/>
            <a:ext cx="3218688" cy="2629173"/>
          </a:xfrm>
          <a:prstGeom prst="roundRect">
            <a:avLst/>
          </a:prstGeom>
          <a:solidFill>
            <a:schemeClr val="tx2">
              <a:lumMod val="10000"/>
              <a:lumOff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be successful by…</a:t>
            </a:r>
          </a:p>
          <a:p>
            <a:pPr algn="ctr"/>
            <a:endParaRPr lang="en-GB" sz="2800" b="0" i="0">
              <a:solidFill>
                <a:schemeClr val="tx1"/>
              </a:solidFill>
              <a:latin typeface="Twinkl Cursive Looped" panose="02000000000000000000" pitchFamily="2" charset="77"/>
            </a:endParaRPr>
          </a:p>
        </p:txBody>
      </p:sp>
      <p:pic>
        <p:nvPicPr>
          <p:cNvPr id="33" name="Picture 32" descr="Macintosh HD:Users:nicholasgarrick:Dropbox:1 LupL:6 Resources:Images and Icons:Icons:Geographer:icon_5211.png">
            <a:extLst>
              <a:ext uri="{FF2B5EF4-FFF2-40B4-BE49-F238E27FC236}">
                <a16:creationId xmlns:a16="http://schemas.microsoft.com/office/drawing/2014/main" id="{D543666C-A10F-2BF0-F787-B3A0D5E5F6FC}"/>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131420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7">
            <a:extLst>
              <a:ext uri="{FF2B5EF4-FFF2-40B4-BE49-F238E27FC236}">
                <a16:creationId xmlns:a16="http://schemas.microsoft.com/office/drawing/2014/main" id="{F5E13AFA-3970-5633-8869-613679954DD9}"/>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72247" y="140894"/>
            <a:ext cx="885149" cy="7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834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uild="p">
        <p:tmplLst>
          <p:tmpl lvl="1">
            <p:tnLst>
              <p:par>
                <p:cTn presetID="1" presetClass="entr" presetSubtype="0" fill="hold" nodeType="clickEffect" nodePh="1">
                  <p:stCondLst>
                    <p:cond delay="0"/>
                  </p:stCondLst>
                  <p:endCondLst>
                    <p:cond delay="0"/>
                  </p:endCondLst>
                  <p:childTnLst>
                    <p:set>
                      <p:cBhvr>
                        <p:cTn dur="1" fill="hold">
                          <p:stCondLst>
                            <p:cond delay="0"/>
                          </p:stCondLst>
                        </p:cTn>
                        <p:tgtEl>
                          <p:spTgt spid="34"/>
                        </p:tgtEl>
                        <p:attrNameLst>
                          <p:attrName>style.visibility</p:attrName>
                        </p:attrNameLst>
                      </p:cBhvr>
                      <p:to>
                        <p:strVal val="visible"/>
                      </p:to>
                    </p:set>
                  </p:childTnLst>
                </p:cTn>
              </p:par>
            </p:tnLst>
          </p:tmpl>
        </p:tmplLst>
      </p:bldP>
      <p:bldP spid="37" grpId="0" build="p">
        <p:tmplLst>
          <p:tmpl lvl="1">
            <p:tnLst>
              <p:par>
                <p:cTn presetID="1" presetClass="entr" presetSubtype="0" fill="hold" nodeType="clickEffect" nodePh="1">
                  <p:stCondLst>
                    <p:cond delay="0"/>
                  </p:stCondLst>
                  <p:endCondLst>
                    <p:cond delay="0"/>
                  </p:endCondLst>
                  <p:childTnLst>
                    <p:set>
                      <p:cBhvr>
                        <p:cTn dur="1" fill="hold">
                          <p:stCondLst>
                            <p:cond delay="0"/>
                          </p:stCondLst>
                        </p:cTn>
                        <p:tgtEl>
                          <p:spTgt spid="37"/>
                        </p:tgtEl>
                        <p:attrNameLst>
                          <p:attrName>style.visibility</p:attrName>
                        </p:attrNameLst>
                      </p:cBhvr>
                      <p:to>
                        <p:strVal val="visible"/>
                      </p:to>
                    </p:set>
                  </p:childTnLst>
                </p:cTn>
              </p:par>
            </p:tnLst>
          </p:tmpl>
        </p:tmplLst>
      </p:bldP>
      <p:bldP spid="38" grpId="0" build="p">
        <p:tmplLst>
          <p:tmpl lvl="1">
            <p:tnLst>
              <p:par>
                <p:cTn presetID="1" presetClass="entr" presetSubtype="0" fill="hold" nodeType="clickEffect" nodePh="1">
                  <p:stCondLst>
                    <p:cond delay="0"/>
                  </p:stCondLst>
                  <p:endCondLst>
                    <p:cond delay="0"/>
                  </p:endCondLst>
                  <p:childTnLst>
                    <p:set>
                      <p:cBhvr>
                        <p:cTn dur="1" fill="hold">
                          <p:stCondLst>
                            <p:cond delay="0"/>
                          </p:stCondLst>
                        </p:cTn>
                        <p:tgtEl>
                          <p:spTgt spid="38"/>
                        </p:tgtEl>
                        <p:attrNameLst>
                          <p:attrName>style.visibility</p:attrName>
                        </p:attrNameLst>
                      </p:cBhvr>
                      <p:to>
                        <p:strVal val="visible"/>
                      </p:to>
                    </p:set>
                  </p:childTnLst>
                </p:cTn>
              </p:par>
            </p:tnLst>
          </p:tmpl>
        </p:tmplLst>
      </p:bldP>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ook">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F420A20-0427-FEBB-94F6-C4193F5D67FD}"/>
              </a:ext>
            </a:extLst>
          </p:cNvPr>
          <p:cNvSpPr>
            <a:spLocks noGrp="1"/>
          </p:cNvSpPr>
          <p:nvPr>
            <p:ph type="title"/>
          </p:nvPr>
        </p:nvSpPr>
        <p:spPr>
          <a:xfrm>
            <a:off x="246528" y="373834"/>
            <a:ext cx="11685495"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5" name="Content Placeholder 2">
            <a:extLst>
              <a:ext uri="{FF2B5EF4-FFF2-40B4-BE49-F238E27FC236}">
                <a16:creationId xmlns:a16="http://schemas.microsoft.com/office/drawing/2014/main" id="{8727FA49-916F-6379-73AB-F81F90D63BB8}"/>
              </a:ext>
            </a:extLst>
          </p:cNvPr>
          <p:cNvSpPr>
            <a:spLocks noGrp="1"/>
          </p:cNvSpPr>
          <p:nvPr>
            <p:ph idx="1"/>
          </p:nvPr>
        </p:nvSpPr>
        <p:spPr>
          <a:xfrm>
            <a:off x="246528" y="1834334"/>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Macintosh HD:Users:nicholasgarrick:Dropbox:1 LupL:6 Resources:Images and Icons:Icons:Geographer:icon_5211.png">
            <a:extLst>
              <a:ext uri="{FF2B5EF4-FFF2-40B4-BE49-F238E27FC236}">
                <a16:creationId xmlns:a16="http://schemas.microsoft.com/office/drawing/2014/main" id="{D2D282E2-C594-7769-1AA9-A48C71FC4D9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6331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I 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2BE6-1BBB-6E8F-925B-028A6251E998}"/>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3" name="Content Placeholder 2">
            <a:extLst>
              <a:ext uri="{FF2B5EF4-FFF2-40B4-BE49-F238E27FC236}">
                <a16:creationId xmlns:a16="http://schemas.microsoft.com/office/drawing/2014/main" id="{DE327B21-08A8-373B-5759-CAD129496ABA}"/>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06756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We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D5292D3-9B48-D839-900B-BC40E1994024}"/>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8DC9B51-90C5-910F-0E5E-26C8FCDFE363}"/>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6915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You Do Tri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BA2D6B0-18BA-C1F5-A3CF-A118B5DF63ED}"/>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F42BF2B-5700-B0C0-6B69-6699F0F4E31D}"/>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2046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65933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You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AEF570-F9F4-B149-BF1A-BEF6DEE603C2}"/>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EFE87AD0-4B3C-76E5-0F15-7F5DFE335D44}"/>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36431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I Do-blank">
    <p:spTree>
      <p:nvGrpSpPr>
        <p:cNvPr id="1" name=""/>
        <p:cNvGrpSpPr/>
        <p:nvPr/>
      </p:nvGrpSpPr>
      <p:grpSpPr>
        <a:xfrm>
          <a:off x="0" y="0"/>
          <a:ext cx="0" cy="0"/>
          <a:chOff x="0" y="0"/>
          <a:chExt cx="0" cy="0"/>
        </a:xfrm>
      </p:grpSpPr>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8891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We Do-blank">
    <p:spTree>
      <p:nvGrpSpPr>
        <p:cNvPr id="1" name=""/>
        <p:cNvGrpSpPr/>
        <p:nvPr/>
      </p:nvGrpSpPr>
      <p:grpSpPr>
        <a:xfrm>
          <a:off x="0" y="0"/>
          <a:ext cx="0" cy="0"/>
          <a:chOff x="0" y="0"/>
          <a:chExt cx="0" cy="0"/>
        </a:xfrm>
      </p:grpSpPr>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2368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You Do Trio-blank">
    <p:spTree>
      <p:nvGrpSpPr>
        <p:cNvPr id="1" name=""/>
        <p:cNvGrpSpPr/>
        <p:nvPr/>
      </p:nvGrpSpPr>
      <p:grpSpPr>
        <a:xfrm>
          <a:off x="0" y="0"/>
          <a:ext cx="0" cy="0"/>
          <a:chOff x="0" y="0"/>
          <a:chExt cx="0" cy="0"/>
        </a:xfrm>
      </p:grpSpPr>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2046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2780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You Do-blank">
    <p:spTree>
      <p:nvGrpSpPr>
        <p:cNvPr id="1" name=""/>
        <p:cNvGrpSpPr/>
        <p:nvPr/>
      </p:nvGrpSpPr>
      <p:grpSpPr>
        <a:xfrm>
          <a:off x="0" y="0"/>
          <a:ext cx="0" cy="0"/>
          <a:chOff x="0" y="0"/>
          <a:chExt cx="0" cy="0"/>
        </a:xfrm>
      </p:grpSpPr>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5505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Learning Review">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6E72BF2-714C-76F4-6A58-17F40DFEF70D}"/>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15" name="Picture 14">
            <a:extLst>
              <a:ext uri="{FF2B5EF4-FFF2-40B4-BE49-F238E27FC236}">
                <a16:creationId xmlns:a16="http://schemas.microsoft.com/office/drawing/2014/main" id="{7C5F0A78-D5AE-CB62-29C5-35C7F865A859}"/>
              </a:ext>
            </a:extLst>
          </p:cNvPr>
          <p:cNvPicPr>
            <a:picLocks noChangeAspect="1"/>
          </p:cNvPicPr>
          <p:nvPr userDrawn="1"/>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16" name="Picture 15">
            <a:extLst>
              <a:ext uri="{FF2B5EF4-FFF2-40B4-BE49-F238E27FC236}">
                <a16:creationId xmlns:a16="http://schemas.microsoft.com/office/drawing/2014/main" id="{1F031ACE-7831-808D-C669-16B459A25B54}"/>
              </a:ext>
            </a:extLst>
          </p:cNvPr>
          <p:cNvPicPr>
            <a:picLocks noChangeAspect="1"/>
          </p:cNvPicPr>
          <p:nvPr userDrawn="1"/>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17" name="TextBox 16">
            <a:extLst>
              <a:ext uri="{FF2B5EF4-FFF2-40B4-BE49-F238E27FC236}">
                <a16:creationId xmlns:a16="http://schemas.microsoft.com/office/drawing/2014/main" id="{503537C9-7B97-3CC6-FC81-B8EBE36237E0}"/>
              </a:ext>
            </a:extLst>
          </p:cNvPr>
          <p:cNvSpPr txBox="1"/>
          <p:nvPr userDrawn="1"/>
        </p:nvSpPr>
        <p:spPr>
          <a:xfrm>
            <a:off x="331625" y="1936003"/>
            <a:ext cx="3925823" cy="919401"/>
          </a:xfrm>
          <a:prstGeom prst="wedgeRoundRectCallout">
            <a:avLst>
              <a:gd name="adj1" fmla="val -17964"/>
              <a:gd name="adj2" fmla="val 104608"/>
              <a:gd name="adj3" fmla="val 16667"/>
            </a:avLst>
          </a:prstGeom>
          <a:solidFill>
            <a:schemeClr val="accent2">
              <a:lumMod val="60000"/>
              <a:lumOff val="40000"/>
            </a:schemeClr>
          </a:solidFill>
          <a:ln>
            <a:solidFill>
              <a:schemeClr val="tx1"/>
            </a:solidFill>
          </a:ln>
        </p:spPr>
        <p:txBody>
          <a:bodyPr wrap="square" rtlCol="0">
            <a:spAutoFit/>
          </a:bodyPr>
          <a:lstStyle/>
          <a:p>
            <a:r>
              <a:rPr lang="en-US" sz="2400" b="0" i="0">
                <a:latin typeface="Twinkl Cursive Looped" panose="02000000000000000000" pitchFamily="2" charset="77"/>
              </a:rPr>
              <a:t>Today I found my learning challenging so I…</a:t>
            </a:r>
          </a:p>
        </p:txBody>
      </p:sp>
      <p:sp>
        <p:nvSpPr>
          <p:cNvPr id="18" name="TextBox 17">
            <a:extLst>
              <a:ext uri="{FF2B5EF4-FFF2-40B4-BE49-F238E27FC236}">
                <a16:creationId xmlns:a16="http://schemas.microsoft.com/office/drawing/2014/main" id="{BF0B9ECF-D6F4-8A44-E877-054A66CC97BD}"/>
              </a:ext>
            </a:extLst>
          </p:cNvPr>
          <p:cNvSpPr txBox="1"/>
          <p:nvPr userDrawn="1"/>
        </p:nvSpPr>
        <p:spPr>
          <a:xfrm>
            <a:off x="4804868" y="1936003"/>
            <a:ext cx="2938272" cy="919401"/>
          </a:xfrm>
          <a:prstGeom prst="wedgeRoundRectCallout">
            <a:avLst>
              <a:gd name="adj1" fmla="val -10874"/>
              <a:gd name="adj2" fmla="val 148695"/>
              <a:gd name="adj3" fmla="val 16667"/>
            </a:avLst>
          </a:prstGeom>
          <a:solidFill>
            <a:schemeClr val="accent5">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During our learning I found …. easy</a:t>
            </a:r>
          </a:p>
        </p:txBody>
      </p:sp>
      <p:sp>
        <p:nvSpPr>
          <p:cNvPr id="19" name="TextBox 18">
            <a:extLst>
              <a:ext uri="{FF2B5EF4-FFF2-40B4-BE49-F238E27FC236}">
                <a16:creationId xmlns:a16="http://schemas.microsoft.com/office/drawing/2014/main" id="{64464BEF-400B-F6C0-2039-055D50477C4C}"/>
              </a:ext>
            </a:extLst>
          </p:cNvPr>
          <p:cNvSpPr txBox="1"/>
          <p:nvPr userDrawn="1"/>
        </p:nvSpPr>
        <p:spPr>
          <a:xfrm>
            <a:off x="8290560" y="1941004"/>
            <a:ext cx="3645408" cy="919401"/>
          </a:xfrm>
          <a:prstGeom prst="wedgeRoundRectCallout">
            <a:avLst>
              <a:gd name="adj1" fmla="val -2104"/>
              <a:gd name="adj2" fmla="val 138087"/>
              <a:gd name="adj3" fmla="val 16667"/>
            </a:avLst>
          </a:prstGeom>
          <a:solidFill>
            <a:schemeClr val="accent6">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In my learning I felt confidence because…</a:t>
            </a:r>
          </a:p>
        </p:txBody>
      </p:sp>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6"/>
          <a:srcRect b="1534"/>
          <a:stretch>
            <a:fillRect/>
          </a:stretch>
        </p:blipFill>
        <p:spPr>
          <a:xfrm>
            <a:off x="10708779" y="202937"/>
            <a:ext cx="1325616" cy="1617660"/>
          </a:xfrm>
          <a:prstGeom prst="rect">
            <a:avLst/>
          </a:prstGeom>
        </p:spPr>
      </p:pic>
      <p:pic>
        <p:nvPicPr>
          <p:cNvPr id="12" name="Picture 1" descr="Macintosh HD:Users:nicholasgarrick:Dropbox:1 LupL:6 Resources:Images and Icons:Icons:Geographer:icon_5211.png">
            <a:extLst>
              <a:ext uri="{FF2B5EF4-FFF2-40B4-BE49-F238E27FC236}">
                <a16:creationId xmlns:a16="http://schemas.microsoft.com/office/drawing/2014/main" id="{2821676A-16DE-0EA5-2A23-1A2DCE62D104}"/>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65;p1">
            <a:extLst>
              <a:ext uri="{FF2B5EF4-FFF2-40B4-BE49-F238E27FC236}">
                <a16:creationId xmlns:a16="http://schemas.microsoft.com/office/drawing/2014/main" id="{B8784DBF-A5BF-8E8C-33D6-8D848534089B}"/>
              </a:ext>
            </a:extLst>
          </p:cNvPr>
          <p:cNvPicPr preferRelativeResize="0"/>
          <p:nvPr userDrawn="1"/>
        </p:nvPicPr>
        <p:blipFill rotWithShape="1">
          <a:blip r:embed="rId8">
            <a:alphaModFix/>
          </a:blip>
          <a:srcRect/>
          <a:stretch/>
        </p:blipFill>
        <p:spPr>
          <a:xfrm>
            <a:off x="5665456" y="456723"/>
            <a:ext cx="1185106" cy="1185095"/>
          </a:xfrm>
          <a:prstGeom prst="rect">
            <a:avLst/>
          </a:prstGeom>
          <a:noFill/>
          <a:ln>
            <a:noFill/>
          </a:ln>
        </p:spPr>
      </p:pic>
      <p:pic>
        <p:nvPicPr>
          <p:cNvPr id="3" name="Google Shape;66;p1">
            <a:extLst>
              <a:ext uri="{FF2B5EF4-FFF2-40B4-BE49-F238E27FC236}">
                <a16:creationId xmlns:a16="http://schemas.microsoft.com/office/drawing/2014/main" id="{B79F7C4B-7C6C-3712-DE99-A417AA8226C9}"/>
              </a:ext>
            </a:extLst>
          </p:cNvPr>
          <p:cNvPicPr preferRelativeResize="0"/>
          <p:nvPr userDrawn="1"/>
        </p:nvPicPr>
        <p:blipFill rotWithShape="1">
          <a:blip r:embed="rId9">
            <a:alphaModFix/>
          </a:blip>
          <a:srcRect/>
          <a:stretch/>
        </p:blipFill>
        <p:spPr>
          <a:xfrm>
            <a:off x="8134998" y="510203"/>
            <a:ext cx="1185106" cy="1185095"/>
          </a:xfrm>
          <a:prstGeom prst="rect">
            <a:avLst/>
          </a:prstGeom>
          <a:noFill/>
          <a:ln>
            <a:noFill/>
          </a:ln>
        </p:spPr>
      </p:pic>
      <p:grpSp>
        <p:nvGrpSpPr>
          <p:cNvPr id="4" name="Group 3">
            <a:extLst>
              <a:ext uri="{FF2B5EF4-FFF2-40B4-BE49-F238E27FC236}">
                <a16:creationId xmlns:a16="http://schemas.microsoft.com/office/drawing/2014/main" id="{4D8A5ABD-72B1-8FCC-D2E3-AFF72A1EA39A}"/>
              </a:ext>
            </a:extLst>
          </p:cNvPr>
          <p:cNvGrpSpPr/>
          <p:nvPr userDrawn="1"/>
        </p:nvGrpSpPr>
        <p:grpSpPr>
          <a:xfrm>
            <a:off x="6881879" y="457773"/>
            <a:ext cx="1185106" cy="1185106"/>
            <a:chOff x="4333587" y="1203131"/>
            <a:chExt cx="1185106" cy="1185106"/>
          </a:xfrm>
        </p:grpSpPr>
        <p:sp>
          <p:nvSpPr>
            <p:cNvPr id="5" name="Google Shape;68;p1">
              <a:extLst>
                <a:ext uri="{FF2B5EF4-FFF2-40B4-BE49-F238E27FC236}">
                  <a16:creationId xmlns:a16="http://schemas.microsoft.com/office/drawing/2014/main" id="{E90BE148-4E8D-2CEC-9ED0-3A226AFAD140}"/>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7" name="Google Shape;69;p1">
              <a:extLst>
                <a:ext uri="{FF2B5EF4-FFF2-40B4-BE49-F238E27FC236}">
                  <a16:creationId xmlns:a16="http://schemas.microsoft.com/office/drawing/2014/main" id="{8CFEDBD4-C58D-96F6-5713-49A597758780}"/>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8" name="Google Shape;70;p1">
              <a:extLst>
                <a:ext uri="{FF2B5EF4-FFF2-40B4-BE49-F238E27FC236}">
                  <a16:creationId xmlns:a16="http://schemas.microsoft.com/office/drawing/2014/main" id="{23C9B120-59A6-FB6E-BCA7-04B388EB521F}"/>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9" name="Google Shape;71;p1">
              <a:extLst>
                <a:ext uri="{FF2B5EF4-FFF2-40B4-BE49-F238E27FC236}">
                  <a16:creationId xmlns:a16="http://schemas.microsoft.com/office/drawing/2014/main" id="{071E9B71-1D6B-A658-51A8-6BF85EE3C843}"/>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0" name="Google Shape;72;p1">
              <a:extLst>
                <a:ext uri="{FF2B5EF4-FFF2-40B4-BE49-F238E27FC236}">
                  <a16:creationId xmlns:a16="http://schemas.microsoft.com/office/drawing/2014/main" id="{BA6A7AAB-4D0E-E3C6-97F0-0198F06F9F8A}"/>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1" name="Google Shape;73;p1">
              <a:extLst>
                <a:ext uri="{FF2B5EF4-FFF2-40B4-BE49-F238E27FC236}">
                  <a16:creationId xmlns:a16="http://schemas.microsoft.com/office/drawing/2014/main" id="{309C4563-8B5F-3C62-C199-9C3F9A0BD832}"/>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1" name="Google Shape;74;p1">
              <a:extLst>
                <a:ext uri="{FF2B5EF4-FFF2-40B4-BE49-F238E27FC236}">
                  <a16:creationId xmlns:a16="http://schemas.microsoft.com/office/drawing/2014/main" id="{9D2D681E-6C63-11A9-642B-6DD202388EAA}"/>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2" name="Google Shape;75;p1">
              <a:extLst>
                <a:ext uri="{FF2B5EF4-FFF2-40B4-BE49-F238E27FC236}">
                  <a16:creationId xmlns:a16="http://schemas.microsoft.com/office/drawing/2014/main" id="{A818638E-7FF2-9FE7-0538-3F399E39CF82}"/>
                </a:ext>
              </a:extLst>
            </p:cNvPr>
            <p:cNvPicPr preferRelativeResize="0"/>
            <p:nvPr/>
          </p:nvPicPr>
          <p:blipFill rotWithShape="1">
            <a:blip r:embed="rId10">
              <a:alphaModFix/>
            </a:blip>
            <a:srcRect/>
            <a:stretch/>
          </p:blipFill>
          <p:spPr>
            <a:xfrm>
              <a:off x="4854390" y="1640107"/>
              <a:ext cx="86037" cy="66006"/>
            </a:xfrm>
            <a:prstGeom prst="rect">
              <a:avLst/>
            </a:prstGeom>
            <a:noFill/>
            <a:ln>
              <a:noFill/>
            </a:ln>
          </p:spPr>
        </p:pic>
        <p:pic>
          <p:nvPicPr>
            <p:cNvPr id="23" name="Google Shape;76;p1">
              <a:extLst>
                <a:ext uri="{FF2B5EF4-FFF2-40B4-BE49-F238E27FC236}">
                  <a16:creationId xmlns:a16="http://schemas.microsoft.com/office/drawing/2014/main" id="{0D4557AC-2E2A-6A8D-7083-C24467D8E297}"/>
                </a:ext>
              </a:extLst>
            </p:cNvPr>
            <p:cNvPicPr preferRelativeResize="0"/>
            <p:nvPr/>
          </p:nvPicPr>
          <p:blipFill rotWithShape="1">
            <a:blip r:embed="rId11">
              <a:alphaModFix/>
            </a:blip>
            <a:srcRect/>
            <a:stretch/>
          </p:blipFill>
          <p:spPr>
            <a:xfrm>
              <a:off x="4568781" y="1689882"/>
              <a:ext cx="119976" cy="159378"/>
            </a:xfrm>
            <a:prstGeom prst="rect">
              <a:avLst/>
            </a:prstGeom>
            <a:noFill/>
            <a:ln>
              <a:noFill/>
            </a:ln>
          </p:spPr>
        </p:pic>
        <p:sp>
          <p:nvSpPr>
            <p:cNvPr id="24" name="Google Shape;77;p1">
              <a:extLst>
                <a:ext uri="{FF2B5EF4-FFF2-40B4-BE49-F238E27FC236}">
                  <a16:creationId xmlns:a16="http://schemas.microsoft.com/office/drawing/2014/main" id="{A0D971E6-B3A0-5841-E864-46972A675BE8}"/>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8;p1">
              <a:extLst>
                <a:ext uri="{FF2B5EF4-FFF2-40B4-BE49-F238E27FC236}">
                  <a16:creationId xmlns:a16="http://schemas.microsoft.com/office/drawing/2014/main" id="{D4624AC3-A4E0-C52D-7DB6-AB8579E3D843}"/>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9;p1">
              <a:extLst>
                <a:ext uri="{FF2B5EF4-FFF2-40B4-BE49-F238E27FC236}">
                  <a16:creationId xmlns:a16="http://schemas.microsoft.com/office/drawing/2014/main" id="{9905BC2D-B4E0-8CFB-4745-6E4703B1D522}"/>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80;p1">
              <a:extLst>
                <a:ext uri="{FF2B5EF4-FFF2-40B4-BE49-F238E27FC236}">
                  <a16:creationId xmlns:a16="http://schemas.microsoft.com/office/drawing/2014/main" id="{44C62CB1-8159-EB1E-2AB8-95B5CED9F045}"/>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81;p1">
              <a:extLst>
                <a:ext uri="{FF2B5EF4-FFF2-40B4-BE49-F238E27FC236}">
                  <a16:creationId xmlns:a16="http://schemas.microsoft.com/office/drawing/2014/main" id="{A3738056-49A2-088E-EE8F-5388331993D9}"/>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9" name="Google Shape;82;p1">
              <a:extLst>
                <a:ext uri="{FF2B5EF4-FFF2-40B4-BE49-F238E27FC236}">
                  <a16:creationId xmlns:a16="http://schemas.microsoft.com/office/drawing/2014/main" id="{82B818FC-AA86-C7B3-CF06-C03FC4E4833E}"/>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0" name="Google Shape;83;p1">
            <a:extLst>
              <a:ext uri="{FF2B5EF4-FFF2-40B4-BE49-F238E27FC236}">
                <a16:creationId xmlns:a16="http://schemas.microsoft.com/office/drawing/2014/main" id="{40CD6A64-190F-2562-F14C-76305F732AF8}"/>
              </a:ext>
            </a:extLst>
          </p:cNvPr>
          <p:cNvPicPr preferRelativeResize="0"/>
          <p:nvPr userDrawn="1"/>
        </p:nvPicPr>
        <p:blipFill rotWithShape="1">
          <a:blip r:embed="rId12">
            <a:alphaModFix/>
          </a:blip>
          <a:srcRect/>
          <a:stretch/>
        </p:blipFill>
        <p:spPr>
          <a:xfrm>
            <a:off x="9391763" y="457789"/>
            <a:ext cx="1185106" cy="1185095"/>
          </a:xfrm>
          <a:prstGeom prst="rect">
            <a:avLst/>
          </a:prstGeom>
          <a:noFill/>
          <a:ln>
            <a:noFill/>
          </a:ln>
        </p:spPr>
      </p:pic>
      <p:sp>
        <p:nvSpPr>
          <p:cNvPr id="31" name="TextBox 30">
            <a:extLst>
              <a:ext uri="{FF2B5EF4-FFF2-40B4-BE49-F238E27FC236}">
                <a16:creationId xmlns:a16="http://schemas.microsoft.com/office/drawing/2014/main" id="{AF2E4F4E-C2C0-5BC3-61DC-A80B23F68F26}"/>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4000" b="0" i="0">
                <a:solidFill>
                  <a:srgbClr val="4573C4"/>
                </a:solidFill>
                <a:latin typeface="Twinkl Cursive Looped" panose="02000000000000000000" pitchFamily="2" charset="77"/>
                <a:ea typeface="Sassoon Infant Rg" panose="02000503030000020003" pitchFamily="2" charset="0"/>
              </a:rPr>
              <a:t>Learning Review</a:t>
            </a:r>
          </a:p>
        </p:txBody>
      </p:sp>
      <p:pic>
        <p:nvPicPr>
          <p:cNvPr id="32" name="Picture 31" descr="A black background with a black square&#10;&#10;AI-generated content may be incorrect.">
            <a:extLst>
              <a:ext uri="{FF2B5EF4-FFF2-40B4-BE49-F238E27FC236}">
                <a16:creationId xmlns:a16="http://schemas.microsoft.com/office/drawing/2014/main" id="{F6E15BD8-067F-5777-5819-3CAC1F2D6A95}"/>
              </a:ext>
            </a:extLst>
          </p:cNvPr>
          <p:cNvPicPr>
            <a:picLocks noChangeAspect="1"/>
          </p:cNvPicPr>
          <p:nvPr userDrawn="1"/>
        </p:nvPicPr>
        <p:blipFill>
          <a:blip r:embed="rId13"/>
          <a:srcRect b="14259"/>
          <a:stretch>
            <a:fillRect/>
          </a:stretch>
        </p:blipFill>
        <p:spPr>
          <a:xfrm>
            <a:off x="75692" y="904454"/>
            <a:ext cx="819314" cy="702489"/>
          </a:xfrm>
          <a:prstGeom prst="rect">
            <a:avLst/>
          </a:prstGeom>
        </p:spPr>
      </p:pic>
    </p:spTree>
    <p:extLst>
      <p:ext uri="{BB962C8B-B14F-4D97-AF65-F5344CB8AC3E}">
        <p14:creationId xmlns:p14="http://schemas.microsoft.com/office/powerpoint/2010/main" val="40793604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Learning Review Editabl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2"/>
          <a:srcRect b="1534"/>
          <a:stretch>
            <a:fillRect/>
          </a:stretch>
        </p:blipFill>
        <p:spPr>
          <a:xfrm>
            <a:off x="10708779" y="202937"/>
            <a:ext cx="1325616" cy="1617660"/>
          </a:xfrm>
          <a:prstGeom prst="rect">
            <a:avLst/>
          </a:prstGeom>
        </p:spPr>
      </p:pic>
      <p:pic>
        <p:nvPicPr>
          <p:cNvPr id="12" name="Picture 1" descr="Macintosh HD:Users:nicholasgarrick:Dropbox:1 LupL:6 Resources:Images and Icons:Icons:Geographer:icon_5211.png">
            <a:extLst>
              <a:ext uri="{FF2B5EF4-FFF2-40B4-BE49-F238E27FC236}">
                <a16:creationId xmlns:a16="http://schemas.microsoft.com/office/drawing/2014/main" id="{2821676A-16DE-0EA5-2A23-1A2DCE62D10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65;p1">
            <a:extLst>
              <a:ext uri="{FF2B5EF4-FFF2-40B4-BE49-F238E27FC236}">
                <a16:creationId xmlns:a16="http://schemas.microsoft.com/office/drawing/2014/main" id="{B8784DBF-A5BF-8E8C-33D6-8D848534089B}"/>
              </a:ext>
            </a:extLst>
          </p:cNvPr>
          <p:cNvPicPr preferRelativeResize="0"/>
          <p:nvPr userDrawn="1"/>
        </p:nvPicPr>
        <p:blipFill rotWithShape="1">
          <a:blip r:embed="rId4">
            <a:alphaModFix/>
          </a:blip>
          <a:srcRect/>
          <a:stretch/>
        </p:blipFill>
        <p:spPr>
          <a:xfrm>
            <a:off x="5665456" y="456723"/>
            <a:ext cx="1185106" cy="1185095"/>
          </a:xfrm>
          <a:prstGeom prst="rect">
            <a:avLst/>
          </a:prstGeom>
          <a:noFill/>
          <a:ln>
            <a:noFill/>
          </a:ln>
        </p:spPr>
      </p:pic>
      <p:pic>
        <p:nvPicPr>
          <p:cNvPr id="3" name="Google Shape;66;p1">
            <a:extLst>
              <a:ext uri="{FF2B5EF4-FFF2-40B4-BE49-F238E27FC236}">
                <a16:creationId xmlns:a16="http://schemas.microsoft.com/office/drawing/2014/main" id="{B79F7C4B-7C6C-3712-DE99-A417AA8226C9}"/>
              </a:ext>
            </a:extLst>
          </p:cNvPr>
          <p:cNvPicPr preferRelativeResize="0"/>
          <p:nvPr userDrawn="1"/>
        </p:nvPicPr>
        <p:blipFill rotWithShape="1">
          <a:blip r:embed="rId5">
            <a:alphaModFix/>
          </a:blip>
          <a:srcRect/>
          <a:stretch/>
        </p:blipFill>
        <p:spPr>
          <a:xfrm>
            <a:off x="8134998" y="510203"/>
            <a:ext cx="1185106" cy="1185095"/>
          </a:xfrm>
          <a:prstGeom prst="rect">
            <a:avLst/>
          </a:prstGeom>
          <a:noFill/>
          <a:ln>
            <a:noFill/>
          </a:ln>
        </p:spPr>
      </p:pic>
      <p:grpSp>
        <p:nvGrpSpPr>
          <p:cNvPr id="4" name="Group 3">
            <a:extLst>
              <a:ext uri="{FF2B5EF4-FFF2-40B4-BE49-F238E27FC236}">
                <a16:creationId xmlns:a16="http://schemas.microsoft.com/office/drawing/2014/main" id="{4D8A5ABD-72B1-8FCC-D2E3-AFF72A1EA39A}"/>
              </a:ext>
            </a:extLst>
          </p:cNvPr>
          <p:cNvGrpSpPr/>
          <p:nvPr userDrawn="1"/>
        </p:nvGrpSpPr>
        <p:grpSpPr>
          <a:xfrm>
            <a:off x="6881879" y="457773"/>
            <a:ext cx="1185106" cy="1185106"/>
            <a:chOff x="4333587" y="1203131"/>
            <a:chExt cx="1185106" cy="1185106"/>
          </a:xfrm>
        </p:grpSpPr>
        <p:sp>
          <p:nvSpPr>
            <p:cNvPr id="5" name="Google Shape;68;p1">
              <a:extLst>
                <a:ext uri="{FF2B5EF4-FFF2-40B4-BE49-F238E27FC236}">
                  <a16:creationId xmlns:a16="http://schemas.microsoft.com/office/drawing/2014/main" id="{E90BE148-4E8D-2CEC-9ED0-3A226AFAD140}"/>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7" name="Google Shape;69;p1">
              <a:extLst>
                <a:ext uri="{FF2B5EF4-FFF2-40B4-BE49-F238E27FC236}">
                  <a16:creationId xmlns:a16="http://schemas.microsoft.com/office/drawing/2014/main" id="{8CFEDBD4-C58D-96F6-5713-49A597758780}"/>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8" name="Google Shape;70;p1">
              <a:extLst>
                <a:ext uri="{FF2B5EF4-FFF2-40B4-BE49-F238E27FC236}">
                  <a16:creationId xmlns:a16="http://schemas.microsoft.com/office/drawing/2014/main" id="{23C9B120-59A6-FB6E-BCA7-04B388EB521F}"/>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9" name="Google Shape;71;p1">
              <a:extLst>
                <a:ext uri="{FF2B5EF4-FFF2-40B4-BE49-F238E27FC236}">
                  <a16:creationId xmlns:a16="http://schemas.microsoft.com/office/drawing/2014/main" id="{071E9B71-1D6B-A658-51A8-6BF85EE3C843}"/>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0" name="Google Shape;72;p1">
              <a:extLst>
                <a:ext uri="{FF2B5EF4-FFF2-40B4-BE49-F238E27FC236}">
                  <a16:creationId xmlns:a16="http://schemas.microsoft.com/office/drawing/2014/main" id="{BA6A7AAB-4D0E-E3C6-97F0-0198F06F9F8A}"/>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1" name="Google Shape;73;p1">
              <a:extLst>
                <a:ext uri="{FF2B5EF4-FFF2-40B4-BE49-F238E27FC236}">
                  <a16:creationId xmlns:a16="http://schemas.microsoft.com/office/drawing/2014/main" id="{309C4563-8B5F-3C62-C199-9C3F9A0BD832}"/>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1" name="Google Shape;74;p1">
              <a:extLst>
                <a:ext uri="{FF2B5EF4-FFF2-40B4-BE49-F238E27FC236}">
                  <a16:creationId xmlns:a16="http://schemas.microsoft.com/office/drawing/2014/main" id="{9D2D681E-6C63-11A9-642B-6DD202388EAA}"/>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2" name="Google Shape;75;p1">
              <a:extLst>
                <a:ext uri="{FF2B5EF4-FFF2-40B4-BE49-F238E27FC236}">
                  <a16:creationId xmlns:a16="http://schemas.microsoft.com/office/drawing/2014/main" id="{A818638E-7FF2-9FE7-0538-3F399E39CF82}"/>
                </a:ext>
              </a:extLst>
            </p:cNvPr>
            <p:cNvPicPr preferRelativeResize="0"/>
            <p:nvPr/>
          </p:nvPicPr>
          <p:blipFill rotWithShape="1">
            <a:blip r:embed="rId6">
              <a:alphaModFix/>
            </a:blip>
            <a:srcRect/>
            <a:stretch/>
          </p:blipFill>
          <p:spPr>
            <a:xfrm>
              <a:off x="4854390" y="1640107"/>
              <a:ext cx="86037" cy="66006"/>
            </a:xfrm>
            <a:prstGeom prst="rect">
              <a:avLst/>
            </a:prstGeom>
            <a:noFill/>
            <a:ln>
              <a:noFill/>
            </a:ln>
          </p:spPr>
        </p:pic>
        <p:pic>
          <p:nvPicPr>
            <p:cNvPr id="23" name="Google Shape;76;p1">
              <a:extLst>
                <a:ext uri="{FF2B5EF4-FFF2-40B4-BE49-F238E27FC236}">
                  <a16:creationId xmlns:a16="http://schemas.microsoft.com/office/drawing/2014/main" id="{0D4557AC-2E2A-6A8D-7083-C24467D8E297}"/>
                </a:ext>
              </a:extLst>
            </p:cNvPr>
            <p:cNvPicPr preferRelativeResize="0"/>
            <p:nvPr/>
          </p:nvPicPr>
          <p:blipFill rotWithShape="1">
            <a:blip r:embed="rId7">
              <a:alphaModFix/>
            </a:blip>
            <a:srcRect/>
            <a:stretch/>
          </p:blipFill>
          <p:spPr>
            <a:xfrm>
              <a:off x="4568781" y="1689882"/>
              <a:ext cx="119976" cy="159378"/>
            </a:xfrm>
            <a:prstGeom prst="rect">
              <a:avLst/>
            </a:prstGeom>
            <a:noFill/>
            <a:ln>
              <a:noFill/>
            </a:ln>
          </p:spPr>
        </p:pic>
        <p:sp>
          <p:nvSpPr>
            <p:cNvPr id="24" name="Google Shape;77;p1">
              <a:extLst>
                <a:ext uri="{FF2B5EF4-FFF2-40B4-BE49-F238E27FC236}">
                  <a16:creationId xmlns:a16="http://schemas.microsoft.com/office/drawing/2014/main" id="{A0D971E6-B3A0-5841-E864-46972A675BE8}"/>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8;p1">
              <a:extLst>
                <a:ext uri="{FF2B5EF4-FFF2-40B4-BE49-F238E27FC236}">
                  <a16:creationId xmlns:a16="http://schemas.microsoft.com/office/drawing/2014/main" id="{D4624AC3-A4E0-C52D-7DB6-AB8579E3D843}"/>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9;p1">
              <a:extLst>
                <a:ext uri="{FF2B5EF4-FFF2-40B4-BE49-F238E27FC236}">
                  <a16:creationId xmlns:a16="http://schemas.microsoft.com/office/drawing/2014/main" id="{9905BC2D-B4E0-8CFB-4745-6E4703B1D522}"/>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80;p1">
              <a:extLst>
                <a:ext uri="{FF2B5EF4-FFF2-40B4-BE49-F238E27FC236}">
                  <a16:creationId xmlns:a16="http://schemas.microsoft.com/office/drawing/2014/main" id="{44C62CB1-8159-EB1E-2AB8-95B5CED9F045}"/>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81;p1">
              <a:extLst>
                <a:ext uri="{FF2B5EF4-FFF2-40B4-BE49-F238E27FC236}">
                  <a16:creationId xmlns:a16="http://schemas.microsoft.com/office/drawing/2014/main" id="{A3738056-49A2-088E-EE8F-5388331993D9}"/>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9" name="Google Shape;82;p1">
              <a:extLst>
                <a:ext uri="{FF2B5EF4-FFF2-40B4-BE49-F238E27FC236}">
                  <a16:creationId xmlns:a16="http://schemas.microsoft.com/office/drawing/2014/main" id="{82B818FC-AA86-C7B3-CF06-C03FC4E4833E}"/>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0" name="Google Shape;83;p1">
            <a:extLst>
              <a:ext uri="{FF2B5EF4-FFF2-40B4-BE49-F238E27FC236}">
                <a16:creationId xmlns:a16="http://schemas.microsoft.com/office/drawing/2014/main" id="{40CD6A64-190F-2562-F14C-76305F732AF8}"/>
              </a:ext>
            </a:extLst>
          </p:cNvPr>
          <p:cNvPicPr preferRelativeResize="0"/>
          <p:nvPr userDrawn="1"/>
        </p:nvPicPr>
        <p:blipFill rotWithShape="1">
          <a:blip r:embed="rId8">
            <a:alphaModFix/>
          </a:blip>
          <a:srcRect/>
          <a:stretch/>
        </p:blipFill>
        <p:spPr>
          <a:xfrm>
            <a:off x="9391763" y="457789"/>
            <a:ext cx="1185106" cy="1185095"/>
          </a:xfrm>
          <a:prstGeom prst="rect">
            <a:avLst/>
          </a:prstGeom>
          <a:noFill/>
          <a:ln>
            <a:noFill/>
          </a:ln>
        </p:spPr>
      </p:pic>
      <p:sp>
        <p:nvSpPr>
          <p:cNvPr id="31" name="TextBox 30">
            <a:extLst>
              <a:ext uri="{FF2B5EF4-FFF2-40B4-BE49-F238E27FC236}">
                <a16:creationId xmlns:a16="http://schemas.microsoft.com/office/drawing/2014/main" id="{AF2E4F4E-C2C0-5BC3-61DC-A80B23F68F26}"/>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4000" b="0" i="0">
                <a:solidFill>
                  <a:srgbClr val="4573C4"/>
                </a:solidFill>
                <a:latin typeface="Twinkl Cursive Looped" panose="02000000000000000000" pitchFamily="2" charset="77"/>
                <a:ea typeface="Sassoon Infant Rg" panose="02000503030000020003" pitchFamily="2" charset="0"/>
              </a:rPr>
              <a:t>Learning Review</a:t>
            </a:r>
          </a:p>
        </p:txBody>
      </p:sp>
      <p:pic>
        <p:nvPicPr>
          <p:cNvPr id="32" name="Picture 31" descr="A black background with a black square&#10;&#10;AI-generated content may be incorrect.">
            <a:extLst>
              <a:ext uri="{FF2B5EF4-FFF2-40B4-BE49-F238E27FC236}">
                <a16:creationId xmlns:a16="http://schemas.microsoft.com/office/drawing/2014/main" id="{F6E15BD8-067F-5777-5819-3CAC1F2D6A95}"/>
              </a:ext>
            </a:extLst>
          </p:cNvPr>
          <p:cNvPicPr>
            <a:picLocks noChangeAspect="1"/>
          </p:cNvPicPr>
          <p:nvPr userDrawn="1"/>
        </p:nvPicPr>
        <p:blipFill>
          <a:blip r:embed="rId9"/>
          <a:srcRect b="14259"/>
          <a:stretch>
            <a:fillRect/>
          </a:stretch>
        </p:blipFill>
        <p:spPr>
          <a:xfrm>
            <a:off x="75692" y="904454"/>
            <a:ext cx="819314" cy="702489"/>
          </a:xfrm>
          <a:prstGeom prst="rect">
            <a:avLst/>
          </a:prstGeom>
        </p:spPr>
      </p:pic>
      <p:pic>
        <p:nvPicPr>
          <p:cNvPr id="6" name="Picture 5">
            <a:extLst>
              <a:ext uri="{FF2B5EF4-FFF2-40B4-BE49-F238E27FC236}">
                <a16:creationId xmlns:a16="http://schemas.microsoft.com/office/drawing/2014/main" id="{2E10F729-013A-63E2-0214-1ED40F1427D2}"/>
              </a:ext>
            </a:extLst>
          </p:cNvPr>
          <p:cNvPicPr>
            <a:picLocks noChangeAspect="1"/>
          </p:cNvPicPr>
          <p:nvPr userDrawn="1"/>
        </p:nvPicPr>
        <p:blipFill rotWithShape="1">
          <a:blip r:embed="rId10">
            <a:extLst>
              <a:ext uri="{BEBA8EAE-BF5A-486C-A8C5-ECC9F3942E4B}">
                <a14:imgProps xmlns:a14="http://schemas.microsoft.com/office/drawing/2010/main">
                  <a14:imgLayer r:embed="rId11">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13" name="Picture 12">
            <a:extLst>
              <a:ext uri="{FF2B5EF4-FFF2-40B4-BE49-F238E27FC236}">
                <a16:creationId xmlns:a16="http://schemas.microsoft.com/office/drawing/2014/main" id="{58500ED0-92C3-76B7-A98C-25AE755D9CD0}"/>
              </a:ext>
            </a:extLst>
          </p:cNvPr>
          <p:cNvPicPr>
            <a:picLocks noChangeAspect="1"/>
          </p:cNvPicPr>
          <p:nvPr userDrawn="1"/>
        </p:nvPicPr>
        <p:blipFill rotWithShape="1">
          <a:blip r:embed="rId12">
            <a:extLst>
              <a:ext uri="{BEBA8EAE-BF5A-486C-A8C5-ECC9F3942E4B}">
                <a14:imgProps xmlns:a14="http://schemas.microsoft.com/office/drawing/2010/main">
                  <a14:imgLayer r:embed="rId11">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33" name="Picture 32">
            <a:extLst>
              <a:ext uri="{FF2B5EF4-FFF2-40B4-BE49-F238E27FC236}">
                <a16:creationId xmlns:a16="http://schemas.microsoft.com/office/drawing/2014/main" id="{5FF592F4-2BCB-5EAB-A130-75D137594C5B}"/>
              </a:ext>
            </a:extLst>
          </p:cNvPr>
          <p:cNvPicPr>
            <a:picLocks noChangeAspect="1"/>
          </p:cNvPicPr>
          <p:nvPr userDrawn="1"/>
        </p:nvPicPr>
        <p:blipFill rotWithShape="1">
          <a:blip r:embed="rId13">
            <a:extLst>
              <a:ext uri="{BEBA8EAE-BF5A-486C-A8C5-ECC9F3942E4B}">
                <a14:imgProps xmlns:a14="http://schemas.microsoft.com/office/drawing/2010/main">
                  <a14:imgLayer r:embed="rId11">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34" name="TextBox 33">
            <a:extLst>
              <a:ext uri="{FF2B5EF4-FFF2-40B4-BE49-F238E27FC236}">
                <a16:creationId xmlns:a16="http://schemas.microsoft.com/office/drawing/2014/main" id="{7F1BFD2F-BDEB-870D-A592-57DB317404BB}"/>
              </a:ext>
            </a:extLst>
          </p:cNvPr>
          <p:cNvSpPr txBox="1"/>
          <p:nvPr userDrawn="1"/>
        </p:nvSpPr>
        <p:spPr>
          <a:xfrm>
            <a:off x="331626" y="1936003"/>
            <a:ext cx="3569816" cy="1328023"/>
          </a:xfrm>
          <a:prstGeom prst="wedgeRoundRectCallout">
            <a:avLst>
              <a:gd name="adj1" fmla="val -14004"/>
              <a:gd name="adj2" fmla="val 72935"/>
              <a:gd name="adj3" fmla="val 16667"/>
            </a:avLst>
          </a:prstGeom>
          <a:solidFill>
            <a:schemeClr val="accent2">
              <a:lumMod val="60000"/>
              <a:lumOff val="4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sp>
        <p:nvSpPr>
          <p:cNvPr id="35" name="TextBox 34">
            <a:extLst>
              <a:ext uri="{FF2B5EF4-FFF2-40B4-BE49-F238E27FC236}">
                <a16:creationId xmlns:a16="http://schemas.microsoft.com/office/drawing/2014/main" id="{DC8E24C5-732E-FB6C-FB21-5938A2ECB0BC}"/>
              </a:ext>
            </a:extLst>
          </p:cNvPr>
          <p:cNvSpPr txBox="1"/>
          <p:nvPr userDrawn="1"/>
        </p:nvSpPr>
        <p:spPr>
          <a:xfrm>
            <a:off x="4355027" y="1925372"/>
            <a:ext cx="3569815" cy="1338654"/>
          </a:xfrm>
          <a:prstGeom prst="wedgeRoundRectCallout">
            <a:avLst>
              <a:gd name="adj1" fmla="val -10589"/>
              <a:gd name="adj2" fmla="val 93290"/>
              <a:gd name="adj3" fmla="val 16667"/>
            </a:avLst>
          </a:prstGeom>
          <a:solidFill>
            <a:schemeClr val="accent5">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p:txBody>
      </p:sp>
      <p:sp>
        <p:nvSpPr>
          <p:cNvPr id="36" name="TextBox 35">
            <a:extLst>
              <a:ext uri="{FF2B5EF4-FFF2-40B4-BE49-F238E27FC236}">
                <a16:creationId xmlns:a16="http://schemas.microsoft.com/office/drawing/2014/main" id="{6CA97946-BA60-699D-D8E2-BB99BE443572}"/>
              </a:ext>
            </a:extLst>
          </p:cNvPr>
          <p:cNvSpPr txBox="1"/>
          <p:nvPr userDrawn="1"/>
        </p:nvSpPr>
        <p:spPr>
          <a:xfrm>
            <a:off x="8290559" y="1930687"/>
            <a:ext cx="3569815" cy="1328023"/>
          </a:xfrm>
          <a:prstGeom prst="wedgeRoundRectCallout">
            <a:avLst>
              <a:gd name="adj1" fmla="val -7796"/>
              <a:gd name="adj2" fmla="val 95244"/>
              <a:gd name="adj3" fmla="val 16667"/>
            </a:avLst>
          </a:prstGeom>
          <a:solidFill>
            <a:schemeClr val="accent6">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sp>
        <p:nvSpPr>
          <p:cNvPr id="37" name="Text Placeholder 38">
            <a:extLst>
              <a:ext uri="{FF2B5EF4-FFF2-40B4-BE49-F238E27FC236}">
                <a16:creationId xmlns:a16="http://schemas.microsoft.com/office/drawing/2014/main" id="{B1965D64-3352-1DA8-13E4-D16ACCAA8999}"/>
              </a:ext>
            </a:extLst>
          </p:cNvPr>
          <p:cNvSpPr>
            <a:spLocks noGrp="1"/>
          </p:cNvSpPr>
          <p:nvPr>
            <p:ph type="body" sz="quarter" idx="10" hasCustomPrompt="1"/>
          </p:nvPr>
        </p:nvSpPr>
        <p:spPr>
          <a:xfrm>
            <a:off x="419100" y="2052638"/>
            <a:ext cx="3370263" cy="1096962"/>
          </a:xfrm>
        </p:spPr>
        <p:txBody>
          <a:bodyPr/>
          <a:lstStyle>
            <a:lvl1pPr>
              <a:buNone/>
              <a:defRPr/>
            </a:lvl1pPr>
          </a:lstStyle>
          <a:p>
            <a:pPr lvl="0"/>
            <a:r>
              <a:rPr lang="en-GB" dirty="0"/>
              <a:t>Insert</a:t>
            </a:r>
            <a:endParaRPr lang="en-US" dirty="0"/>
          </a:p>
        </p:txBody>
      </p:sp>
      <p:sp>
        <p:nvSpPr>
          <p:cNvPr id="38" name="Text Placeholder 38">
            <a:extLst>
              <a:ext uri="{FF2B5EF4-FFF2-40B4-BE49-F238E27FC236}">
                <a16:creationId xmlns:a16="http://schemas.microsoft.com/office/drawing/2014/main" id="{00867787-551F-CF0C-BC20-2470D109618D}"/>
              </a:ext>
            </a:extLst>
          </p:cNvPr>
          <p:cNvSpPr>
            <a:spLocks noGrp="1"/>
          </p:cNvSpPr>
          <p:nvPr>
            <p:ph type="body" sz="quarter" idx="11" hasCustomPrompt="1"/>
          </p:nvPr>
        </p:nvSpPr>
        <p:spPr>
          <a:xfrm>
            <a:off x="4442460" y="2052638"/>
            <a:ext cx="3370263" cy="1096962"/>
          </a:xfrm>
        </p:spPr>
        <p:txBody>
          <a:bodyPr/>
          <a:lstStyle>
            <a:lvl1pPr>
              <a:buNone/>
              <a:defRPr/>
            </a:lvl1pPr>
          </a:lstStyle>
          <a:p>
            <a:pPr lvl="0"/>
            <a:r>
              <a:rPr lang="en-GB" dirty="0"/>
              <a:t>Insert</a:t>
            </a:r>
            <a:endParaRPr lang="en-US" dirty="0"/>
          </a:p>
        </p:txBody>
      </p:sp>
      <p:sp>
        <p:nvSpPr>
          <p:cNvPr id="39" name="Text Placeholder 38">
            <a:extLst>
              <a:ext uri="{FF2B5EF4-FFF2-40B4-BE49-F238E27FC236}">
                <a16:creationId xmlns:a16="http://schemas.microsoft.com/office/drawing/2014/main" id="{18FBB344-85B5-76A3-3AAC-250B1EC04D57}"/>
              </a:ext>
            </a:extLst>
          </p:cNvPr>
          <p:cNvSpPr>
            <a:spLocks noGrp="1"/>
          </p:cNvSpPr>
          <p:nvPr>
            <p:ph type="body" sz="quarter" idx="12" hasCustomPrompt="1"/>
          </p:nvPr>
        </p:nvSpPr>
        <p:spPr>
          <a:xfrm>
            <a:off x="8354060" y="2052638"/>
            <a:ext cx="3370263" cy="1096962"/>
          </a:xfrm>
        </p:spPr>
        <p:txBody>
          <a:bodyPr/>
          <a:lstStyle>
            <a:lvl1pPr>
              <a:buNone/>
              <a:defRPr/>
            </a:lvl1pPr>
          </a:lstStyle>
          <a:p>
            <a:pPr lvl="0"/>
            <a:r>
              <a:rPr lang="en-GB" dirty="0"/>
              <a:t>Insert</a:t>
            </a:r>
            <a:endParaRPr lang="en-US" dirty="0"/>
          </a:p>
        </p:txBody>
      </p:sp>
    </p:spTree>
    <p:extLst>
      <p:ext uri="{BB962C8B-B14F-4D97-AF65-F5344CB8AC3E}">
        <p14:creationId xmlns:p14="http://schemas.microsoft.com/office/powerpoint/2010/main" val="29437222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eedback">
    <p:spTree>
      <p:nvGrpSpPr>
        <p:cNvPr id="1" name=""/>
        <p:cNvGrpSpPr/>
        <p:nvPr/>
      </p:nvGrpSpPr>
      <p:grpSpPr>
        <a:xfrm>
          <a:off x="0" y="0"/>
          <a:ext cx="0" cy="0"/>
          <a:chOff x="0" y="0"/>
          <a:chExt cx="0" cy="0"/>
        </a:xfrm>
      </p:grpSpPr>
      <p:sp>
        <p:nvSpPr>
          <p:cNvPr id="6" name="Oval Callout 5">
            <a:extLst>
              <a:ext uri="{FF2B5EF4-FFF2-40B4-BE49-F238E27FC236}">
                <a16:creationId xmlns:a16="http://schemas.microsoft.com/office/drawing/2014/main" id="{A768AC55-9169-CD12-DE1E-DD3AE6B6949A}"/>
              </a:ext>
            </a:extLst>
          </p:cNvPr>
          <p:cNvSpPr/>
          <p:nvPr userDrawn="1"/>
        </p:nvSpPr>
        <p:spPr>
          <a:xfrm>
            <a:off x="8590283" y="1810499"/>
            <a:ext cx="311167" cy="232315"/>
          </a:xfrm>
          <a:prstGeom prst="wedgeEllipseCallout">
            <a:avLst>
              <a:gd name="adj1" fmla="val -30467"/>
              <a:gd name="adj2" fmla="val 7565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7" name="Straight Connector 6">
            <a:extLst>
              <a:ext uri="{FF2B5EF4-FFF2-40B4-BE49-F238E27FC236}">
                <a16:creationId xmlns:a16="http://schemas.microsoft.com/office/drawing/2014/main" id="{47E362B2-CBA8-FC87-AB4B-C119CAAD3D12}"/>
              </a:ext>
            </a:extLst>
          </p:cNvPr>
          <p:cNvCxnSpPr>
            <a:cxnSpLocks/>
          </p:cNvCxnSpPr>
          <p:nvPr userDrawn="1"/>
        </p:nvCxnSpPr>
        <p:spPr>
          <a:xfrm>
            <a:off x="0" y="3429000"/>
            <a:ext cx="12192000" cy="0"/>
          </a:xfrm>
          <a:prstGeom prst="line">
            <a:avLst/>
          </a:prstGeom>
          <a:ln w="28575">
            <a:solidFill>
              <a:srgbClr val="4573C4"/>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36BFA09-C2E0-9EDD-C5AF-A084C1D2E62A}"/>
              </a:ext>
            </a:extLst>
          </p:cNvPr>
          <p:cNvCxnSpPr>
            <a:cxnSpLocks/>
          </p:cNvCxnSpPr>
          <p:nvPr userDrawn="1"/>
        </p:nvCxnSpPr>
        <p:spPr>
          <a:xfrm>
            <a:off x="6096000" y="1"/>
            <a:ext cx="0" cy="2200275"/>
          </a:xfrm>
          <a:prstGeom prst="line">
            <a:avLst/>
          </a:prstGeom>
          <a:ln w="28575">
            <a:solidFill>
              <a:srgbClr val="4573C4"/>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93CD5E5-7A63-84D8-216D-6206001D4352}"/>
              </a:ext>
            </a:extLst>
          </p:cNvPr>
          <p:cNvSpPr/>
          <p:nvPr userDrawn="1"/>
        </p:nvSpPr>
        <p:spPr>
          <a:xfrm>
            <a:off x="5295900" y="2647951"/>
            <a:ext cx="1600200" cy="1638300"/>
          </a:xfrm>
          <a:prstGeom prst="ellipse">
            <a:avLst/>
          </a:prstGeom>
          <a:solidFill>
            <a:schemeClr val="tx2">
              <a:lumMod val="10000"/>
              <a:lumOff val="90000"/>
            </a:schemeClr>
          </a:solidFill>
          <a:ln w="28575">
            <a:solidFill>
              <a:srgbClr val="4573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10" name="Picture 9">
            <a:extLst>
              <a:ext uri="{FF2B5EF4-FFF2-40B4-BE49-F238E27FC236}">
                <a16:creationId xmlns:a16="http://schemas.microsoft.com/office/drawing/2014/main" id="{60949BE8-1DF1-3976-E62D-C362A69DFA34}"/>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7916" b="91293" l="8707" r="90237">
                        <a14:foregroundMark x1="24274" y1="18734" x2="24274" y2="18734"/>
                        <a14:foregroundMark x1="47757" y1="8443" x2="47757" y2="8443"/>
                        <a14:foregroundMark x1="73615" y1="19789" x2="73615" y2="19789"/>
                        <a14:foregroundMark x1="90765" y1="48549" x2="90765" y2="48549"/>
                        <a14:foregroundMark x1="80475" y1="79420" x2="80475" y2="79420"/>
                        <a14:foregroundMark x1="53826" y1="91293" x2="53826" y2="91293"/>
                        <a14:foregroundMark x1="21900" y1="82058" x2="21900" y2="82058"/>
                        <a14:foregroundMark x1="8707" y1="47757" x2="8707" y2="47757"/>
                      </a14:backgroundRemoval>
                    </a14:imgEffect>
                  </a14:imgLayer>
                </a14:imgProps>
              </a:ext>
            </a:extLst>
          </a:blip>
          <a:stretch>
            <a:fillRect/>
          </a:stretch>
        </p:blipFill>
        <p:spPr>
          <a:xfrm>
            <a:off x="5372101" y="2724151"/>
            <a:ext cx="1504951" cy="1504951"/>
          </a:xfrm>
          <a:prstGeom prst="rect">
            <a:avLst/>
          </a:prstGeom>
        </p:spPr>
      </p:pic>
      <p:pic>
        <p:nvPicPr>
          <p:cNvPr id="11" name="Graphic 10">
            <a:extLst>
              <a:ext uri="{FF2B5EF4-FFF2-40B4-BE49-F238E27FC236}">
                <a16:creationId xmlns:a16="http://schemas.microsoft.com/office/drawing/2014/main" id="{D73ABCC3-9C74-F6C7-ACE2-3C6579FF9493}"/>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19802"/>
          <a:stretch/>
        </p:blipFill>
        <p:spPr>
          <a:xfrm>
            <a:off x="8622691" y="1179808"/>
            <a:ext cx="542923" cy="548741"/>
          </a:xfrm>
          <a:prstGeom prst="rect">
            <a:avLst/>
          </a:prstGeom>
        </p:spPr>
      </p:pic>
      <p:pic>
        <p:nvPicPr>
          <p:cNvPr id="12" name="Picture 11">
            <a:extLst>
              <a:ext uri="{FF2B5EF4-FFF2-40B4-BE49-F238E27FC236}">
                <a16:creationId xmlns:a16="http://schemas.microsoft.com/office/drawing/2014/main" id="{23CC88F8-4644-526F-4F11-DDCE2E4B680C}"/>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10000" b="90000" l="10000" r="90000">
                        <a14:foregroundMark x1="50473" y1="61836" x2="50473" y2="61836"/>
                      </a14:backgroundRemoval>
                    </a14:imgEffect>
                  </a14:imgLayer>
                </a14:imgProps>
              </a:ext>
            </a:extLst>
          </a:blip>
          <a:stretch>
            <a:fillRect/>
          </a:stretch>
        </p:blipFill>
        <p:spPr>
          <a:xfrm>
            <a:off x="9173096" y="1175643"/>
            <a:ext cx="757163" cy="494425"/>
          </a:xfrm>
          <a:prstGeom prst="rect">
            <a:avLst/>
          </a:prstGeom>
        </p:spPr>
      </p:pic>
      <p:pic>
        <p:nvPicPr>
          <p:cNvPr id="13" name="Picture 12">
            <a:extLst>
              <a:ext uri="{FF2B5EF4-FFF2-40B4-BE49-F238E27FC236}">
                <a16:creationId xmlns:a16="http://schemas.microsoft.com/office/drawing/2014/main" id="{FC14A703-D40F-6C9F-D411-31A1B97CEB01}"/>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9222" b="95101" l="9320" r="91940">
                        <a14:foregroundMark x1="22418" y1="13545" x2="22418" y2="13545"/>
                        <a14:foregroundMark x1="41814" y1="15562" x2="41814" y2="15562"/>
                        <a14:foregroundMark x1="66247" y1="13545" x2="66247" y2="13545"/>
                        <a14:foregroundMark x1="92443" y1="19597" x2="92443" y2="19597"/>
                        <a14:foregroundMark x1="12091" y1="37464" x2="12091" y2="37464"/>
                        <a14:foregroundMark x1="20907" y1="46686" x2="20907" y2="46686"/>
                        <a14:foregroundMark x1="23174" y1="55331" x2="23174" y2="55331"/>
                        <a14:foregroundMark x1="23678" y1="65130" x2="23678" y2="65130"/>
                        <a14:foregroundMark x1="24181" y1="74063" x2="24181" y2="74063"/>
                        <a14:foregroundMark x1="48866" y1="95101" x2="48866" y2="95101"/>
                        <a14:foregroundMark x1="9320" y1="58213" x2="9320" y2="58213"/>
                      </a14:backgroundRemoval>
                    </a14:imgEffect>
                  </a14:imgLayer>
                </a14:imgProps>
              </a:ext>
            </a:extLst>
          </a:blip>
          <a:stretch>
            <a:fillRect/>
          </a:stretch>
        </p:blipFill>
        <p:spPr>
          <a:xfrm>
            <a:off x="119063" y="116114"/>
            <a:ext cx="844555" cy="738188"/>
          </a:xfrm>
          <a:prstGeom prst="rect">
            <a:avLst/>
          </a:prstGeom>
        </p:spPr>
      </p:pic>
      <p:pic>
        <p:nvPicPr>
          <p:cNvPr id="14" name="Picture 13">
            <a:extLst>
              <a:ext uri="{FF2B5EF4-FFF2-40B4-BE49-F238E27FC236}">
                <a16:creationId xmlns:a16="http://schemas.microsoft.com/office/drawing/2014/main" id="{88C7B50D-C903-4859-1D5E-CE5CB6EF6744}"/>
              </a:ext>
            </a:extLst>
          </p:cNvPr>
          <p:cNvPicPr>
            <a:picLocks noChangeAspect="1"/>
          </p:cNvPicPr>
          <p:nvPr userDrawn="1"/>
        </p:nvPicPr>
        <p:blipFill>
          <a:blip r:embed="rId9">
            <a:extLst>
              <a:ext uri="{BEBA8EAE-BF5A-486C-A8C5-ECC9F3942E4B}">
                <a14:imgProps xmlns:a14="http://schemas.microsoft.com/office/drawing/2010/main">
                  <a14:imgLayer r:embed="rId10">
                    <a14:imgEffect>
                      <a14:backgroundRemoval t="9750" b="94250" l="6107" r="94148">
                        <a14:foregroundMark x1="9415" y1="9750" x2="9415" y2="9750"/>
                        <a14:foregroundMark x1="74300" y1="9750" x2="74300" y2="9750"/>
                        <a14:foregroundMark x1="94148" y1="25500" x2="94148" y2="25500"/>
                        <a14:foregroundMark x1="6361" y1="24750" x2="6361" y2="24750"/>
                        <a14:foregroundMark x1="54198" y1="94250" x2="54198" y2="94250"/>
                        <a14:foregroundMark x1="65140" y1="62500" x2="65140" y2="62500"/>
                        <a14:foregroundMark x1="48092" y1="52500" x2="48092" y2="52500"/>
                      </a14:backgroundRemoval>
                    </a14:imgEffect>
                  </a14:imgLayer>
                </a14:imgProps>
              </a:ext>
            </a:extLst>
          </a:blip>
          <a:stretch>
            <a:fillRect/>
          </a:stretch>
        </p:blipFill>
        <p:spPr>
          <a:xfrm>
            <a:off x="119063" y="3476626"/>
            <a:ext cx="636365" cy="647700"/>
          </a:xfrm>
          <a:prstGeom prst="rect">
            <a:avLst/>
          </a:prstGeom>
        </p:spPr>
      </p:pic>
      <p:sp>
        <p:nvSpPr>
          <p:cNvPr id="15" name="TextBox 14">
            <a:extLst>
              <a:ext uri="{FF2B5EF4-FFF2-40B4-BE49-F238E27FC236}">
                <a16:creationId xmlns:a16="http://schemas.microsoft.com/office/drawing/2014/main" id="{57B67A7D-BAF3-39CA-92C1-F05C8FF50C2D}"/>
              </a:ext>
            </a:extLst>
          </p:cNvPr>
          <p:cNvSpPr txBox="1"/>
          <p:nvPr userDrawn="1"/>
        </p:nvSpPr>
        <p:spPr>
          <a:xfrm rot="16200000">
            <a:off x="5278050" y="2222012"/>
            <a:ext cx="1673759" cy="2169993"/>
          </a:xfrm>
          <a:prstGeom prst="rect">
            <a:avLst/>
          </a:prstGeom>
          <a:noFill/>
        </p:spPr>
        <p:txBody>
          <a:bodyPr wrap="square" rtlCol="0">
            <a:prstTxWarp prst="textCircle">
              <a:avLst>
                <a:gd name="adj" fmla="val 11263557"/>
              </a:avLst>
            </a:prstTxWarp>
            <a:spAutoFit/>
          </a:bodyPr>
          <a:lstStyle/>
          <a:p>
            <a:pPr algn="ctr"/>
            <a:r>
              <a:rPr lang="en-GB" sz="2000" b="0" i="0">
                <a:latin typeface="Twinkl Cursive Looped" panose="02000000000000000000" pitchFamily="2" charset="77"/>
                <a:ea typeface="Sassoon Infant Rg" panose="02000503030000020003" pitchFamily="2" charset="0"/>
              </a:rPr>
              <a:t>Watering Hole</a:t>
            </a:r>
            <a:r>
              <a:rPr lang="en-GB" sz="2000" b="0" i="0">
                <a:solidFill>
                  <a:srgbClr val="0070C0"/>
                </a:solidFill>
                <a:latin typeface="Twinkl Cursive Looped" panose="02000000000000000000" pitchFamily="2" charset="77"/>
                <a:ea typeface="Sassoon Infant Rg" panose="02000503030000020003" pitchFamily="2" charset="0"/>
              </a:rPr>
              <a:t> </a:t>
            </a:r>
          </a:p>
        </p:txBody>
      </p:sp>
      <p:sp>
        <p:nvSpPr>
          <p:cNvPr id="16" name="Rectangle 15">
            <a:extLst>
              <a:ext uri="{FF2B5EF4-FFF2-40B4-BE49-F238E27FC236}">
                <a16:creationId xmlns:a16="http://schemas.microsoft.com/office/drawing/2014/main" id="{75BCDB15-A18F-761C-9D70-5D498C4B281B}"/>
              </a:ext>
            </a:extLst>
          </p:cNvPr>
          <p:cNvSpPr/>
          <p:nvPr userDrawn="1"/>
        </p:nvSpPr>
        <p:spPr>
          <a:xfrm rot="-180000">
            <a:off x="5010272" y="2703555"/>
            <a:ext cx="2190749" cy="1847848"/>
          </a:xfrm>
          <a:prstGeom prst="rect">
            <a:avLst/>
          </a:prstGeom>
          <a:noFill/>
        </p:spPr>
        <p:txBody>
          <a:bodyPr spcFirstLastPara="1" wrap="none" lIns="91440" tIns="45720" rIns="91440" bIns="45720" numCol="1">
            <a:prstTxWarp prst="textArchDown">
              <a:avLst>
                <a:gd name="adj" fmla="val 18174041"/>
              </a:avLst>
            </a:prstTxWarp>
            <a:spAutoFit/>
          </a:bodyPr>
          <a:lstStyle/>
          <a:p>
            <a:pPr algn="ctr"/>
            <a:r>
              <a:rPr lang="en-GB" sz="2000" b="0" i="0">
                <a:ln w="22225">
                  <a:noFill/>
                  <a:prstDash val="solid"/>
                </a:ln>
                <a:latin typeface="Twinkl Cursive Looped" panose="02000000000000000000" pitchFamily="2" charset="77"/>
                <a:ea typeface="Sassoon Infant Rg" panose="02000503030000020003" pitchFamily="2" charset="0"/>
              </a:rPr>
              <a:t>Accessing what we need</a:t>
            </a:r>
          </a:p>
        </p:txBody>
      </p:sp>
      <p:pic>
        <p:nvPicPr>
          <p:cNvPr id="17" name="Picture 16">
            <a:extLst>
              <a:ext uri="{FF2B5EF4-FFF2-40B4-BE49-F238E27FC236}">
                <a16:creationId xmlns:a16="http://schemas.microsoft.com/office/drawing/2014/main" id="{A9EEF32E-84FC-9DD2-1645-162B4C9FAB54}"/>
              </a:ext>
            </a:extLst>
          </p:cNvPr>
          <p:cNvPicPr>
            <a:picLocks noChangeAspect="1"/>
          </p:cNvPicPr>
          <p:nvPr userDrawn="1"/>
        </p:nvPicPr>
        <p:blipFill>
          <a:blip r:embed="rId11">
            <a:extLst>
              <a:ext uri="{BEBA8EAE-BF5A-486C-A8C5-ECC9F3942E4B}">
                <a14:imgProps xmlns:a14="http://schemas.microsoft.com/office/drawing/2010/main">
                  <a14:imgLayer r:embed="rId12">
                    <a14:imgEffect>
                      <a14:backgroundRemoval t="9938" b="92857" l="9898" r="89761">
                        <a14:foregroundMark x1="55631" y1="27019" x2="55631" y2="27019"/>
                        <a14:foregroundMark x1="54608" y1="92857" x2="54608" y2="92857"/>
                      </a14:backgroundRemoval>
                    </a14:imgEffect>
                  </a14:imgLayer>
                </a14:imgProps>
              </a:ext>
            </a:extLst>
          </a:blip>
          <a:stretch>
            <a:fillRect/>
          </a:stretch>
        </p:blipFill>
        <p:spPr>
          <a:xfrm>
            <a:off x="10915132" y="3622675"/>
            <a:ext cx="650036" cy="714375"/>
          </a:xfrm>
          <a:prstGeom prst="rect">
            <a:avLst/>
          </a:prstGeom>
        </p:spPr>
      </p:pic>
      <p:sp>
        <p:nvSpPr>
          <p:cNvPr id="18" name="Rectangle 17">
            <a:extLst>
              <a:ext uri="{FF2B5EF4-FFF2-40B4-BE49-F238E27FC236}">
                <a16:creationId xmlns:a16="http://schemas.microsoft.com/office/drawing/2014/main" id="{9158E33F-3765-E12D-EC90-52B96C993A54}"/>
              </a:ext>
            </a:extLst>
          </p:cNvPr>
          <p:cNvSpPr/>
          <p:nvPr userDrawn="1"/>
        </p:nvSpPr>
        <p:spPr>
          <a:xfrm>
            <a:off x="10407364" y="3602076"/>
            <a:ext cx="1665573" cy="3133725"/>
          </a:xfrm>
          <a:prstGeom prst="rect">
            <a:avLst/>
          </a:prstGeom>
          <a:noFill/>
          <a:ln>
            <a:solidFill>
              <a:srgbClr val="4573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19" name="Straight Connector 18">
            <a:extLst>
              <a:ext uri="{FF2B5EF4-FFF2-40B4-BE49-F238E27FC236}">
                <a16:creationId xmlns:a16="http://schemas.microsoft.com/office/drawing/2014/main" id="{B99A02AE-5FFD-29AD-EBE7-4C38018D5AAF}"/>
              </a:ext>
            </a:extLst>
          </p:cNvPr>
          <p:cNvCxnSpPr>
            <a:cxnSpLocks/>
          </p:cNvCxnSpPr>
          <p:nvPr userDrawn="1"/>
        </p:nvCxnSpPr>
        <p:spPr>
          <a:xfrm>
            <a:off x="9163051" y="59357"/>
            <a:ext cx="0" cy="3369644"/>
          </a:xfrm>
          <a:prstGeom prst="line">
            <a:avLst/>
          </a:prstGeom>
          <a:ln w="28575">
            <a:solidFill>
              <a:srgbClr val="4573C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361B532-AB76-3FDE-0903-59141D8EB5E2}"/>
              </a:ext>
            </a:extLst>
          </p:cNvPr>
          <p:cNvCxnSpPr>
            <a:cxnSpLocks/>
          </p:cNvCxnSpPr>
          <p:nvPr userDrawn="1"/>
        </p:nvCxnSpPr>
        <p:spPr>
          <a:xfrm>
            <a:off x="6095999" y="1728548"/>
            <a:ext cx="6067427" cy="0"/>
          </a:xfrm>
          <a:prstGeom prst="line">
            <a:avLst/>
          </a:prstGeom>
          <a:ln w="28575">
            <a:solidFill>
              <a:srgbClr val="4573C4"/>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28D7E95B-E86B-132A-8921-6D1CDF0723BD}"/>
              </a:ext>
            </a:extLst>
          </p:cNvPr>
          <p:cNvPicPr>
            <a:picLocks noChangeAspect="1"/>
          </p:cNvPicPr>
          <p:nvPr userDrawn="1"/>
        </p:nvPicPr>
        <p:blipFill>
          <a:blip r:embed="rId13">
            <a:extLst>
              <a:ext uri="{BEBA8EAE-BF5A-486C-A8C5-ECC9F3942E4B}">
                <a14:imgProps xmlns:a14="http://schemas.microsoft.com/office/drawing/2010/main">
                  <a14:imgLayer r:embed="rId14">
                    <a14:imgEffect>
                      <a14:backgroundRemoval t="8084" b="92515" l="10000" r="90000">
                        <a14:foregroundMark x1="43429" y1="92814" x2="43429" y2="92814"/>
                        <a14:foregroundMark x1="55714" y1="34731" x2="55714" y2="34731"/>
                        <a14:foregroundMark x1="74571" y1="8084" x2="74571" y2="8084"/>
                      </a14:backgroundRemoval>
                    </a14:imgEffect>
                  </a14:imgLayer>
                </a14:imgProps>
              </a:ext>
            </a:extLst>
          </a:blip>
          <a:stretch>
            <a:fillRect/>
          </a:stretch>
        </p:blipFill>
        <p:spPr>
          <a:xfrm>
            <a:off x="9255321" y="1772679"/>
            <a:ext cx="502428" cy="479460"/>
          </a:xfrm>
          <a:prstGeom prst="rect">
            <a:avLst/>
          </a:prstGeom>
        </p:spPr>
      </p:pic>
      <p:sp>
        <p:nvSpPr>
          <p:cNvPr id="25" name="TextBox 24">
            <a:extLst>
              <a:ext uri="{FF2B5EF4-FFF2-40B4-BE49-F238E27FC236}">
                <a16:creationId xmlns:a16="http://schemas.microsoft.com/office/drawing/2014/main" id="{45A5C7A1-569F-D384-461E-747E1FC18D84}"/>
              </a:ext>
            </a:extLst>
          </p:cNvPr>
          <p:cNvSpPr txBox="1"/>
          <p:nvPr userDrawn="1"/>
        </p:nvSpPr>
        <p:spPr>
          <a:xfrm>
            <a:off x="9711276" y="1699665"/>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Carry on - Finish Learning</a:t>
            </a:r>
          </a:p>
        </p:txBody>
      </p:sp>
      <p:sp>
        <p:nvSpPr>
          <p:cNvPr id="26" name="TextBox 25">
            <a:extLst>
              <a:ext uri="{FF2B5EF4-FFF2-40B4-BE49-F238E27FC236}">
                <a16:creationId xmlns:a16="http://schemas.microsoft.com/office/drawing/2014/main" id="{FAA6BB55-886C-6BD6-A9CE-0ED258255B7D}"/>
              </a:ext>
            </a:extLst>
          </p:cNvPr>
          <p:cNvSpPr txBox="1"/>
          <p:nvPr userDrawn="1"/>
        </p:nvSpPr>
        <p:spPr>
          <a:xfrm>
            <a:off x="806119" y="3666061"/>
            <a:ext cx="3153672"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rPr>
              <a:t>Deepening my learning</a:t>
            </a:r>
          </a:p>
        </p:txBody>
      </p:sp>
      <p:sp>
        <p:nvSpPr>
          <p:cNvPr id="27" name="TextBox 26">
            <a:extLst>
              <a:ext uri="{FF2B5EF4-FFF2-40B4-BE49-F238E27FC236}">
                <a16:creationId xmlns:a16="http://schemas.microsoft.com/office/drawing/2014/main" id="{A38C8C69-A916-A517-279F-F93D4A85E3A5}"/>
              </a:ext>
            </a:extLst>
          </p:cNvPr>
          <p:cNvSpPr txBox="1"/>
          <p:nvPr userDrawn="1"/>
        </p:nvSpPr>
        <p:spPr>
          <a:xfrm>
            <a:off x="6730946" y="1845508"/>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Shared Learning Conversation</a:t>
            </a:r>
          </a:p>
        </p:txBody>
      </p:sp>
      <p:sp>
        <p:nvSpPr>
          <p:cNvPr id="28" name="TextBox 27">
            <a:extLst>
              <a:ext uri="{FF2B5EF4-FFF2-40B4-BE49-F238E27FC236}">
                <a16:creationId xmlns:a16="http://schemas.microsoft.com/office/drawing/2014/main" id="{77CEF66E-0B89-5C3E-A3EA-57F92E7F333F}"/>
              </a:ext>
            </a:extLst>
          </p:cNvPr>
          <p:cNvSpPr txBox="1"/>
          <p:nvPr userDrawn="1"/>
        </p:nvSpPr>
        <p:spPr>
          <a:xfrm>
            <a:off x="9938135" y="1319940"/>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Small Group with an adult</a:t>
            </a:r>
          </a:p>
        </p:txBody>
      </p:sp>
      <p:sp>
        <p:nvSpPr>
          <p:cNvPr id="29" name="TextBox 28">
            <a:extLst>
              <a:ext uri="{FF2B5EF4-FFF2-40B4-BE49-F238E27FC236}">
                <a16:creationId xmlns:a16="http://schemas.microsoft.com/office/drawing/2014/main" id="{513D8E9C-7FC1-8540-96AE-F9A174C627BC}"/>
              </a:ext>
            </a:extLst>
          </p:cNvPr>
          <p:cNvSpPr txBox="1"/>
          <p:nvPr userDrawn="1"/>
        </p:nvSpPr>
        <p:spPr>
          <a:xfrm>
            <a:off x="7103762" y="1334292"/>
            <a:ext cx="196073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Showcase Lead Learners</a:t>
            </a:r>
          </a:p>
        </p:txBody>
      </p:sp>
      <p:sp>
        <p:nvSpPr>
          <p:cNvPr id="30" name="TextBox 29">
            <a:extLst>
              <a:ext uri="{FF2B5EF4-FFF2-40B4-BE49-F238E27FC236}">
                <a16:creationId xmlns:a16="http://schemas.microsoft.com/office/drawing/2014/main" id="{0F3E8A13-704A-B295-4296-21A195989C8A}"/>
              </a:ext>
            </a:extLst>
          </p:cNvPr>
          <p:cNvSpPr txBox="1"/>
          <p:nvPr userDrawn="1"/>
        </p:nvSpPr>
        <p:spPr>
          <a:xfrm>
            <a:off x="978825" y="379381"/>
            <a:ext cx="1960735"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cs typeface="Calibri"/>
              </a:rPr>
              <a:t>Whole Class Feedback</a:t>
            </a:r>
          </a:p>
        </p:txBody>
      </p:sp>
      <p:sp>
        <p:nvSpPr>
          <p:cNvPr id="33" name="Oval Callout 32">
            <a:extLst>
              <a:ext uri="{FF2B5EF4-FFF2-40B4-BE49-F238E27FC236}">
                <a16:creationId xmlns:a16="http://schemas.microsoft.com/office/drawing/2014/main" id="{20E8220B-AFF3-E0A1-CAEF-B430A1C7AFF6}"/>
              </a:ext>
            </a:extLst>
          </p:cNvPr>
          <p:cNvSpPr/>
          <p:nvPr userDrawn="1"/>
        </p:nvSpPr>
        <p:spPr>
          <a:xfrm>
            <a:off x="8755466" y="1857693"/>
            <a:ext cx="311167" cy="232315"/>
          </a:xfrm>
          <a:prstGeom prst="wedgeEllipseCallout">
            <a:avLst>
              <a:gd name="adj1" fmla="val 33993"/>
              <a:gd name="adj2" fmla="val 78193"/>
            </a:avLst>
          </a:prstGeom>
          <a:solidFill>
            <a:schemeClr val="tx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4" name="TextBox 33">
            <a:extLst>
              <a:ext uri="{FF2B5EF4-FFF2-40B4-BE49-F238E27FC236}">
                <a16:creationId xmlns:a16="http://schemas.microsoft.com/office/drawing/2014/main" id="{197C78DA-D2CC-5E55-EC3C-74E0FBD6C5E0}"/>
              </a:ext>
            </a:extLst>
          </p:cNvPr>
          <p:cNvSpPr txBox="1"/>
          <p:nvPr userDrawn="1"/>
        </p:nvSpPr>
        <p:spPr>
          <a:xfrm>
            <a:off x="8708288" y="1869253"/>
            <a:ext cx="352982" cy="215444"/>
          </a:xfrm>
          <a:prstGeom prst="rect">
            <a:avLst/>
          </a:prstGeom>
          <a:noFill/>
        </p:spPr>
        <p:txBody>
          <a:bodyPr wrap="none" rtlCol="0">
            <a:spAutoFit/>
          </a:bodyPr>
          <a:lstStyle/>
          <a:p>
            <a:r>
              <a:rPr lang="en-GB" sz="800" b="0" i="0">
                <a:latin typeface="Twinkl Cursive Looped" panose="02000000000000000000" pitchFamily="2" charset="77"/>
              </a:rPr>
              <a:t>SLC</a:t>
            </a:r>
          </a:p>
        </p:txBody>
      </p:sp>
      <p:sp>
        <p:nvSpPr>
          <p:cNvPr id="41" name="Text Placeholder 40">
            <a:extLst>
              <a:ext uri="{FF2B5EF4-FFF2-40B4-BE49-F238E27FC236}">
                <a16:creationId xmlns:a16="http://schemas.microsoft.com/office/drawing/2014/main" id="{122B806B-421A-D3A0-5273-FB8FEB6F9447}"/>
              </a:ext>
            </a:extLst>
          </p:cNvPr>
          <p:cNvSpPr>
            <a:spLocks noGrp="1"/>
          </p:cNvSpPr>
          <p:nvPr>
            <p:ph type="body" sz="quarter" idx="10" hasCustomPrompt="1"/>
          </p:nvPr>
        </p:nvSpPr>
        <p:spPr>
          <a:xfrm>
            <a:off x="152400" y="903288"/>
            <a:ext cx="4613275" cy="2311400"/>
          </a:xfrm>
        </p:spPr>
        <p:txBody>
          <a:bodyPr/>
          <a:lstStyle>
            <a:lvl5pPr>
              <a:defRPr b="0" i="0">
                <a:latin typeface="Twinkl Cursive Looped" panose="02000000000000000000" pitchFamily="2" charset="77"/>
              </a:defRPr>
            </a:lvl5pPr>
          </a:lstStyle>
          <a:p>
            <a:pPr lvl="4"/>
            <a:r>
              <a:rPr lang="en-GB"/>
              <a:t>Fifth level</a:t>
            </a:r>
            <a:endParaRPr lang="en-US"/>
          </a:p>
        </p:txBody>
      </p:sp>
      <p:sp>
        <p:nvSpPr>
          <p:cNvPr id="44" name="Text Placeholder 40">
            <a:extLst>
              <a:ext uri="{FF2B5EF4-FFF2-40B4-BE49-F238E27FC236}">
                <a16:creationId xmlns:a16="http://schemas.microsoft.com/office/drawing/2014/main" id="{BFBC48A2-3497-BC71-A0AB-B94D10D2F083}"/>
              </a:ext>
            </a:extLst>
          </p:cNvPr>
          <p:cNvSpPr>
            <a:spLocks noGrp="1"/>
          </p:cNvSpPr>
          <p:nvPr>
            <p:ph type="body" sz="quarter" idx="11"/>
          </p:nvPr>
        </p:nvSpPr>
        <p:spPr>
          <a:xfrm>
            <a:off x="6151419"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5" name="Text Placeholder 40">
            <a:extLst>
              <a:ext uri="{FF2B5EF4-FFF2-40B4-BE49-F238E27FC236}">
                <a16:creationId xmlns:a16="http://schemas.microsoft.com/office/drawing/2014/main" id="{E26FE762-C006-FAD3-9DB2-248E159C97B9}"/>
              </a:ext>
            </a:extLst>
          </p:cNvPr>
          <p:cNvSpPr>
            <a:spLocks noGrp="1"/>
          </p:cNvSpPr>
          <p:nvPr>
            <p:ph type="body" sz="quarter" idx="12"/>
          </p:nvPr>
        </p:nvSpPr>
        <p:spPr>
          <a:xfrm>
            <a:off x="9213273"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0">
            <a:extLst>
              <a:ext uri="{FF2B5EF4-FFF2-40B4-BE49-F238E27FC236}">
                <a16:creationId xmlns:a16="http://schemas.microsoft.com/office/drawing/2014/main" id="{EDBB5471-5DC0-3FC7-F0CE-0C2627A79269}"/>
              </a:ext>
            </a:extLst>
          </p:cNvPr>
          <p:cNvSpPr>
            <a:spLocks noGrp="1"/>
          </p:cNvSpPr>
          <p:nvPr>
            <p:ph type="body" sz="quarter" idx="13"/>
          </p:nvPr>
        </p:nvSpPr>
        <p:spPr>
          <a:xfrm>
            <a:off x="290946" y="4242234"/>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7" name="Text Placeholder 40">
            <a:extLst>
              <a:ext uri="{FF2B5EF4-FFF2-40B4-BE49-F238E27FC236}">
                <a16:creationId xmlns:a16="http://schemas.microsoft.com/office/drawing/2014/main" id="{DCF35568-A367-82E2-075A-2A811FF092EB}"/>
              </a:ext>
            </a:extLst>
          </p:cNvPr>
          <p:cNvSpPr>
            <a:spLocks noGrp="1"/>
          </p:cNvSpPr>
          <p:nvPr>
            <p:ph type="body" sz="quarter" idx="14"/>
          </p:nvPr>
        </p:nvSpPr>
        <p:spPr>
          <a:xfrm>
            <a:off x="6844146" y="2274889"/>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40">
            <a:extLst>
              <a:ext uri="{FF2B5EF4-FFF2-40B4-BE49-F238E27FC236}">
                <a16:creationId xmlns:a16="http://schemas.microsoft.com/office/drawing/2014/main" id="{C54F4DB2-38F8-1403-AF81-52DB71B06607}"/>
              </a:ext>
            </a:extLst>
          </p:cNvPr>
          <p:cNvSpPr>
            <a:spLocks noGrp="1"/>
          </p:cNvSpPr>
          <p:nvPr>
            <p:ph type="body" sz="quarter" idx="15"/>
          </p:nvPr>
        </p:nvSpPr>
        <p:spPr>
          <a:xfrm>
            <a:off x="9268691" y="2344162"/>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9" name="Text Placeholder 40">
            <a:extLst>
              <a:ext uri="{FF2B5EF4-FFF2-40B4-BE49-F238E27FC236}">
                <a16:creationId xmlns:a16="http://schemas.microsoft.com/office/drawing/2014/main" id="{F8A6C5BB-E7AE-DEA7-2BBB-960BAD1DE802}"/>
              </a:ext>
            </a:extLst>
          </p:cNvPr>
          <p:cNvSpPr>
            <a:spLocks noGrp="1"/>
          </p:cNvSpPr>
          <p:nvPr>
            <p:ph type="body" sz="quarter" idx="16"/>
          </p:nvPr>
        </p:nvSpPr>
        <p:spPr>
          <a:xfrm>
            <a:off x="10407364" y="4353071"/>
            <a:ext cx="1665573"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236962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ur Key Question is">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B79B11F8-C457-8B5A-7DB2-A0B3822642CF}"/>
              </a:ext>
            </a:extLst>
          </p:cNvPr>
          <p:cNvSpPr/>
          <p:nvPr userDrawn="1"/>
        </p:nvSpPr>
        <p:spPr>
          <a:xfrm>
            <a:off x="1665866" y="215038"/>
            <a:ext cx="8504851" cy="2763090"/>
          </a:xfrm>
          <a:prstGeom prst="cloud">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8" name="Picture 7" descr="A picture containing room&#10;&#10;Description automatically generated">
            <a:extLst>
              <a:ext uri="{FF2B5EF4-FFF2-40B4-BE49-F238E27FC236}">
                <a16:creationId xmlns:a16="http://schemas.microsoft.com/office/drawing/2014/main" id="{DC7A9518-C555-4E09-54D1-0E22EFD76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59900" y="3256317"/>
            <a:ext cx="1179274" cy="1711658"/>
          </a:xfrm>
          <a:prstGeom prst="rect">
            <a:avLst/>
          </a:prstGeom>
        </p:spPr>
      </p:pic>
      <p:grpSp>
        <p:nvGrpSpPr>
          <p:cNvPr id="9" name="Group 8">
            <a:extLst>
              <a:ext uri="{FF2B5EF4-FFF2-40B4-BE49-F238E27FC236}">
                <a16:creationId xmlns:a16="http://schemas.microsoft.com/office/drawing/2014/main" id="{25DAF98D-1546-11DC-FCBC-99F15C737598}"/>
              </a:ext>
            </a:extLst>
          </p:cNvPr>
          <p:cNvGrpSpPr/>
          <p:nvPr userDrawn="1"/>
        </p:nvGrpSpPr>
        <p:grpSpPr>
          <a:xfrm>
            <a:off x="10357333" y="154065"/>
            <a:ext cx="1648051" cy="1648051"/>
            <a:chOff x="8847786" y="141950"/>
            <a:chExt cx="1362870" cy="1362870"/>
          </a:xfrm>
        </p:grpSpPr>
        <p:pic>
          <p:nvPicPr>
            <p:cNvPr id="10" name="Picture 9">
              <a:extLst>
                <a:ext uri="{FF2B5EF4-FFF2-40B4-BE49-F238E27FC236}">
                  <a16:creationId xmlns:a16="http://schemas.microsoft.com/office/drawing/2014/main" id="{F48D769F-92AA-C62C-CEBF-72ACEE790429}"/>
                </a:ext>
              </a:extLst>
            </p:cNvPr>
            <p:cNvPicPr>
              <a:picLocks noChangeAspect="1"/>
            </p:cNvPicPr>
            <p:nvPr/>
          </p:nvPicPr>
          <p:blipFill>
            <a:blip r:embed="rId3"/>
            <a:stretch>
              <a:fillRect/>
            </a:stretch>
          </p:blipFill>
          <p:spPr>
            <a:xfrm>
              <a:off x="8847786" y="828637"/>
              <a:ext cx="676183" cy="676183"/>
            </a:xfrm>
            <a:prstGeom prst="rect">
              <a:avLst/>
            </a:prstGeom>
          </p:spPr>
        </p:pic>
        <p:pic>
          <p:nvPicPr>
            <p:cNvPr id="11" name="Picture 10">
              <a:extLst>
                <a:ext uri="{FF2B5EF4-FFF2-40B4-BE49-F238E27FC236}">
                  <a16:creationId xmlns:a16="http://schemas.microsoft.com/office/drawing/2014/main" id="{51A96F2E-8EE9-43D4-0408-90BA761340C6}"/>
                </a:ext>
              </a:extLst>
            </p:cNvPr>
            <p:cNvPicPr>
              <a:picLocks noChangeAspect="1"/>
            </p:cNvPicPr>
            <p:nvPr/>
          </p:nvPicPr>
          <p:blipFill>
            <a:blip r:embed="rId4"/>
            <a:stretch>
              <a:fillRect/>
            </a:stretch>
          </p:blipFill>
          <p:spPr>
            <a:xfrm>
              <a:off x="9534473" y="828637"/>
              <a:ext cx="676183" cy="676183"/>
            </a:xfrm>
            <a:prstGeom prst="rect">
              <a:avLst/>
            </a:prstGeom>
          </p:spPr>
        </p:pic>
        <p:pic>
          <p:nvPicPr>
            <p:cNvPr id="12" name="Picture 11">
              <a:extLst>
                <a:ext uri="{FF2B5EF4-FFF2-40B4-BE49-F238E27FC236}">
                  <a16:creationId xmlns:a16="http://schemas.microsoft.com/office/drawing/2014/main" id="{A5AF5C3E-FFA9-5539-5462-C4FDA60381BA}"/>
                </a:ext>
              </a:extLst>
            </p:cNvPr>
            <p:cNvPicPr>
              <a:picLocks noChangeAspect="1"/>
            </p:cNvPicPr>
            <p:nvPr/>
          </p:nvPicPr>
          <p:blipFill>
            <a:blip r:embed="rId5"/>
            <a:stretch>
              <a:fillRect/>
            </a:stretch>
          </p:blipFill>
          <p:spPr>
            <a:xfrm>
              <a:off x="9534472" y="141950"/>
              <a:ext cx="676183" cy="676183"/>
            </a:xfrm>
            <a:prstGeom prst="rect">
              <a:avLst/>
            </a:prstGeom>
          </p:spPr>
        </p:pic>
        <p:pic>
          <p:nvPicPr>
            <p:cNvPr id="13" name="Picture 12">
              <a:extLst>
                <a:ext uri="{FF2B5EF4-FFF2-40B4-BE49-F238E27FC236}">
                  <a16:creationId xmlns:a16="http://schemas.microsoft.com/office/drawing/2014/main" id="{A71642E4-75DE-1766-9E03-1FB909AE28FD}"/>
                </a:ext>
              </a:extLst>
            </p:cNvPr>
            <p:cNvPicPr>
              <a:picLocks noChangeAspect="1"/>
            </p:cNvPicPr>
            <p:nvPr/>
          </p:nvPicPr>
          <p:blipFill>
            <a:blip r:embed="rId6"/>
            <a:stretch>
              <a:fillRect/>
            </a:stretch>
          </p:blipFill>
          <p:spPr>
            <a:xfrm>
              <a:off x="8847786" y="141950"/>
              <a:ext cx="676183" cy="676183"/>
            </a:xfrm>
            <a:prstGeom prst="rect">
              <a:avLst/>
            </a:prstGeom>
          </p:spPr>
        </p:pic>
      </p:grpSp>
      <p:sp>
        <p:nvSpPr>
          <p:cNvPr id="16" name="TextBox 15">
            <a:extLst>
              <a:ext uri="{FF2B5EF4-FFF2-40B4-BE49-F238E27FC236}">
                <a16:creationId xmlns:a16="http://schemas.microsoft.com/office/drawing/2014/main" id="{B51F51B4-AEEF-DCBE-D5E3-959BD4FE0BF1}"/>
              </a:ext>
            </a:extLst>
          </p:cNvPr>
          <p:cNvSpPr txBox="1"/>
          <p:nvPr userDrawn="1"/>
        </p:nvSpPr>
        <p:spPr>
          <a:xfrm>
            <a:off x="10344525" y="1771029"/>
            <a:ext cx="1686365" cy="242374"/>
          </a:xfrm>
          <a:prstGeom prst="rect">
            <a:avLst/>
          </a:prstGeom>
          <a:noFill/>
        </p:spPr>
        <p:txBody>
          <a:bodyPr wrap="square" rtlCol="0">
            <a:spAutoFit/>
          </a:bodyPr>
          <a:lstStyle/>
          <a:p>
            <a:pPr algn="ctr"/>
            <a:r>
              <a:rPr lang="en-GB" sz="975" b="0" i="0">
                <a:latin typeface="Twinkl Cursive Looped" panose="02000000000000000000" pitchFamily="2" charset="77"/>
                <a:ea typeface="Sassoon Infant Rg" panose="02000503030000020003" pitchFamily="2" charset="0"/>
              </a:rPr>
              <a:t>21st Century Learning Skills</a:t>
            </a:r>
          </a:p>
        </p:txBody>
      </p:sp>
      <p:pic>
        <p:nvPicPr>
          <p:cNvPr id="17" name="Picture 16">
            <a:extLst>
              <a:ext uri="{FF2B5EF4-FFF2-40B4-BE49-F238E27FC236}">
                <a16:creationId xmlns:a16="http://schemas.microsoft.com/office/drawing/2014/main" id="{8F3F2A77-4134-EC11-46EB-A7AA627FC014}"/>
              </a:ext>
            </a:extLst>
          </p:cNvPr>
          <p:cNvPicPr>
            <a:picLocks noChangeAspect="1"/>
          </p:cNvPicPr>
          <p:nvPr userDrawn="1"/>
        </p:nvPicPr>
        <p:blipFill rotWithShape="1">
          <a:blip r:embed="rId7">
            <a:extLst>
              <a:ext uri="{BEBA8EAE-BF5A-486C-A8C5-ECC9F3942E4B}">
                <a14:imgProps xmlns:a14="http://schemas.microsoft.com/office/drawing/2010/main">
                  <a14:imgLayer r:embed="rId8">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flipH="1">
            <a:off x="7468236" y="2737060"/>
            <a:ext cx="1750251" cy="2146686"/>
          </a:xfrm>
          <a:prstGeom prst="rect">
            <a:avLst/>
          </a:prstGeom>
        </p:spPr>
      </p:pic>
      <p:pic>
        <p:nvPicPr>
          <p:cNvPr id="18" name="Picture 17">
            <a:extLst>
              <a:ext uri="{FF2B5EF4-FFF2-40B4-BE49-F238E27FC236}">
                <a16:creationId xmlns:a16="http://schemas.microsoft.com/office/drawing/2014/main" id="{99CC78E3-5490-F69B-6984-2E5236E755BD}"/>
              </a:ext>
            </a:extLst>
          </p:cNvPr>
          <p:cNvPicPr>
            <a:picLocks noChangeAspect="1"/>
          </p:cNvPicPr>
          <p:nvPr userDrawn="1"/>
        </p:nvPicPr>
        <p:blipFill rotWithShape="1">
          <a:blip r:embed="rId9">
            <a:extLst>
              <a:ext uri="{BEBA8EAE-BF5A-486C-A8C5-ECC9F3942E4B}">
                <a14:imgProps xmlns:a14="http://schemas.microsoft.com/office/drawing/2010/main">
                  <a14:imgLayer r:embed="rId8">
                    <a14:imgEffect>
                      <a14:backgroundRemoval t="61793" b="81925" l="64809" r="78176">
                        <a14:foregroundMark x1="75238" y1="61799" x2="75238" y2="61799"/>
                      </a14:backgroundRemoval>
                    </a14:imgEffect>
                  </a14:imgLayer>
                </a14:imgProps>
              </a:ext>
            </a:extLst>
          </a:blip>
          <a:srcRect l="63138" t="59276" r="20153" b="15559"/>
          <a:stretch/>
        </p:blipFill>
        <p:spPr>
          <a:xfrm flipH="1">
            <a:off x="3116064" y="2716803"/>
            <a:ext cx="1679750" cy="2398601"/>
          </a:xfrm>
          <a:prstGeom prst="rect">
            <a:avLst/>
          </a:prstGeom>
        </p:spPr>
      </p:pic>
      <p:pic>
        <p:nvPicPr>
          <p:cNvPr id="19" name="Picture 18">
            <a:extLst>
              <a:ext uri="{FF2B5EF4-FFF2-40B4-BE49-F238E27FC236}">
                <a16:creationId xmlns:a16="http://schemas.microsoft.com/office/drawing/2014/main" id="{A70DB80A-87E5-2F1D-E192-CBC17CA7F487}"/>
              </a:ext>
            </a:extLst>
          </p:cNvPr>
          <p:cNvPicPr>
            <a:picLocks noChangeAspect="1"/>
          </p:cNvPicPr>
          <p:nvPr userDrawn="1"/>
        </p:nvPicPr>
        <p:blipFill rotWithShape="1">
          <a:blip r:embed="rId10">
            <a:extLst>
              <a:ext uri="{BEBA8EAE-BF5A-486C-A8C5-ECC9F3942E4B}">
                <a14:imgProps xmlns:a14="http://schemas.microsoft.com/office/drawing/2010/main">
                  <a14:imgLayer r:embed="rId8">
                    <a14:imgEffect>
                      <a14:backgroundRemoval t="61793" b="81925" l="43765" r="56864"/>
                    </a14:imgEffect>
                  </a14:imgLayer>
                </a14:imgProps>
              </a:ext>
            </a:extLst>
          </a:blip>
          <a:srcRect l="42128" t="59276" r="41499" b="15559"/>
          <a:stretch/>
        </p:blipFill>
        <p:spPr>
          <a:xfrm>
            <a:off x="4680150" y="2888780"/>
            <a:ext cx="1645920" cy="2398601"/>
          </a:xfrm>
          <a:prstGeom prst="rect">
            <a:avLst/>
          </a:prstGeom>
        </p:spPr>
      </p:pic>
      <p:grpSp>
        <p:nvGrpSpPr>
          <p:cNvPr id="20" name="Group 19">
            <a:extLst>
              <a:ext uri="{FF2B5EF4-FFF2-40B4-BE49-F238E27FC236}">
                <a16:creationId xmlns:a16="http://schemas.microsoft.com/office/drawing/2014/main" id="{319857BE-DDFC-D079-6FAD-C084CE926065}"/>
              </a:ext>
            </a:extLst>
          </p:cNvPr>
          <p:cNvGrpSpPr/>
          <p:nvPr userDrawn="1"/>
        </p:nvGrpSpPr>
        <p:grpSpPr>
          <a:xfrm>
            <a:off x="2765609" y="701604"/>
            <a:ext cx="4476397" cy="1473969"/>
            <a:chOff x="1400000" y="126068"/>
            <a:chExt cx="4476397" cy="1473969"/>
          </a:xfrm>
        </p:grpSpPr>
        <p:pic>
          <p:nvPicPr>
            <p:cNvPr id="21" name="Picture 17">
              <a:extLst>
                <a:ext uri="{FF2B5EF4-FFF2-40B4-BE49-F238E27FC236}">
                  <a16:creationId xmlns:a16="http://schemas.microsoft.com/office/drawing/2014/main" id="{8E2B66C8-56E7-D5AC-A43F-D8A64E7DBC7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00000" y="126068"/>
              <a:ext cx="1679750" cy="147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1D9AC7F5-F0E5-1321-D781-89CEA212523E}"/>
                </a:ext>
              </a:extLst>
            </p:cNvPr>
            <p:cNvSpPr txBox="1"/>
            <p:nvPr userDrawn="1"/>
          </p:nvSpPr>
          <p:spPr>
            <a:xfrm>
              <a:off x="2072150" y="171993"/>
              <a:ext cx="3804247" cy="592470"/>
            </a:xfrm>
            <a:prstGeom prst="rect">
              <a:avLst/>
            </a:prstGeom>
            <a:noFill/>
          </p:spPr>
          <p:txBody>
            <a:bodyPr wrap="none" rtlCol="0">
              <a:spAutoFit/>
            </a:bodyPr>
            <a:lstStyle/>
            <a:p>
              <a:r>
                <a:rPr lang="en-GB" sz="3250" b="0" i="0" u="sng">
                  <a:latin typeface="Twinkl Cursive Looped" panose="02000000000000000000" pitchFamily="2" charset="77"/>
                </a:rPr>
                <a:t>Our Key Question is</a:t>
              </a:r>
            </a:p>
          </p:txBody>
        </p:sp>
      </p:grpSp>
      <p:sp>
        <p:nvSpPr>
          <p:cNvPr id="31" name="Text Placeholder 17">
            <a:extLst>
              <a:ext uri="{FF2B5EF4-FFF2-40B4-BE49-F238E27FC236}">
                <a16:creationId xmlns:a16="http://schemas.microsoft.com/office/drawing/2014/main" id="{60FAA345-2F4A-20B9-CC7E-40D118610466}"/>
              </a:ext>
            </a:extLst>
          </p:cNvPr>
          <p:cNvSpPr>
            <a:spLocks noGrp="1"/>
          </p:cNvSpPr>
          <p:nvPr>
            <p:ph type="body" sz="quarter" idx="10" hasCustomPrompt="1"/>
          </p:nvPr>
        </p:nvSpPr>
        <p:spPr>
          <a:xfrm>
            <a:off x="4597738" y="1309016"/>
            <a:ext cx="525175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Our Key Question is: </a:t>
            </a:r>
          </a:p>
          <a:p>
            <a:r>
              <a:rPr lang="en-GB" sz="2800" b="1"/>
              <a:t>[insert]</a:t>
            </a:r>
            <a:endParaRPr lang="en-GB" sz="2800"/>
          </a:p>
        </p:txBody>
      </p:sp>
      <p:pic>
        <p:nvPicPr>
          <p:cNvPr id="32" name="Picture 1" descr="Macintosh HD:Users:nicholasgarrick:Dropbox:1 LupL:6 Resources:Images and Icons:Icons:Geographer:icon_5211.png">
            <a:extLst>
              <a:ext uri="{FF2B5EF4-FFF2-40B4-BE49-F238E27FC236}">
                <a16:creationId xmlns:a16="http://schemas.microsoft.com/office/drawing/2014/main" id="{DCCAF885-B994-C933-F003-250AB5A3ED63}"/>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5634014" y="4876831"/>
            <a:ext cx="1223996" cy="1223996"/>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D06DC673-9376-9EB1-A76B-31A4D4AFF3EB}"/>
              </a:ext>
            </a:extLst>
          </p:cNvPr>
          <p:cNvSpPr txBox="1"/>
          <p:nvPr userDrawn="1"/>
        </p:nvSpPr>
        <p:spPr>
          <a:xfrm>
            <a:off x="4365817" y="6100827"/>
            <a:ext cx="3760390" cy="461665"/>
          </a:xfrm>
          <a:prstGeom prst="rect">
            <a:avLst/>
          </a:prstGeom>
          <a:noFill/>
        </p:spPr>
        <p:txBody>
          <a:bodyPr wrap="square" rtlCol="0">
            <a:spAutoFit/>
          </a:bodyPr>
          <a:lstStyle/>
          <a:p>
            <a:pPr algn="ctr"/>
            <a:r>
              <a:rPr lang="en-GB" sz="2400" b="0" i="0">
                <a:latin typeface="Twinkl Cursive Looped" panose="02000000000000000000" pitchFamily="2" charset="77"/>
              </a:rPr>
              <a:t>Being a Geographer</a:t>
            </a:r>
          </a:p>
        </p:txBody>
      </p:sp>
      <p:sp>
        <p:nvSpPr>
          <p:cNvPr id="34" name="Text Placeholder 17">
            <a:extLst>
              <a:ext uri="{FF2B5EF4-FFF2-40B4-BE49-F238E27FC236}">
                <a16:creationId xmlns:a16="http://schemas.microsoft.com/office/drawing/2014/main" id="{A9BAC9FA-D05E-28A1-7F09-6A51F3AF6AEE}"/>
              </a:ext>
            </a:extLst>
          </p:cNvPr>
          <p:cNvSpPr>
            <a:spLocks noGrp="1"/>
          </p:cNvSpPr>
          <p:nvPr>
            <p:ph type="body" sz="quarter" idx="11" hasCustomPrompt="1"/>
          </p:nvPr>
        </p:nvSpPr>
        <p:spPr>
          <a:xfrm>
            <a:off x="8381293" y="4965784"/>
            <a:ext cx="389311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Insert any other states of being icons for the whole enquiry</a:t>
            </a:r>
          </a:p>
        </p:txBody>
      </p:sp>
    </p:spTree>
    <p:extLst>
      <p:ext uri="{BB962C8B-B14F-4D97-AF65-F5344CB8AC3E}">
        <p14:creationId xmlns:p14="http://schemas.microsoft.com/office/powerpoint/2010/main" val="223241688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cepts &amp; Skill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D7AD81-E14F-C5B1-6D8B-66EEBD8EFDFD}"/>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4CA72E"/>
                </a:solidFill>
                <a:effectLst/>
                <a:uLnTx/>
                <a:uFillTx/>
                <a:latin typeface="Twinkl Cursive Looped" panose="02000000000000000000" pitchFamily="2" charset="77"/>
                <a:ea typeface="Sassoon Infant Rg" panose="02000503030000020003" pitchFamily="2" charset="0"/>
                <a:cs typeface="+mn-cs"/>
              </a:rPr>
              <a:t>Being a Geographer</a:t>
            </a:r>
          </a:p>
        </p:txBody>
      </p:sp>
      <p:pic>
        <p:nvPicPr>
          <p:cNvPr id="7" name="Picture 6" descr="Macintosh HD:Users:nicholasgarrick:Dropbox:1 LupL:6 Resources:Images and Icons:Icons:Geographer:icon_5211.png">
            <a:extLst>
              <a:ext uri="{FF2B5EF4-FFF2-40B4-BE49-F238E27FC236}">
                <a16:creationId xmlns:a16="http://schemas.microsoft.com/office/drawing/2014/main" id="{B18EE7AE-F359-0788-9079-EAE09AB5E88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Diagram 8">
            <a:extLst>
              <a:ext uri="{FF2B5EF4-FFF2-40B4-BE49-F238E27FC236}">
                <a16:creationId xmlns:a16="http://schemas.microsoft.com/office/drawing/2014/main" id="{96ED62E6-0F84-E11D-B1EC-BA5BFB160799}"/>
              </a:ext>
            </a:extLst>
          </p:cNvPr>
          <p:cNvGraphicFramePr/>
          <p:nvPr userDrawn="1">
            <p:extLst>
              <p:ext uri="{D42A27DB-BD31-4B8C-83A1-F6EECF244321}">
                <p14:modId xmlns:p14="http://schemas.microsoft.com/office/powerpoint/2010/main" val="3574847764"/>
              </p:ext>
            </p:extLst>
          </p:nvPr>
        </p:nvGraphicFramePr>
        <p:xfrm>
          <a:off x="5203825" y="969922"/>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Oval 11">
            <a:extLst>
              <a:ext uri="{FF2B5EF4-FFF2-40B4-BE49-F238E27FC236}">
                <a16:creationId xmlns:a16="http://schemas.microsoft.com/office/drawing/2014/main" id="{DE170A29-0188-94A9-F182-937A573B3790}"/>
              </a:ext>
            </a:extLst>
          </p:cNvPr>
          <p:cNvSpPr/>
          <p:nvPr userDrawn="1"/>
        </p:nvSpPr>
        <p:spPr>
          <a:xfrm>
            <a:off x="8638802" y="3169386"/>
            <a:ext cx="1196404" cy="1188720"/>
          </a:xfrm>
          <a:prstGeom prst="ellipse">
            <a:avLst/>
          </a:prstGeom>
          <a:solidFill>
            <a:srgbClr val="DAE3F3"/>
          </a:solidFill>
          <a:ln w="285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5" name="TextBox 14">
            <a:extLst>
              <a:ext uri="{FF2B5EF4-FFF2-40B4-BE49-F238E27FC236}">
                <a16:creationId xmlns:a16="http://schemas.microsoft.com/office/drawing/2014/main" id="{4DDA3FB8-60ED-F533-1982-023664F2BF6C}"/>
              </a:ext>
            </a:extLst>
          </p:cNvPr>
          <p:cNvSpPr txBox="1"/>
          <p:nvPr userDrawn="1"/>
        </p:nvSpPr>
        <p:spPr>
          <a:xfrm>
            <a:off x="8828342" y="3962098"/>
            <a:ext cx="762000" cy="369332"/>
          </a:xfrm>
          <a:prstGeom prst="rect">
            <a:avLst/>
          </a:prstGeom>
          <a:noFill/>
        </p:spPr>
        <p:txBody>
          <a:bodyPr wrap="square" rtlCol="0">
            <a:spAutoFit/>
          </a:bodyPr>
          <a:lstStyle/>
          <a:p>
            <a:pPr algn="ctr"/>
            <a:r>
              <a:rPr lang="en-GB" b="0" i="0">
                <a:latin typeface="Twinkl Cursive Looped" panose="02000000000000000000" pitchFamily="2" charset="77"/>
                <a:ea typeface="Sassoon Infant Rg" panose="02000503030000020003" pitchFamily="2" charset="0"/>
              </a:rPr>
              <a:t>Skills</a:t>
            </a:r>
          </a:p>
        </p:txBody>
      </p:sp>
      <p:grpSp>
        <p:nvGrpSpPr>
          <p:cNvPr id="18" name="Group 17">
            <a:extLst>
              <a:ext uri="{FF2B5EF4-FFF2-40B4-BE49-F238E27FC236}">
                <a16:creationId xmlns:a16="http://schemas.microsoft.com/office/drawing/2014/main" id="{33CD7773-EC2D-86EE-E145-DFDEC740729C}"/>
              </a:ext>
            </a:extLst>
          </p:cNvPr>
          <p:cNvGrpSpPr/>
          <p:nvPr userDrawn="1"/>
        </p:nvGrpSpPr>
        <p:grpSpPr>
          <a:xfrm>
            <a:off x="9356620" y="1938523"/>
            <a:ext cx="1023036" cy="664762"/>
            <a:chOff x="9356620" y="1688266"/>
            <a:chExt cx="1023036" cy="664762"/>
          </a:xfrm>
        </p:grpSpPr>
        <p:pic>
          <p:nvPicPr>
            <p:cNvPr id="22" name="Picture 21" descr="A black background with a black square&#10;&#10;AI-generated content may be incorrect.">
              <a:extLst>
                <a:ext uri="{FF2B5EF4-FFF2-40B4-BE49-F238E27FC236}">
                  <a16:creationId xmlns:a16="http://schemas.microsoft.com/office/drawing/2014/main" id="{B03F5A25-1A0B-89B4-2245-31069814643B}"/>
                </a:ext>
              </a:extLst>
            </p:cNvPr>
            <p:cNvPicPr>
              <a:picLocks noChangeAspect="1"/>
            </p:cNvPicPr>
            <p:nvPr userDrawn="1"/>
          </p:nvPicPr>
          <p:blipFill>
            <a:blip r:embed="rId8"/>
            <a:srcRect b="24830"/>
            <a:stretch>
              <a:fillRect/>
            </a:stretch>
          </p:blipFill>
          <p:spPr>
            <a:xfrm>
              <a:off x="9356620" y="1698853"/>
              <a:ext cx="870269" cy="654175"/>
            </a:xfrm>
            <a:prstGeom prst="rect">
              <a:avLst/>
            </a:prstGeom>
          </p:spPr>
        </p:pic>
        <p:pic>
          <p:nvPicPr>
            <p:cNvPr id="25" name="Picture 24" descr="A black background with a black square&#10;&#10;AI-generated content may be incorrect.">
              <a:extLst>
                <a:ext uri="{FF2B5EF4-FFF2-40B4-BE49-F238E27FC236}">
                  <a16:creationId xmlns:a16="http://schemas.microsoft.com/office/drawing/2014/main" id="{262DCC48-74D4-B523-2864-FD952EADFE6D}"/>
                </a:ext>
              </a:extLst>
            </p:cNvPr>
            <p:cNvPicPr>
              <a:picLocks noChangeAspect="1"/>
            </p:cNvPicPr>
            <p:nvPr userDrawn="1"/>
          </p:nvPicPr>
          <p:blipFill>
            <a:blip r:embed="rId9"/>
            <a:srcRect b="13048"/>
            <a:stretch>
              <a:fillRect/>
            </a:stretch>
          </p:blipFill>
          <p:spPr>
            <a:xfrm flipH="1">
              <a:off x="9791754" y="1688266"/>
              <a:ext cx="587902" cy="511195"/>
            </a:xfrm>
            <a:prstGeom prst="rect">
              <a:avLst/>
            </a:prstGeom>
          </p:spPr>
        </p:pic>
      </p:grpSp>
      <p:pic>
        <p:nvPicPr>
          <p:cNvPr id="27" name="Graphic 26">
            <a:extLst>
              <a:ext uri="{FF2B5EF4-FFF2-40B4-BE49-F238E27FC236}">
                <a16:creationId xmlns:a16="http://schemas.microsoft.com/office/drawing/2014/main" id="{D7D13343-B9CD-4CF7-A83E-223EDC84B253}"/>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0214496" y="4187465"/>
            <a:ext cx="792672" cy="976340"/>
          </a:xfrm>
          <a:prstGeom prst="rect">
            <a:avLst/>
          </a:prstGeom>
        </p:spPr>
      </p:pic>
      <p:pic>
        <p:nvPicPr>
          <p:cNvPr id="28" name="Picture 27" descr="A black background with a black square&#10;&#10;AI-generated content may be incorrect.">
            <a:extLst>
              <a:ext uri="{FF2B5EF4-FFF2-40B4-BE49-F238E27FC236}">
                <a16:creationId xmlns:a16="http://schemas.microsoft.com/office/drawing/2014/main" id="{C87E4F36-1F41-5CE4-ECA5-90EFD76E5339}"/>
              </a:ext>
            </a:extLst>
          </p:cNvPr>
          <p:cNvPicPr>
            <a:picLocks noChangeAspect="1"/>
          </p:cNvPicPr>
          <p:nvPr userDrawn="1"/>
        </p:nvPicPr>
        <p:blipFill>
          <a:blip r:embed="rId11"/>
          <a:srcRect b="13693"/>
          <a:stretch>
            <a:fillRect/>
          </a:stretch>
        </p:blipFill>
        <p:spPr>
          <a:xfrm>
            <a:off x="8674875" y="4378343"/>
            <a:ext cx="1038724" cy="896484"/>
          </a:xfrm>
          <a:prstGeom prst="rect">
            <a:avLst/>
          </a:prstGeom>
        </p:spPr>
      </p:pic>
      <p:pic>
        <p:nvPicPr>
          <p:cNvPr id="29" name="Picture 28" descr="A black background with a black square&#10;&#10;AI-generated content may be incorrect.">
            <a:extLst>
              <a:ext uri="{FF2B5EF4-FFF2-40B4-BE49-F238E27FC236}">
                <a16:creationId xmlns:a16="http://schemas.microsoft.com/office/drawing/2014/main" id="{BBC8A87E-6746-3BE4-1B3F-2AC6FC2692FE}"/>
              </a:ext>
            </a:extLst>
          </p:cNvPr>
          <p:cNvPicPr>
            <a:picLocks noChangeAspect="1"/>
          </p:cNvPicPr>
          <p:nvPr userDrawn="1"/>
        </p:nvPicPr>
        <p:blipFill>
          <a:blip r:embed="rId12"/>
          <a:srcRect b="14104"/>
          <a:stretch>
            <a:fillRect/>
          </a:stretch>
        </p:blipFill>
        <p:spPr>
          <a:xfrm>
            <a:off x="7281524" y="3493860"/>
            <a:ext cx="995670" cy="855239"/>
          </a:xfrm>
          <a:prstGeom prst="rect">
            <a:avLst/>
          </a:prstGeom>
        </p:spPr>
      </p:pic>
      <p:pic>
        <p:nvPicPr>
          <p:cNvPr id="30" name="Picture 29" descr="A black background with a black square&#10;&#10;AI-generated content may be incorrect.">
            <a:extLst>
              <a:ext uri="{FF2B5EF4-FFF2-40B4-BE49-F238E27FC236}">
                <a16:creationId xmlns:a16="http://schemas.microsoft.com/office/drawing/2014/main" id="{E4C5D60D-0F5C-5399-9F11-068B6A27A0FA}"/>
              </a:ext>
            </a:extLst>
          </p:cNvPr>
          <p:cNvPicPr>
            <a:picLocks noChangeAspect="1"/>
          </p:cNvPicPr>
          <p:nvPr userDrawn="1"/>
        </p:nvPicPr>
        <p:blipFill>
          <a:blip r:embed="rId13"/>
          <a:srcRect b="13513"/>
          <a:stretch>
            <a:fillRect/>
          </a:stretch>
        </p:blipFill>
        <p:spPr>
          <a:xfrm>
            <a:off x="7950254" y="1935949"/>
            <a:ext cx="942975" cy="815546"/>
          </a:xfrm>
          <a:prstGeom prst="rect">
            <a:avLst/>
          </a:prstGeom>
        </p:spPr>
      </p:pic>
      <p:pic>
        <p:nvPicPr>
          <p:cNvPr id="31" name="Picture 1" descr="Macintosh HD:Users:nicholasgarrick:Dropbox:1 LupL:6 Resources:Images and Icons:Icons:Geographer:icon_5211.png">
            <a:extLst>
              <a:ext uri="{FF2B5EF4-FFF2-40B4-BE49-F238E27FC236}">
                <a16:creationId xmlns:a16="http://schemas.microsoft.com/office/drawing/2014/main" id="{4AD6C44A-EE0A-682D-1D05-D90148B7AE5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856004" y="3298255"/>
            <a:ext cx="762000" cy="762000"/>
          </a:xfrm>
          <a:prstGeom prst="rect">
            <a:avLst/>
          </a:prstGeom>
          <a:noFill/>
          <a:extLst>
            <a:ext uri="{909E8E84-426E-40DD-AFC4-6F175D3DCCD1}">
              <a14:hiddenFill xmlns:a14="http://schemas.microsoft.com/office/drawing/2010/main">
                <a:solidFill>
                  <a:srgbClr val="FFFFFF"/>
                </a:solidFill>
              </a14:hiddenFill>
            </a:ext>
          </a:extLst>
        </p:spPr>
      </p:pic>
      <p:sp>
        <p:nvSpPr>
          <p:cNvPr id="2" name="Block Arc 1">
            <a:extLst>
              <a:ext uri="{FF2B5EF4-FFF2-40B4-BE49-F238E27FC236}">
                <a16:creationId xmlns:a16="http://schemas.microsoft.com/office/drawing/2014/main" id="{7050BFD6-6884-2822-C1D2-6EB91C8073D1}"/>
              </a:ext>
            </a:extLst>
          </p:cNvPr>
          <p:cNvSpPr/>
          <p:nvPr userDrawn="1"/>
        </p:nvSpPr>
        <p:spPr>
          <a:xfrm>
            <a:off x="979667" y="1637988"/>
            <a:ext cx="4460515" cy="4460515"/>
          </a:xfrm>
          <a:prstGeom prst="blockArc">
            <a:avLst>
              <a:gd name="adj1" fmla="val 11880000"/>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 name="Block Arc 2">
            <a:extLst>
              <a:ext uri="{FF2B5EF4-FFF2-40B4-BE49-F238E27FC236}">
                <a16:creationId xmlns:a16="http://schemas.microsoft.com/office/drawing/2014/main" id="{92C628F0-42EA-A630-DA64-2A91A917973A}"/>
              </a:ext>
            </a:extLst>
          </p:cNvPr>
          <p:cNvSpPr/>
          <p:nvPr userDrawn="1"/>
        </p:nvSpPr>
        <p:spPr>
          <a:xfrm>
            <a:off x="979667" y="1637988"/>
            <a:ext cx="4460515" cy="4460515"/>
          </a:xfrm>
          <a:prstGeom prst="blockArc">
            <a:avLst>
              <a:gd name="adj1" fmla="val 7560000"/>
              <a:gd name="adj2" fmla="val 1188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 name="Block Arc 4">
            <a:extLst>
              <a:ext uri="{FF2B5EF4-FFF2-40B4-BE49-F238E27FC236}">
                <a16:creationId xmlns:a16="http://schemas.microsoft.com/office/drawing/2014/main" id="{E175ABA4-EFD0-6819-D204-66055A08F636}"/>
              </a:ext>
            </a:extLst>
          </p:cNvPr>
          <p:cNvSpPr/>
          <p:nvPr userDrawn="1"/>
        </p:nvSpPr>
        <p:spPr>
          <a:xfrm>
            <a:off x="979667" y="1637988"/>
            <a:ext cx="4460515" cy="4460515"/>
          </a:xfrm>
          <a:prstGeom prst="blockArc">
            <a:avLst>
              <a:gd name="adj1" fmla="val 3240000"/>
              <a:gd name="adj2" fmla="val 756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6" name="Block Arc 5">
            <a:extLst>
              <a:ext uri="{FF2B5EF4-FFF2-40B4-BE49-F238E27FC236}">
                <a16:creationId xmlns:a16="http://schemas.microsoft.com/office/drawing/2014/main" id="{EE6D1E83-96B8-FCE9-0949-1F15638ACCB3}"/>
              </a:ext>
            </a:extLst>
          </p:cNvPr>
          <p:cNvSpPr/>
          <p:nvPr userDrawn="1"/>
        </p:nvSpPr>
        <p:spPr>
          <a:xfrm>
            <a:off x="979667" y="1637988"/>
            <a:ext cx="4460515" cy="4460515"/>
          </a:xfrm>
          <a:prstGeom prst="blockArc">
            <a:avLst>
              <a:gd name="adj1" fmla="val 20520000"/>
              <a:gd name="adj2" fmla="val 324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 name="Block Arc 7">
            <a:extLst>
              <a:ext uri="{FF2B5EF4-FFF2-40B4-BE49-F238E27FC236}">
                <a16:creationId xmlns:a16="http://schemas.microsoft.com/office/drawing/2014/main" id="{D5C05C96-E554-FC5B-5CC4-C0E7904F1013}"/>
              </a:ext>
            </a:extLst>
          </p:cNvPr>
          <p:cNvSpPr/>
          <p:nvPr userDrawn="1"/>
        </p:nvSpPr>
        <p:spPr>
          <a:xfrm>
            <a:off x="979667" y="1637988"/>
            <a:ext cx="4460515" cy="4460515"/>
          </a:xfrm>
          <a:prstGeom prst="blockArc">
            <a:avLst>
              <a:gd name="adj1" fmla="val 16200000"/>
              <a:gd name="adj2" fmla="val 2052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 name="Freeform 9">
            <a:extLst>
              <a:ext uri="{FF2B5EF4-FFF2-40B4-BE49-F238E27FC236}">
                <a16:creationId xmlns:a16="http://schemas.microsoft.com/office/drawing/2014/main" id="{2659A530-A046-9C8B-DA70-208E39864755}"/>
              </a:ext>
            </a:extLst>
          </p:cNvPr>
          <p:cNvSpPr/>
          <p:nvPr userDrawn="1"/>
        </p:nvSpPr>
        <p:spPr>
          <a:xfrm>
            <a:off x="2184003" y="2842324"/>
            <a:ext cx="2051843" cy="2051843"/>
          </a:xfrm>
          <a:custGeom>
            <a:avLst/>
            <a:gdLst>
              <a:gd name="csX0" fmla="*/ 0 w 2051843"/>
              <a:gd name="csY0" fmla="*/ 1025922 h 2051843"/>
              <a:gd name="csX1" fmla="*/ 1025922 w 2051843"/>
              <a:gd name="csY1" fmla="*/ 0 h 2051843"/>
              <a:gd name="csX2" fmla="*/ 2051844 w 2051843"/>
              <a:gd name="csY2" fmla="*/ 1025922 h 2051843"/>
              <a:gd name="csX3" fmla="*/ 1025922 w 2051843"/>
              <a:gd name="csY3" fmla="*/ 2051844 h 2051843"/>
              <a:gd name="csX4" fmla="*/ 0 w 2051843"/>
              <a:gd name="csY4" fmla="*/ 1025922 h 2051843"/>
            </a:gdLst>
            <a:ahLst/>
            <a:cxnLst>
              <a:cxn ang="0">
                <a:pos x="csX0" y="csY0"/>
              </a:cxn>
              <a:cxn ang="0">
                <a:pos x="csX1" y="csY1"/>
              </a:cxn>
              <a:cxn ang="0">
                <a:pos x="csX2" y="csY2"/>
              </a:cxn>
              <a:cxn ang="0">
                <a:pos x="csX3" y="csY3"/>
              </a:cxn>
              <a:cxn ang="0">
                <a:pos x="csX4" y="csY4"/>
              </a:cxn>
            </a:cxnLst>
            <a:rect l="l" t="t" r="r" b="b"/>
            <a:pathLst>
              <a:path w="2051843" h="2051843">
                <a:moveTo>
                  <a:pt x="0" y="1025922"/>
                </a:moveTo>
                <a:cubicBezTo>
                  <a:pt x="0" y="459321"/>
                  <a:pt x="459321" y="0"/>
                  <a:pt x="1025922" y="0"/>
                </a:cubicBezTo>
                <a:cubicBezTo>
                  <a:pt x="1592523" y="0"/>
                  <a:pt x="2051844" y="459321"/>
                  <a:pt x="2051844" y="1025922"/>
                </a:cubicBezTo>
                <a:cubicBezTo>
                  <a:pt x="2051844" y="1592523"/>
                  <a:pt x="1592523" y="2051844"/>
                  <a:pt x="1025922" y="2051844"/>
                </a:cubicBezTo>
                <a:cubicBezTo>
                  <a:pt x="459321" y="2051844"/>
                  <a:pt x="0" y="1592523"/>
                  <a:pt x="0" y="1025922"/>
                </a:cubicBezTo>
                <a:close/>
              </a:path>
            </a:pathLst>
          </a:custGeom>
          <a:solidFill>
            <a:schemeClr val="accent6">
              <a:lumMod val="40000"/>
              <a:lumOff val="6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51285" tIns="351285" rIns="351285" bIns="351285" numCol="1" spcCol="1270" anchor="ctr" anchorCtr="0">
            <a:noAutofit/>
          </a:bodyPr>
          <a:lstStyle/>
          <a:p>
            <a:pPr marL="0" lvl="0" indent="0" algn="ctr" defTabSz="1778000">
              <a:lnSpc>
                <a:spcPct val="90000"/>
              </a:lnSpc>
              <a:spcBef>
                <a:spcPct val="0"/>
              </a:spcBef>
              <a:spcAft>
                <a:spcPct val="35000"/>
              </a:spcAft>
              <a:buNone/>
            </a:pPr>
            <a:endParaRPr lang="en-GB" sz="4000" b="0" kern="1200"/>
          </a:p>
          <a:p>
            <a:pPr marL="0" lvl="0" indent="0" algn="ctr" defTabSz="1778000">
              <a:lnSpc>
                <a:spcPct val="90000"/>
              </a:lnSpc>
              <a:spcBef>
                <a:spcPct val="0"/>
              </a:spcBef>
              <a:spcAft>
                <a:spcPct val="35000"/>
              </a:spcAft>
              <a:buNone/>
            </a:pPr>
            <a:endParaRPr lang="en-GB" sz="4000" b="0" kern="1200"/>
          </a:p>
        </p:txBody>
      </p:sp>
      <p:sp>
        <p:nvSpPr>
          <p:cNvPr id="23" name="TextBox 22">
            <a:extLst>
              <a:ext uri="{FF2B5EF4-FFF2-40B4-BE49-F238E27FC236}">
                <a16:creationId xmlns:a16="http://schemas.microsoft.com/office/drawing/2014/main" id="{F82AD1F0-555B-3630-98EE-D34ED0EFFB9E}"/>
              </a:ext>
            </a:extLst>
          </p:cNvPr>
          <p:cNvSpPr txBox="1"/>
          <p:nvPr userDrawn="1"/>
        </p:nvSpPr>
        <p:spPr>
          <a:xfrm rot="16367761">
            <a:off x="2223417" y="2469219"/>
            <a:ext cx="1973014" cy="2366341"/>
          </a:xfrm>
          <a:prstGeom prst="rect">
            <a:avLst/>
          </a:prstGeom>
          <a:noFill/>
        </p:spPr>
        <p:txBody>
          <a:bodyPr wrap="square" rtlCol="0">
            <a:prstTxWarp prst="textCircle">
              <a:avLst>
                <a:gd name="adj" fmla="val 18617501"/>
              </a:avLst>
            </a:prstTxWarp>
            <a:spAutoFit/>
          </a:bodyPr>
          <a:lstStyle/>
          <a:p>
            <a:pPr algn="ctr"/>
            <a:r>
              <a:rPr lang="en-GB" sz="3200" b="0">
                <a:solidFill>
                  <a:schemeClr val="accent6">
                    <a:lumMod val="50000"/>
                  </a:schemeClr>
                </a:solidFill>
                <a:latin typeface="Twinkl Cursive Looped" panose="02000000000000000000" pitchFamily="2" charset="77"/>
                <a:ea typeface="Sassoon Infant Rg" panose="02000503030000020003" pitchFamily="2" charset="0"/>
              </a:rPr>
              <a:t>Substantive Concepts </a:t>
            </a:r>
          </a:p>
        </p:txBody>
      </p:sp>
      <p:pic>
        <p:nvPicPr>
          <p:cNvPr id="24" name="Picture 1" descr="Macintosh HD:Users:nicholasgarrick:Dropbox:1 LupL:6 Resources:Images and Icons:Icons:Geographer:icon_5211.png">
            <a:extLst>
              <a:ext uri="{FF2B5EF4-FFF2-40B4-BE49-F238E27FC236}">
                <a16:creationId xmlns:a16="http://schemas.microsoft.com/office/drawing/2014/main" id="{87994353-7443-FA35-1A04-FEEAD0CEC5D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601679" y="3227210"/>
            <a:ext cx="1223996" cy="122399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89D8855B-33DF-88C0-10CD-4FC26712878E}"/>
              </a:ext>
            </a:extLst>
          </p:cNvPr>
          <p:cNvGrpSpPr/>
          <p:nvPr userDrawn="1"/>
        </p:nvGrpSpPr>
        <p:grpSpPr>
          <a:xfrm>
            <a:off x="860724" y="1490979"/>
            <a:ext cx="4687021" cy="4721323"/>
            <a:chOff x="860724" y="1490979"/>
            <a:chExt cx="4687021" cy="4721323"/>
          </a:xfrm>
        </p:grpSpPr>
        <p:grpSp>
          <p:nvGrpSpPr>
            <p:cNvPr id="13" name="Group 12">
              <a:extLst>
                <a:ext uri="{FF2B5EF4-FFF2-40B4-BE49-F238E27FC236}">
                  <a16:creationId xmlns:a16="http://schemas.microsoft.com/office/drawing/2014/main" id="{8BA8295F-40E3-0EC3-2948-7BE3656FF259}"/>
                </a:ext>
              </a:extLst>
            </p:cNvPr>
            <p:cNvGrpSpPr/>
            <p:nvPr userDrawn="1"/>
          </p:nvGrpSpPr>
          <p:grpSpPr>
            <a:xfrm>
              <a:off x="1001696" y="1490979"/>
              <a:ext cx="4479565" cy="4581645"/>
              <a:chOff x="-6827777" y="-4338819"/>
              <a:chExt cx="4479565" cy="4581645"/>
            </a:xfrm>
          </p:grpSpPr>
          <p:sp>
            <p:nvSpPr>
              <p:cNvPr id="98" name="Block Arc 97">
                <a:extLst>
                  <a:ext uri="{FF2B5EF4-FFF2-40B4-BE49-F238E27FC236}">
                    <a16:creationId xmlns:a16="http://schemas.microsoft.com/office/drawing/2014/main" id="{FF463DD2-0FCB-E45B-B39E-22C0812C6CC5}"/>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99" name="Block Arc 98">
                <a:extLst>
                  <a:ext uri="{FF2B5EF4-FFF2-40B4-BE49-F238E27FC236}">
                    <a16:creationId xmlns:a16="http://schemas.microsoft.com/office/drawing/2014/main" id="{5FB8E2CB-4857-3CF9-52F0-7E4E5D77192E}"/>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0" name="Block Arc 99">
                <a:extLst>
                  <a:ext uri="{FF2B5EF4-FFF2-40B4-BE49-F238E27FC236}">
                    <a16:creationId xmlns:a16="http://schemas.microsoft.com/office/drawing/2014/main" id="{CE2DCF82-F1AD-C3F4-9DE1-9FD5D364AFF1}"/>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101" name="Group 100">
                <a:extLst>
                  <a:ext uri="{FF2B5EF4-FFF2-40B4-BE49-F238E27FC236}">
                    <a16:creationId xmlns:a16="http://schemas.microsoft.com/office/drawing/2014/main" id="{BC18AF30-456F-92C7-1344-194E87AEDC68}"/>
                  </a:ext>
                </a:extLst>
              </p:cNvPr>
              <p:cNvGrpSpPr/>
              <p:nvPr userDrawn="1"/>
            </p:nvGrpSpPr>
            <p:grpSpPr>
              <a:xfrm>
                <a:off x="-6310685" y="-4338819"/>
                <a:ext cx="1109931" cy="1246186"/>
                <a:chOff x="1496758" y="1516859"/>
                <a:chExt cx="1109931" cy="1246186"/>
              </a:xfrm>
              <a:solidFill>
                <a:srgbClr val="FFC000"/>
              </a:solidFill>
            </p:grpSpPr>
            <p:grpSp>
              <p:nvGrpSpPr>
                <p:cNvPr id="106" name="Group 105">
                  <a:extLst>
                    <a:ext uri="{FF2B5EF4-FFF2-40B4-BE49-F238E27FC236}">
                      <a16:creationId xmlns:a16="http://schemas.microsoft.com/office/drawing/2014/main" id="{3D7B7A3E-053C-54F9-A40F-40609E49DE76}"/>
                    </a:ext>
                  </a:extLst>
                </p:cNvPr>
                <p:cNvGrpSpPr/>
                <p:nvPr/>
              </p:nvGrpSpPr>
              <p:grpSpPr>
                <a:xfrm rot="337452">
                  <a:off x="1496758" y="2082879"/>
                  <a:ext cx="676676" cy="680166"/>
                  <a:chOff x="1490297" y="1956128"/>
                  <a:chExt cx="1043292" cy="1048672"/>
                </a:xfrm>
                <a:grpFill/>
              </p:grpSpPr>
              <p:sp>
                <p:nvSpPr>
                  <p:cNvPr id="111" name="Curved Right Arrow 110">
                    <a:extLst>
                      <a:ext uri="{FF2B5EF4-FFF2-40B4-BE49-F238E27FC236}">
                        <a16:creationId xmlns:a16="http://schemas.microsoft.com/office/drawing/2014/main" id="{6A9647B9-F4BD-F675-FAB0-921A24EFC571}"/>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Curved Right Arrow 111">
                    <a:extLst>
                      <a:ext uri="{FF2B5EF4-FFF2-40B4-BE49-F238E27FC236}">
                        <a16:creationId xmlns:a16="http://schemas.microsoft.com/office/drawing/2014/main" id="{509B42AB-EFD3-BA68-08B3-AAECF2663962}"/>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Curved Right Arrow 112">
                    <a:extLst>
                      <a:ext uri="{FF2B5EF4-FFF2-40B4-BE49-F238E27FC236}">
                        <a16:creationId xmlns:a16="http://schemas.microsoft.com/office/drawing/2014/main" id="{995F4CEF-96FC-2797-9583-78C85C69AF86}"/>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07" name="Group 106">
                  <a:extLst>
                    <a:ext uri="{FF2B5EF4-FFF2-40B4-BE49-F238E27FC236}">
                      <a16:creationId xmlns:a16="http://schemas.microsoft.com/office/drawing/2014/main" id="{6881F713-E45D-3833-9CDA-EECDB0694C52}"/>
                    </a:ext>
                  </a:extLst>
                </p:cNvPr>
                <p:cNvGrpSpPr/>
                <p:nvPr/>
              </p:nvGrpSpPr>
              <p:grpSpPr>
                <a:xfrm rot="11791363">
                  <a:off x="1951309" y="1516859"/>
                  <a:ext cx="655380" cy="672414"/>
                  <a:chOff x="1537746" y="1986114"/>
                  <a:chExt cx="1010459" cy="1036722"/>
                </a:xfrm>
                <a:grpFill/>
              </p:grpSpPr>
              <p:sp>
                <p:nvSpPr>
                  <p:cNvPr id="108" name="Curved Right Arrow 107">
                    <a:extLst>
                      <a:ext uri="{FF2B5EF4-FFF2-40B4-BE49-F238E27FC236}">
                        <a16:creationId xmlns:a16="http://schemas.microsoft.com/office/drawing/2014/main" id="{6F512785-E71D-C05D-8148-17AFDD32BD2E}"/>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9" name="Curved Right Arrow 108">
                    <a:extLst>
                      <a:ext uri="{FF2B5EF4-FFF2-40B4-BE49-F238E27FC236}">
                        <a16:creationId xmlns:a16="http://schemas.microsoft.com/office/drawing/2014/main" id="{E056A0FF-BC19-06E5-5824-9C1F460F6DBC}"/>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0" name="Curved Right Arrow 109">
                    <a:extLst>
                      <a:ext uri="{FF2B5EF4-FFF2-40B4-BE49-F238E27FC236}">
                        <a16:creationId xmlns:a16="http://schemas.microsoft.com/office/drawing/2014/main" id="{A755CE52-E83C-EB92-F226-5478B2EDDD56}"/>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102" name="Block Arc 101">
                <a:extLst>
                  <a:ext uri="{FF2B5EF4-FFF2-40B4-BE49-F238E27FC236}">
                    <a16:creationId xmlns:a16="http://schemas.microsoft.com/office/drawing/2014/main" id="{04F526DB-B08E-2B10-4068-D964A6B32E24}"/>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3" name="Block Arc 102">
                <a:extLst>
                  <a:ext uri="{FF2B5EF4-FFF2-40B4-BE49-F238E27FC236}">
                    <a16:creationId xmlns:a16="http://schemas.microsoft.com/office/drawing/2014/main" id="{475D0189-B593-CAD2-02C3-3D6482612801}"/>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4" name="Block Arc 103">
                <a:extLst>
                  <a:ext uri="{FF2B5EF4-FFF2-40B4-BE49-F238E27FC236}">
                    <a16:creationId xmlns:a16="http://schemas.microsoft.com/office/drawing/2014/main" id="{0770329E-4988-98FB-946A-AEAF982E6695}"/>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05" name="Block Arc 104">
                <a:extLst>
                  <a:ext uri="{FF2B5EF4-FFF2-40B4-BE49-F238E27FC236}">
                    <a16:creationId xmlns:a16="http://schemas.microsoft.com/office/drawing/2014/main" id="{A32808B6-F9B6-DCB1-426F-7B8E3D621919}"/>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16" name="Group 15">
              <a:extLst>
                <a:ext uri="{FF2B5EF4-FFF2-40B4-BE49-F238E27FC236}">
                  <a16:creationId xmlns:a16="http://schemas.microsoft.com/office/drawing/2014/main" id="{E07CF0C7-E346-0A84-DC6E-CBD49421C930}"/>
                </a:ext>
              </a:extLst>
            </p:cNvPr>
            <p:cNvGrpSpPr/>
            <p:nvPr userDrawn="1"/>
          </p:nvGrpSpPr>
          <p:grpSpPr>
            <a:xfrm rot="17234694">
              <a:off x="911764" y="1577422"/>
              <a:ext cx="4479565" cy="4581645"/>
              <a:chOff x="-6827777" y="-4338819"/>
              <a:chExt cx="4479565" cy="4581645"/>
            </a:xfrm>
          </p:grpSpPr>
          <p:sp>
            <p:nvSpPr>
              <p:cNvPr id="82" name="Block Arc 81">
                <a:extLst>
                  <a:ext uri="{FF2B5EF4-FFF2-40B4-BE49-F238E27FC236}">
                    <a16:creationId xmlns:a16="http://schemas.microsoft.com/office/drawing/2014/main" id="{E7ADCAC1-0477-8953-9654-C185553D5D3D}"/>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3" name="Block Arc 82">
                <a:extLst>
                  <a:ext uri="{FF2B5EF4-FFF2-40B4-BE49-F238E27FC236}">
                    <a16:creationId xmlns:a16="http://schemas.microsoft.com/office/drawing/2014/main" id="{055E117B-4C26-0EA0-04F6-A2BAB05A648A}"/>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4" name="Block Arc 83">
                <a:extLst>
                  <a:ext uri="{FF2B5EF4-FFF2-40B4-BE49-F238E27FC236}">
                    <a16:creationId xmlns:a16="http://schemas.microsoft.com/office/drawing/2014/main" id="{39B004E6-52D0-C635-A907-A1E1DFEA2F0A}"/>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85" name="Group 84">
                <a:extLst>
                  <a:ext uri="{FF2B5EF4-FFF2-40B4-BE49-F238E27FC236}">
                    <a16:creationId xmlns:a16="http://schemas.microsoft.com/office/drawing/2014/main" id="{44E262F2-76BA-C035-336A-9C5198394508}"/>
                  </a:ext>
                </a:extLst>
              </p:cNvPr>
              <p:cNvGrpSpPr/>
              <p:nvPr userDrawn="1"/>
            </p:nvGrpSpPr>
            <p:grpSpPr>
              <a:xfrm>
                <a:off x="-6310685" y="-4338819"/>
                <a:ext cx="1109931" cy="1246186"/>
                <a:chOff x="1496758" y="1516859"/>
                <a:chExt cx="1109931" cy="1246186"/>
              </a:xfrm>
              <a:solidFill>
                <a:srgbClr val="FFC000"/>
              </a:solidFill>
            </p:grpSpPr>
            <p:grpSp>
              <p:nvGrpSpPr>
                <p:cNvPr id="90" name="Group 89">
                  <a:extLst>
                    <a:ext uri="{FF2B5EF4-FFF2-40B4-BE49-F238E27FC236}">
                      <a16:creationId xmlns:a16="http://schemas.microsoft.com/office/drawing/2014/main" id="{1E706AD0-9048-F33C-4937-0D0334A108A4}"/>
                    </a:ext>
                  </a:extLst>
                </p:cNvPr>
                <p:cNvGrpSpPr/>
                <p:nvPr/>
              </p:nvGrpSpPr>
              <p:grpSpPr>
                <a:xfrm rot="337452">
                  <a:off x="1496758" y="2082879"/>
                  <a:ext cx="676676" cy="680166"/>
                  <a:chOff x="1490297" y="1956128"/>
                  <a:chExt cx="1043292" cy="1048672"/>
                </a:xfrm>
                <a:grpFill/>
              </p:grpSpPr>
              <p:sp>
                <p:nvSpPr>
                  <p:cNvPr id="95" name="Curved Right Arrow 94">
                    <a:extLst>
                      <a:ext uri="{FF2B5EF4-FFF2-40B4-BE49-F238E27FC236}">
                        <a16:creationId xmlns:a16="http://schemas.microsoft.com/office/drawing/2014/main" id="{9D0D9BAB-4D96-5AFA-D1CA-359BF293E4FF}"/>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6" name="Curved Right Arrow 95">
                    <a:extLst>
                      <a:ext uri="{FF2B5EF4-FFF2-40B4-BE49-F238E27FC236}">
                        <a16:creationId xmlns:a16="http://schemas.microsoft.com/office/drawing/2014/main" id="{2108E0E8-AAE4-2182-5BD5-ADB17EBC3D51}"/>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7" name="Curved Right Arrow 96">
                    <a:extLst>
                      <a:ext uri="{FF2B5EF4-FFF2-40B4-BE49-F238E27FC236}">
                        <a16:creationId xmlns:a16="http://schemas.microsoft.com/office/drawing/2014/main" id="{89BEB4BC-5713-6869-79E8-04DC3DED95CB}"/>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91" name="Group 90">
                  <a:extLst>
                    <a:ext uri="{FF2B5EF4-FFF2-40B4-BE49-F238E27FC236}">
                      <a16:creationId xmlns:a16="http://schemas.microsoft.com/office/drawing/2014/main" id="{E840C377-B0F8-73B8-8ED6-BF0CD9CA9E57}"/>
                    </a:ext>
                  </a:extLst>
                </p:cNvPr>
                <p:cNvGrpSpPr/>
                <p:nvPr/>
              </p:nvGrpSpPr>
              <p:grpSpPr>
                <a:xfrm rot="11791363">
                  <a:off x="1951309" y="1516859"/>
                  <a:ext cx="655380" cy="672414"/>
                  <a:chOff x="1537746" y="1986114"/>
                  <a:chExt cx="1010459" cy="1036722"/>
                </a:xfrm>
                <a:grpFill/>
              </p:grpSpPr>
              <p:sp>
                <p:nvSpPr>
                  <p:cNvPr id="92" name="Curved Right Arrow 91">
                    <a:extLst>
                      <a:ext uri="{FF2B5EF4-FFF2-40B4-BE49-F238E27FC236}">
                        <a16:creationId xmlns:a16="http://schemas.microsoft.com/office/drawing/2014/main" id="{7FFE9BA4-7BBD-1C66-AFB0-028C2DDE9C46}"/>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Curved Right Arrow 92">
                    <a:extLst>
                      <a:ext uri="{FF2B5EF4-FFF2-40B4-BE49-F238E27FC236}">
                        <a16:creationId xmlns:a16="http://schemas.microsoft.com/office/drawing/2014/main" id="{860F7202-C62A-B5EB-4398-FA9F4BF09EE3}"/>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Curved Right Arrow 93">
                    <a:extLst>
                      <a:ext uri="{FF2B5EF4-FFF2-40B4-BE49-F238E27FC236}">
                        <a16:creationId xmlns:a16="http://schemas.microsoft.com/office/drawing/2014/main" id="{CB9AC5A1-29F8-6BB4-29DA-B9409D536CAB}"/>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86" name="Block Arc 85">
                <a:extLst>
                  <a:ext uri="{FF2B5EF4-FFF2-40B4-BE49-F238E27FC236}">
                    <a16:creationId xmlns:a16="http://schemas.microsoft.com/office/drawing/2014/main" id="{F8C4CB95-C9F2-2F62-D9AF-4400C902D4B8}"/>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7" name="Block Arc 86">
                <a:extLst>
                  <a:ext uri="{FF2B5EF4-FFF2-40B4-BE49-F238E27FC236}">
                    <a16:creationId xmlns:a16="http://schemas.microsoft.com/office/drawing/2014/main" id="{9E73C768-220B-1FDB-C4A0-3A51AB139733}"/>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8" name="Block Arc 87">
                <a:extLst>
                  <a:ext uri="{FF2B5EF4-FFF2-40B4-BE49-F238E27FC236}">
                    <a16:creationId xmlns:a16="http://schemas.microsoft.com/office/drawing/2014/main" id="{FC6A0EB7-4AEB-A1F5-31D0-323D47065498}"/>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89" name="Block Arc 88">
                <a:extLst>
                  <a:ext uri="{FF2B5EF4-FFF2-40B4-BE49-F238E27FC236}">
                    <a16:creationId xmlns:a16="http://schemas.microsoft.com/office/drawing/2014/main" id="{80809667-341E-90C7-9DFB-242434647E69}"/>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26" name="Group 25">
              <a:extLst>
                <a:ext uri="{FF2B5EF4-FFF2-40B4-BE49-F238E27FC236}">
                  <a16:creationId xmlns:a16="http://schemas.microsoft.com/office/drawing/2014/main" id="{998EFFCE-D606-EB7C-E011-85E366102BB2}"/>
                </a:ext>
              </a:extLst>
            </p:cNvPr>
            <p:cNvGrpSpPr/>
            <p:nvPr userDrawn="1"/>
          </p:nvGrpSpPr>
          <p:grpSpPr>
            <a:xfrm rot="12830433">
              <a:off x="938298" y="1630657"/>
              <a:ext cx="4479565" cy="4581645"/>
              <a:chOff x="-6827777" y="-4338819"/>
              <a:chExt cx="4479565" cy="4581645"/>
            </a:xfrm>
          </p:grpSpPr>
          <p:sp>
            <p:nvSpPr>
              <p:cNvPr id="66" name="Block Arc 65">
                <a:extLst>
                  <a:ext uri="{FF2B5EF4-FFF2-40B4-BE49-F238E27FC236}">
                    <a16:creationId xmlns:a16="http://schemas.microsoft.com/office/drawing/2014/main" id="{D6E332CE-1E88-47C9-8401-A8136661E7A1}"/>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67" name="Block Arc 66">
                <a:extLst>
                  <a:ext uri="{FF2B5EF4-FFF2-40B4-BE49-F238E27FC236}">
                    <a16:creationId xmlns:a16="http://schemas.microsoft.com/office/drawing/2014/main" id="{7CBDCFA2-42E5-3712-A098-D09C40B8BA03}"/>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68" name="Block Arc 67">
                <a:extLst>
                  <a:ext uri="{FF2B5EF4-FFF2-40B4-BE49-F238E27FC236}">
                    <a16:creationId xmlns:a16="http://schemas.microsoft.com/office/drawing/2014/main" id="{9C55455D-BA4D-9FD7-0C06-A6D10C1C8203}"/>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69" name="Group 68">
                <a:extLst>
                  <a:ext uri="{FF2B5EF4-FFF2-40B4-BE49-F238E27FC236}">
                    <a16:creationId xmlns:a16="http://schemas.microsoft.com/office/drawing/2014/main" id="{9FBA7B94-8DC9-DFA5-B8A4-A4679A392D7F}"/>
                  </a:ext>
                </a:extLst>
              </p:cNvPr>
              <p:cNvGrpSpPr/>
              <p:nvPr userDrawn="1"/>
            </p:nvGrpSpPr>
            <p:grpSpPr>
              <a:xfrm>
                <a:off x="-6310685" y="-4338819"/>
                <a:ext cx="1109931" cy="1246186"/>
                <a:chOff x="1496758" y="1516859"/>
                <a:chExt cx="1109931" cy="1246186"/>
              </a:xfrm>
              <a:solidFill>
                <a:srgbClr val="FFC000"/>
              </a:solidFill>
            </p:grpSpPr>
            <p:grpSp>
              <p:nvGrpSpPr>
                <p:cNvPr id="74" name="Group 73">
                  <a:extLst>
                    <a:ext uri="{FF2B5EF4-FFF2-40B4-BE49-F238E27FC236}">
                      <a16:creationId xmlns:a16="http://schemas.microsoft.com/office/drawing/2014/main" id="{87B2038B-5A05-6EAF-8DF9-609FB6B9B43A}"/>
                    </a:ext>
                  </a:extLst>
                </p:cNvPr>
                <p:cNvGrpSpPr/>
                <p:nvPr/>
              </p:nvGrpSpPr>
              <p:grpSpPr>
                <a:xfrm rot="337452">
                  <a:off x="1496758" y="2082879"/>
                  <a:ext cx="676676" cy="680166"/>
                  <a:chOff x="1490297" y="1956128"/>
                  <a:chExt cx="1043292" cy="1048672"/>
                </a:xfrm>
                <a:grpFill/>
              </p:grpSpPr>
              <p:sp>
                <p:nvSpPr>
                  <p:cNvPr id="79" name="Curved Right Arrow 78">
                    <a:extLst>
                      <a:ext uri="{FF2B5EF4-FFF2-40B4-BE49-F238E27FC236}">
                        <a16:creationId xmlns:a16="http://schemas.microsoft.com/office/drawing/2014/main" id="{0A1D4E78-F704-4909-61FB-A701A38D5B1C}"/>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Curved Right Arrow 79">
                    <a:extLst>
                      <a:ext uri="{FF2B5EF4-FFF2-40B4-BE49-F238E27FC236}">
                        <a16:creationId xmlns:a16="http://schemas.microsoft.com/office/drawing/2014/main" id="{04E8B254-934D-4929-8420-06F497CF7378}"/>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Curved Right Arrow 80">
                    <a:extLst>
                      <a:ext uri="{FF2B5EF4-FFF2-40B4-BE49-F238E27FC236}">
                        <a16:creationId xmlns:a16="http://schemas.microsoft.com/office/drawing/2014/main" id="{508A179B-20C6-7A0F-E964-914399B64CD6}"/>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5" name="Group 74">
                  <a:extLst>
                    <a:ext uri="{FF2B5EF4-FFF2-40B4-BE49-F238E27FC236}">
                      <a16:creationId xmlns:a16="http://schemas.microsoft.com/office/drawing/2014/main" id="{EE1D7334-BEAB-6E6F-8982-16E5B40E45CB}"/>
                    </a:ext>
                  </a:extLst>
                </p:cNvPr>
                <p:cNvGrpSpPr/>
                <p:nvPr/>
              </p:nvGrpSpPr>
              <p:grpSpPr>
                <a:xfrm rot="11791363">
                  <a:off x="1951309" y="1516859"/>
                  <a:ext cx="655380" cy="672414"/>
                  <a:chOff x="1537746" y="1986114"/>
                  <a:chExt cx="1010459" cy="1036722"/>
                </a:xfrm>
                <a:grpFill/>
              </p:grpSpPr>
              <p:sp>
                <p:nvSpPr>
                  <p:cNvPr id="76" name="Curved Right Arrow 75">
                    <a:extLst>
                      <a:ext uri="{FF2B5EF4-FFF2-40B4-BE49-F238E27FC236}">
                        <a16:creationId xmlns:a16="http://schemas.microsoft.com/office/drawing/2014/main" id="{53143E28-4F33-5B8F-8283-E58BDB384732}"/>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Curved Right Arrow 76">
                    <a:extLst>
                      <a:ext uri="{FF2B5EF4-FFF2-40B4-BE49-F238E27FC236}">
                        <a16:creationId xmlns:a16="http://schemas.microsoft.com/office/drawing/2014/main" id="{42E4BA97-DDEF-DFFC-2DE3-00CE4A39D72F}"/>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Curved Right Arrow 77">
                    <a:extLst>
                      <a:ext uri="{FF2B5EF4-FFF2-40B4-BE49-F238E27FC236}">
                        <a16:creationId xmlns:a16="http://schemas.microsoft.com/office/drawing/2014/main" id="{9FCC79F1-02F3-E87C-0246-35AD8B0E0216}"/>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70" name="Block Arc 69">
                <a:extLst>
                  <a:ext uri="{FF2B5EF4-FFF2-40B4-BE49-F238E27FC236}">
                    <a16:creationId xmlns:a16="http://schemas.microsoft.com/office/drawing/2014/main" id="{6E158287-D3E3-2507-E7E6-A83892A2C863}"/>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1" name="Block Arc 70">
                <a:extLst>
                  <a:ext uri="{FF2B5EF4-FFF2-40B4-BE49-F238E27FC236}">
                    <a16:creationId xmlns:a16="http://schemas.microsoft.com/office/drawing/2014/main" id="{E7A07502-AB01-AD4F-7808-7F5ACB69D3B7}"/>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2" name="Block Arc 71">
                <a:extLst>
                  <a:ext uri="{FF2B5EF4-FFF2-40B4-BE49-F238E27FC236}">
                    <a16:creationId xmlns:a16="http://schemas.microsoft.com/office/drawing/2014/main" id="{3957EECF-47FC-4198-9F37-A5BA372ED555}"/>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73" name="Block Arc 72">
                <a:extLst>
                  <a:ext uri="{FF2B5EF4-FFF2-40B4-BE49-F238E27FC236}">
                    <a16:creationId xmlns:a16="http://schemas.microsoft.com/office/drawing/2014/main" id="{68BFC372-78C7-70DC-B918-054E49267DF6}"/>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32" name="Group 31">
              <a:extLst>
                <a:ext uri="{FF2B5EF4-FFF2-40B4-BE49-F238E27FC236}">
                  <a16:creationId xmlns:a16="http://schemas.microsoft.com/office/drawing/2014/main" id="{EC85D203-768B-D8C9-B6CD-27620F89CAAA}"/>
                </a:ext>
              </a:extLst>
            </p:cNvPr>
            <p:cNvGrpSpPr/>
            <p:nvPr userDrawn="1"/>
          </p:nvGrpSpPr>
          <p:grpSpPr>
            <a:xfrm rot="8479211">
              <a:off x="1011220" y="1599085"/>
              <a:ext cx="4479565" cy="4581645"/>
              <a:chOff x="-6827777" y="-4338819"/>
              <a:chExt cx="4479565" cy="4581645"/>
            </a:xfrm>
          </p:grpSpPr>
          <p:sp>
            <p:nvSpPr>
              <p:cNvPr id="50" name="Block Arc 49">
                <a:extLst>
                  <a:ext uri="{FF2B5EF4-FFF2-40B4-BE49-F238E27FC236}">
                    <a16:creationId xmlns:a16="http://schemas.microsoft.com/office/drawing/2014/main" id="{56C58433-4F14-BA79-DDA7-47D5F5B17CD1}"/>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1" name="Block Arc 50">
                <a:extLst>
                  <a:ext uri="{FF2B5EF4-FFF2-40B4-BE49-F238E27FC236}">
                    <a16:creationId xmlns:a16="http://schemas.microsoft.com/office/drawing/2014/main" id="{66BABDD6-5F58-5B2F-D025-A400626CDB4A}"/>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2" name="Block Arc 51">
                <a:extLst>
                  <a:ext uri="{FF2B5EF4-FFF2-40B4-BE49-F238E27FC236}">
                    <a16:creationId xmlns:a16="http://schemas.microsoft.com/office/drawing/2014/main" id="{323469AF-9E7F-0F05-13C2-089BCF3C7AA0}"/>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53" name="Group 52">
                <a:extLst>
                  <a:ext uri="{FF2B5EF4-FFF2-40B4-BE49-F238E27FC236}">
                    <a16:creationId xmlns:a16="http://schemas.microsoft.com/office/drawing/2014/main" id="{0B5CAD5B-E95B-ED17-24B5-85469530AF97}"/>
                  </a:ext>
                </a:extLst>
              </p:cNvPr>
              <p:cNvGrpSpPr/>
              <p:nvPr userDrawn="1"/>
            </p:nvGrpSpPr>
            <p:grpSpPr>
              <a:xfrm>
                <a:off x="-6310685" y="-4338819"/>
                <a:ext cx="1109931" cy="1246186"/>
                <a:chOff x="1496758" y="1516859"/>
                <a:chExt cx="1109931" cy="1246186"/>
              </a:xfrm>
              <a:solidFill>
                <a:srgbClr val="FFC000"/>
              </a:solidFill>
            </p:grpSpPr>
            <p:grpSp>
              <p:nvGrpSpPr>
                <p:cNvPr id="58" name="Group 57">
                  <a:extLst>
                    <a:ext uri="{FF2B5EF4-FFF2-40B4-BE49-F238E27FC236}">
                      <a16:creationId xmlns:a16="http://schemas.microsoft.com/office/drawing/2014/main" id="{7E1A41A6-D976-BF0B-A975-F8178D5010C1}"/>
                    </a:ext>
                  </a:extLst>
                </p:cNvPr>
                <p:cNvGrpSpPr/>
                <p:nvPr/>
              </p:nvGrpSpPr>
              <p:grpSpPr>
                <a:xfrm rot="337452">
                  <a:off x="1496758" y="2082879"/>
                  <a:ext cx="676676" cy="680166"/>
                  <a:chOff x="1490297" y="1956128"/>
                  <a:chExt cx="1043292" cy="1048672"/>
                </a:xfrm>
                <a:grpFill/>
              </p:grpSpPr>
              <p:sp>
                <p:nvSpPr>
                  <p:cNvPr id="63" name="Curved Right Arrow 62">
                    <a:extLst>
                      <a:ext uri="{FF2B5EF4-FFF2-40B4-BE49-F238E27FC236}">
                        <a16:creationId xmlns:a16="http://schemas.microsoft.com/office/drawing/2014/main" id="{967EFEB5-31D4-20F2-1DF7-F6A46EE36642}"/>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Curved Right Arrow 63">
                    <a:extLst>
                      <a:ext uri="{FF2B5EF4-FFF2-40B4-BE49-F238E27FC236}">
                        <a16:creationId xmlns:a16="http://schemas.microsoft.com/office/drawing/2014/main" id="{7A579E44-0233-DC3C-5662-9CE68751AB82}"/>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Curved Right Arrow 64">
                    <a:extLst>
                      <a:ext uri="{FF2B5EF4-FFF2-40B4-BE49-F238E27FC236}">
                        <a16:creationId xmlns:a16="http://schemas.microsoft.com/office/drawing/2014/main" id="{9B83A0FE-2A52-9C5C-1B29-4C2488CFAF34}"/>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9" name="Group 58">
                  <a:extLst>
                    <a:ext uri="{FF2B5EF4-FFF2-40B4-BE49-F238E27FC236}">
                      <a16:creationId xmlns:a16="http://schemas.microsoft.com/office/drawing/2014/main" id="{E31BB64B-606E-786D-13A9-5DADA2DA14E0}"/>
                    </a:ext>
                  </a:extLst>
                </p:cNvPr>
                <p:cNvGrpSpPr/>
                <p:nvPr/>
              </p:nvGrpSpPr>
              <p:grpSpPr>
                <a:xfrm rot="11791363">
                  <a:off x="1951309" y="1516859"/>
                  <a:ext cx="655380" cy="672414"/>
                  <a:chOff x="1537746" y="1986114"/>
                  <a:chExt cx="1010459" cy="1036722"/>
                </a:xfrm>
                <a:grpFill/>
              </p:grpSpPr>
              <p:sp>
                <p:nvSpPr>
                  <p:cNvPr id="60" name="Curved Right Arrow 59">
                    <a:extLst>
                      <a:ext uri="{FF2B5EF4-FFF2-40B4-BE49-F238E27FC236}">
                        <a16:creationId xmlns:a16="http://schemas.microsoft.com/office/drawing/2014/main" id="{04718333-D5BE-A48E-F629-2D5B45502886}"/>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Curved Right Arrow 60">
                    <a:extLst>
                      <a:ext uri="{FF2B5EF4-FFF2-40B4-BE49-F238E27FC236}">
                        <a16:creationId xmlns:a16="http://schemas.microsoft.com/office/drawing/2014/main" id="{315D142D-241A-1958-E25F-56959D6F1789}"/>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Curved Right Arrow 61">
                    <a:extLst>
                      <a:ext uri="{FF2B5EF4-FFF2-40B4-BE49-F238E27FC236}">
                        <a16:creationId xmlns:a16="http://schemas.microsoft.com/office/drawing/2014/main" id="{DC441593-9F65-4ABE-B719-7CADC90D7FF3}"/>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54" name="Block Arc 53">
                <a:extLst>
                  <a:ext uri="{FF2B5EF4-FFF2-40B4-BE49-F238E27FC236}">
                    <a16:creationId xmlns:a16="http://schemas.microsoft.com/office/drawing/2014/main" id="{5E27379C-18A8-586C-D4A0-AD5A519029AD}"/>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5" name="Block Arc 54">
                <a:extLst>
                  <a:ext uri="{FF2B5EF4-FFF2-40B4-BE49-F238E27FC236}">
                    <a16:creationId xmlns:a16="http://schemas.microsoft.com/office/drawing/2014/main" id="{21647CAD-055F-9639-CEA6-33F53D04DAD6}"/>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6" name="Block Arc 55">
                <a:extLst>
                  <a:ext uri="{FF2B5EF4-FFF2-40B4-BE49-F238E27FC236}">
                    <a16:creationId xmlns:a16="http://schemas.microsoft.com/office/drawing/2014/main" id="{F3052A87-C888-9419-3B97-866567FAC9FA}"/>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57" name="Block Arc 56">
                <a:extLst>
                  <a:ext uri="{FF2B5EF4-FFF2-40B4-BE49-F238E27FC236}">
                    <a16:creationId xmlns:a16="http://schemas.microsoft.com/office/drawing/2014/main" id="{7778573C-888A-AC35-B633-B29EFCE46B4F}"/>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33" name="Group 32">
              <a:extLst>
                <a:ext uri="{FF2B5EF4-FFF2-40B4-BE49-F238E27FC236}">
                  <a16:creationId xmlns:a16="http://schemas.microsoft.com/office/drawing/2014/main" id="{E26FF172-F3DB-CA58-9DF7-E7636AE47302}"/>
                </a:ext>
              </a:extLst>
            </p:cNvPr>
            <p:cNvGrpSpPr/>
            <p:nvPr userDrawn="1"/>
          </p:nvGrpSpPr>
          <p:grpSpPr>
            <a:xfrm rot="4292651">
              <a:off x="1017140" y="1548320"/>
              <a:ext cx="4479565" cy="4581645"/>
              <a:chOff x="-6827777" y="-4338819"/>
              <a:chExt cx="4479565" cy="4581645"/>
            </a:xfrm>
          </p:grpSpPr>
          <p:sp>
            <p:nvSpPr>
              <p:cNvPr id="34" name="Block Arc 33">
                <a:extLst>
                  <a:ext uri="{FF2B5EF4-FFF2-40B4-BE49-F238E27FC236}">
                    <a16:creationId xmlns:a16="http://schemas.microsoft.com/office/drawing/2014/main" id="{28934801-91F0-43BE-55FF-00E3642CFD86}"/>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5" name="Block Arc 34">
                <a:extLst>
                  <a:ext uri="{FF2B5EF4-FFF2-40B4-BE49-F238E27FC236}">
                    <a16:creationId xmlns:a16="http://schemas.microsoft.com/office/drawing/2014/main" id="{7928380A-FA5A-DF22-E7DA-EE6E0D01E186}"/>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6" name="Block Arc 35">
                <a:extLst>
                  <a:ext uri="{FF2B5EF4-FFF2-40B4-BE49-F238E27FC236}">
                    <a16:creationId xmlns:a16="http://schemas.microsoft.com/office/drawing/2014/main" id="{9E66FE10-8783-E0BB-87E7-5BBACFF7CFEB}"/>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37" name="Group 36">
                <a:extLst>
                  <a:ext uri="{FF2B5EF4-FFF2-40B4-BE49-F238E27FC236}">
                    <a16:creationId xmlns:a16="http://schemas.microsoft.com/office/drawing/2014/main" id="{8DC29FA2-B776-857E-1F03-D6D4E52774AF}"/>
                  </a:ext>
                </a:extLst>
              </p:cNvPr>
              <p:cNvGrpSpPr/>
              <p:nvPr userDrawn="1"/>
            </p:nvGrpSpPr>
            <p:grpSpPr>
              <a:xfrm>
                <a:off x="-6310685" y="-4338819"/>
                <a:ext cx="1109931" cy="1246186"/>
                <a:chOff x="1496758" y="1516859"/>
                <a:chExt cx="1109931" cy="1246186"/>
              </a:xfrm>
              <a:solidFill>
                <a:srgbClr val="FFC000"/>
              </a:solidFill>
            </p:grpSpPr>
            <p:grpSp>
              <p:nvGrpSpPr>
                <p:cNvPr id="42" name="Group 41">
                  <a:extLst>
                    <a:ext uri="{FF2B5EF4-FFF2-40B4-BE49-F238E27FC236}">
                      <a16:creationId xmlns:a16="http://schemas.microsoft.com/office/drawing/2014/main" id="{2A437FD0-DCED-E3C2-2929-14F1BC831212}"/>
                    </a:ext>
                  </a:extLst>
                </p:cNvPr>
                <p:cNvGrpSpPr/>
                <p:nvPr/>
              </p:nvGrpSpPr>
              <p:grpSpPr>
                <a:xfrm rot="337452">
                  <a:off x="1496758" y="2082879"/>
                  <a:ext cx="676676" cy="680166"/>
                  <a:chOff x="1490297" y="1956128"/>
                  <a:chExt cx="1043292" cy="1048672"/>
                </a:xfrm>
                <a:grpFill/>
              </p:grpSpPr>
              <p:sp>
                <p:nvSpPr>
                  <p:cNvPr id="47" name="Curved Right Arrow 46">
                    <a:extLst>
                      <a:ext uri="{FF2B5EF4-FFF2-40B4-BE49-F238E27FC236}">
                        <a16:creationId xmlns:a16="http://schemas.microsoft.com/office/drawing/2014/main" id="{FA4636AD-5929-70BB-CA4E-EFB7EE10CB1E}"/>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Curved Right Arrow 47">
                    <a:extLst>
                      <a:ext uri="{FF2B5EF4-FFF2-40B4-BE49-F238E27FC236}">
                        <a16:creationId xmlns:a16="http://schemas.microsoft.com/office/drawing/2014/main" id="{1C39E483-F6E9-54AB-406C-A7FF10575971}"/>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Curved Right Arrow 48">
                    <a:extLst>
                      <a:ext uri="{FF2B5EF4-FFF2-40B4-BE49-F238E27FC236}">
                        <a16:creationId xmlns:a16="http://schemas.microsoft.com/office/drawing/2014/main" id="{5A709D68-168D-F69F-BA27-A106FB6C0357}"/>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43" name="Group 42">
                  <a:extLst>
                    <a:ext uri="{FF2B5EF4-FFF2-40B4-BE49-F238E27FC236}">
                      <a16:creationId xmlns:a16="http://schemas.microsoft.com/office/drawing/2014/main" id="{0A1AACE4-50DA-4934-32C6-9C9399B38E3B}"/>
                    </a:ext>
                  </a:extLst>
                </p:cNvPr>
                <p:cNvGrpSpPr/>
                <p:nvPr/>
              </p:nvGrpSpPr>
              <p:grpSpPr>
                <a:xfrm rot="11791363">
                  <a:off x="1951309" y="1516859"/>
                  <a:ext cx="655380" cy="672414"/>
                  <a:chOff x="1537746" y="1986114"/>
                  <a:chExt cx="1010459" cy="1036722"/>
                </a:xfrm>
                <a:grpFill/>
              </p:grpSpPr>
              <p:sp>
                <p:nvSpPr>
                  <p:cNvPr id="44" name="Curved Right Arrow 43">
                    <a:extLst>
                      <a:ext uri="{FF2B5EF4-FFF2-40B4-BE49-F238E27FC236}">
                        <a16:creationId xmlns:a16="http://schemas.microsoft.com/office/drawing/2014/main" id="{A3EA2056-4C41-443A-3B12-0E9088028932}"/>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Curved Right Arrow 44">
                    <a:extLst>
                      <a:ext uri="{FF2B5EF4-FFF2-40B4-BE49-F238E27FC236}">
                        <a16:creationId xmlns:a16="http://schemas.microsoft.com/office/drawing/2014/main" id="{695630DF-CA77-96BF-E6CE-18ABCBF7BDBC}"/>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Curved Right Arrow 45">
                    <a:extLst>
                      <a:ext uri="{FF2B5EF4-FFF2-40B4-BE49-F238E27FC236}">
                        <a16:creationId xmlns:a16="http://schemas.microsoft.com/office/drawing/2014/main" id="{39C0D864-4FF1-84D3-300D-8FE27DA24C4F}"/>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38" name="Block Arc 37">
                <a:extLst>
                  <a:ext uri="{FF2B5EF4-FFF2-40B4-BE49-F238E27FC236}">
                    <a16:creationId xmlns:a16="http://schemas.microsoft.com/office/drawing/2014/main" id="{4A1A9C7F-35FE-3956-F0B2-380F38983E50}"/>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39" name="Block Arc 38">
                <a:extLst>
                  <a:ext uri="{FF2B5EF4-FFF2-40B4-BE49-F238E27FC236}">
                    <a16:creationId xmlns:a16="http://schemas.microsoft.com/office/drawing/2014/main" id="{829CA266-F561-A142-F92F-109203F2DA13}"/>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0" name="Block Arc 39">
                <a:extLst>
                  <a:ext uri="{FF2B5EF4-FFF2-40B4-BE49-F238E27FC236}">
                    <a16:creationId xmlns:a16="http://schemas.microsoft.com/office/drawing/2014/main" id="{66A09B03-489A-2ABB-B882-3E4553FCA820}"/>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1" name="Block Arc 40">
                <a:extLst>
                  <a:ext uri="{FF2B5EF4-FFF2-40B4-BE49-F238E27FC236}">
                    <a16:creationId xmlns:a16="http://schemas.microsoft.com/office/drawing/2014/main" id="{65BA0E2A-468B-FA1C-8EB6-E49979621D6B}"/>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sp>
        <p:nvSpPr>
          <p:cNvPr id="114" name="Rectangle 113">
            <a:extLst>
              <a:ext uri="{FF2B5EF4-FFF2-40B4-BE49-F238E27FC236}">
                <a16:creationId xmlns:a16="http://schemas.microsoft.com/office/drawing/2014/main" id="{4E464327-07E3-9342-AA3E-608C3F778672}"/>
              </a:ext>
            </a:extLst>
          </p:cNvPr>
          <p:cNvSpPr/>
          <p:nvPr userDrawn="1"/>
        </p:nvSpPr>
        <p:spPr>
          <a:xfrm>
            <a:off x="2284992" y="4136928"/>
            <a:ext cx="1836223" cy="986274"/>
          </a:xfrm>
          <a:prstGeom prst="rect">
            <a:avLst/>
          </a:prstGeom>
          <a:noFill/>
          <a:effectLst/>
        </p:spPr>
        <p:txBody>
          <a:bodyPr wrap="none" lIns="91440" tIns="45720" rIns="91440" bIns="45720">
            <a:prstTxWarp prst="textArchDown">
              <a:avLst>
                <a:gd name="adj" fmla="val 96006"/>
              </a:avLst>
            </a:prstTxWarp>
            <a:spAutoFit/>
          </a:bodyPr>
          <a:lstStyle/>
          <a:p>
            <a:pPr algn="ctr"/>
            <a:r>
              <a:rPr lang="en-GB" sz="1800" b="0" cap="none" spc="0">
                <a:ln w="0"/>
                <a:solidFill>
                  <a:schemeClr val="tx1"/>
                </a:solidFill>
                <a:effectLst/>
                <a:latin typeface="Twinkl Cursive Looped" panose="02000000000000000000" pitchFamily="2" charset="77"/>
              </a:rPr>
              <a:t>Compassion</a:t>
            </a:r>
          </a:p>
        </p:txBody>
      </p:sp>
      <p:sp>
        <p:nvSpPr>
          <p:cNvPr id="14" name="Freeform 13">
            <a:extLst>
              <a:ext uri="{FF2B5EF4-FFF2-40B4-BE49-F238E27FC236}">
                <a16:creationId xmlns:a16="http://schemas.microsoft.com/office/drawing/2014/main" id="{71D80F14-A7A6-6782-98BB-3A0998A6087F}"/>
              </a:ext>
            </a:extLst>
          </p:cNvPr>
          <p:cNvSpPr/>
          <p:nvPr userDrawn="1"/>
        </p:nvSpPr>
        <p:spPr>
          <a:xfrm>
            <a:off x="2491779" y="971549"/>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F2CC"/>
          </a:solidFill>
          <a:ln w="38100">
            <a:solidFill>
              <a:srgbClr val="FFC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5740" tIns="235740" rIns="235740" bIns="235740" numCol="1" spcCol="1270" anchor="ctr" anchorCtr="0">
            <a:noAutofit/>
          </a:bodyPr>
          <a:lstStyle/>
          <a:p>
            <a:pPr marL="0" lvl="0" indent="0" algn="ctr" defTabSz="889000">
              <a:lnSpc>
                <a:spcPct val="90000"/>
              </a:lnSpc>
              <a:spcBef>
                <a:spcPct val="0"/>
              </a:spcBef>
              <a:spcAft>
                <a:spcPct val="35000"/>
              </a:spcAft>
              <a:buNone/>
            </a:pPr>
            <a:r>
              <a:rPr lang="en-GB" sz="2000" b="0" kern="1200">
                <a:solidFill>
                  <a:srgbClr val="FFC000"/>
                </a:solidFill>
                <a:latin typeface="Twinkl Cursive Looped" panose="02000000000000000000" pitchFamily="2" charset="77"/>
                <a:ea typeface="Sassoon Infant Rg" panose="02000503030000020003" pitchFamily="2" charset="0"/>
              </a:rPr>
              <a:t>Place, Space &amp; Scale</a:t>
            </a:r>
          </a:p>
        </p:txBody>
      </p:sp>
      <p:sp>
        <p:nvSpPr>
          <p:cNvPr id="17" name="Freeform 16">
            <a:extLst>
              <a:ext uri="{FF2B5EF4-FFF2-40B4-BE49-F238E27FC236}">
                <a16:creationId xmlns:a16="http://schemas.microsoft.com/office/drawing/2014/main" id="{66C6526D-B642-4AE1-2044-80AD3CD09B69}"/>
              </a:ext>
            </a:extLst>
          </p:cNvPr>
          <p:cNvSpPr/>
          <p:nvPr userDrawn="1"/>
        </p:nvSpPr>
        <p:spPr>
          <a:xfrm>
            <a:off x="4563705"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chemeClr val="accent6">
              <a:lumMod val="20000"/>
              <a:lumOff val="8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chemeClr val="accent6"/>
                </a:solidFill>
                <a:latin typeface="Twinkl Cursive Looped" panose="02000000000000000000" pitchFamily="2" charset="77"/>
                <a:ea typeface="Sassoon Infant Rg" panose="02000503030000020003" pitchFamily="2" charset="0"/>
              </a:rPr>
              <a:t>Physical Geography</a:t>
            </a:r>
          </a:p>
        </p:txBody>
      </p:sp>
      <p:sp>
        <p:nvSpPr>
          <p:cNvPr id="19" name="Freeform 18">
            <a:extLst>
              <a:ext uri="{FF2B5EF4-FFF2-40B4-BE49-F238E27FC236}">
                <a16:creationId xmlns:a16="http://schemas.microsoft.com/office/drawing/2014/main" id="{8FA49F10-9123-607E-7189-E0A3D8152E6A}"/>
              </a:ext>
            </a:extLst>
          </p:cNvPr>
          <p:cNvSpPr/>
          <p:nvPr userDrawn="1"/>
        </p:nvSpPr>
        <p:spPr>
          <a:xfrm>
            <a:off x="3772300"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CCCCFF"/>
          </a:solidFill>
          <a:ln w="38100">
            <a:solidFill>
              <a:srgbClr val="7030A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5580" tIns="225580" rIns="225580" bIns="225580" numCol="1" spcCol="1270" anchor="ctr" anchorCtr="0">
            <a:noAutofit/>
          </a:bodyPr>
          <a:lstStyle/>
          <a:p>
            <a:pPr marL="0" lvl="0" indent="0" algn="ctr" defTabSz="533400">
              <a:lnSpc>
                <a:spcPct val="90000"/>
              </a:lnSpc>
              <a:spcBef>
                <a:spcPct val="0"/>
              </a:spcBef>
              <a:spcAft>
                <a:spcPct val="35000"/>
              </a:spcAft>
              <a:buNone/>
            </a:pPr>
            <a:r>
              <a:rPr lang="en-GB" sz="1200" b="0" kern="1200">
                <a:solidFill>
                  <a:srgbClr val="7030A0"/>
                </a:solidFill>
                <a:latin typeface="Twinkl Cursive Looped" panose="02000000000000000000" pitchFamily="2" charset="77"/>
                <a:ea typeface="Sassoon Infant Rg" panose="02000503030000020003" pitchFamily="2" charset="0"/>
              </a:rPr>
              <a:t>Environmental Impact &amp; Sustainability</a:t>
            </a:r>
          </a:p>
        </p:txBody>
      </p:sp>
      <p:sp>
        <p:nvSpPr>
          <p:cNvPr id="20" name="Freeform 19">
            <a:extLst>
              <a:ext uri="{FF2B5EF4-FFF2-40B4-BE49-F238E27FC236}">
                <a16:creationId xmlns:a16="http://schemas.microsoft.com/office/drawing/2014/main" id="{27A978E3-35A7-3F11-AFD8-E22AC8220927}"/>
              </a:ext>
            </a:extLst>
          </p:cNvPr>
          <p:cNvSpPr/>
          <p:nvPr userDrawn="1"/>
        </p:nvSpPr>
        <p:spPr>
          <a:xfrm>
            <a:off x="1211259"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CCCC"/>
          </a:solidFill>
          <a:ln w="38100">
            <a:solidFill>
              <a:srgbClr val="C3580C"/>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rgbClr val="C3580C"/>
                </a:solidFill>
                <a:latin typeface="Twinkl Cursive Looped" panose="02000000000000000000" pitchFamily="2" charset="77"/>
                <a:ea typeface="Sassoon Infant Rg" panose="02000503030000020003" pitchFamily="2" charset="0"/>
              </a:rPr>
              <a:t>Human Geography</a:t>
            </a:r>
          </a:p>
        </p:txBody>
      </p:sp>
      <p:sp>
        <p:nvSpPr>
          <p:cNvPr id="21" name="Freeform 20">
            <a:extLst>
              <a:ext uri="{FF2B5EF4-FFF2-40B4-BE49-F238E27FC236}">
                <a16:creationId xmlns:a16="http://schemas.microsoft.com/office/drawing/2014/main" id="{49B8DCEC-F457-4763-7CCC-CFE88CFB93DB}"/>
              </a:ext>
            </a:extLst>
          </p:cNvPr>
          <p:cNvSpPr/>
          <p:nvPr userDrawn="1"/>
        </p:nvSpPr>
        <p:spPr>
          <a:xfrm>
            <a:off x="419854"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DDEAF8"/>
          </a:solidFill>
          <a:ln w="38100">
            <a:solidFill>
              <a:srgbClr val="4574C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120" tIns="228120" rIns="228120" bIns="228120" numCol="1" spcCol="1270" anchor="ctr" anchorCtr="0">
            <a:noAutofit/>
          </a:bodyPr>
          <a:lstStyle/>
          <a:p>
            <a:pPr marL="0" lvl="0" indent="0" algn="ctr" defTabSz="622300">
              <a:lnSpc>
                <a:spcPct val="90000"/>
              </a:lnSpc>
              <a:spcBef>
                <a:spcPct val="0"/>
              </a:spcBef>
              <a:spcAft>
                <a:spcPct val="35000"/>
              </a:spcAft>
              <a:buNone/>
            </a:pPr>
            <a:r>
              <a:rPr lang="en-GB" sz="1400" b="0" kern="1200">
                <a:solidFill>
                  <a:srgbClr val="4574C4"/>
                </a:solidFill>
                <a:latin typeface="Twinkl Cursive Looped" panose="02000000000000000000" pitchFamily="2" charset="77"/>
                <a:ea typeface="Sassoon Infant Rg" panose="02000503030000020003" pitchFamily="2" charset="0"/>
              </a:rPr>
              <a:t>Cultural awareness &amp; diversity </a:t>
            </a:r>
          </a:p>
        </p:txBody>
      </p:sp>
    </p:spTree>
    <p:extLst>
      <p:ext uri="{BB962C8B-B14F-4D97-AF65-F5344CB8AC3E}">
        <p14:creationId xmlns:p14="http://schemas.microsoft.com/office/powerpoint/2010/main" val="239969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7"/>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heel(1)">
                                      <p:cBhvr>
                                        <p:cTn id="11" dur="2000"/>
                                        <p:tgtEl>
                                          <p:spTgt spid="11"/>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7" grpId="0" animBg="1"/>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Revisit">
    <p:spTree>
      <p:nvGrpSpPr>
        <p:cNvPr id="1" name=""/>
        <p:cNvGrpSpPr/>
        <p:nvPr/>
      </p:nvGrpSpPr>
      <p:grpSpPr>
        <a:xfrm>
          <a:off x="0" y="0"/>
          <a:ext cx="0" cy="0"/>
          <a:chOff x="0" y="0"/>
          <a:chExt cx="0" cy="0"/>
        </a:xfrm>
      </p:grpSpPr>
      <p:pic>
        <p:nvPicPr>
          <p:cNvPr id="6" name="Picture 1" descr="Macintosh HD:Users:nicholasgarrick:Dropbox:1 LupL:6 Resources:Images and Icons:Icons:Geographer:icon_5211.png">
            <a:extLst>
              <a:ext uri="{FF2B5EF4-FFF2-40B4-BE49-F238E27FC236}">
                <a16:creationId xmlns:a16="http://schemas.microsoft.com/office/drawing/2014/main" id="{DC5F1B42-8526-1E66-05A7-2E821F42DE7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6F31070-AF5E-9C1E-7965-8FF24EB0F388}"/>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4CA72E"/>
                </a:solidFill>
                <a:effectLst/>
                <a:uLnTx/>
                <a:uFillTx/>
                <a:latin typeface="Twinkl Cursive Looped" panose="02000000000000000000" pitchFamily="2" charset="77"/>
                <a:ea typeface="Sassoon Infant Rg" panose="02000503030000020003" pitchFamily="2" charset="0"/>
                <a:cs typeface="+mn-cs"/>
              </a:rPr>
              <a:t>Revisit</a:t>
            </a:r>
          </a:p>
        </p:txBody>
      </p:sp>
      <p:sp>
        <p:nvSpPr>
          <p:cNvPr id="3" name="Text Placeholder 3">
            <a:extLst>
              <a:ext uri="{FF2B5EF4-FFF2-40B4-BE49-F238E27FC236}">
                <a16:creationId xmlns:a16="http://schemas.microsoft.com/office/drawing/2014/main" id="{EB3AF3FA-F27A-9D83-2460-6514CEAF9B1B}"/>
              </a:ext>
            </a:extLst>
          </p:cNvPr>
          <p:cNvSpPr>
            <a:spLocks noGrp="1"/>
          </p:cNvSpPr>
          <p:nvPr>
            <p:ph type="body" sz="quarter" idx="10"/>
          </p:nvPr>
        </p:nvSpPr>
        <p:spPr>
          <a:xfrm>
            <a:off x="623888" y="1047750"/>
            <a:ext cx="10950575" cy="506253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581785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uzzle Pieces">
    <p:spTree>
      <p:nvGrpSpPr>
        <p:cNvPr id="1" name=""/>
        <p:cNvGrpSpPr/>
        <p:nvPr/>
      </p:nvGrpSpPr>
      <p:grpSpPr>
        <a:xfrm>
          <a:off x="0" y="0"/>
          <a:ext cx="0" cy="0"/>
          <a:chOff x="0" y="0"/>
          <a:chExt cx="0" cy="0"/>
        </a:xfrm>
      </p:grpSpPr>
      <p:pic>
        <p:nvPicPr>
          <p:cNvPr id="34" name="Picture 1" descr="Macintosh HD:Users:nicholasgarrick:Dropbox:1 LupL:6 Resources:Images and Icons:Icons:Geographer:icon_5211.png">
            <a:extLst>
              <a:ext uri="{FF2B5EF4-FFF2-40B4-BE49-F238E27FC236}">
                <a16:creationId xmlns:a16="http://schemas.microsoft.com/office/drawing/2014/main" id="{18459E9E-2215-95E5-26EB-8C8B74442A1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3E0F003-86CF-4CDD-0A82-22C58EE8CF90}"/>
              </a:ext>
            </a:extLst>
          </p:cNvPr>
          <p:cNvSpPr txBox="1"/>
          <p:nvPr userDrawn="1"/>
        </p:nvSpPr>
        <p:spPr>
          <a:xfrm>
            <a:off x="923238" y="808490"/>
            <a:ext cx="2860102" cy="1169551"/>
          </a:xfrm>
          <a:prstGeom prst="rect">
            <a:avLst/>
          </a:prstGeom>
          <a:noFill/>
        </p:spPr>
        <p:txBody>
          <a:bodyPr wrap="square" rtlCol="0">
            <a:spAutoFit/>
          </a:bodyPr>
          <a:lstStyle/>
          <a:p>
            <a:pPr lvl="0" algn="l"/>
            <a:r>
              <a:rPr lang="en-GB" sz="1400" b="0" i="0">
                <a:solidFill>
                  <a:prstClr val="black"/>
                </a:solidFill>
                <a:latin typeface="Twinkl Cursive Looped" panose="02000000000000000000" pitchFamily="2" charset="77"/>
                <a:ea typeface="Sassoon Infant Rg" panose="02000503030000020003" pitchFamily="2" charset="0"/>
              </a:rPr>
              <a:t>Physical geography is the study of the natural features and processes of the Earth, such as land, water, weather and climate, and how they change our world.</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endParaRPr>
          </a:p>
        </p:txBody>
      </p:sp>
      <p:pic>
        <p:nvPicPr>
          <p:cNvPr id="9" name="Picture 8" descr="A black background with a black square&#10;&#10;AI-generated content may be incorrect.">
            <a:extLst>
              <a:ext uri="{FF2B5EF4-FFF2-40B4-BE49-F238E27FC236}">
                <a16:creationId xmlns:a16="http://schemas.microsoft.com/office/drawing/2014/main" id="{0F47FFF7-129D-F356-260B-EE9AA89ED69B}"/>
              </a:ext>
            </a:extLst>
          </p:cNvPr>
          <p:cNvPicPr>
            <a:picLocks noChangeAspect="1"/>
          </p:cNvPicPr>
          <p:nvPr userDrawn="1"/>
        </p:nvPicPr>
        <p:blipFill>
          <a:blip r:embed="rId3"/>
          <a:srcRect b="14000"/>
          <a:stretch>
            <a:fillRect/>
          </a:stretch>
        </p:blipFill>
        <p:spPr>
          <a:xfrm>
            <a:off x="35619" y="965122"/>
            <a:ext cx="995680" cy="856285"/>
          </a:xfrm>
          <a:prstGeom prst="rect">
            <a:avLst/>
          </a:prstGeom>
        </p:spPr>
      </p:pic>
      <p:sp>
        <p:nvSpPr>
          <p:cNvPr id="4" name="TextBox 3">
            <a:extLst>
              <a:ext uri="{FF2B5EF4-FFF2-40B4-BE49-F238E27FC236}">
                <a16:creationId xmlns:a16="http://schemas.microsoft.com/office/drawing/2014/main" id="{DD33A436-9AD0-6EB1-1B41-6A171B90C01D}"/>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4CA72E"/>
                </a:solidFill>
                <a:effectLst/>
                <a:uLnTx/>
                <a:uFillTx/>
                <a:latin typeface="Twinkl Cursive Looped" panose="02000000000000000000" pitchFamily="2" charset="77"/>
                <a:ea typeface="Sassoon Infant Rg" panose="02000503030000020003" pitchFamily="2" charset="0"/>
                <a:cs typeface="+mn-cs"/>
              </a:rPr>
              <a:t>Connections</a:t>
            </a:r>
          </a:p>
        </p:txBody>
      </p:sp>
    </p:spTree>
    <p:extLst>
      <p:ext uri="{BB962C8B-B14F-4D97-AF65-F5344CB8AC3E}">
        <p14:creationId xmlns:p14="http://schemas.microsoft.com/office/powerpoint/2010/main" val="142777928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uilding Blocks">
    <p:bg>
      <p:bgPr>
        <a:solidFill>
          <a:schemeClr val="accent6">
            <a:lumMod val="20000"/>
            <a:lumOff val="80000"/>
          </a:schemeClr>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7CE3DC6-66B7-D4F2-C0D1-EACFDA80B4DB}"/>
              </a:ext>
            </a:extLst>
          </p:cNvPr>
          <p:cNvGrpSpPr/>
          <p:nvPr userDrawn="1"/>
        </p:nvGrpSpPr>
        <p:grpSpPr>
          <a:xfrm>
            <a:off x="272909" y="5585370"/>
            <a:ext cx="1280546" cy="1018597"/>
            <a:chOff x="487294" y="3394800"/>
            <a:chExt cx="1829988" cy="1302126"/>
          </a:xfrm>
          <a:solidFill>
            <a:schemeClr val="accent6">
              <a:lumMod val="40000"/>
              <a:lumOff val="60000"/>
            </a:schemeClr>
          </a:solidFill>
        </p:grpSpPr>
        <p:grpSp>
          <p:nvGrpSpPr>
            <p:cNvPr id="13" name="Group 12">
              <a:extLst>
                <a:ext uri="{FF2B5EF4-FFF2-40B4-BE49-F238E27FC236}">
                  <a16:creationId xmlns:a16="http://schemas.microsoft.com/office/drawing/2014/main" id="{FA9BCBEF-728D-E808-0931-F69097E39D1F}"/>
                </a:ext>
              </a:extLst>
            </p:cNvPr>
            <p:cNvGrpSpPr/>
            <p:nvPr/>
          </p:nvGrpSpPr>
          <p:grpSpPr>
            <a:xfrm>
              <a:off x="487294" y="4338320"/>
              <a:ext cx="904626" cy="358606"/>
              <a:chOff x="7508240" y="3017520"/>
              <a:chExt cx="3545840" cy="2021840"/>
            </a:xfrm>
            <a:grpFill/>
          </p:grpSpPr>
          <p:sp>
            <p:nvSpPr>
              <p:cNvPr id="31" name="Rectangle 30">
                <a:extLst>
                  <a:ext uri="{FF2B5EF4-FFF2-40B4-BE49-F238E27FC236}">
                    <a16:creationId xmlns:a16="http://schemas.microsoft.com/office/drawing/2014/main" id="{C71A29F1-1F58-E0F2-B827-D684ECB916D5}"/>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32" name="Rectangle: Top Corners Rounded 71">
                <a:extLst>
                  <a:ext uri="{FF2B5EF4-FFF2-40B4-BE49-F238E27FC236}">
                    <a16:creationId xmlns:a16="http://schemas.microsoft.com/office/drawing/2014/main" id="{3E159E34-00D2-CA34-C9C7-3CB27FC5F2BE}"/>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33" name="Rectangle: Top Corners Rounded 72">
                <a:extLst>
                  <a:ext uri="{FF2B5EF4-FFF2-40B4-BE49-F238E27FC236}">
                    <a16:creationId xmlns:a16="http://schemas.microsoft.com/office/drawing/2014/main" id="{2A418118-CC77-1C03-91ED-3D25A70B46C0}"/>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34" name="Rectangle: Top Corners Rounded 73">
                <a:extLst>
                  <a:ext uri="{FF2B5EF4-FFF2-40B4-BE49-F238E27FC236}">
                    <a16:creationId xmlns:a16="http://schemas.microsoft.com/office/drawing/2014/main" id="{660946A8-B758-C3DC-A376-30F28E6F2342}"/>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4" name="Group 13">
              <a:extLst>
                <a:ext uri="{FF2B5EF4-FFF2-40B4-BE49-F238E27FC236}">
                  <a16:creationId xmlns:a16="http://schemas.microsoft.com/office/drawing/2014/main" id="{A4FD205B-5877-364A-9FD7-7CE1600ED158}"/>
                </a:ext>
              </a:extLst>
            </p:cNvPr>
            <p:cNvGrpSpPr/>
            <p:nvPr/>
          </p:nvGrpSpPr>
          <p:grpSpPr>
            <a:xfrm>
              <a:off x="1412656" y="4338320"/>
              <a:ext cx="904626" cy="358606"/>
              <a:chOff x="7508240" y="3017520"/>
              <a:chExt cx="3545840" cy="2021840"/>
            </a:xfrm>
            <a:grpFill/>
          </p:grpSpPr>
          <p:sp>
            <p:nvSpPr>
              <p:cNvPr id="27" name="Rectangle 26">
                <a:extLst>
                  <a:ext uri="{FF2B5EF4-FFF2-40B4-BE49-F238E27FC236}">
                    <a16:creationId xmlns:a16="http://schemas.microsoft.com/office/drawing/2014/main" id="{48285FC4-FE2A-2D40-9D44-7E07EB2D79DD}"/>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8" name="Rectangle: Top Corners Rounded 76">
                <a:extLst>
                  <a:ext uri="{FF2B5EF4-FFF2-40B4-BE49-F238E27FC236}">
                    <a16:creationId xmlns:a16="http://schemas.microsoft.com/office/drawing/2014/main" id="{8D6769BE-9839-CF96-B5C1-D95CF32A7328}"/>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9" name="Rectangle: Top Corners Rounded 77">
                <a:extLst>
                  <a:ext uri="{FF2B5EF4-FFF2-40B4-BE49-F238E27FC236}">
                    <a16:creationId xmlns:a16="http://schemas.microsoft.com/office/drawing/2014/main" id="{3857F63F-DFFB-0DAF-6203-41FDE458CC1E}"/>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30" name="Rectangle: Top Corners Rounded 78">
                <a:extLst>
                  <a:ext uri="{FF2B5EF4-FFF2-40B4-BE49-F238E27FC236}">
                    <a16:creationId xmlns:a16="http://schemas.microsoft.com/office/drawing/2014/main" id="{0B2436B1-8880-9197-460C-EEFCBB9EBB35}"/>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5" name="Group 14">
              <a:extLst>
                <a:ext uri="{FF2B5EF4-FFF2-40B4-BE49-F238E27FC236}">
                  <a16:creationId xmlns:a16="http://schemas.microsoft.com/office/drawing/2014/main" id="{07D84915-193B-C838-12BA-CB116120F3FD}"/>
                </a:ext>
              </a:extLst>
            </p:cNvPr>
            <p:cNvGrpSpPr/>
            <p:nvPr/>
          </p:nvGrpSpPr>
          <p:grpSpPr>
            <a:xfrm>
              <a:off x="1045881" y="4007047"/>
              <a:ext cx="904626" cy="358606"/>
              <a:chOff x="7508240" y="3017520"/>
              <a:chExt cx="3545840" cy="2021840"/>
            </a:xfrm>
            <a:grpFill/>
          </p:grpSpPr>
          <p:sp>
            <p:nvSpPr>
              <p:cNvPr id="23" name="Rectangle 22">
                <a:extLst>
                  <a:ext uri="{FF2B5EF4-FFF2-40B4-BE49-F238E27FC236}">
                    <a16:creationId xmlns:a16="http://schemas.microsoft.com/office/drawing/2014/main" id="{F7E58F6A-9239-0FC0-400D-F80620565C87}"/>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4" name="Rectangle: Top Corners Rounded 81">
                <a:extLst>
                  <a:ext uri="{FF2B5EF4-FFF2-40B4-BE49-F238E27FC236}">
                    <a16:creationId xmlns:a16="http://schemas.microsoft.com/office/drawing/2014/main" id="{C979471E-8A23-684E-376F-0EF799013AAA}"/>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5" name="Rectangle: Top Corners Rounded 82">
                <a:extLst>
                  <a:ext uri="{FF2B5EF4-FFF2-40B4-BE49-F238E27FC236}">
                    <a16:creationId xmlns:a16="http://schemas.microsoft.com/office/drawing/2014/main" id="{1598DB8C-84B5-974C-362A-7FE931501656}"/>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6" name="Rectangle: Top Corners Rounded 83">
                <a:extLst>
                  <a:ext uri="{FF2B5EF4-FFF2-40B4-BE49-F238E27FC236}">
                    <a16:creationId xmlns:a16="http://schemas.microsoft.com/office/drawing/2014/main" id="{1D7DA501-458D-8FCE-183D-8B03E84D2235}"/>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6" name="Group 15">
              <a:extLst>
                <a:ext uri="{FF2B5EF4-FFF2-40B4-BE49-F238E27FC236}">
                  <a16:creationId xmlns:a16="http://schemas.microsoft.com/office/drawing/2014/main" id="{56CA7716-D77F-3DBD-FB50-5F903E5F4D15}"/>
                </a:ext>
              </a:extLst>
            </p:cNvPr>
            <p:cNvGrpSpPr/>
            <p:nvPr/>
          </p:nvGrpSpPr>
          <p:grpSpPr>
            <a:xfrm>
              <a:off x="1620945" y="3669763"/>
              <a:ext cx="512234" cy="358606"/>
              <a:chOff x="7508240" y="3017519"/>
              <a:chExt cx="3545840" cy="2021841"/>
            </a:xfrm>
            <a:grpFill/>
          </p:grpSpPr>
          <p:sp>
            <p:nvSpPr>
              <p:cNvPr id="20" name="Rectangle 19">
                <a:extLst>
                  <a:ext uri="{FF2B5EF4-FFF2-40B4-BE49-F238E27FC236}">
                    <a16:creationId xmlns:a16="http://schemas.microsoft.com/office/drawing/2014/main" id="{B1B8B56D-7CC5-D6E1-392C-593904645B22}"/>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1" name="Rectangle: Top Corners Rounded 86">
                <a:extLst>
                  <a:ext uri="{FF2B5EF4-FFF2-40B4-BE49-F238E27FC236}">
                    <a16:creationId xmlns:a16="http://schemas.microsoft.com/office/drawing/2014/main" id="{C0E2ECE4-4218-E7B7-F28A-87EA452AABDC}"/>
                  </a:ext>
                </a:extLst>
              </p:cNvPr>
              <p:cNvSpPr/>
              <p:nvPr/>
            </p:nvSpPr>
            <p:spPr>
              <a:xfrm>
                <a:off x="8406167"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2" name="Rectangle: Top Corners Rounded 87">
                <a:extLst>
                  <a:ext uri="{FF2B5EF4-FFF2-40B4-BE49-F238E27FC236}">
                    <a16:creationId xmlns:a16="http://schemas.microsoft.com/office/drawing/2014/main" id="{9DE23A4B-1625-9326-7D0C-E41D5F34B5D2}"/>
                  </a:ext>
                </a:extLst>
              </p:cNvPr>
              <p:cNvSpPr/>
              <p:nvPr/>
            </p:nvSpPr>
            <p:spPr>
              <a:xfrm>
                <a:off x="9689825"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7" name="Group 16">
              <a:extLst>
                <a:ext uri="{FF2B5EF4-FFF2-40B4-BE49-F238E27FC236}">
                  <a16:creationId xmlns:a16="http://schemas.microsoft.com/office/drawing/2014/main" id="{553DB581-5603-13E5-AA4C-2807828EF9CB}"/>
                </a:ext>
              </a:extLst>
            </p:cNvPr>
            <p:cNvGrpSpPr/>
            <p:nvPr/>
          </p:nvGrpSpPr>
          <p:grpSpPr>
            <a:xfrm>
              <a:off x="1520357" y="3394800"/>
              <a:ext cx="338160" cy="309951"/>
              <a:chOff x="7508240" y="3017519"/>
              <a:chExt cx="3545840" cy="2021841"/>
            </a:xfrm>
            <a:grpFill/>
          </p:grpSpPr>
          <p:sp>
            <p:nvSpPr>
              <p:cNvPr id="18" name="Rectangle 17">
                <a:extLst>
                  <a:ext uri="{FF2B5EF4-FFF2-40B4-BE49-F238E27FC236}">
                    <a16:creationId xmlns:a16="http://schemas.microsoft.com/office/drawing/2014/main" id="{65E5E1D8-4B43-563F-D29D-77A1A42D4CB8}"/>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9" name="Rectangle: Top Corners Rounded 91">
                <a:extLst>
                  <a:ext uri="{FF2B5EF4-FFF2-40B4-BE49-F238E27FC236}">
                    <a16:creationId xmlns:a16="http://schemas.microsoft.com/office/drawing/2014/main" id="{2F90A077-200B-01E2-D697-3A0684D025C2}"/>
                  </a:ext>
                </a:extLst>
              </p:cNvPr>
              <p:cNvSpPr/>
              <p:nvPr/>
            </p:nvSpPr>
            <p:spPr>
              <a:xfrm>
                <a:off x="9045379" y="3017519"/>
                <a:ext cx="589285" cy="274322"/>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sp>
        <p:nvSpPr>
          <p:cNvPr id="46" name="TextBox 45">
            <a:extLst>
              <a:ext uri="{FF2B5EF4-FFF2-40B4-BE49-F238E27FC236}">
                <a16:creationId xmlns:a16="http://schemas.microsoft.com/office/drawing/2014/main" id="{9C65853A-435B-6C0B-78D2-52D344E6E905}"/>
              </a:ext>
            </a:extLst>
          </p:cNvPr>
          <p:cNvSpPr txBox="1"/>
          <p:nvPr userDrawn="1"/>
        </p:nvSpPr>
        <p:spPr>
          <a:xfrm>
            <a:off x="103162" y="1752700"/>
            <a:ext cx="3205508" cy="1169551"/>
          </a:xfrm>
          <a:prstGeom prst="rect">
            <a:avLst/>
          </a:prstGeom>
          <a:noFill/>
        </p:spPr>
        <p:txBody>
          <a:bodyPr wrap="square" rtlCol="0">
            <a:spAutoFit/>
          </a:bodyPr>
          <a:lstStyle/>
          <a:p>
            <a:pPr lvl="0" algn="l"/>
            <a:r>
              <a:rPr lang="en-GB" sz="1400" b="0" i="0">
                <a:solidFill>
                  <a:prstClr val="black"/>
                </a:solidFill>
                <a:latin typeface="Twinkl Cursive Looped" panose="02000000000000000000" pitchFamily="2" charset="77"/>
                <a:ea typeface="Sassoon Infant Rg" panose="02000503030000020003" pitchFamily="2" charset="0"/>
              </a:rPr>
              <a:t>Physical geography is the study of the natural features and processes of the Earth, such as land, water, weather and climate, and how they change our world.</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endParaRPr>
          </a:p>
        </p:txBody>
      </p:sp>
      <p:pic>
        <p:nvPicPr>
          <p:cNvPr id="6" name="Picture 5" descr="A black background with a black square&#10;&#10;AI-generated content may be incorrect.">
            <a:extLst>
              <a:ext uri="{FF2B5EF4-FFF2-40B4-BE49-F238E27FC236}">
                <a16:creationId xmlns:a16="http://schemas.microsoft.com/office/drawing/2014/main" id="{B9284B1C-ACB5-B703-9C2A-5839A1AF4939}"/>
              </a:ext>
            </a:extLst>
          </p:cNvPr>
          <p:cNvPicPr>
            <a:picLocks noChangeAspect="1"/>
          </p:cNvPicPr>
          <p:nvPr userDrawn="1"/>
        </p:nvPicPr>
        <p:blipFill>
          <a:blip r:embed="rId2"/>
          <a:srcRect b="14000"/>
          <a:stretch>
            <a:fillRect/>
          </a:stretch>
        </p:blipFill>
        <p:spPr>
          <a:xfrm>
            <a:off x="31378" y="883956"/>
            <a:ext cx="902901" cy="776495"/>
          </a:xfrm>
          <a:prstGeom prst="rect">
            <a:avLst/>
          </a:prstGeom>
        </p:spPr>
      </p:pic>
      <p:grpSp>
        <p:nvGrpSpPr>
          <p:cNvPr id="2" name="Group 1">
            <a:extLst>
              <a:ext uri="{FF2B5EF4-FFF2-40B4-BE49-F238E27FC236}">
                <a16:creationId xmlns:a16="http://schemas.microsoft.com/office/drawing/2014/main" id="{1E49E2FC-EFFD-F8D2-A5E6-3F1EBDB42E70}"/>
              </a:ext>
            </a:extLst>
          </p:cNvPr>
          <p:cNvGrpSpPr/>
          <p:nvPr userDrawn="1"/>
        </p:nvGrpSpPr>
        <p:grpSpPr>
          <a:xfrm>
            <a:off x="3521878" y="3693438"/>
            <a:ext cx="8311989" cy="926097"/>
            <a:chOff x="3464951" y="3693438"/>
            <a:chExt cx="8311989" cy="926097"/>
          </a:xfrm>
        </p:grpSpPr>
        <p:grpSp>
          <p:nvGrpSpPr>
            <p:cNvPr id="3" name="Group 2">
              <a:extLst>
                <a:ext uri="{FF2B5EF4-FFF2-40B4-BE49-F238E27FC236}">
                  <a16:creationId xmlns:a16="http://schemas.microsoft.com/office/drawing/2014/main" id="{CC56C45F-E666-5B60-5705-8C2C29EC8C74}"/>
                </a:ext>
              </a:extLst>
            </p:cNvPr>
            <p:cNvGrpSpPr/>
            <p:nvPr/>
          </p:nvGrpSpPr>
          <p:grpSpPr>
            <a:xfrm>
              <a:off x="3464951" y="3693438"/>
              <a:ext cx="8311989" cy="926097"/>
              <a:chOff x="3507503" y="3693728"/>
              <a:chExt cx="8311989" cy="926097"/>
            </a:xfrm>
          </p:grpSpPr>
          <p:grpSp>
            <p:nvGrpSpPr>
              <p:cNvPr id="5" name="Group 4">
                <a:extLst>
                  <a:ext uri="{FF2B5EF4-FFF2-40B4-BE49-F238E27FC236}">
                    <a16:creationId xmlns:a16="http://schemas.microsoft.com/office/drawing/2014/main" id="{F0ACD9B0-F4EC-6FAA-B969-3D3FD9CD7AEC}"/>
                  </a:ext>
                </a:extLst>
              </p:cNvPr>
              <p:cNvGrpSpPr/>
              <p:nvPr/>
            </p:nvGrpSpPr>
            <p:grpSpPr>
              <a:xfrm>
                <a:off x="3507503" y="3693728"/>
                <a:ext cx="8311989" cy="926097"/>
                <a:chOff x="3507503" y="3693728"/>
                <a:chExt cx="8311989" cy="926097"/>
              </a:xfrm>
            </p:grpSpPr>
            <p:grpSp>
              <p:nvGrpSpPr>
                <p:cNvPr id="8" name="Group 7">
                  <a:extLst>
                    <a:ext uri="{FF2B5EF4-FFF2-40B4-BE49-F238E27FC236}">
                      <a16:creationId xmlns:a16="http://schemas.microsoft.com/office/drawing/2014/main" id="{0CF3A17F-15B9-9926-B98A-D4AA988019A8}"/>
                    </a:ext>
                  </a:extLst>
                </p:cNvPr>
                <p:cNvGrpSpPr/>
                <p:nvPr/>
              </p:nvGrpSpPr>
              <p:grpSpPr>
                <a:xfrm>
                  <a:off x="3518855" y="3719825"/>
                  <a:ext cx="8300637" cy="900000"/>
                  <a:chOff x="3996278" y="1747524"/>
                  <a:chExt cx="1713901" cy="2824471"/>
                </a:xfrm>
              </p:grpSpPr>
              <p:sp>
                <p:nvSpPr>
                  <p:cNvPr id="57" name="Rectangle: Rounded Corners 12">
                    <a:extLst>
                      <a:ext uri="{FF2B5EF4-FFF2-40B4-BE49-F238E27FC236}">
                        <a16:creationId xmlns:a16="http://schemas.microsoft.com/office/drawing/2014/main" id="{95F931B1-CDE4-AB61-6D8B-FE6C5E6749C0}"/>
                      </a:ext>
                    </a:extLst>
                  </p:cNvPr>
                  <p:cNvSpPr/>
                  <p:nvPr/>
                </p:nvSpPr>
                <p:spPr>
                  <a:xfrm>
                    <a:off x="3996278"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00" name="Rectangle: Rounded Corners 4">
                    <a:extLst>
                      <a:ext uri="{FF2B5EF4-FFF2-40B4-BE49-F238E27FC236}">
                        <a16:creationId xmlns:a16="http://schemas.microsoft.com/office/drawing/2014/main" id="{F1B22BAA-DCE2-E6D1-D5FA-DD4FA64D46B3}"/>
                      </a:ext>
                    </a:extLst>
                  </p:cNvPr>
                  <p:cNvSpPr txBox="1"/>
                  <p:nvPr/>
                </p:nvSpPr>
                <p:spPr>
                  <a:xfrm>
                    <a:off x="4082912" y="1831190"/>
                    <a:ext cx="1546569" cy="265713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9" name="Group 8">
                  <a:extLst>
                    <a:ext uri="{FF2B5EF4-FFF2-40B4-BE49-F238E27FC236}">
                      <a16:creationId xmlns:a16="http://schemas.microsoft.com/office/drawing/2014/main" id="{CED2FF4C-14AE-95FD-F4AC-EEBA4A4A9192}"/>
                    </a:ext>
                  </a:extLst>
                </p:cNvPr>
                <p:cNvGrpSpPr/>
                <p:nvPr/>
              </p:nvGrpSpPr>
              <p:grpSpPr>
                <a:xfrm>
                  <a:off x="3507503" y="3693728"/>
                  <a:ext cx="801261" cy="903352"/>
                  <a:chOff x="4389349" y="450020"/>
                  <a:chExt cx="801261" cy="903352"/>
                </a:xfrm>
              </p:grpSpPr>
              <p:pic>
                <p:nvPicPr>
                  <p:cNvPr id="10" name="Picture 9">
                    <a:extLst>
                      <a:ext uri="{FF2B5EF4-FFF2-40B4-BE49-F238E27FC236}">
                        <a16:creationId xmlns:a16="http://schemas.microsoft.com/office/drawing/2014/main" id="{EBE5FFFA-7A0C-3B93-9250-F9B812D6F99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89349" y="450020"/>
                    <a:ext cx="801261" cy="903352"/>
                  </a:xfrm>
                  <a:prstGeom prst="rect">
                    <a:avLst/>
                  </a:prstGeom>
                </p:spPr>
              </p:pic>
              <p:sp>
                <p:nvSpPr>
                  <p:cNvPr id="52" name="TextBox 51">
                    <a:extLst>
                      <a:ext uri="{FF2B5EF4-FFF2-40B4-BE49-F238E27FC236}">
                        <a16:creationId xmlns:a16="http://schemas.microsoft.com/office/drawing/2014/main" id="{1E27B828-01EF-0DAE-18EB-3F15D4E733B4}"/>
                      </a:ext>
                    </a:extLst>
                  </p:cNvPr>
                  <p:cNvSpPr txBox="1"/>
                  <p:nvPr/>
                </p:nvSpPr>
                <p:spPr>
                  <a:xfrm>
                    <a:off x="4631284"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3</a:t>
                    </a:r>
                  </a:p>
                </p:txBody>
              </p:sp>
            </p:grpSp>
          </p:grpSp>
          <p:sp>
            <p:nvSpPr>
              <p:cNvPr id="7" name="TextBox 6">
                <a:extLst>
                  <a:ext uri="{FF2B5EF4-FFF2-40B4-BE49-F238E27FC236}">
                    <a16:creationId xmlns:a16="http://schemas.microsoft.com/office/drawing/2014/main" id="{335FDD96-05D1-7D18-81C8-ABA6F57E351E}"/>
                  </a:ext>
                </a:extLst>
              </p:cNvPr>
              <p:cNvSpPr txBox="1"/>
              <p:nvPr/>
            </p:nvSpPr>
            <p:spPr>
              <a:xfrm>
                <a:off x="4378390" y="4015936"/>
                <a:ext cx="2299228" cy="307777"/>
              </a:xfrm>
              <a:prstGeom prst="rect">
                <a:avLst/>
              </a:prstGeom>
              <a:noFill/>
              <a:ln w="28575">
                <a:solidFill>
                  <a:srgbClr val="BA0068"/>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Mediterranean</a:t>
                </a:r>
              </a:p>
            </p:txBody>
          </p:sp>
        </p:grpSp>
        <p:sp>
          <p:nvSpPr>
            <p:cNvPr id="4" name="TextBox 3">
              <a:extLst>
                <a:ext uri="{FF2B5EF4-FFF2-40B4-BE49-F238E27FC236}">
                  <a16:creationId xmlns:a16="http://schemas.microsoft.com/office/drawing/2014/main" id="{06A1F722-7CC2-D5FC-8C43-51680DC524C5}"/>
                </a:ext>
              </a:extLst>
            </p:cNvPr>
            <p:cNvSpPr txBox="1"/>
            <p:nvPr/>
          </p:nvSpPr>
          <p:spPr>
            <a:xfrm>
              <a:off x="6767704" y="3802387"/>
              <a:ext cx="488210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 can describe and compare physical features in my region and in the Mediterranean. I can explain what a biome is and give examples from the Mediterranean and the UK.</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01" name="Group 100">
            <a:extLst>
              <a:ext uri="{FF2B5EF4-FFF2-40B4-BE49-F238E27FC236}">
                <a16:creationId xmlns:a16="http://schemas.microsoft.com/office/drawing/2014/main" id="{A0375B82-E516-08FE-4D25-AF3CBF3C3AE6}"/>
              </a:ext>
            </a:extLst>
          </p:cNvPr>
          <p:cNvGrpSpPr/>
          <p:nvPr userDrawn="1"/>
        </p:nvGrpSpPr>
        <p:grpSpPr>
          <a:xfrm>
            <a:off x="3508831" y="4718397"/>
            <a:ext cx="8325034" cy="920150"/>
            <a:chOff x="3508831" y="4718397"/>
            <a:chExt cx="8325034" cy="920150"/>
          </a:xfrm>
        </p:grpSpPr>
        <p:grpSp>
          <p:nvGrpSpPr>
            <p:cNvPr id="102" name="Group 101">
              <a:extLst>
                <a:ext uri="{FF2B5EF4-FFF2-40B4-BE49-F238E27FC236}">
                  <a16:creationId xmlns:a16="http://schemas.microsoft.com/office/drawing/2014/main" id="{5B3DC981-845B-7B7F-319F-76EEC4A80B5D}"/>
                </a:ext>
              </a:extLst>
            </p:cNvPr>
            <p:cNvGrpSpPr/>
            <p:nvPr/>
          </p:nvGrpSpPr>
          <p:grpSpPr>
            <a:xfrm>
              <a:off x="3508831" y="4718397"/>
              <a:ext cx="8325034" cy="920150"/>
              <a:chOff x="3508831" y="4718397"/>
              <a:chExt cx="8325034" cy="920150"/>
            </a:xfrm>
          </p:grpSpPr>
          <p:grpSp>
            <p:nvGrpSpPr>
              <p:cNvPr id="104" name="Group 103">
                <a:extLst>
                  <a:ext uri="{FF2B5EF4-FFF2-40B4-BE49-F238E27FC236}">
                    <a16:creationId xmlns:a16="http://schemas.microsoft.com/office/drawing/2014/main" id="{167391BC-833A-7FD1-4EEB-EA868F88DBC4}"/>
                  </a:ext>
                </a:extLst>
              </p:cNvPr>
              <p:cNvGrpSpPr/>
              <p:nvPr/>
            </p:nvGrpSpPr>
            <p:grpSpPr>
              <a:xfrm>
                <a:off x="3508831" y="4718397"/>
                <a:ext cx="8325034" cy="920150"/>
                <a:chOff x="3508831" y="4718397"/>
                <a:chExt cx="8325034" cy="920150"/>
              </a:xfrm>
            </p:grpSpPr>
            <p:grpSp>
              <p:nvGrpSpPr>
                <p:cNvPr id="106" name="Group 105">
                  <a:extLst>
                    <a:ext uri="{FF2B5EF4-FFF2-40B4-BE49-F238E27FC236}">
                      <a16:creationId xmlns:a16="http://schemas.microsoft.com/office/drawing/2014/main" id="{C39A79FA-DEED-E0F2-163D-13F59230E5CA}"/>
                    </a:ext>
                  </a:extLst>
                </p:cNvPr>
                <p:cNvGrpSpPr/>
                <p:nvPr/>
              </p:nvGrpSpPr>
              <p:grpSpPr>
                <a:xfrm>
                  <a:off x="3518854" y="4738547"/>
                  <a:ext cx="8315011" cy="900000"/>
                  <a:chOff x="1996726" y="1717038"/>
                  <a:chExt cx="1716869" cy="2885442"/>
                </a:xfrm>
              </p:grpSpPr>
              <p:sp>
                <p:nvSpPr>
                  <p:cNvPr id="110" name="Rectangle: Rounded Corners 9">
                    <a:extLst>
                      <a:ext uri="{FF2B5EF4-FFF2-40B4-BE49-F238E27FC236}">
                        <a16:creationId xmlns:a16="http://schemas.microsoft.com/office/drawing/2014/main" id="{6D67646D-1660-B235-318B-C1495E2E165C}"/>
                      </a:ext>
                    </a:extLst>
                  </p:cNvPr>
                  <p:cNvSpPr/>
                  <p:nvPr/>
                </p:nvSpPr>
                <p:spPr>
                  <a:xfrm>
                    <a:off x="1996726" y="1717038"/>
                    <a:ext cx="1716869"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11" name="Rectangle: Rounded Corners 4">
                    <a:extLst>
                      <a:ext uri="{FF2B5EF4-FFF2-40B4-BE49-F238E27FC236}">
                        <a16:creationId xmlns:a16="http://schemas.microsoft.com/office/drawing/2014/main" id="{469E9C14-B6CA-F438-6CE2-0E29A88B7838}"/>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07" name="Group 106">
                  <a:extLst>
                    <a:ext uri="{FF2B5EF4-FFF2-40B4-BE49-F238E27FC236}">
                      <a16:creationId xmlns:a16="http://schemas.microsoft.com/office/drawing/2014/main" id="{1B3829AD-9F58-2A26-37D6-D4F3040499E2}"/>
                    </a:ext>
                  </a:extLst>
                </p:cNvPr>
                <p:cNvGrpSpPr/>
                <p:nvPr/>
              </p:nvGrpSpPr>
              <p:grpSpPr>
                <a:xfrm>
                  <a:off x="3508831" y="4718397"/>
                  <a:ext cx="801261" cy="903352"/>
                  <a:chOff x="4390677" y="450020"/>
                  <a:chExt cx="801261" cy="903352"/>
                </a:xfrm>
              </p:grpSpPr>
              <p:pic>
                <p:nvPicPr>
                  <p:cNvPr id="108" name="Picture 107">
                    <a:extLst>
                      <a:ext uri="{FF2B5EF4-FFF2-40B4-BE49-F238E27FC236}">
                        <a16:creationId xmlns:a16="http://schemas.microsoft.com/office/drawing/2014/main" id="{F1F232DA-1391-C60E-B25A-EECF0983684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90677" y="450020"/>
                    <a:ext cx="801261" cy="903352"/>
                  </a:xfrm>
                  <a:prstGeom prst="rect">
                    <a:avLst/>
                  </a:prstGeom>
                </p:spPr>
              </p:pic>
              <p:sp>
                <p:nvSpPr>
                  <p:cNvPr id="109" name="TextBox 108">
                    <a:extLst>
                      <a:ext uri="{FF2B5EF4-FFF2-40B4-BE49-F238E27FC236}">
                        <a16:creationId xmlns:a16="http://schemas.microsoft.com/office/drawing/2014/main" id="{DAAC683A-4E80-8630-07E4-BDD3F3A96DBD}"/>
                      </a:ext>
                    </a:extLst>
                  </p:cNvPr>
                  <p:cNvSpPr txBox="1"/>
                  <p:nvPr/>
                </p:nvSpPr>
                <p:spPr>
                  <a:xfrm>
                    <a:off x="4632612"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2</a:t>
                    </a:r>
                  </a:p>
                </p:txBody>
              </p:sp>
            </p:grpSp>
          </p:grpSp>
          <p:sp>
            <p:nvSpPr>
              <p:cNvPr id="105" name="TextBox 104">
                <a:extLst>
                  <a:ext uri="{FF2B5EF4-FFF2-40B4-BE49-F238E27FC236}">
                    <a16:creationId xmlns:a16="http://schemas.microsoft.com/office/drawing/2014/main" id="{40AC895A-3291-F8F9-FA35-69065F6A6BEB}"/>
                  </a:ext>
                </a:extLst>
              </p:cNvPr>
              <p:cNvSpPr txBox="1"/>
              <p:nvPr/>
            </p:nvSpPr>
            <p:spPr>
              <a:xfrm>
                <a:off x="4392765" y="4929938"/>
                <a:ext cx="2299228" cy="523220"/>
              </a:xfrm>
              <a:prstGeom prst="rect">
                <a:avLst/>
              </a:prstGeom>
              <a:noFill/>
              <a:ln w="28575">
                <a:solidFill>
                  <a:schemeClr val="accent6"/>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Guizhou region, South West China</a:t>
                </a:r>
              </a:p>
            </p:txBody>
          </p:sp>
        </p:grpSp>
        <p:sp>
          <p:nvSpPr>
            <p:cNvPr id="103" name="TextBox 102">
              <a:extLst>
                <a:ext uri="{FF2B5EF4-FFF2-40B4-BE49-F238E27FC236}">
                  <a16:creationId xmlns:a16="http://schemas.microsoft.com/office/drawing/2014/main" id="{74DE1B41-AFF4-BE3A-C9A8-39183C6B8017}"/>
                </a:ext>
              </a:extLst>
            </p:cNvPr>
            <p:cNvSpPr txBox="1"/>
            <p:nvPr/>
          </p:nvSpPr>
          <p:spPr>
            <a:xfrm>
              <a:off x="6824631" y="4829656"/>
              <a:ext cx="488210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 know the difference between weather and climate and know that some places are hotter or colder. I can name and compare physical features in my local area and Guizhou.</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12" name="Group 111">
            <a:extLst>
              <a:ext uri="{FF2B5EF4-FFF2-40B4-BE49-F238E27FC236}">
                <a16:creationId xmlns:a16="http://schemas.microsoft.com/office/drawing/2014/main" id="{37CFE614-1889-EAC3-4693-70121470C32E}"/>
              </a:ext>
            </a:extLst>
          </p:cNvPr>
          <p:cNvGrpSpPr/>
          <p:nvPr userDrawn="1"/>
        </p:nvGrpSpPr>
        <p:grpSpPr>
          <a:xfrm>
            <a:off x="3508831" y="5762222"/>
            <a:ext cx="8325034" cy="922745"/>
            <a:chOff x="3508831" y="5762222"/>
            <a:chExt cx="8325034" cy="922745"/>
          </a:xfrm>
        </p:grpSpPr>
        <p:grpSp>
          <p:nvGrpSpPr>
            <p:cNvPr id="113" name="Group 112">
              <a:extLst>
                <a:ext uri="{FF2B5EF4-FFF2-40B4-BE49-F238E27FC236}">
                  <a16:creationId xmlns:a16="http://schemas.microsoft.com/office/drawing/2014/main" id="{B4172FF4-59AA-9592-DF0B-F72A4298D96D}"/>
                </a:ext>
              </a:extLst>
            </p:cNvPr>
            <p:cNvGrpSpPr/>
            <p:nvPr/>
          </p:nvGrpSpPr>
          <p:grpSpPr>
            <a:xfrm>
              <a:off x="3508831" y="5762222"/>
              <a:ext cx="8325034" cy="922745"/>
              <a:chOff x="3552490" y="5836523"/>
              <a:chExt cx="8325034" cy="922745"/>
            </a:xfrm>
          </p:grpSpPr>
          <p:grpSp>
            <p:nvGrpSpPr>
              <p:cNvPr id="115" name="Group 114">
                <a:extLst>
                  <a:ext uri="{FF2B5EF4-FFF2-40B4-BE49-F238E27FC236}">
                    <a16:creationId xmlns:a16="http://schemas.microsoft.com/office/drawing/2014/main" id="{48C91D26-3183-BEE2-3FED-F9CF5AE5F7A9}"/>
                  </a:ext>
                </a:extLst>
              </p:cNvPr>
              <p:cNvGrpSpPr/>
              <p:nvPr/>
            </p:nvGrpSpPr>
            <p:grpSpPr>
              <a:xfrm>
                <a:off x="3552490" y="5836523"/>
                <a:ext cx="8325034" cy="922745"/>
                <a:chOff x="3552490" y="5836523"/>
                <a:chExt cx="8325034" cy="922745"/>
              </a:xfrm>
            </p:grpSpPr>
            <p:sp>
              <p:nvSpPr>
                <p:cNvPr id="117" name="Rectangle: Rounded Corners 3">
                  <a:extLst>
                    <a:ext uri="{FF2B5EF4-FFF2-40B4-BE49-F238E27FC236}">
                      <a16:creationId xmlns:a16="http://schemas.microsoft.com/office/drawing/2014/main" id="{47BB46CD-FD23-4BF9-7839-26C483FD8B07}"/>
                    </a:ext>
                  </a:extLst>
                </p:cNvPr>
                <p:cNvSpPr/>
                <p:nvPr/>
              </p:nvSpPr>
              <p:spPr>
                <a:xfrm>
                  <a:off x="3552490" y="5859268"/>
                  <a:ext cx="8325034" cy="900000"/>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nvGrpSpPr>
                <p:cNvPr id="118" name="Group 117">
                  <a:extLst>
                    <a:ext uri="{FF2B5EF4-FFF2-40B4-BE49-F238E27FC236}">
                      <a16:creationId xmlns:a16="http://schemas.microsoft.com/office/drawing/2014/main" id="{6AFEFF20-7781-0E28-7335-B293936BFB2C}"/>
                    </a:ext>
                  </a:extLst>
                </p:cNvPr>
                <p:cNvGrpSpPr/>
                <p:nvPr/>
              </p:nvGrpSpPr>
              <p:grpSpPr>
                <a:xfrm>
                  <a:off x="3562659" y="5836523"/>
                  <a:ext cx="801261" cy="903352"/>
                  <a:chOff x="4444505" y="551736"/>
                  <a:chExt cx="801261" cy="903352"/>
                </a:xfrm>
              </p:grpSpPr>
              <p:pic>
                <p:nvPicPr>
                  <p:cNvPr id="119" name="Picture 118">
                    <a:extLst>
                      <a:ext uri="{FF2B5EF4-FFF2-40B4-BE49-F238E27FC236}">
                        <a16:creationId xmlns:a16="http://schemas.microsoft.com/office/drawing/2014/main" id="{085357BB-C861-4F4B-DC47-D25F56C709B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44505" y="551736"/>
                    <a:ext cx="801261" cy="903352"/>
                  </a:xfrm>
                  <a:prstGeom prst="rect">
                    <a:avLst/>
                  </a:prstGeom>
                </p:spPr>
              </p:pic>
              <p:sp>
                <p:nvSpPr>
                  <p:cNvPr id="120" name="TextBox 119">
                    <a:extLst>
                      <a:ext uri="{FF2B5EF4-FFF2-40B4-BE49-F238E27FC236}">
                        <a16:creationId xmlns:a16="http://schemas.microsoft.com/office/drawing/2014/main" id="{46A5B6BE-8B2D-782B-B8E8-4D64A84A75D9}"/>
                      </a:ext>
                    </a:extLst>
                  </p:cNvPr>
                  <p:cNvSpPr txBox="1"/>
                  <p:nvPr/>
                </p:nvSpPr>
                <p:spPr>
                  <a:xfrm>
                    <a:off x="4703335" y="772579"/>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1</a:t>
                    </a:r>
                  </a:p>
                </p:txBody>
              </p:sp>
            </p:grpSp>
          </p:grpSp>
          <p:sp>
            <p:nvSpPr>
              <p:cNvPr id="116" name="TextBox 115">
                <a:extLst>
                  <a:ext uri="{FF2B5EF4-FFF2-40B4-BE49-F238E27FC236}">
                    <a16:creationId xmlns:a16="http://schemas.microsoft.com/office/drawing/2014/main" id="{2F2F78A2-F0AF-6C40-2384-F08761224904}"/>
                  </a:ext>
                </a:extLst>
              </p:cNvPr>
              <p:cNvSpPr txBox="1"/>
              <p:nvPr/>
            </p:nvSpPr>
            <p:spPr>
              <a:xfrm>
                <a:off x="4436424" y="6058243"/>
                <a:ext cx="2299228" cy="523220"/>
              </a:xfrm>
              <a:prstGeom prst="rect">
                <a:avLst/>
              </a:prstGeom>
              <a:noFill/>
              <a:ln w="28575">
                <a:solidFill>
                  <a:schemeClr val="accent2"/>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Where I live in the United Kingdom</a:t>
                </a:r>
              </a:p>
            </p:txBody>
          </p:sp>
        </p:grpSp>
        <p:sp>
          <p:nvSpPr>
            <p:cNvPr id="114" name="TextBox 113">
              <a:extLst>
                <a:ext uri="{FF2B5EF4-FFF2-40B4-BE49-F238E27FC236}">
                  <a16:creationId xmlns:a16="http://schemas.microsoft.com/office/drawing/2014/main" id="{638D4198-A593-6D80-4336-4468B93A0135}"/>
                </a:ext>
              </a:extLst>
            </p:cNvPr>
            <p:cNvSpPr txBox="1"/>
            <p:nvPr/>
          </p:nvSpPr>
          <p:spPr>
            <a:xfrm>
              <a:off x="6824631" y="5971340"/>
              <a:ext cx="4882104" cy="523220"/>
            </a:xfrm>
            <a:prstGeom prst="rect">
              <a:avLst/>
            </a:prstGeom>
            <a:noFill/>
          </p:spPr>
          <p:txBody>
            <a:bodyPr wrap="square" rtlCol="0">
              <a:spAutoFit/>
            </a:bodyPr>
            <a:lstStyle/>
            <a:p>
              <a:pPr lvl="0" algn="ctr"/>
              <a:r>
                <a:rPr lang="en-GB" sz="1400" b="0" i="0">
                  <a:solidFill>
                    <a:prstClr val="black"/>
                  </a:solidFill>
                  <a:latin typeface="Twinkl Cursive Looped" panose="02000000000000000000" pitchFamily="2" charset="77"/>
                  <a:ea typeface="Sassoon Infant Rg" panose="02000503030000020003" pitchFamily="2" charset="0"/>
                </a:rPr>
                <a:t>I know what the weather and the four seasons are. I know some physical features around my local area.</a:t>
              </a:r>
            </a:p>
          </p:txBody>
        </p:sp>
      </p:grpSp>
      <p:grpSp>
        <p:nvGrpSpPr>
          <p:cNvPr id="132" name="Group 131">
            <a:extLst>
              <a:ext uri="{FF2B5EF4-FFF2-40B4-BE49-F238E27FC236}">
                <a16:creationId xmlns:a16="http://schemas.microsoft.com/office/drawing/2014/main" id="{39171E4A-419D-1960-1660-B47E01E3D572}"/>
              </a:ext>
            </a:extLst>
          </p:cNvPr>
          <p:cNvGrpSpPr/>
          <p:nvPr userDrawn="1"/>
        </p:nvGrpSpPr>
        <p:grpSpPr>
          <a:xfrm>
            <a:off x="3525668" y="2709975"/>
            <a:ext cx="8308198" cy="912750"/>
            <a:chOff x="3525668" y="2709975"/>
            <a:chExt cx="8308198" cy="912750"/>
          </a:xfrm>
        </p:grpSpPr>
        <p:grpSp>
          <p:nvGrpSpPr>
            <p:cNvPr id="133" name="Group 132">
              <a:extLst>
                <a:ext uri="{FF2B5EF4-FFF2-40B4-BE49-F238E27FC236}">
                  <a16:creationId xmlns:a16="http://schemas.microsoft.com/office/drawing/2014/main" id="{E0D34104-9B75-EA51-A3CC-155587BBEB3D}"/>
                </a:ext>
              </a:extLst>
            </p:cNvPr>
            <p:cNvGrpSpPr/>
            <p:nvPr/>
          </p:nvGrpSpPr>
          <p:grpSpPr>
            <a:xfrm>
              <a:off x="3525668" y="2709975"/>
              <a:ext cx="8308198" cy="912750"/>
              <a:chOff x="3525668" y="2709975"/>
              <a:chExt cx="8308198" cy="912750"/>
            </a:xfrm>
          </p:grpSpPr>
          <p:grpSp>
            <p:nvGrpSpPr>
              <p:cNvPr id="135" name="Group 134">
                <a:extLst>
                  <a:ext uri="{FF2B5EF4-FFF2-40B4-BE49-F238E27FC236}">
                    <a16:creationId xmlns:a16="http://schemas.microsoft.com/office/drawing/2014/main" id="{211C4DDD-4E45-64F7-1A59-B29BB7FEA2C4}"/>
                  </a:ext>
                </a:extLst>
              </p:cNvPr>
              <p:cNvGrpSpPr/>
              <p:nvPr/>
            </p:nvGrpSpPr>
            <p:grpSpPr>
              <a:xfrm>
                <a:off x="3525668" y="2709975"/>
                <a:ext cx="8308198" cy="912750"/>
                <a:chOff x="3525668" y="2709975"/>
                <a:chExt cx="8308198" cy="912750"/>
              </a:xfrm>
            </p:grpSpPr>
            <p:sp>
              <p:nvSpPr>
                <p:cNvPr id="137" name="Rectangle: Rounded Corners 15">
                  <a:extLst>
                    <a:ext uri="{FF2B5EF4-FFF2-40B4-BE49-F238E27FC236}">
                      <a16:creationId xmlns:a16="http://schemas.microsoft.com/office/drawing/2014/main" id="{D9DF815D-BC98-19CD-3271-2B6062CAC9A9}"/>
                    </a:ext>
                  </a:extLst>
                </p:cNvPr>
                <p:cNvSpPr/>
                <p:nvPr/>
              </p:nvSpPr>
              <p:spPr>
                <a:xfrm>
                  <a:off x="3533229" y="2722725"/>
                  <a:ext cx="8300637" cy="900000"/>
                </a:xfrm>
                <a:prstGeom prst="roundRect">
                  <a:avLst/>
                </a:prstGeom>
                <a:solidFill>
                  <a:srgbClr val="BDD7E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nvGrpSpPr>
                <p:cNvPr id="138" name="Group 137">
                  <a:extLst>
                    <a:ext uri="{FF2B5EF4-FFF2-40B4-BE49-F238E27FC236}">
                      <a16:creationId xmlns:a16="http://schemas.microsoft.com/office/drawing/2014/main" id="{5AEB2E4E-22C4-9E91-A37D-9648508D2A4A}"/>
                    </a:ext>
                  </a:extLst>
                </p:cNvPr>
                <p:cNvGrpSpPr/>
                <p:nvPr/>
              </p:nvGrpSpPr>
              <p:grpSpPr>
                <a:xfrm>
                  <a:off x="3525668" y="2709975"/>
                  <a:ext cx="801261" cy="903352"/>
                  <a:chOff x="4462145" y="450020"/>
                  <a:chExt cx="801261" cy="903352"/>
                </a:xfrm>
              </p:grpSpPr>
              <p:pic>
                <p:nvPicPr>
                  <p:cNvPr id="139" name="Picture 138">
                    <a:extLst>
                      <a:ext uri="{FF2B5EF4-FFF2-40B4-BE49-F238E27FC236}">
                        <a16:creationId xmlns:a16="http://schemas.microsoft.com/office/drawing/2014/main" id="{B28AD876-015C-6447-58F1-EA22451BFF9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140" name="TextBox 139">
                    <a:extLst>
                      <a:ext uri="{FF2B5EF4-FFF2-40B4-BE49-F238E27FC236}">
                        <a16:creationId xmlns:a16="http://schemas.microsoft.com/office/drawing/2014/main" id="{22E26D94-288A-3313-7620-18292CBDD54A}"/>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4</a:t>
                    </a:r>
                  </a:p>
                </p:txBody>
              </p:sp>
            </p:grpSp>
          </p:grpSp>
          <p:sp>
            <p:nvSpPr>
              <p:cNvPr id="136" name="TextBox 135">
                <a:extLst>
                  <a:ext uri="{FF2B5EF4-FFF2-40B4-BE49-F238E27FC236}">
                    <a16:creationId xmlns:a16="http://schemas.microsoft.com/office/drawing/2014/main" id="{6C40D716-2DF9-7BBE-8085-C72039D586A2}"/>
                  </a:ext>
                </a:extLst>
              </p:cNvPr>
              <p:cNvSpPr txBox="1"/>
              <p:nvPr/>
            </p:nvSpPr>
            <p:spPr>
              <a:xfrm>
                <a:off x="4392765" y="2911115"/>
                <a:ext cx="2299228" cy="523220"/>
              </a:xfrm>
              <a:prstGeom prst="rect">
                <a:avLst/>
              </a:prstGeom>
              <a:noFill/>
              <a:ln w="28575">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Peru or Brazil in South America</a:t>
                </a:r>
              </a:p>
            </p:txBody>
          </p:sp>
        </p:grpSp>
        <p:sp>
          <p:nvSpPr>
            <p:cNvPr id="134" name="TextBox 133">
              <a:extLst>
                <a:ext uri="{FF2B5EF4-FFF2-40B4-BE49-F238E27FC236}">
                  <a16:creationId xmlns:a16="http://schemas.microsoft.com/office/drawing/2014/main" id="{E43B4708-3D6A-D4BF-1405-4FAA78DDDEAD}"/>
                </a:ext>
              </a:extLst>
            </p:cNvPr>
            <p:cNvSpPr txBox="1"/>
            <p:nvPr/>
          </p:nvSpPr>
          <p:spPr>
            <a:xfrm>
              <a:off x="6824631" y="2800137"/>
              <a:ext cx="488210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 can use maps to find the equator, tropics and hemispheres. I can describe and contrast the physical geography of South America.</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pic>
        <p:nvPicPr>
          <p:cNvPr id="35" name="Picture 1" descr="Macintosh HD:Users:nicholasgarrick:Dropbox:1 LupL:6 Resources:Images and Icons:Icons:Geographer:icon_5211.png">
            <a:extLst>
              <a:ext uri="{FF2B5EF4-FFF2-40B4-BE49-F238E27FC236}">
                <a16:creationId xmlns:a16="http://schemas.microsoft.com/office/drawing/2014/main" id="{498A1B6D-67F7-F99F-9C09-FE4E906511D7}"/>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D5E3F61D-B928-3510-A776-3C3F6586BEDB}"/>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4CA72E"/>
                </a:solidFill>
                <a:effectLst/>
                <a:uLnTx/>
                <a:uFillTx/>
                <a:latin typeface="Twinkl Cursive Looped" panose="02000000000000000000" pitchFamily="2" charset="77"/>
                <a:ea typeface="Sassoon Infant Rg" panose="02000503030000020003" pitchFamily="2" charset="0"/>
                <a:cs typeface="+mn-cs"/>
              </a:rPr>
              <a:t>Physical Geography</a:t>
            </a:r>
          </a:p>
        </p:txBody>
      </p:sp>
    </p:spTree>
    <p:extLst>
      <p:ext uri="{BB962C8B-B14F-4D97-AF65-F5344CB8AC3E}">
        <p14:creationId xmlns:p14="http://schemas.microsoft.com/office/powerpoint/2010/main" val="260630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112"/>
                                        </p:tgtEl>
                                        <p:attrNameLst>
                                          <p:attrName>style.visibility</p:attrName>
                                        </p:attrNameLst>
                                      </p:cBhvr>
                                      <p:to>
                                        <p:strVal val="visible"/>
                                      </p:to>
                                    </p:set>
                                    <p:anim calcmode="lin" valueType="num">
                                      <p:cBhvr additive="base">
                                        <p:cTn id="11" dur="500" fill="hold"/>
                                        <p:tgtEl>
                                          <p:spTgt spid="112"/>
                                        </p:tgtEl>
                                        <p:attrNameLst>
                                          <p:attrName>ppt_x</p:attrName>
                                        </p:attrNameLst>
                                      </p:cBhvr>
                                      <p:tavLst>
                                        <p:tav tm="0">
                                          <p:val>
                                            <p:strVal val="#ppt_x"/>
                                          </p:val>
                                        </p:tav>
                                        <p:tav tm="100000">
                                          <p:val>
                                            <p:strVal val="#ppt_x"/>
                                          </p:val>
                                        </p:tav>
                                      </p:tavLst>
                                    </p:anim>
                                    <p:anim calcmode="lin" valueType="num">
                                      <p:cBhvr additive="base">
                                        <p:cTn id="12" dur="500" fill="hold"/>
                                        <p:tgtEl>
                                          <p:spTgt spid="112"/>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101"/>
                                        </p:tgtEl>
                                        <p:attrNameLst>
                                          <p:attrName>style.visibility</p:attrName>
                                        </p:attrNameLst>
                                      </p:cBhvr>
                                      <p:to>
                                        <p:strVal val="visible"/>
                                      </p:to>
                                    </p:set>
                                    <p:anim calcmode="lin" valueType="num">
                                      <p:cBhvr additive="base">
                                        <p:cTn id="17" dur="500" fill="hold"/>
                                        <p:tgtEl>
                                          <p:spTgt spid="101"/>
                                        </p:tgtEl>
                                        <p:attrNameLst>
                                          <p:attrName>ppt_x</p:attrName>
                                        </p:attrNameLst>
                                      </p:cBhvr>
                                      <p:tavLst>
                                        <p:tav tm="0">
                                          <p:val>
                                            <p:strVal val="#ppt_x"/>
                                          </p:val>
                                        </p:tav>
                                        <p:tav tm="100000">
                                          <p:val>
                                            <p:strVal val="#ppt_x"/>
                                          </p:val>
                                        </p:tav>
                                      </p:tavLst>
                                    </p:anim>
                                    <p:anim calcmode="lin" valueType="num">
                                      <p:cBhvr additive="base">
                                        <p:cTn id="18" dur="500" fill="hold"/>
                                        <p:tgtEl>
                                          <p:spTgt spid="101"/>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nodeType="clickEffect">
                                  <p:stCondLst>
                                    <p:cond delay="0"/>
                                  </p:stCondLst>
                                  <p:childTnLst>
                                    <p:set>
                                      <p:cBhvr>
                                        <p:cTn id="28" dur="1" fill="hold">
                                          <p:stCondLst>
                                            <p:cond delay="0"/>
                                          </p:stCondLst>
                                        </p:cTn>
                                        <p:tgtEl>
                                          <p:spTgt spid="132"/>
                                        </p:tgtEl>
                                        <p:attrNameLst>
                                          <p:attrName>style.visibility</p:attrName>
                                        </p:attrNameLst>
                                      </p:cBhvr>
                                      <p:to>
                                        <p:strVal val="visible"/>
                                      </p:to>
                                    </p:set>
                                    <p:anim calcmode="lin" valueType="num">
                                      <p:cBhvr additive="base">
                                        <p:cTn id="29" dur="500" fill="hold"/>
                                        <p:tgtEl>
                                          <p:spTgt spid="132"/>
                                        </p:tgtEl>
                                        <p:attrNameLst>
                                          <p:attrName>ppt_x</p:attrName>
                                        </p:attrNameLst>
                                      </p:cBhvr>
                                      <p:tavLst>
                                        <p:tav tm="0">
                                          <p:val>
                                            <p:strVal val="#ppt_x"/>
                                          </p:val>
                                        </p:tav>
                                        <p:tav tm="100000">
                                          <p:val>
                                            <p:strVal val="#ppt_x"/>
                                          </p:val>
                                        </p:tav>
                                      </p:tavLst>
                                    </p:anim>
                                    <p:anim calcmode="lin" valueType="num">
                                      <p:cBhvr additive="base">
                                        <p:cTn id="30" dur="500" fill="hold"/>
                                        <p:tgtEl>
                                          <p:spTgt spid="13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Vocabulary">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2" name="Picture 1" descr="Macintosh HD:Users:nicholasgarrick:Dropbox:1 LupL:6 Resources:Images and Icons:Icons:Geographer:icon_5211.png">
            <a:extLst>
              <a:ext uri="{FF2B5EF4-FFF2-40B4-BE49-F238E27FC236}">
                <a16:creationId xmlns:a16="http://schemas.microsoft.com/office/drawing/2014/main" id="{5781BF93-85A7-C744-36C2-0F821E87383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CA7A137-46BE-41B3-8129-A8C4DD05848F}"/>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4000" b="0" i="0">
                <a:solidFill>
                  <a:schemeClr val="accent6"/>
                </a:solidFill>
                <a:latin typeface="Twinkl Cursive Looped" panose="02000000000000000000" pitchFamily="2" charset="77"/>
                <a:ea typeface="Sassoon Infant Rg" panose="02000503030000020003" pitchFamily="2" charset="0"/>
              </a:rPr>
              <a:t>Vocabulary</a:t>
            </a:r>
          </a:p>
        </p:txBody>
      </p:sp>
      <p:pic>
        <p:nvPicPr>
          <p:cNvPr id="4" name="Picture 3" descr="A black background with a black square&#10;&#10;AI-generated content may be incorrect.">
            <a:extLst>
              <a:ext uri="{FF2B5EF4-FFF2-40B4-BE49-F238E27FC236}">
                <a16:creationId xmlns:a16="http://schemas.microsoft.com/office/drawing/2014/main" id="{72023D4C-E739-574B-0D0E-AE5D4969B2F0}"/>
              </a:ext>
            </a:extLst>
          </p:cNvPr>
          <p:cNvPicPr>
            <a:picLocks noChangeAspect="1"/>
          </p:cNvPicPr>
          <p:nvPr userDrawn="1"/>
        </p:nvPicPr>
        <p:blipFill>
          <a:blip r:embed="rId3"/>
          <a:srcRect b="14000"/>
          <a:stretch>
            <a:fillRect/>
          </a:stretch>
        </p:blipFill>
        <p:spPr>
          <a:xfrm>
            <a:off x="35619" y="965122"/>
            <a:ext cx="995680" cy="856285"/>
          </a:xfrm>
          <a:prstGeom prst="rect">
            <a:avLst/>
          </a:prstGeom>
        </p:spPr>
      </p:pic>
    </p:spTree>
    <p:extLst>
      <p:ext uri="{BB962C8B-B14F-4D97-AF65-F5344CB8AC3E}">
        <p14:creationId xmlns:p14="http://schemas.microsoft.com/office/powerpoint/2010/main" val="40220668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What, Why, How">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AF9E9CD8-FC16-6852-0D5B-1861A37CC444}"/>
              </a:ext>
            </a:extLst>
          </p:cNvPr>
          <p:cNvSpPr>
            <a:spLocks noGrp="1"/>
          </p:cNvSpPr>
          <p:nvPr>
            <p:ph type="title" hasCustomPrompt="1"/>
          </p:nvPr>
        </p:nvSpPr>
        <p:spPr>
          <a:xfrm>
            <a:off x="1185691" y="252727"/>
            <a:ext cx="10515600" cy="587374"/>
          </a:xfrm>
        </p:spPr>
        <p:txBody>
          <a:bodyPr/>
          <a:lstStyle>
            <a:lvl1pPr>
              <a:defRPr b="0" i="0">
                <a:latin typeface="Twinkl Cursive Looped" panose="02000000000000000000" pitchFamily="2" charset="77"/>
              </a:defRPr>
            </a:lvl1pPr>
          </a:lstStyle>
          <a:p>
            <a:r>
              <a:rPr lang="en-GB"/>
              <a:t>Key Question</a:t>
            </a:r>
          </a:p>
        </p:txBody>
      </p:sp>
      <p:pic>
        <p:nvPicPr>
          <p:cNvPr id="33" name="Picture 32" descr="Macintosh HD:Users:nicholasgarrick:Dropbox:1 LupL:6 Resources:Images and Icons:Icons:Geographer:icon_5211.png">
            <a:extLst>
              <a:ext uri="{FF2B5EF4-FFF2-40B4-BE49-F238E27FC236}">
                <a16:creationId xmlns:a16="http://schemas.microsoft.com/office/drawing/2014/main" id="{D543666C-A10F-2BF0-F787-B3A0D5E5F6F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1420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le 23">
            <a:extLst>
              <a:ext uri="{FF2B5EF4-FFF2-40B4-BE49-F238E27FC236}">
                <a16:creationId xmlns:a16="http://schemas.microsoft.com/office/drawing/2014/main" id="{794DAE5F-C59F-B3F0-3FCE-3EB3B286135E}"/>
              </a:ext>
            </a:extLst>
          </p:cNvPr>
          <p:cNvSpPr/>
          <p:nvPr userDrawn="1"/>
        </p:nvSpPr>
        <p:spPr>
          <a:xfrm>
            <a:off x="8522617" y="1018745"/>
            <a:ext cx="3473707" cy="55604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6" name="Rounded Rectangle 22">
            <a:extLst>
              <a:ext uri="{FF2B5EF4-FFF2-40B4-BE49-F238E27FC236}">
                <a16:creationId xmlns:a16="http://schemas.microsoft.com/office/drawing/2014/main" id="{35A01401-10ED-6F4D-1F1C-0E3FEE734279}"/>
              </a:ext>
            </a:extLst>
          </p:cNvPr>
          <p:cNvSpPr/>
          <p:nvPr userDrawn="1"/>
        </p:nvSpPr>
        <p:spPr>
          <a:xfrm>
            <a:off x="4410752" y="1052185"/>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9" name="Rounded Rectangle 21">
            <a:extLst>
              <a:ext uri="{FF2B5EF4-FFF2-40B4-BE49-F238E27FC236}">
                <a16:creationId xmlns:a16="http://schemas.microsoft.com/office/drawing/2014/main" id="{1093191D-2864-BFE3-BAC6-FE3078E39402}"/>
              </a:ext>
            </a:extLst>
          </p:cNvPr>
          <p:cNvSpPr/>
          <p:nvPr userDrawn="1"/>
        </p:nvSpPr>
        <p:spPr>
          <a:xfrm>
            <a:off x="209994" y="1052184"/>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0" name="Right Arrow 38">
            <a:extLst>
              <a:ext uri="{FF2B5EF4-FFF2-40B4-BE49-F238E27FC236}">
                <a16:creationId xmlns:a16="http://schemas.microsoft.com/office/drawing/2014/main" id="{8AA0E372-369C-4941-5057-0E8F5480B183}"/>
              </a:ext>
            </a:extLst>
          </p:cNvPr>
          <p:cNvSpPr/>
          <p:nvPr userDrawn="1"/>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1" name="Right Arrow 40">
            <a:extLst>
              <a:ext uri="{FF2B5EF4-FFF2-40B4-BE49-F238E27FC236}">
                <a16:creationId xmlns:a16="http://schemas.microsoft.com/office/drawing/2014/main" id="{0A8AFB17-4869-9C19-FEA1-1565D67FDFAD}"/>
              </a:ext>
            </a:extLst>
          </p:cNvPr>
          <p:cNvSpPr/>
          <p:nvPr userDrawn="1"/>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2" name="Cloud Callout 14">
            <a:extLst>
              <a:ext uri="{FF2B5EF4-FFF2-40B4-BE49-F238E27FC236}">
                <a16:creationId xmlns:a16="http://schemas.microsoft.com/office/drawing/2014/main" id="{61EF286F-9345-BB0C-4F56-A1F12BAE82D8}"/>
              </a:ext>
            </a:extLst>
          </p:cNvPr>
          <p:cNvSpPr/>
          <p:nvPr userDrawn="1"/>
        </p:nvSpPr>
        <p:spPr>
          <a:xfrm>
            <a:off x="1642514" y="1326933"/>
            <a:ext cx="1913677" cy="1215720"/>
          </a:xfrm>
          <a:prstGeom prst="cloudCallout">
            <a:avLst>
              <a:gd name="adj1" fmla="val -57973"/>
              <a:gd name="adj2" fmla="val 5370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What am I learning?</a:t>
            </a:r>
          </a:p>
        </p:txBody>
      </p:sp>
      <p:sp>
        <p:nvSpPr>
          <p:cNvPr id="43" name="Cloud Callout 17">
            <a:extLst>
              <a:ext uri="{FF2B5EF4-FFF2-40B4-BE49-F238E27FC236}">
                <a16:creationId xmlns:a16="http://schemas.microsoft.com/office/drawing/2014/main" id="{C71C66BF-D58B-4831-075C-341ABDCBB6A9}"/>
              </a:ext>
            </a:extLst>
          </p:cNvPr>
          <p:cNvSpPr/>
          <p:nvPr userDrawn="1"/>
        </p:nvSpPr>
        <p:spPr>
          <a:xfrm>
            <a:off x="5579272" y="1132775"/>
            <a:ext cx="2190940" cy="1409879"/>
          </a:xfrm>
          <a:prstGeom prst="cloudCallout">
            <a:avLst>
              <a:gd name="adj1" fmla="val -47544"/>
              <a:gd name="adj2" fmla="val 3915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Why am I learning this?</a:t>
            </a:r>
          </a:p>
        </p:txBody>
      </p:sp>
      <p:sp>
        <p:nvSpPr>
          <p:cNvPr id="44" name="Cloud Callout 43">
            <a:extLst>
              <a:ext uri="{FF2B5EF4-FFF2-40B4-BE49-F238E27FC236}">
                <a16:creationId xmlns:a16="http://schemas.microsoft.com/office/drawing/2014/main" id="{5F799D0A-BCB5-0692-9B09-12BF7ECBCFB2}"/>
              </a:ext>
            </a:extLst>
          </p:cNvPr>
          <p:cNvSpPr/>
          <p:nvPr userDrawn="1"/>
        </p:nvSpPr>
        <p:spPr>
          <a:xfrm>
            <a:off x="9768925" y="1166214"/>
            <a:ext cx="2190940" cy="1409879"/>
          </a:xfrm>
          <a:prstGeom prst="cloudCallout">
            <a:avLst>
              <a:gd name="adj1" fmla="val -52552"/>
              <a:gd name="adj2" fmla="val 33963"/>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How will I know when I get there?</a:t>
            </a:r>
          </a:p>
        </p:txBody>
      </p:sp>
      <p:sp>
        <p:nvSpPr>
          <p:cNvPr id="45" name="Rounded Rectangle 25">
            <a:extLst>
              <a:ext uri="{FF2B5EF4-FFF2-40B4-BE49-F238E27FC236}">
                <a16:creationId xmlns:a16="http://schemas.microsoft.com/office/drawing/2014/main" id="{986FCAFE-1A47-3A75-E8C0-DF7CFA64906C}"/>
              </a:ext>
            </a:extLst>
          </p:cNvPr>
          <p:cNvSpPr/>
          <p:nvPr userDrawn="1"/>
        </p:nvSpPr>
        <p:spPr>
          <a:xfrm>
            <a:off x="337503"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46" name="Picture 45">
            <a:extLst>
              <a:ext uri="{FF2B5EF4-FFF2-40B4-BE49-F238E27FC236}">
                <a16:creationId xmlns:a16="http://schemas.microsoft.com/office/drawing/2014/main" id="{5D11E385-E30A-306C-46AE-F9458F3B5571}"/>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47" name="Picture 46">
            <a:extLst>
              <a:ext uri="{FF2B5EF4-FFF2-40B4-BE49-F238E27FC236}">
                <a16:creationId xmlns:a16="http://schemas.microsoft.com/office/drawing/2014/main" id="{4955640E-425C-E065-E469-3F57419A4075}"/>
              </a:ext>
            </a:extLst>
          </p:cNvPr>
          <p:cNvPicPr>
            <a:picLocks noChangeAspect="1"/>
          </p:cNvPicPr>
          <p:nvPr userDrawn="1"/>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48" name="Picture 47">
            <a:extLst>
              <a:ext uri="{FF2B5EF4-FFF2-40B4-BE49-F238E27FC236}">
                <a16:creationId xmlns:a16="http://schemas.microsoft.com/office/drawing/2014/main" id="{5B63634A-303B-2635-7607-6574B2DFFA24}"/>
              </a:ext>
            </a:extLst>
          </p:cNvPr>
          <p:cNvPicPr>
            <a:picLocks noChangeAspect="1"/>
          </p:cNvPicPr>
          <p:nvPr userDrawn="1"/>
        </p:nvPicPr>
        <p:blipFill rotWithShape="1">
          <a:blip r:embed="rId6">
            <a:extLst>
              <a:ext uri="{BEBA8EAE-BF5A-486C-A8C5-ECC9F3942E4B}">
                <a14:imgProps xmlns:a14="http://schemas.microsoft.com/office/drawing/2010/main">
                  <a14:imgLayer r:embed="rId4">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49" name="Rounded Rectangle 48">
            <a:extLst>
              <a:ext uri="{FF2B5EF4-FFF2-40B4-BE49-F238E27FC236}">
                <a16:creationId xmlns:a16="http://schemas.microsoft.com/office/drawing/2014/main" id="{562805B2-74FB-04A4-25AE-B716B092E5EF}"/>
              </a:ext>
            </a:extLst>
          </p:cNvPr>
          <p:cNvSpPr/>
          <p:nvPr userDrawn="1"/>
        </p:nvSpPr>
        <p:spPr>
          <a:xfrm>
            <a:off x="4547775" y="3820472"/>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50" name="Rounded Rectangle 49">
            <a:extLst>
              <a:ext uri="{FF2B5EF4-FFF2-40B4-BE49-F238E27FC236}">
                <a16:creationId xmlns:a16="http://schemas.microsoft.com/office/drawing/2014/main" id="{953ACAAF-AE0A-4BDE-AF75-4CF0BCA47856}"/>
              </a:ext>
            </a:extLst>
          </p:cNvPr>
          <p:cNvSpPr/>
          <p:nvPr userDrawn="1"/>
        </p:nvSpPr>
        <p:spPr>
          <a:xfrm>
            <a:off x="8650126"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show this by…</a:t>
            </a:r>
          </a:p>
          <a:p>
            <a:pPr algn="ctr"/>
            <a:endParaRPr lang="en-GB" sz="2800" b="0" i="0">
              <a:solidFill>
                <a:schemeClr val="tx1"/>
              </a:solidFill>
              <a:latin typeface="Twinkl Cursive Looped" panose="02000000000000000000" pitchFamily="2" charset="77"/>
            </a:endParaRPr>
          </a:p>
        </p:txBody>
      </p:sp>
      <p:sp>
        <p:nvSpPr>
          <p:cNvPr id="51" name="Text Placeholder 33">
            <a:extLst>
              <a:ext uri="{FF2B5EF4-FFF2-40B4-BE49-F238E27FC236}">
                <a16:creationId xmlns:a16="http://schemas.microsoft.com/office/drawing/2014/main" id="{B3BB70E2-26D2-0B49-D267-7AAB4BF86DB0}"/>
              </a:ext>
            </a:extLst>
          </p:cNvPr>
          <p:cNvSpPr>
            <a:spLocks noGrp="1"/>
          </p:cNvSpPr>
          <p:nvPr>
            <p:ph type="body" sz="quarter" idx="10"/>
          </p:nvPr>
        </p:nvSpPr>
        <p:spPr>
          <a:xfrm>
            <a:off x="698500" y="4522788"/>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52" name="Text Placeholder 33">
            <a:extLst>
              <a:ext uri="{FF2B5EF4-FFF2-40B4-BE49-F238E27FC236}">
                <a16:creationId xmlns:a16="http://schemas.microsoft.com/office/drawing/2014/main" id="{EE674DA5-D366-6FAC-3E19-D83FED4EC98E}"/>
              </a:ext>
            </a:extLst>
          </p:cNvPr>
          <p:cNvSpPr>
            <a:spLocks noGrp="1"/>
          </p:cNvSpPr>
          <p:nvPr>
            <p:ph type="body" sz="quarter" idx="13"/>
          </p:nvPr>
        </p:nvSpPr>
        <p:spPr>
          <a:xfrm>
            <a:off x="4877594" y="4522787"/>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53" name="Text Placeholder 33">
            <a:extLst>
              <a:ext uri="{FF2B5EF4-FFF2-40B4-BE49-F238E27FC236}">
                <a16:creationId xmlns:a16="http://schemas.microsoft.com/office/drawing/2014/main" id="{C20E1614-EA91-9C2C-B7F1-BB4DF8CC1A39}"/>
              </a:ext>
            </a:extLst>
          </p:cNvPr>
          <p:cNvSpPr>
            <a:spLocks noGrp="1"/>
          </p:cNvSpPr>
          <p:nvPr>
            <p:ph type="body" sz="quarter" idx="14"/>
          </p:nvPr>
        </p:nvSpPr>
        <p:spPr>
          <a:xfrm>
            <a:off x="8979945" y="4485371"/>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54" name="Rounded Rectangle 23">
            <a:extLst>
              <a:ext uri="{FF2B5EF4-FFF2-40B4-BE49-F238E27FC236}">
                <a16:creationId xmlns:a16="http://schemas.microsoft.com/office/drawing/2014/main" id="{0D1FC744-3662-3249-1F03-EE193D1872E7}"/>
              </a:ext>
            </a:extLst>
          </p:cNvPr>
          <p:cNvSpPr/>
          <p:nvPr userDrawn="1"/>
        </p:nvSpPr>
        <p:spPr>
          <a:xfrm>
            <a:off x="8522617" y="1018745"/>
            <a:ext cx="3473707" cy="5560461"/>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5" name="Rounded Rectangle 22">
            <a:extLst>
              <a:ext uri="{FF2B5EF4-FFF2-40B4-BE49-F238E27FC236}">
                <a16:creationId xmlns:a16="http://schemas.microsoft.com/office/drawing/2014/main" id="{8867268F-6BC6-CDE0-A54C-C7C7D22A17CE}"/>
              </a:ext>
            </a:extLst>
          </p:cNvPr>
          <p:cNvSpPr/>
          <p:nvPr userDrawn="1"/>
        </p:nvSpPr>
        <p:spPr>
          <a:xfrm>
            <a:off x="4410752" y="1052185"/>
            <a:ext cx="3473707" cy="5527021"/>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6" name="Rounded Rectangle 21">
            <a:extLst>
              <a:ext uri="{FF2B5EF4-FFF2-40B4-BE49-F238E27FC236}">
                <a16:creationId xmlns:a16="http://schemas.microsoft.com/office/drawing/2014/main" id="{DEC8C24A-C2A2-B6FB-CEBC-DB3CFE63E845}"/>
              </a:ext>
            </a:extLst>
          </p:cNvPr>
          <p:cNvSpPr/>
          <p:nvPr userDrawn="1"/>
        </p:nvSpPr>
        <p:spPr>
          <a:xfrm>
            <a:off x="209994" y="1052184"/>
            <a:ext cx="3473707" cy="5527021"/>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7" name="Right Arrow 38">
            <a:extLst>
              <a:ext uri="{FF2B5EF4-FFF2-40B4-BE49-F238E27FC236}">
                <a16:creationId xmlns:a16="http://schemas.microsoft.com/office/drawing/2014/main" id="{24D9F813-6CEE-ED6F-064E-59CDA1216AD8}"/>
              </a:ext>
            </a:extLst>
          </p:cNvPr>
          <p:cNvSpPr/>
          <p:nvPr userDrawn="1"/>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8" name="Right Arrow 40">
            <a:extLst>
              <a:ext uri="{FF2B5EF4-FFF2-40B4-BE49-F238E27FC236}">
                <a16:creationId xmlns:a16="http://schemas.microsoft.com/office/drawing/2014/main" id="{B268B9E1-8800-1738-CE60-9C6C5F486497}"/>
              </a:ext>
            </a:extLst>
          </p:cNvPr>
          <p:cNvSpPr/>
          <p:nvPr userDrawn="1"/>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9" name="Cloud Callout 14">
            <a:extLst>
              <a:ext uri="{FF2B5EF4-FFF2-40B4-BE49-F238E27FC236}">
                <a16:creationId xmlns:a16="http://schemas.microsoft.com/office/drawing/2014/main" id="{3BE98BE1-8756-AA3F-37FC-961A3A117F44}"/>
              </a:ext>
            </a:extLst>
          </p:cNvPr>
          <p:cNvSpPr/>
          <p:nvPr userDrawn="1"/>
        </p:nvSpPr>
        <p:spPr>
          <a:xfrm>
            <a:off x="1642514" y="1326933"/>
            <a:ext cx="1913677" cy="1215720"/>
          </a:xfrm>
          <a:prstGeom prst="cloudCallout">
            <a:avLst>
              <a:gd name="adj1" fmla="val -57973"/>
              <a:gd name="adj2" fmla="val 53702"/>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What am I learning?</a:t>
            </a:r>
          </a:p>
        </p:txBody>
      </p:sp>
      <p:sp>
        <p:nvSpPr>
          <p:cNvPr id="60" name="Cloud Callout 17">
            <a:extLst>
              <a:ext uri="{FF2B5EF4-FFF2-40B4-BE49-F238E27FC236}">
                <a16:creationId xmlns:a16="http://schemas.microsoft.com/office/drawing/2014/main" id="{83D62656-6C25-077C-4F80-552A71A1BC63}"/>
              </a:ext>
            </a:extLst>
          </p:cNvPr>
          <p:cNvSpPr/>
          <p:nvPr userDrawn="1"/>
        </p:nvSpPr>
        <p:spPr>
          <a:xfrm>
            <a:off x="5579272" y="1132775"/>
            <a:ext cx="2190940" cy="1409879"/>
          </a:xfrm>
          <a:prstGeom prst="cloudCallout">
            <a:avLst>
              <a:gd name="adj1" fmla="val -47544"/>
              <a:gd name="adj2" fmla="val 39152"/>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Why am I learning this?</a:t>
            </a:r>
          </a:p>
        </p:txBody>
      </p:sp>
      <p:sp>
        <p:nvSpPr>
          <p:cNvPr id="61" name="Cloud Callout 60">
            <a:extLst>
              <a:ext uri="{FF2B5EF4-FFF2-40B4-BE49-F238E27FC236}">
                <a16:creationId xmlns:a16="http://schemas.microsoft.com/office/drawing/2014/main" id="{D209243E-CE20-B43A-B229-5E6919A22DBC}"/>
              </a:ext>
            </a:extLst>
          </p:cNvPr>
          <p:cNvSpPr/>
          <p:nvPr userDrawn="1"/>
        </p:nvSpPr>
        <p:spPr>
          <a:xfrm>
            <a:off x="9768925" y="1166214"/>
            <a:ext cx="2190940" cy="1409879"/>
          </a:xfrm>
          <a:prstGeom prst="cloudCallout">
            <a:avLst>
              <a:gd name="adj1" fmla="val -52552"/>
              <a:gd name="adj2" fmla="val 33963"/>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How will I know when I'm successful?</a:t>
            </a:r>
          </a:p>
        </p:txBody>
      </p:sp>
      <p:sp>
        <p:nvSpPr>
          <p:cNvPr id="62" name="Rounded Rectangle 25">
            <a:extLst>
              <a:ext uri="{FF2B5EF4-FFF2-40B4-BE49-F238E27FC236}">
                <a16:creationId xmlns:a16="http://schemas.microsoft.com/office/drawing/2014/main" id="{2EAD39BD-B099-6728-8D13-A4C177B6F805}"/>
              </a:ext>
            </a:extLst>
          </p:cNvPr>
          <p:cNvSpPr/>
          <p:nvPr userDrawn="1"/>
        </p:nvSpPr>
        <p:spPr>
          <a:xfrm>
            <a:off x="337503" y="3815694"/>
            <a:ext cx="3218688" cy="2629173"/>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63" name="Picture 62">
            <a:extLst>
              <a:ext uri="{FF2B5EF4-FFF2-40B4-BE49-F238E27FC236}">
                <a16:creationId xmlns:a16="http://schemas.microsoft.com/office/drawing/2014/main" id="{9C9530EB-C903-8086-18DC-0C03544C4594}"/>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64" name="Picture 63">
            <a:extLst>
              <a:ext uri="{FF2B5EF4-FFF2-40B4-BE49-F238E27FC236}">
                <a16:creationId xmlns:a16="http://schemas.microsoft.com/office/drawing/2014/main" id="{F07629C6-4FFA-FF30-5372-13F87DC076CD}"/>
              </a:ext>
            </a:extLst>
          </p:cNvPr>
          <p:cNvPicPr>
            <a:picLocks noChangeAspect="1"/>
          </p:cNvPicPr>
          <p:nvPr userDrawn="1"/>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65" name="Picture 64">
            <a:extLst>
              <a:ext uri="{FF2B5EF4-FFF2-40B4-BE49-F238E27FC236}">
                <a16:creationId xmlns:a16="http://schemas.microsoft.com/office/drawing/2014/main" id="{66D0A70B-6C4D-F75B-6A9F-D8FDC6BEEF63}"/>
              </a:ext>
            </a:extLst>
          </p:cNvPr>
          <p:cNvPicPr>
            <a:picLocks noChangeAspect="1"/>
          </p:cNvPicPr>
          <p:nvPr userDrawn="1"/>
        </p:nvPicPr>
        <p:blipFill rotWithShape="1">
          <a:blip r:embed="rId6">
            <a:extLst>
              <a:ext uri="{BEBA8EAE-BF5A-486C-A8C5-ECC9F3942E4B}">
                <a14:imgProps xmlns:a14="http://schemas.microsoft.com/office/drawing/2010/main">
                  <a14:imgLayer r:embed="rId4">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66" name="Rounded Rectangle 65">
            <a:extLst>
              <a:ext uri="{FF2B5EF4-FFF2-40B4-BE49-F238E27FC236}">
                <a16:creationId xmlns:a16="http://schemas.microsoft.com/office/drawing/2014/main" id="{E4259EB2-DF36-65F9-FFFF-42FBE54E1CB4}"/>
              </a:ext>
            </a:extLst>
          </p:cNvPr>
          <p:cNvSpPr/>
          <p:nvPr userDrawn="1"/>
        </p:nvSpPr>
        <p:spPr>
          <a:xfrm>
            <a:off x="4547775" y="3820472"/>
            <a:ext cx="3218688" cy="2629173"/>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67" name="Rounded Rectangle 66">
            <a:extLst>
              <a:ext uri="{FF2B5EF4-FFF2-40B4-BE49-F238E27FC236}">
                <a16:creationId xmlns:a16="http://schemas.microsoft.com/office/drawing/2014/main" id="{D4E77597-DD8E-B80E-CAF9-828893FC90DF}"/>
              </a:ext>
            </a:extLst>
          </p:cNvPr>
          <p:cNvSpPr/>
          <p:nvPr userDrawn="1"/>
        </p:nvSpPr>
        <p:spPr>
          <a:xfrm>
            <a:off x="8650126" y="3815694"/>
            <a:ext cx="3218688" cy="2629173"/>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be successful by…</a:t>
            </a:r>
          </a:p>
          <a:p>
            <a:pPr algn="ctr"/>
            <a:endParaRPr lang="en-GB" sz="2800" b="0" i="0">
              <a:solidFill>
                <a:schemeClr val="tx1"/>
              </a:solidFill>
              <a:latin typeface="Twinkl Cursive Looped" panose="02000000000000000000" pitchFamily="2" charset="77"/>
            </a:endParaRPr>
          </a:p>
        </p:txBody>
      </p:sp>
      <p:pic>
        <p:nvPicPr>
          <p:cNvPr id="4" name="Picture 17">
            <a:extLst>
              <a:ext uri="{FF2B5EF4-FFF2-40B4-BE49-F238E27FC236}">
                <a16:creationId xmlns:a16="http://schemas.microsoft.com/office/drawing/2014/main" id="{A26F170F-2A34-51B3-CA05-11C54204D428}"/>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72247" y="140894"/>
            <a:ext cx="885149" cy="7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616770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ook">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F420A20-0427-FEBB-94F6-C4193F5D67FD}"/>
              </a:ext>
            </a:extLst>
          </p:cNvPr>
          <p:cNvSpPr>
            <a:spLocks noGrp="1"/>
          </p:cNvSpPr>
          <p:nvPr>
            <p:ph type="title"/>
          </p:nvPr>
        </p:nvSpPr>
        <p:spPr>
          <a:xfrm>
            <a:off x="246528" y="373834"/>
            <a:ext cx="11685495"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5" name="Content Placeholder 2">
            <a:extLst>
              <a:ext uri="{FF2B5EF4-FFF2-40B4-BE49-F238E27FC236}">
                <a16:creationId xmlns:a16="http://schemas.microsoft.com/office/drawing/2014/main" id="{8727FA49-916F-6379-73AB-F81F90D63BB8}"/>
              </a:ext>
            </a:extLst>
          </p:cNvPr>
          <p:cNvSpPr>
            <a:spLocks noGrp="1"/>
          </p:cNvSpPr>
          <p:nvPr>
            <p:ph idx="1"/>
          </p:nvPr>
        </p:nvSpPr>
        <p:spPr>
          <a:xfrm>
            <a:off x="246528" y="1834334"/>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Macintosh HD:Users:nicholasgarrick:Dropbox:1 LupL:6 Resources:Images and Icons:Icons:Geographer:icon_5211.png">
            <a:extLst>
              <a:ext uri="{FF2B5EF4-FFF2-40B4-BE49-F238E27FC236}">
                <a16:creationId xmlns:a16="http://schemas.microsoft.com/office/drawing/2014/main" id="{388E71F8-6BAE-0B02-D973-40B20FD545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50308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I 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2BE6-1BBB-6E8F-925B-028A6251E998}"/>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3" name="Content Placeholder 2">
            <a:extLst>
              <a:ext uri="{FF2B5EF4-FFF2-40B4-BE49-F238E27FC236}">
                <a16:creationId xmlns:a16="http://schemas.microsoft.com/office/drawing/2014/main" id="{DE327B21-08A8-373B-5759-CAD129496ABA}"/>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97261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We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D5292D3-9B48-D839-900B-BC40E1994024}"/>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8DC9B51-90C5-910F-0E5E-26C8FCDFE363}"/>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11311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You Do Tri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BA2D6B0-18BA-C1F5-A3CF-A118B5DF63ED}"/>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F42BF2B-5700-B0C0-6B69-6699F0F4E31D}"/>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2046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9572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You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AEF570-F9F4-B149-BF1A-BEF6DEE603C2}"/>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EFE87AD0-4B3C-76E5-0F15-7F5DFE335D44}"/>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39687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I Do-blank">
    <p:spTree>
      <p:nvGrpSpPr>
        <p:cNvPr id="1" name=""/>
        <p:cNvGrpSpPr/>
        <p:nvPr/>
      </p:nvGrpSpPr>
      <p:grpSpPr>
        <a:xfrm>
          <a:off x="0" y="0"/>
          <a:ext cx="0" cy="0"/>
          <a:chOff x="0" y="0"/>
          <a:chExt cx="0" cy="0"/>
        </a:xfrm>
      </p:grpSpPr>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73481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We Do-blank">
    <p:spTree>
      <p:nvGrpSpPr>
        <p:cNvPr id="1" name=""/>
        <p:cNvGrpSpPr/>
        <p:nvPr/>
      </p:nvGrpSpPr>
      <p:grpSpPr>
        <a:xfrm>
          <a:off x="0" y="0"/>
          <a:ext cx="0" cy="0"/>
          <a:chOff x="0" y="0"/>
          <a:chExt cx="0" cy="0"/>
        </a:xfrm>
      </p:grpSpPr>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19176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You Do Trio-blank">
    <p:spTree>
      <p:nvGrpSpPr>
        <p:cNvPr id="1" name=""/>
        <p:cNvGrpSpPr/>
        <p:nvPr/>
      </p:nvGrpSpPr>
      <p:grpSpPr>
        <a:xfrm>
          <a:off x="0" y="0"/>
          <a:ext cx="0" cy="0"/>
          <a:chOff x="0" y="0"/>
          <a:chExt cx="0" cy="0"/>
        </a:xfrm>
      </p:grpSpPr>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2046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3853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You Do-blank">
    <p:spTree>
      <p:nvGrpSpPr>
        <p:cNvPr id="1" name=""/>
        <p:cNvGrpSpPr/>
        <p:nvPr/>
      </p:nvGrpSpPr>
      <p:grpSpPr>
        <a:xfrm>
          <a:off x="0" y="0"/>
          <a:ext cx="0" cy="0"/>
          <a:chOff x="0" y="0"/>
          <a:chExt cx="0" cy="0"/>
        </a:xfrm>
      </p:grpSpPr>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552498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Learning Review">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6E72BF2-714C-76F4-6A58-17F40DFEF70D}"/>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15" name="Picture 14">
            <a:extLst>
              <a:ext uri="{FF2B5EF4-FFF2-40B4-BE49-F238E27FC236}">
                <a16:creationId xmlns:a16="http://schemas.microsoft.com/office/drawing/2014/main" id="{7C5F0A78-D5AE-CB62-29C5-35C7F865A859}"/>
              </a:ext>
            </a:extLst>
          </p:cNvPr>
          <p:cNvPicPr>
            <a:picLocks noChangeAspect="1"/>
          </p:cNvPicPr>
          <p:nvPr userDrawn="1"/>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16" name="Picture 15">
            <a:extLst>
              <a:ext uri="{FF2B5EF4-FFF2-40B4-BE49-F238E27FC236}">
                <a16:creationId xmlns:a16="http://schemas.microsoft.com/office/drawing/2014/main" id="{1F031ACE-7831-808D-C669-16B459A25B54}"/>
              </a:ext>
            </a:extLst>
          </p:cNvPr>
          <p:cNvPicPr>
            <a:picLocks noChangeAspect="1"/>
          </p:cNvPicPr>
          <p:nvPr userDrawn="1"/>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17" name="TextBox 16">
            <a:extLst>
              <a:ext uri="{FF2B5EF4-FFF2-40B4-BE49-F238E27FC236}">
                <a16:creationId xmlns:a16="http://schemas.microsoft.com/office/drawing/2014/main" id="{503537C9-7B97-3CC6-FC81-B8EBE36237E0}"/>
              </a:ext>
            </a:extLst>
          </p:cNvPr>
          <p:cNvSpPr txBox="1"/>
          <p:nvPr userDrawn="1"/>
        </p:nvSpPr>
        <p:spPr>
          <a:xfrm>
            <a:off x="331625" y="1936003"/>
            <a:ext cx="3925823" cy="919401"/>
          </a:xfrm>
          <a:prstGeom prst="wedgeRoundRectCallout">
            <a:avLst>
              <a:gd name="adj1" fmla="val -17964"/>
              <a:gd name="adj2" fmla="val 104608"/>
              <a:gd name="adj3" fmla="val 16667"/>
            </a:avLst>
          </a:prstGeom>
          <a:solidFill>
            <a:schemeClr val="accent2">
              <a:lumMod val="60000"/>
              <a:lumOff val="40000"/>
            </a:schemeClr>
          </a:solidFill>
          <a:ln>
            <a:solidFill>
              <a:schemeClr val="tx1"/>
            </a:solidFill>
          </a:ln>
        </p:spPr>
        <p:txBody>
          <a:bodyPr wrap="square" rtlCol="0">
            <a:spAutoFit/>
          </a:bodyPr>
          <a:lstStyle/>
          <a:p>
            <a:r>
              <a:rPr lang="en-US" sz="2400" b="0" i="0">
                <a:latin typeface="Twinkl Cursive Looped" panose="02000000000000000000" pitchFamily="2" charset="77"/>
              </a:rPr>
              <a:t>Today I found my learning challenging so I…</a:t>
            </a:r>
          </a:p>
        </p:txBody>
      </p:sp>
      <p:sp>
        <p:nvSpPr>
          <p:cNvPr id="18" name="TextBox 17">
            <a:extLst>
              <a:ext uri="{FF2B5EF4-FFF2-40B4-BE49-F238E27FC236}">
                <a16:creationId xmlns:a16="http://schemas.microsoft.com/office/drawing/2014/main" id="{BF0B9ECF-D6F4-8A44-E877-054A66CC97BD}"/>
              </a:ext>
            </a:extLst>
          </p:cNvPr>
          <p:cNvSpPr txBox="1"/>
          <p:nvPr userDrawn="1"/>
        </p:nvSpPr>
        <p:spPr>
          <a:xfrm>
            <a:off x="4804868" y="1936003"/>
            <a:ext cx="2938272" cy="919401"/>
          </a:xfrm>
          <a:prstGeom prst="wedgeRoundRectCallout">
            <a:avLst>
              <a:gd name="adj1" fmla="val -10874"/>
              <a:gd name="adj2" fmla="val 148695"/>
              <a:gd name="adj3" fmla="val 16667"/>
            </a:avLst>
          </a:prstGeom>
          <a:solidFill>
            <a:schemeClr val="accent5">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During our learning I found …. easy</a:t>
            </a:r>
          </a:p>
        </p:txBody>
      </p:sp>
      <p:sp>
        <p:nvSpPr>
          <p:cNvPr id="19" name="TextBox 18">
            <a:extLst>
              <a:ext uri="{FF2B5EF4-FFF2-40B4-BE49-F238E27FC236}">
                <a16:creationId xmlns:a16="http://schemas.microsoft.com/office/drawing/2014/main" id="{64464BEF-400B-F6C0-2039-055D50477C4C}"/>
              </a:ext>
            </a:extLst>
          </p:cNvPr>
          <p:cNvSpPr txBox="1"/>
          <p:nvPr userDrawn="1"/>
        </p:nvSpPr>
        <p:spPr>
          <a:xfrm>
            <a:off x="8290560" y="1941004"/>
            <a:ext cx="3645408" cy="919401"/>
          </a:xfrm>
          <a:prstGeom prst="wedgeRoundRectCallout">
            <a:avLst>
              <a:gd name="adj1" fmla="val -2104"/>
              <a:gd name="adj2" fmla="val 138087"/>
              <a:gd name="adj3" fmla="val 16667"/>
            </a:avLst>
          </a:prstGeom>
          <a:solidFill>
            <a:schemeClr val="accent6">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In my learning I felt confidence because…</a:t>
            </a:r>
          </a:p>
        </p:txBody>
      </p:sp>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6"/>
          <a:srcRect b="1534"/>
          <a:stretch>
            <a:fillRect/>
          </a:stretch>
        </p:blipFill>
        <p:spPr>
          <a:xfrm>
            <a:off x="10708779" y="202937"/>
            <a:ext cx="1325616" cy="1617660"/>
          </a:xfrm>
          <a:prstGeom prst="rect">
            <a:avLst/>
          </a:prstGeom>
        </p:spPr>
      </p:pic>
      <p:pic>
        <p:nvPicPr>
          <p:cNvPr id="12" name="Picture 1" descr="Macintosh HD:Users:nicholasgarrick:Dropbox:1 LupL:6 Resources:Images and Icons:Icons:Geographer:icon_5211.png">
            <a:extLst>
              <a:ext uri="{FF2B5EF4-FFF2-40B4-BE49-F238E27FC236}">
                <a16:creationId xmlns:a16="http://schemas.microsoft.com/office/drawing/2014/main" id="{2821676A-16DE-0EA5-2A23-1A2DCE62D104}"/>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3" name="Google Shape;65;p1">
            <a:extLst>
              <a:ext uri="{FF2B5EF4-FFF2-40B4-BE49-F238E27FC236}">
                <a16:creationId xmlns:a16="http://schemas.microsoft.com/office/drawing/2014/main" id="{6D71331F-84DF-BB57-DC61-C6FD26F0F144}"/>
              </a:ext>
            </a:extLst>
          </p:cNvPr>
          <p:cNvPicPr preferRelativeResize="0"/>
          <p:nvPr userDrawn="1"/>
        </p:nvPicPr>
        <p:blipFill rotWithShape="1">
          <a:blip r:embed="rId8">
            <a:alphaModFix/>
          </a:blip>
          <a:srcRect/>
          <a:stretch/>
        </p:blipFill>
        <p:spPr>
          <a:xfrm>
            <a:off x="5665456" y="456723"/>
            <a:ext cx="1185106" cy="1185095"/>
          </a:xfrm>
          <a:prstGeom prst="rect">
            <a:avLst/>
          </a:prstGeom>
          <a:noFill/>
          <a:ln>
            <a:noFill/>
          </a:ln>
        </p:spPr>
      </p:pic>
      <p:pic>
        <p:nvPicPr>
          <p:cNvPr id="4" name="Google Shape;66;p1">
            <a:extLst>
              <a:ext uri="{FF2B5EF4-FFF2-40B4-BE49-F238E27FC236}">
                <a16:creationId xmlns:a16="http://schemas.microsoft.com/office/drawing/2014/main" id="{39D13355-F5EC-24EE-E679-05B78BE15B55}"/>
              </a:ext>
            </a:extLst>
          </p:cNvPr>
          <p:cNvPicPr preferRelativeResize="0"/>
          <p:nvPr userDrawn="1"/>
        </p:nvPicPr>
        <p:blipFill rotWithShape="1">
          <a:blip r:embed="rId9">
            <a:alphaModFix/>
          </a:blip>
          <a:srcRect/>
          <a:stretch/>
        </p:blipFill>
        <p:spPr>
          <a:xfrm>
            <a:off x="8134998" y="510203"/>
            <a:ext cx="1185106" cy="1185095"/>
          </a:xfrm>
          <a:prstGeom prst="rect">
            <a:avLst/>
          </a:prstGeom>
          <a:noFill/>
          <a:ln>
            <a:noFill/>
          </a:ln>
        </p:spPr>
      </p:pic>
      <p:grpSp>
        <p:nvGrpSpPr>
          <p:cNvPr id="5" name="Group 4">
            <a:extLst>
              <a:ext uri="{FF2B5EF4-FFF2-40B4-BE49-F238E27FC236}">
                <a16:creationId xmlns:a16="http://schemas.microsoft.com/office/drawing/2014/main" id="{81CADD8D-233F-CAA2-D6BA-666AED94D7BD}"/>
              </a:ext>
            </a:extLst>
          </p:cNvPr>
          <p:cNvGrpSpPr/>
          <p:nvPr userDrawn="1"/>
        </p:nvGrpSpPr>
        <p:grpSpPr>
          <a:xfrm>
            <a:off x="6881879" y="457773"/>
            <a:ext cx="1185106" cy="1185106"/>
            <a:chOff x="4333587" y="1203131"/>
            <a:chExt cx="1185106" cy="1185106"/>
          </a:xfrm>
        </p:grpSpPr>
        <p:sp>
          <p:nvSpPr>
            <p:cNvPr id="7" name="Google Shape;68;p1">
              <a:extLst>
                <a:ext uri="{FF2B5EF4-FFF2-40B4-BE49-F238E27FC236}">
                  <a16:creationId xmlns:a16="http://schemas.microsoft.com/office/drawing/2014/main" id="{6D5A7812-4788-687B-12B4-FCB8DEF22159}"/>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8" name="Google Shape;69;p1">
              <a:extLst>
                <a:ext uri="{FF2B5EF4-FFF2-40B4-BE49-F238E27FC236}">
                  <a16:creationId xmlns:a16="http://schemas.microsoft.com/office/drawing/2014/main" id="{F37F1A8E-A913-0449-00F3-14360B270D2C}"/>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9" name="Google Shape;70;p1">
              <a:extLst>
                <a:ext uri="{FF2B5EF4-FFF2-40B4-BE49-F238E27FC236}">
                  <a16:creationId xmlns:a16="http://schemas.microsoft.com/office/drawing/2014/main" id="{C69B81F3-E3B8-2632-A7DA-CCC6CE2109C4}"/>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0" name="Google Shape;71;p1">
              <a:extLst>
                <a:ext uri="{FF2B5EF4-FFF2-40B4-BE49-F238E27FC236}">
                  <a16:creationId xmlns:a16="http://schemas.microsoft.com/office/drawing/2014/main" id="{7E00A608-C938-2209-82E7-209839FA5144}"/>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1" name="Google Shape;72;p1">
              <a:extLst>
                <a:ext uri="{FF2B5EF4-FFF2-40B4-BE49-F238E27FC236}">
                  <a16:creationId xmlns:a16="http://schemas.microsoft.com/office/drawing/2014/main" id="{ECFF9625-2047-3699-7FEB-26A68BA5829B}"/>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3" name="Google Shape;73;p1">
              <a:extLst>
                <a:ext uri="{FF2B5EF4-FFF2-40B4-BE49-F238E27FC236}">
                  <a16:creationId xmlns:a16="http://schemas.microsoft.com/office/drawing/2014/main" id="{990B5F90-23A2-E846-65B0-ECE209BBB1FD}"/>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1" name="Google Shape;74;p1">
              <a:extLst>
                <a:ext uri="{FF2B5EF4-FFF2-40B4-BE49-F238E27FC236}">
                  <a16:creationId xmlns:a16="http://schemas.microsoft.com/office/drawing/2014/main" id="{CBB1CB39-0011-BBA7-3163-1500F27C0670}"/>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2" name="Google Shape;75;p1">
              <a:extLst>
                <a:ext uri="{FF2B5EF4-FFF2-40B4-BE49-F238E27FC236}">
                  <a16:creationId xmlns:a16="http://schemas.microsoft.com/office/drawing/2014/main" id="{1C4769F1-AC51-A6A5-667F-C3264F158695}"/>
                </a:ext>
              </a:extLst>
            </p:cNvPr>
            <p:cNvPicPr preferRelativeResize="0"/>
            <p:nvPr/>
          </p:nvPicPr>
          <p:blipFill rotWithShape="1">
            <a:blip r:embed="rId10">
              <a:alphaModFix/>
            </a:blip>
            <a:srcRect/>
            <a:stretch/>
          </p:blipFill>
          <p:spPr>
            <a:xfrm>
              <a:off x="4854390" y="1640107"/>
              <a:ext cx="86037" cy="66006"/>
            </a:xfrm>
            <a:prstGeom prst="rect">
              <a:avLst/>
            </a:prstGeom>
            <a:noFill/>
            <a:ln>
              <a:noFill/>
            </a:ln>
          </p:spPr>
        </p:pic>
        <p:pic>
          <p:nvPicPr>
            <p:cNvPr id="23" name="Google Shape;76;p1">
              <a:extLst>
                <a:ext uri="{FF2B5EF4-FFF2-40B4-BE49-F238E27FC236}">
                  <a16:creationId xmlns:a16="http://schemas.microsoft.com/office/drawing/2014/main" id="{323F2A04-3396-AC2F-F72A-61AD07DCFDBD}"/>
                </a:ext>
              </a:extLst>
            </p:cNvPr>
            <p:cNvPicPr preferRelativeResize="0"/>
            <p:nvPr/>
          </p:nvPicPr>
          <p:blipFill rotWithShape="1">
            <a:blip r:embed="rId11">
              <a:alphaModFix/>
            </a:blip>
            <a:srcRect/>
            <a:stretch/>
          </p:blipFill>
          <p:spPr>
            <a:xfrm>
              <a:off x="4568781" y="1689882"/>
              <a:ext cx="119976" cy="159378"/>
            </a:xfrm>
            <a:prstGeom prst="rect">
              <a:avLst/>
            </a:prstGeom>
            <a:noFill/>
            <a:ln>
              <a:noFill/>
            </a:ln>
          </p:spPr>
        </p:pic>
        <p:sp>
          <p:nvSpPr>
            <p:cNvPr id="24" name="Google Shape;77;p1">
              <a:extLst>
                <a:ext uri="{FF2B5EF4-FFF2-40B4-BE49-F238E27FC236}">
                  <a16:creationId xmlns:a16="http://schemas.microsoft.com/office/drawing/2014/main" id="{9CAA8C0E-FB41-84CA-A1C7-BEBA0D277D36}"/>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8;p1">
              <a:extLst>
                <a:ext uri="{FF2B5EF4-FFF2-40B4-BE49-F238E27FC236}">
                  <a16:creationId xmlns:a16="http://schemas.microsoft.com/office/drawing/2014/main" id="{D3DFCA21-F50C-DB9F-1D6E-0B67A584D911}"/>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9;p1">
              <a:extLst>
                <a:ext uri="{FF2B5EF4-FFF2-40B4-BE49-F238E27FC236}">
                  <a16:creationId xmlns:a16="http://schemas.microsoft.com/office/drawing/2014/main" id="{E03EB7A8-D67E-DE8A-224E-118CA3304940}"/>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80;p1">
              <a:extLst>
                <a:ext uri="{FF2B5EF4-FFF2-40B4-BE49-F238E27FC236}">
                  <a16:creationId xmlns:a16="http://schemas.microsoft.com/office/drawing/2014/main" id="{5CB3A0C0-7138-EA31-BF64-B228DD6D0068}"/>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81;p1">
              <a:extLst>
                <a:ext uri="{FF2B5EF4-FFF2-40B4-BE49-F238E27FC236}">
                  <a16:creationId xmlns:a16="http://schemas.microsoft.com/office/drawing/2014/main" id="{1D30A987-7C12-93D5-42E5-98A02F715C22}"/>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9" name="Google Shape;82;p1">
              <a:extLst>
                <a:ext uri="{FF2B5EF4-FFF2-40B4-BE49-F238E27FC236}">
                  <a16:creationId xmlns:a16="http://schemas.microsoft.com/office/drawing/2014/main" id="{4F9200F0-7310-7B59-2508-8A5277721857}"/>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0" name="Google Shape;83;p1">
            <a:extLst>
              <a:ext uri="{FF2B5EF4-FFF2-40B4-BE49-F238E27FC236}">
                <a16:creationId xmlns:a16="http://schemas.microsoft.com/office/drawing/2014/main" id="{AC29D72F-5FA6-4EF4-2537-C8B5B322A082}"/>
              </a:ext>
            </a:extLst>
          </p:cNvPr>
          <p:cNvPicPr preferRelativeResize="0"/>
          <p:nvPr userDrawn="1"/>
        </p:nvPicPr>
        <p:blipFill rotWithShape="1">
          <a:blip r:embed="rId12">
            <a:alphaModFix/>
          </a:blip>
          <a:srcRect/>
          <a:stretch/>
        </p:blipFill>
        <p:spPr>
          <a:xfrm>
            <a:off x="9391763" y="457789"/>
            <a:ext cx="1185106" cy="1185095"/>
          </a:xfrm>
          <a:prstGeom prst="rect">
            <a:avLst/>
          </a:prstGeom>
          <a:noFill/>
          <a:ln>
            <a:noFill/>
          </a:ln>
        </p:spPr>
      </p:pic>
      <p:sp>
        <p:nvSpPr>
          <p:cNvPr id="31" name="TextBox 30">
            <a:extLst>
              <a:ext uri="{FF2B5EF4-FFF2-40B4-BE49-F238E27FC236}">
                <a16:creationId xmlns:a16="http://schemas.microsoft.com/office/drawing/2014/main" id="{4B5A41F0-E53B-845A-F7D5-3F203A6D3A27}"/>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4000" b="0" i="0">
                <a:solidFill>
                  <a:schemeClr val="accent6"/>
                </a:solidFill>
                <a:latin typeface="Twinkl Cursive Looped" panose="02000000000000000000" pitchFamily="2" charset="77"/>
                <a:ea typeface="Sassoon Infant Rg" panose="02000503030000020003" pitchFamily="2" charset="0"/>
              </a:rPr>
              <a:t>Learning Review</a:t>
            </a:r>
          </a:p>
        </p:txBody>
      </p:sp>
      <p:pic>
        <p:nvPicPr>
          <p:cNvPr id="32" name="Picture 31" descr="A black background with a black square&#10;&#10;AI-generated content may be incorrect.">
            <a:extLst>
              <a:ext uri="{FF2B5EF4-FFF2-40B4-BE49-F238E27FC236}">
                <a16:creationId xmlns:a16="http://schemas.microsoft.com/office/drawing/2014/main" id="{002D6CC3-4398-7E02-B14F-B5636F710ADF}"/>
              </a:ext>
            </a:extLst>
          </p:cNvPr>
          <p:cNvPicPr>
            <a:picLocks noChangeAspect="1"/>
          </p:cNvPicPr>
          <p:nvPr userDrawn="1"/>
        </p:nvPicPr>
        <p:blipFill>
          <a:blip r:embed="rId13"/>
          <a:srcRect b="14000"/>
          <a:stretch>
            <a:fillRect/>
          </a:stretch>
        </p:blipFill>
        <p:spPr>
          <a:xfrm>
            <a:off x="35619" y="965122"/>
            <a:ext cx="995680" cy="856285"/>
          </a:xfrm>
          <a:prstGeom prst="rect">
            <a:avLst/>
          </a:prstGeom>
        </p:spPr>
      </p:pic>
    </p:spTree>
    <p:extLst>
      <p:ext uri="{BB962C8B-B14F-4D97-AF65-F5344CB8AC3E}">
        <p14:creationId xmlns:p14="http://schemas.microsoft.com/office/powerpoint/2010/main" val="367471098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earning Review Editabl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2"/>
          <a:srcRect b="1534"/>
          <a:stretch>
            <a:fillRect/>
          </a:stretch>
        </p:blipFill>
        <p:spPr>
          <a:xfrm>
            <a:off x="10708779" y="202937"/>
            <a:ext cx="1325616" cy="1617660"/>
          </a:xfrm>
          <a:prstGeom prst="rect">
            <a:avLst/>
          </a:prstGeom>
        </p:spPr>
      </p:pic>
      <p:pic>
        <p:nvPicPr>
          <p:cNvPr id="12" name="Picture 1" descr="Macintosh HD:Users:nicholasgarrick:Dropbox:1 LupL:6 Resources:Images and Icons:Icons:Geographer:icon_5211.png">
            <a:extLst>
              <a:ext uri="{FF2B5EF4-FFF2-40B4-BE49-F238E27FC236}">
                <a16:creationId xmlns:a16="http://schemas.microsoft.com/office/drawing/2014/main" id="{2821676A-16DE-0EA5-2A23-1A2DCE62D10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3" name="Google Shape;65;p1">
            <a:extLst>
              <a:ext uri="{FF2B5EF4-FFF2-40B4-BE49-F238E27FC236}">
                <a16:creationId xmlns:a16="http://schemas.microsoft.com/office/drawing/2014/main" id="{6D71331F-84DF-BB57-DC61-C6FD26F0F144}"/>
              </a:ext>
            </a:extLst>
          </p:cNvPr>
          <p:cNvPicPr preferRelativeResize="0"/>
          <p:nvPr userDrawn="1"/>
        </p:nvPicPr>
        <p:blipFill rotWithShape="1">
          <a:blip r:embed="rId4">
            <a:alphaModFix/>
          </a:blip>
          <a:srcRect/>
          <a:stretch/>
        </p:blipFill>
        <p:spPr>
          <a:xfrm>
            <a:off x="5665456" y="456723"/>
            <a:ext cx="1185106" cy="1185095"/>
          </a:xfrm>
          <a:prstGeom prst="rect">
            <a:avLst/>
          </a:prstGeom>
          <a:noFill/>
          <a:ln>
            <a:noFill/>
          </a:ln>
        </p:spPr>
      </p:pic>
      <p:pic>
        <p:nvPicPr>
          <p:cNvPr id="4" name="Google Shape;66;p1">
            <a:extLst>
              <a:ext uri="{FF2B5EF4-FFF2-40B4-BE49-F238E27FC236}">
                <a16:creationId xmlns:a16="http://schemas.microsoft.com/office/drawing/2014/main" id="{39D13355-F5EC-24EE-E679-05B78BE15B55}"/>
              </a:ext>
            </a:extLst>
          </p:cNvPr>
          <p:cNvPicPr preferRelativeResize="0"/>
          <p:nvPr userDrawn="1"/>
        </p:nvPicPr>
        <p:blipFill rotWithShape="1">
          <a:blip r:embed="rId5">
            <a:alphaModFix/>
          </a:blip>
          <a:srcRect/>
          <a:stretch/>
        </p:blipFill>
        <p:spPr>
          <a:xfrm>
            <a:off x="8134998" y="510203"/>
            <a:ext cx="1185106" cy="1185095"/>
          </a:xfrm>
          <a:prstGeom prst="rect">
            <a:avLst/>
          </a:prstGeom>
          <a:noFill/>
          <a:ln>
            <a:noFill/>
          </a:ln>
        </p:spPr>
      </p:pic>
      <p:grpSp>
        <p:nvGrpSpPr>
          <p:cNvPr id="5" name="Group 4">
            <a:extLst>
              <a:ext uri="{FF2B5EF4-FFF2-40B4-BE49-F238E27FC236}">
                <a16:creationId xmlns:a16="http://schemas.microsoft.com/office/drawing/2014/main" id="{81CADD8D-233F-CAA2-D6BA-666AED94D7BD}"/>
              </a:ext>
            </a:extLst>
          </p:cNvPr>
          <p:cNvGrpSpPr/>
          <p:nvPr userDrawn="1"/>
        </p:nvGrpSpPr>
        <p:grpSpPr>
          <a:xfrm>
            <a:off x="6881879" y="457773"/>
            <a:ext cx="1185106" cy="1185106"/>
            <a:chOff x="4333587" y="1203131"/>
            <a:chExt cx="1185106" cy="1185106"/>
          </a:xfrm>
        </p:grpSpPr>
        <p:sp>
          <p:nvSpPr>
            <p:cNvPr id="7" name="Google Shape;68;p1">
              <a:extLst>
                <a:ext uri="{FF2B5EF4-FFF2-40B4-BE49-F238E27FC236}">
                  <a16:creationId xmlns:a16="http://schemas.microsoft.com/office/drawing/2014/main" id="{6D5A7812-4788-687B-12B4-FCB8DEF22159}"/>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8" name="Google Shape;69;p1">
              <a:extLst>
                <a:ext uri="{FF2B5EF4-FFF2-40B4-BE49-F238E27FC236}">
                  <a16:creationId xmlns:a16="http://schemas.microsoft.com/office/drawing/2014/main" id="{F37F1A8E-A913-0449-00F3-14360B270D2C}"/>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9" name="Google Shape;70;p1">
              <a:extLst>
                <a:ext uri="{FF2B5EF4-FFF2-40B4-BE49-F238E27FC236}">
                  <a16:creationId xmlns:a16="http://schemas.microsoft.com/office/drawing/2014/main" id="{C69B81F3-E3B8-2632-A7DA-CCC6CE2109C4}"/>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0" name="Google Shape;71;p1">
              <a:extLst>
                <a:ext uri="{FF2B5EF4-FFF2-40B4-BE49-F238E27FC236}">
                  <a16:creationId xmlns:a16="http://schemas.microsoft.com/office/drawing/2014/main" id="{7E00A608-C938-2209-82E7-209839FA5144}"/>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1" name="Google Shape;72;p1">
              <a:extLst>
                <a:ext uri="{FF2B5EF4-FFF2-40B4-BE49-F238E27FC236}">
                  <a16:creationId xmlns:a16="http://schemas.microsoft.com/office/drawing/2014/main" id="{ECFF9625-2047-3699-7FEB-26A68BA5829B}"/>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3" name="Google Shape;73;p1">
              <a:extLst>
                <a:ext uri="{FF2B5EF4-FFF2-40B4-BE49-F238E27FC236}">
                  <a16:creationId xmlns:a16="http://schemas.microsoft.com/office/drawing/2014/main" id="{990B5F90-23A2-E846-65B0-ECE209BBB1FD}"/>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1" name="Google Shape;74;p1">
              <a:extLst>
                <a:ext uri="{FF2B5EF4-FFF2-40B4-BE49-F238E27FC236}">
                  <a16:creationId xmlns:a16="http://schemas.microsoft.com/office/drawing/2014/main" id="{CBB1CB39-0011-BBA7-3163-1500F27C0670}"/>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2" name="Google Shape;75;p1">
              <a:extLst>
                <a:ext uri="{FF2B5EF4-FFF2-40B4-BE49-F238E27FC236}">
                  <a16:creationId xmlns:a16="http://schemas.microsoft.com/office/drawing/2014/main" id="{1C4769F1-AC51-A6A5-667F-C3264F158695}"/>
                </a:ext>
              </a:extLst>
            </p:cNvPr>
            <p:cNvPicPr preferRelativeResize="0"/>
            <p:nvPr/>
          </p:nvPicPr>
          <p:blipFill rotWithShape="1">
            <a:blip r:embed="rId6">
              <a:alphaModFix/>
            </a:blip>
            <a:srcRect/>
            <a:stretch/>
          </p:blipFill>
          <p:spPr>
            <a:xfrm>
              <a:off x="4854390" y="1640107"/>
              <a:ext cx="86037" cy="66006"/>
            </a:xfrm>
            <a:prstGeom prst="rect">
              <a:avLst/>
            </a:prstGeom>
            <a:noFill/>
            <a:ln>
              <a:noFill/>
            </a:ln>
          </p:spPr>
        </p:pic>
        <p:pic>
          <p:nvPicPr>
            <p:cNvPr id="23" name="Google Shape;76;p1">
              <a:extLst>
                <a:ext uri="{FF2B5EF4-FFF2-40B4-BE49-F238E27FC236}">
                  <a16:creationId xmlns:a16="http://schemas.microsoft.com/office/drawing/2014/main" id="{323F2A04-3396-AC2F-F72A-61AD07DCFDBD}"/>
                </a:ext>
              </a:extLst>
            </p:cNvPr>
            <p:cNvPicPr preferRelativeResize="0"/>
            <p:nvPr/>
          </p:nvPicPr>
          <p:blipFill rotWithShape="1">
            <a:blip r:embed="rId7">
              <a:alphaModFix/>
            </a:blip>
            <a:srcRect/>
            <a:stretch/>
          </p:blipFill>
          <p:spPr>
            <a:xfrm>
              <a:off x="4568781" y="1689882"/>
              <a:ext cx="119976" cy="159378"/>
            </a:xfrm>
            <a:prstGeom prst="rect">
              <a:avLst/>
            </a:prstGeom>
            <a:noFill/>
            <a:ln>
              <a:noFill/>
            </a:ln>
          </p:spPr>
        </p:pic>
        <p:sp>
          <p:nvSpPr>
            <p:cNvPr id="24" name="Google Shape;77;p1">
              <a:extLst>
                <a:ext uri="{FF2B5EF4-FFF2-40B4-BE49-F238E27FC236}">
                  <a16:creationId xmlns:a16="http://schemas.microsoft.com/office/drawing/2014/main" id="{9CAA8C0E-FB41-84CA-A1C7-BEBA0D277D36}"/>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8;p1">
              <a:extLst>
                <a:ext uri="{FF2B5EF4-FFF2-40B4-BE49-F238E27FC236}">
                  <a16:creationId xmlns:a16="http://schemas.microsoft.com/office/drawing/2014/main" id="{D3DFCA21-F50C-DB9F-1D6E-0B67A584D911}"/>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9;p1">
              <a:extLst>
                <a:ext uri="{FF2B5EF4-FFF2-40B4-BE49-F238E27FC236}">
                  <a16:creationId xmlns:a16="http://schemas.microsoft.com/office/drawing/2014/main" id="{E03EB7A8-D67E-DE8A-224E-118CA3304940}"/>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80;p1">
              <a:extLst>
                <a:ext uri="{FF2B5EF4-FFF2-40B4-BE49-F238E27FC236}">
                  <a16:creationId xmlns:a16="http://schemas.microsoft.com/office/drawing/2014/main" id="{5CB3A0C0-7138-EA31-BF64-B228DD6D0068}"/>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81;p1">
              <a:extLst>
                <a:ext uri="{FF2B5EF4-FFF2-40B4-BE49-F238E27FC236}">
                  <a16:creationId xmlns:a16="http://schemas.microsoft.com/office/drawing/2014/main" id="{1D30A987-7C12-93D5-42E5-98A02F715C22}"/>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9" name="Google Shape;82;p1">
              <a:extLst>
                <a:ext uri="{FF2B5EF4-FFF2-40B4-BE49-F238E27FC236}">
                  <a16:creationId xmlns:a16="http://schemas.microsoft.com/office/drawing/2014/main" id="{4F9200F0-7310-7B59-2508-8A5277721857}"/>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0" name="Google Shape;83;p1">
            <a:extLst>
              <a:ext uri="{FF2B5EF4-FFF2-40B4-BE49-F238E27FC236}">
                <a16:creationId xmlns:a16="http://schemas.microsoft.com/office/drawing/2014/main" id="{AC29D72F-5FA6-4EF4-2537-C8B5B322A082}"/>
              </a:ext>
            </a:extLst>
          </p:cNvPr>
          <p:cNvPicPr preferRelativeResize="0"/>
          <p:nvPr userDrawn="1"/>
        </p:nvPicPr>
        <p:blipFill rotWithShape="1">
          <a:blip r:embed="rId8">
            <a:alphaModFix/>
          </a:blip>
          <a:srcRect/>
          <a:stretch/>
        </p:blipFill>
        <p:spPr>
          <a:xfrm>
            <a:off x="9391763" y="457789"/>
            <a:ext cx="1185106" cy="1185095"/>
          </a:xfrm>
          <a:prstGeom prst="rect">
            <a:avLst/>
          </a:prstGeom>
          <a:noFill/>
          <a:ln>
            <a:noFill/>
          </a:ln>
        </p:spPr>
      </p:pic>
      <p:sp>
        <p:nvSpPr>
          <p:cNvPr id="31" name="TextBox 30">
            <a:extLst>
              <a:ext uri="{FF2B5EF4-FFF2-40B4-BE49-F238E27FC236}">
                <a16:creationId xmlns:a16="http://schemas.microsoft.com/office/drawing/2014/main" id="{4B5A41F0-E53B-845A-F7D5-3F203A6D3A27}"/>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4000" b="0" i="0">
                <a:solidFill>
                  <a:schemeClr val="accent6"/>
                </a:solidFill>
                <a:latin typeface="Twinkl Cursive Looped" panose="02000000000000000000" pitchFamily="2" charset="77"/>
                <a:ea typeface="Sassoon Infant Rg" panose="02000503030000020003" pitchFamily="2" charset="0"/>
              </a:rPr>
              <a:t>Learning Review</a:t>
            </a:r>
          </a:p>
        </p:txBody>
      </p:sp>
      <p:pic>
        <p:nvPicPr>
          <p:cNvPr id="32" name="Picture 31" descr="A black background with a black square&#10;&#10;AI-generated content may be incorrect.">
            <a:extLst>
              <a:ext uri="{FF2B5EF4-FFF2-40B4-BE49-F238E27FC236}">
                <a16:creationId xmlns:a16="http://schemas.microsoft.com/office/drawing/2014/main" id="{002D6CC3-4398-7E02-B14F-B5636F710ADF}"/>
              </a:ext>
            </a:extLst>
          </p:cNvPr>
          <p:cNvPicPr>
            <a:picLocks noChangeAspect="1"/>
          </p:cNvPicPr>
          <p:nvPr userDrawn="1"/>
        </p:nvPicPr>
        <p:blipFill>
          <a:blip r:embed="rId9"/>
          <a:srcRect b="14000"/>
          <a:stretch>
            <a:fillRect/>
          </a:stretch>
        </p:blipFill>
        <p:spPr>
          <a:xfrm>
            <a:off x="35619" y="965122"/>
            <a:ext cx="995680" cy="856285"/>
          </a:xfrm>
          <a:prstGeom prst="rect">
            <a:avLst/>
          </a:prstGeom>
        </p:spPr>
      </p:pic>
      <p:pic>
        <p:nvPicPr>
          <p:cNvPr id="2" name="Picture 1">
            <a:extLst>
              <a:ext uri="{FF2B5EF4-FFF2-40B4-BE49-F238E27FC236}">
                <a16:creationId xmlns:a16="http://schemas.microsoft.com/office/drawing/2014/main" id="{C520CE31-0DB1-CF74-2D30-243CB61C15DC}"/>
              </a:ext>
            </a:extLst>
          </p:cNvPr>
          <p:cNvPicPr>
            <a:picLocks noChangeAspect="1"/>
          </p:cNvPicPr>
          <p:nvPr userDrawn="1"/>
        </p:nvPicPr>
        <p:blipFill rotWithShape="1">
          <a:blip r:embed="rId10">
            <a:extLst>
              <a:ext uri="{BEBA8EAE-BF5A-486C-A8C5-ECC9F3942E4B}">
                <a14:imgProps xmlns:a14="http://schemas.microsoft.com/office/drawing/2010/main">
                  <a14:imgLayer r:embed="rId11">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6" name="Picture 5">
            <a:extLst>
              <a:ext uri="{FF2B5EF4-FFF2-40B4-BE49-F238E27FC236}">
                <a16:creationId xmlns:a16="http://schemas.microsoft.com/office/drawing/2014/main" id="{79155504-0D7D-E12F-2810-C80509748235}"/>
              </a:ext>
            </a:extLst>
          </p:cNvPr>
          <p:cNvPicPr>
            <a:picLocks noChangeAspect="1"/>
          </p:cNvPicPr>
          <p:nvPr userDrawn="1"/>
        </p:nvPicPr>
        <p:blipFill rotWithShape="1">
          <a:blip r:embed="rId12">
            <a:extLst>
              <a:ext uri="{BEBA8EAE-BF5A-486C-A8C5-ECC9F3942E4B}">
                <a14:imgProps xmlns:a14="http://schemas.microsoft.com/office/drawing/2010/main">
                  <a14:imgLayer r:embed="rId11">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33" name="Picture 32">
            <a:extLst>
              <a:ext uri="{FF2B5EF4-FFF2-40B4-BE49-F238E27FC236}">
                <a16:creationId xmlns:a16="http://schemas.microsoft.com/office/drawing/2014/main" id="{661449B4-373F-26EB-5DD3-8EA50FF6F35F}"/>
              </a:ext>
            </a:extLst>
          </p:cNvPr>
          <p:cNvPicPr>
            <a:picLocks noChangeAspect="1"/>
          </p:cNvPicPr>
          <p:nvPr userDrawn="1"/>
        </p:nvPicPr>
        <p:blipFill rotWithShape="1">
          <a:blip r:embed="rId13">
            <a:extLst>
              <a:ext uri="{BEBA8EAE-BF5A-486C-A8C5-ECC9F3942E4B}">
                <a14:imgProps xmlns:a14="http://schemas.microsoft.com/office/drawing/2010/main">
                  <a14:imgLayer r:embed="rId11">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34" name="TextBox 33">
            <a:extLst>
              <a:ext uri="{FF2B5EF4-FFF2-40B4-BE49-F238E27FC236}">
                <a16:creationId xmlns:a16="http://schemas.microsoft.com/office/drawing/2014/main" id="{6CF9E021-CDAB-AF6F-D110-50079C97376D}"/>
              </a:ext>
            </a:extLst>
          </p:cNvPr>
          <p:cNvSpPr txBox="1"/>
          <p:nvPr userDrawn="1"/>
        </p:nvSpPr>
        <p:spPr>
          <a:xfrm>
            <a:off x="331626" y="1936003"/>
            <a:ext cx="3569816" cy="1328023"/>
          </a:xfrm>
          <a:prstGeom prst="wedgeRoundRectCallout">
            <a:avLst>
              <a:gd name="adj1" fmla="val -14004"/>
              <a:gd name="adj2" fmla="val 72935"/>
              <a:gd name="adj3" fmla="val 16667"/>
            </a:avLst>
          </a:prstGeom>
          <a:solidFill>
            <a:schemeClr val="accent2">
              <a:lumMod val="60000"/>
              <a:lumOff val="4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sp>
        <p:nvSpPr>
          <p:cNvPr id="35" name="TextBox 34">
            <a:extLst>
              <a:ext uri="{FF2B5EF4-FFF2-40B4-BE49-F238E27FC236}">
                <a16:creationId xmlns:a16="http://schemas.microsoft.com/office/drawing/2014/main" id="{BCCB0474-FA16-FF09-A32D-46D9EB113A2D}"/>
              </a:ext>
            </a:extLst>
          </p:cNvPr>
          <p:cNvSpPr txBox="1"/>
          <p:nvPr userDrawn="1"/>
        </p:nvSpPr>
        <p:spPr>
          <a:xfrm>
            <a:off x="4355027" y="1925372"/>
            <a:ext cx="3569815" cy="1338654"/>
          </a:xfrm>
          <a:prstGeom prst="wedgeRoundRectCallout">
            <a:avLst>
              <a:gd name="adj1" fmla="val -10589"/>
              <a:gd name="adj2" fmla="val 93290"/>
              <a:gd name="adj3" fmla="val 16667"/>
            </a:avLst>
          </a:prstGeom>
          <a:solidFill>
            <a:schemeClr val="accent5">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p:txBody>
      </p:sp>
      <p:sp>
        <p:nvSpPr>
          <p:cNvPr id="36" name="TextBox 35">
            <a:extLst>
              <a:ext uri="{FF2B5EF4-FFF2-40B4-BE49-F238E27FC236}">
                <a16:creationId xmlns:a16="http://schemas.microsoft.com/office/drawing/2014/main" id="{48804A85-EC78-C2DA-D09E-7451F0B086DB}"/>
              </a:ext>
            </a:extLst>
          </p:cNvPr>
          <p:cNvSpPr txBox="1"/>
          <p:nvPr userDrawn="1"/>
        </p:nvSpPr>
        <p:spPr>
          <a:xfrm>
            <a:off x="8290559" y="1930687"/>
            <a:ext cx="3569815" cy="1328023"/>
          </a:xfrm>
          <a:prstGeom prst="wedgeRoundRectCallout">
            <a:avLst>
              <a:gd name="adj1" fmla="val -7796"/>
              <a:gd name="adj2" fmla="val 95244"/>
              <a:gd name="adj3" fmla="val 16667"/>
            </a:avLst>
          </a:prstGeom>
          <a:solidFill>
            <a:schemeClr val="accent6">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sp>
        <p:nvSpPr>
          <p:cNvPr id="37" name="Text Placeholder 38">
            <a:extLst>
              <a:ext uri="{FF2B5EF4-FFF2-40B4-BE49-F238E27FC236}">
                <a16:creationId xmlns:a16="http://schemas.microsoft.com/office/drawing/2014/main" id="{0C7433EE-8E28-A156-C234-1746B0F8A347}"/>
              </a:ext>
            </a:extLst>
          </p:cNvPr>
          <p:cNvSpPr>
            <a:spLocks noGrp="1"/>
          </p:cNvSpPr>
          <p:nvPr>
            <p:ph type="body" sz="quarter" idx="10" hasCustomPrompt="1"/>
          </p:nvPr>
        </p:nvSpPr>
        <p:spPr>
          <a:xfrm>
            <a:off x="419100" y="2052638"/>
            <a:ext cx="3370263" cy="1096962"/>
          </a:xfrm>
        </p:spPr>
        <p:txBody>
          <a:bodyPr/>
          <a:lstStyle>
            <a:lvl1pPr>
              <a:buNone/>
              <a:defRPr/>
            </a:lvl1pPr>
          </a:lstStyle>
          <a:p>
            <a:pPr lvl="0"/>
            <a:r>
              <a:rPr lang="en-GB" dirty="0"/>
              <a:t>Insert</a:t>
            </a:r>
            <a:endParaRPr lang="en-US" dirty="0"/>
          </a:p>
        </p:txBody>
      </p:sp>
      <p:sp>
        <p:nvSpPr>
          <p:cNvPr id="38" name="Text Placeholder 38">
            <a:extLst>
              <a:ext uri="{FF2B5EF4-FFF2-40B4-BE49-F238E27FC236}">
                <a16:creationId xmlns:a16="http://schemas.microsoft.com/office/drawing/2014/main" id="{38A8B543-CEF5-FC3B-6C84-50A7AB8E57E8}"/>
              </a:ext>
            </a:extLst>
          </p:cNvPr>
          <p:cNvSpPr>
            <a:spLocks noGrp="1"/>
          </p:cNvSpPr>
          <p:nvPr>
            <p:ph type="body" sz="quarter" idx="11" hasCustomPrompt="1"/>
          </p:nvPr>
        </p:nvSpPr>
        <p:spPr>
          <a:xfrm>
            <a:off x="4442460" y="2052638"/>
            <a:ext cx="3370263" cy="1096962"/>
          </a:xfrm>
        </p:spPr>
        <p:txBody>
          <a:bodyPr/>
          <a:lstStyle>
            <a:lvl1pPr>
              <a:buNone/>
              <a:defRPr/>
            </a:lvl1pPr>
          </a:lstStyle>
          <a:p>
            <a:pPr lvl="0"/>
            <a:r>
              <a:rPr lang="en-GB" dirty="0"/>
              <a:t>Insert</a:t>
            </a:r>
            <a:endParaRPr lang="en-US" dirty="0"/>
          </a:p>
        </p:txBody>
      </p:sp>
      <p:sp>
        <p:nvSpPr>
          <p:cNvPr id="39" name="Text Placeholder 38">
            <a:extLst>
              <a:ext uri="{FF2B5EF4-FFF2-40B4-BE49-F238E27FC236}">
                <a16:creationId xmlns:a16="http://schemas.microsoft.com/office/drawing/2014/main" id="{1AF88D0C-1D9F-76B2-0A0C-CA0BF902604B}"/>
              </a:ext>
            </a:extLst>
          </p:cNvPr>
          <p:cNvSpPr>
            <a:spLocks noGrp="1"/>
          </p:cNvSpPr>
          <p:nvPr>
            <p:ph type="body" sz="quarter" idx="12" hasCustomPrompt="1"/>
          </p:nvPr>
        </p:nvSpPr>
        <p:spPr>
          <a:xfrm>
            <a:off x="8354060" y="2052638"/>
            <a:ext cx="3370263" cy="1096962"/>
          </a:xfrm>
        </p:spPr>
        <p:txBody>
          <a:bodyPr/>
          <a:lstStyle>
            <a:lvl1pPr>
              <a:buNone/>
              <a:defRPr/>
            </a:lvl1pPr>
          </a:lstStyle>
          <a:p>
            <a:pPr lvl="0"/>
            <a:r>
              <a:rPr lang="en-GB" dirty="0"/>
              <a:t>Insert</a:t>
            </a:r>
            <a:endParaRPr lang="en-US" dirty="0"/>
          </a:p>
        </p:txBody>
      </p:sp>
    </p:spTree>
    <p:extLst>
      <p:ext uri="{BB962C8B-B14F-4D97-AF65-F5344CB8AC3E}">
        <p14:creationId xmlns:p14="http://schemas.microsoft.com/office/powerpoint/2010/main" val="188961301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Feedback">
    <p:spTree>
      <p:nvGrpSpPr>
        <p:cNvPr id="1" name=""/>
        <p:cNvGrpSpPr/>
        <p:nvPr/>
      </p:nvGrpSpPr>
      <p:grpSpPr>
        <a:xfrm>
          <a:off x="0" y="0"/>
          <a:ext cx="0" cy="0"/>
          <a:chOff x="0" y="0"/>
          <a:chExt cx="0" cy="0"/>
        </a:xfrm>
      </p:grpSpPr>
      <p:sp>
        <p:nvSpPr>
          <p:cNvPr id="6" name="Oval Callout 5">
            <a:extLst>
              <a:ext uri="{FF2B5EF4-FFF2-40B4-BE49-F238E27FC236}">
                <a16:creationId xmlns:a16="http://schemas.microsoft.com/office/drawing/2014/main" id="{A768AC55-9169-CD12-DE1E-DD3AE6B6949A}"/>
              </a:ext>
            </a:extLst>
          </p:cNvPr>
          <p:cNvSpPr/>
          <p:nvPr userDrawn="1"/>
        </p:nvSpPr>
        <p:spPr>
          <a:xfrm>
            <a:off x="8590283" y="1810499"/>
            <a:ext cx="311167" cy="232315"/>
          </a:xfrm>
          <a:prstGeom prst="wedgeEllipseCallout">
            <a:avLst>
              <a:gd name="adj1" fmla="val -30467"/>
              <a:gd name="adj2" fmla="val 7565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7" name="Straight Connector 6">
            <a:extLst>
              <a:ext uri="{FF2B5EF4-FFF2-40B4-BE49-F238E27FC236}">
                <a16:creationId xmlns:a16="http://schemas.microsoft.com/office/drawing/2014/main" id="{47E362B2-CBA8-FC87-AB4B-C119CAAD3D12}"/>
              </a:ext>
            </a:extLst>
          </p:cNvPr>
          <p:cNvCxnSpPr>
            <a:cxnSpLocks/>
          </p:cNvCxnSpPr>
          <p:nvPr userDrawn="1"/>
        </p:nvCxnSpPr>
        <p:spPr>
          <a:xfrm>
            <a:off x="0" y="3429000"/>
            <a:ext cx="12192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36BFA09-C2E0-9EDD-C5AF-A084C1D2E62A}"/>
              </a:ext>
            </a:extLst>
          </p:cNvPr>
          <p:cNvCxnSpPr>
            <a:cxnSpLocks/>
          </p:cNvCxnSpPr>
          <p:nvPr userDrawn="1"/>
        </p:nvCxnSpPr>
        <p:spPr>
          <a:xfrm>
            <a:off x="6096000" y="1"/>
            <a:ext cx="0" cy="220027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93CD5E5-7A63-84D8-216D-6206001D4352}"/>
              </a:ext>
            </a:extLst>
          </p:cNvPr>
          <p:cNvSpPr/>
          <p:nvPr userDrawn="1"/>
        </p:nvSpPr>
        <p:spPr>
          <a:xfrm>
            <a:off x="5295900" y="2647951"/>
            <a:ext cx="1600200" cy="1638300"/>
          </a:xfrm>
          <a:prstGeom prst="ellipse">
            <a:avLst/>
          </a:prstGeom>
          <a:solidFill>
            <a:schemeClr val="accent6">
              <a:lumMod val="20000"/>
              <a:lumOff val="8000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10" name="Picture 9">
            <a:extLst>
              <a:ext uri="{FF2B5EF4-FFF2-40B4-BE49-F238E27FC236}">
                <a16:creationId xmlns:a16="http://schemas.microsoft.com/office/drawing/2014/main" id="{60949BE8-1DF1-3976-E62D-C362A69DFA34}"/>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7916" b="91293" l="8707" r="90237">
                        <a14:foregroundMark x1="24274" y1="18734" x2="24274" y2="18734"/>
                        <a14:foregroundMark x1="47757" y1="8443" x2="47757" y2="8443"/>
                        <a14:foregroundMark x1="73615" y1="19789" x2="73615" y2="19789"/>
                        <a14:foregroundMark x1="90765" y1="48549" x2="90765" y2="48549"/>
                        <a14:foregroundMark x1="80475" y1="79420" x2="80475" y2="79420"/>
                        <a14:foregroundMark x1="53826" y1="91293" x2="53826" y2="91293"/>
                        <a14:foregroundMark x1="21900" y1="82058" x2="21900" y2="82058"/>
                        <a14:foregroundMark x1="8707" y1="47757" x2="8707" y2="47757"/>
                      </a14:backgroundRemoval>
                    </a14:imgEffect>
                  </a14:imgLayer>
                </a14:imgProps>
              </a:ext>
            </a:extLst>
          </a:blip>
          <a:stretch>
            <a:fillRect/>
          </a:stretch>
        </p:blipFill>
        <p:spPr>
          <a:xfrm>
            <a:off x="5372101" y="2724151"/>
            <a:ext cx="1504951" cy="1504951"/>
          </a:xfrm>
          <a:prstGeom prst="rect">
            <a:avLst/>
          </a:prstGeom>
        </p:spPr>
      </p:pic>
      <p:pic>
        <p:nvPicPr>
          <p:cNvPr id="11" name="Graphic 10">
            <a:extLst>
              <a:ext uri="{FF2B5EF4-FFF2-40B4-BE49-F238E27FC236}">
                <a16:creationId xmlns:a16="http://schemas.microsoft.com/office/drawing/2014/main" id="{D73ABCC3-9C74-F6C7-ACE2-3C6579FF9493}"/>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19802"/>
          <a:stretch/>
        </p:blipFill>
        <p:spPr>
          <a:xfrm>
            <a:off x="8622691" y="1179808"/>
            <a:ext cx="542923" cy="548741"/>
          </a:xfrm>
          <a:prstGeom prst="rect">
            <a:avLst/>
          </a:prstGeom>
        </p:spPr>
      </p:pic>
      <p:pic>
        <p:nvPicPr>
          <p:cNvPr id="12" name="Picture 11">
            <a:extLst>
              <a:ext uri="{FF2B5EF4-FFF2-40B4-BE49-F238E27FC236}">
                <a16:creationId xmlns:a16="http://schemas.microsoft.com/office/drawing/2014/main" id="{23CC88F8-4644-526F-4F11-DDCE2E4B680C}"/>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10000" b="90000" l="10000" r="90000">
                        <a14:foregroundMark x1="50473" y1="61836" x2="50473" y2="61836"/>
                      </a14:backgroundRemoval>
                    </a14:imgEffect>
                  </a14:imgLayer>
                </a14:imgProps>
              </a:ext>
            </a:extLst>
          </a:blip>
          <a:stretch>
            <a:fillRect/>
          </a:stretch>
        </p:blipFill>
        <p:spPr>
          <a:xfrm>
            <a:off x="9173096" y="1175643"/>
            <a:ext cx="757163" cy="494425"/>
          </a:xfrm>
          <a:prstGeom prst="rect">
            <a:avLst/>
          </a:prstGeom>
        </p:spPr>
      </p:pic>
      <p:pic>
        <p:nvPicPr>
          <p:cNvPr id="13" name="Picture 12">
            <a:extLst>
              <a:ext uri="{FF2B5EF4-FFF2-40B4-BE49-F238E27FC236}">
                <a16:creationId xmlns:a16="http://schemas.microsoft.com/office/drawing/2014/main" id="{FC14A703-D40F-6C9F-D411-31A1B97CEB01}"/>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9222" b="95101" l="9320" r="91940">
                        <a14:foregroundMark x1="22418" y1="13545" x2="22418" y2="13545"/>
                        <a14:foregroundMark x1="41814" y1="15562" x2="41814" y2="15562"/>
                        <a14:foregroundMark x1="66247" y1="13545" x2="66247" y2="13545"/>
                        <a14:foregroundMark x1="92443" y1="19597" x2="92443" y2="19597"/>
                        <a14:foregroundMark x1="12091" y1="37464" x2="12091" y2="37464"/>
                        <a14:foregroundMark x1="20907" y1="46686" x2="20907" y2="46686"/>
                        <a14:foregroundMark x1="23174" y1="55331" x2="23174" y2="55331"/>
                        <a14:foregroundMark x1="23678" y1="65130" x2="23678" y2="65130"/>
                        <a14:foregroundMark x1="24181" y1="74063" x2="24181" y2="74063"/>
                        <a14:foregroundMark x1="48866" y1="95101" x2="48866" y2="95101"/>
                        <a14:foregroundMark x1="9320" y1="58213" x2="9320" y2="58213"/>
                      </a14:backgroundRemoval>
                    </a14:imgEffect>
                  </a14:imgLayer>
                </a14:imgProps>
              </a:ext>
            </a:extLst>
          </a:blip>
          <a:stretch>
            <a:fillRect/>
          </a:stretch>
        </p:blipFill>
        <p:spPr>
          <a:xfrm>
            <a:off x="119063" y="116114"/>
            <a:ext cx="844555" cy="738188"/>
          </a:xfrm>
          <a:prstGeom prst="rect">
            <a:avLst/>
          </a:prstGeom>
        </p:spPr>
      </p:pic>
      <p:pic>
        <p:nvPicPr>
          <p:cNvPr id="14" name="Picture 13">
            <a:extLst>
              <a:ext uri="{FF2B5EF4-FFF2-40B4-BE49-F238E27FC236}">
                <a16:creationId xmlns:a16="http://schemas.microsoft.com/office/drawing/2014/main" id="{88C7B50D-C903-4859-1D5E-CE5CB6EF6744}"/>
              </a:ext>
            </a:extLst>
          </p:cNvPr>
          <p:cNvPicPr>
            <a:picLocks noChangeAspect="1"/>
          </p:cNvPicPr>
          <p:nvPr userDrawn="1"/>
        </p:nvPicPr>
        <p:blipFill>
          <a:blip r:embed="rId9">
            <a:extLst>
              <a:ext uri="{BEBA8EAE-BF5A-486C-A8C5-ECC9F3942E4B}">
                <a14:imgProps xmlns:a14="http://schemas.microsoft.com/office/drawing/2010/main">
                  <a14:imgLayer r:embed="rId10">
                    <a14:imgEffect>
                      <a14:backgroundRemoval t="9750" b="94250" l="6107" r="94148">
                        <a14:foregroundMark x1="9415" y1="9750" x2="9415" y2="9750"/>
                        <a14:foregroundMark x1="74300" y1="9750" x2="74300" y2="9750"/>
                        <a14:foregroundMark x1="94148" y1="25500" x2="94148" y2="25500"/>
                        <a14:foregroundMark x1="6361" y1="24750" x2="6361" y2="24750"/>
                        <a14:foregroundMark x1="54198" y1="94250" x2="54198" y2="94250"/>
                        <a14:foregroundMark x1="65140" y1="62500" x2="65140" y2="62500"/>
                        <a14:foregroundMark x1="48092" y1="52500" x2="48092" y2="52500"/>
                      </a14:backgroundRemoval>
                    </a14:imgEffect>
                  </a14:imgLayer>
                </a14:imgProps>
              </a:ext>
            </a:extLst>
          </a:blip>
          <a:stretch>
            <a:fillRect/>
          </a:stretch>
        </p:blipFill>
        <p:spPr>
          <a:xfrm>
            <a:off x="119063" y="3476626"/>
            <a:ext cx="636365" cy="647700"/>
          </a:xfrm>
          <a:prstGeom prst="rect">
            <a:avLst/>
          </a:prstGeom>
        </p:spPr>
      </p:pic>
      <p:sp>
        <p:nvSpPr>
          <p:cNvPr id="15" name="TextBox 14">
            <a:extLst>
              <a:ext uri="{FF2B5EF4-FFF2-40B4-BE49-F238E27FC236}">
                <a16:creationId xmlns:a16="http://schemas.microsoft.com/office/drawing/2014/main" id="{57B67A7D-BAF3-39CA-92C1-F05C8FF50C2D}"/>
              </a:ext>
            </a:extLst>
          </p:cNvPr>
          <p:cNvSpPr txBox="1"/>
          <p:nvPr userDrawn="1"/>
        </p:nvSpPr>
        <p:spPr>
          <a:xfrm rot="16200000">
            <a:off x="5278050" y="2222012"/>
            <a:ext cx="1673759" cy="2169993"/>
          </a:xfrm>
          <a:prstGeom prst="rect">
            <a:avLst/>
          </a:prstGeom>
          <a:noFill/>
        </p:spPr>
        <p:txBody>
          <a:bodyPr wrap="square" rtlCol="0">
            <a:prstTxWarp prst="textCircle">
              <a:avLst>
                <a:gd name="adj" fmla="val 11263557"/>
              </a:avLst>
            </a:prstTxWarp>
            <a:spAutoFit/>
          </a:bodyPr>
          <a:lstStyle/>
          <a:p>
            <a:pPr algn="ctr"/>
            <a:r>
              <a:rPr lang="en-GB" sz="2000" b="0" i="0">
                <a:latin typeface="Twinkl Cursive Looped" panose="02000000000000000000" pitchFamily="2" charset="77"/>
                <a:ea typeface="Sassoon Infant Rg" panose="02000503030000020003" pitchFamily="2" charset="0"/>
              </a:rPr>
              <a:t>Watering Hole</a:t>
            </a:r>
            <a:r>
              <a:rPr lang="en-GB" sz="2000" b="0" i="0">
                <a:solidFill>
                  <a:srgbClr val="0070C0"/>
                </a:solidFill>
                <a:latin typeface="Twinkl Cursive Looped" panose="02000000000000000000" pitchFamily="2" charset="77"/>
                <a:ea typeface="Sassoon Infant Rg" panose="02000503030000020003" pitchFamily="2" charset="0"/>
              </a:rPr>
              <a:t> </a:t>
            </a:r>
          </a:p>
        </p:txBody>
      </p:sp>
      <p:sp>
        <p:nvSpPr>
          <p:cNvPr id="16" name="Rectangle 15">
            <a:extLst>
              <a:ext uri="{FF2B5EF4-FFF2-40B4-BE49-F238E27FC236}">
                <a16:creationId xmlns:a16="http://schemas.microsoft.com/office/drawing/2014/main" id="{75BCDB15-A18F-761C-9D70-5D498C4B281B}"/>
              </a:ext>
            </a:extLst>
          </p:cNvPr>
          <p:cNvSpPr/>
          <p:nvPr userDrawn="1"/>
        </p:nvSpPr>
        <p:spPr>
          <a:xfrm rot="-180000">
            <a:off x="5010272" y="2703555"/>
            <a:ext cx="2190749" cy="1847848"/>
          </a:xfrm>
          <a:prstGeom prst="rect">
            <a:avLst/>
          </a:prstGeom>
          <a:noFill/>
        </p:spPr>
        <p:txBody>
          <a:bodyPr spcFirstLastPara="1" wrap="none" lIns="91440" tIns="45720" rIns="91440" bIns="45720" numCol="1">
            <a:prstTxWarp prst="textArchDown">
              <a:avLst>
                <a:gd name="adj" fmla="val 18174041"/>
              </a:avLst>
            </a:prstTxWarp>
            <a:spAutoFit/>
          </a:bodyPr>
          <a:lstStyle/>
          <a:p>
            <a:pPr algn="ctr"/>
            <a:r>
              <a:rPr lang="en-GB" sz="2000" b="0" i="0">
                <a:ln w="22225">
                  <a:noFill/>
                  <a:prstDash val="solid"/>
                </a:ln>
                <a:latin typeface="Twinkl Cursive Looped" panose="02000000000000000000" pitchFamily="2" charset="77"/>
                <a:ea typeface="Sassoon Infant Rg" panose="02000503030000020003" pitchFamily="2" charset="0"/>
              </a:rPr>
              <a:t>Accessing what we need</a:t>
            </a:r>
          </a:p>
        </p:txBody>
      </p:sp>
      <p:pic>
        <p:nvPicPr>
          <p:cNvPr id="17" name="Picture 16">
            <a:extLst>
              <a:ext uri="{FF2B5EF4-FFF2-40B4-BE49-F238E27FC236}">
                <a16:creationId xmlns:a16="http://schemas.microsoft.com/office/drawing/2014/main" id="{A9EEF32E-84FC-9DD2-1645-162B4C9FAB54}"/>
              </a:ext>
            </a:extLst>
          </p:cNvPr>
          <p:cNvPicPr>
            <a:picLocks noChangeAspect="1"/>
          </p:cNvPicPr>
          <p:nvPr userDrawn="1"/>
        </p:nvPicPr>
        <p:blipFill>
          <a:blip r:embed="rId11">
            <a:extLst>
              <a:ext uri="{BEBA8EAE-BF5A-486C-A8C5-ECC9F3942E4B}">
                <a14:imgProps xmlns:a14="http://schemas.microsoft.com/office/drawing/2010/main">
                  <a14:imgLayer r:embed="rId12">
                    <a14:imgEffect>
                      <a14:backgroundRemoval t="9938" b="92857" l="9898" r="89761">
                        <a14:foregroundMark x1="55631" y1="27019" x2="55631" y2="27019"/>
                        <a14:foregroundMark x1="54608" y1="92857" x2="54608" y2="92857"/>
                      </a14:backgroundRemoval>
                    </a14:imgEffect>
                  </a14:imgLayer>
                </a14:imgProps>
              </a:ext>
            </a:extLst>
          </a:blip>
          <a:stretch>
            <a:fillRect/>
          </a:stretch>
        </p:blipFill>
        <p:spPr>
          <a:xfrm>
            <a:off x="10915132" y="3622675"/>
            <a:ext cx="650036" cy="714375"/>
          </a:xfrm>
          <a:prstGeom prst="rect">
            <a:avLst/>
          </a:prstGeom>
        </p:spPr>
      </p:pic>
      <p:sp>
        <p:nvSpPr>
          <p:cNvPr id="18" name="Rectangle 17">
            <a:extLst>
              <a:ext uri="{FF2B5EF4-FFF2-40B4-BE49-F238E27FC236}">
                <a16:creationId xmlns:a16="http://schemas.microsoft.com/office/drawing/2014/main" id="{9158E33F-3765-E12D-EC90-52B96C993A54}"/>
              </a:ext>
            </a:extLst>
          </p:cNvPr>
          <p:cNvSpPr/>
          <p:nvPr userDrawn="1"/>
        </p:nvSpPr>
        <p:spPr>
          <a:xfrm>
            <a:off x="10407364" y="3602076"/>
            <a:ext cx="1665573" cy="3133725"/>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19" name="Straight Connector 18">
            <a:extLst>
              <a:ext uri="{FF2B5EF4-FFF2-40B4-BE49-F238E27FC236}">
                <a16:creationId xmlns:a16="http://schemas.microsoft.com/office/drawing/2014/main" id="{B99A02AE-5FFD-29AD-EBE7-4C38018D5AAF}"/>
              </a:ext>
            </a:extLst>
          </p:cNvPr>
          <p:cNvCxnSpPr>
            <a:cxnSpLocks/>
          </p:cNvCxnSpPr>
          <p:nvPr userDrawn="1"/>
        </p:nvCxnSpPr>
        <p:spPr>
          <a:xfrm>
            <a:off x="9163051" y="59357"/>
            <a:ext cx="0" cy="3369644"/>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361B532-AB76-3FDE-0903-59141D8EB5E2}"/>
              </a:ext>
            </a:extLst>
          </p:cNvPr>
          <p:cNvCxnSpPr>
            <a:cxnSpLocks/>
          </p:cNvCxnSpPr>
          <p:nvPr userDrawn="1"/>
        </p:nvCxnSpPr>
        <p:spPr>
          <a:xfrm>
            <a:off x="6095999" y="1728548"/>
            <a:ext cx="6067427"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28D7E95B-E86B-132A-8921-6D1CDF0723BD}"/>
              </a:ext>
            </a:extLst>
          </p:cNvPr>
          <p:cNvPicPr>
            <a:picLocks noChangeAspect="1"/>
          </p:cNvPicPr>
          <p:nvPr userDrawn="1"/>
        </p:nvPicPr>
        <p:blipFill>
          <a:blip r:embed="rId13">
            <a:extLst>
              <a:ext uri="{BEBA8EAE-BF5A-486C-A8C5-ECC9F3942E4B}">
                <a14:imgProps xmlns:a14="http://schemas.microsoft.com/office/drawing/2010/main">
                  <a14:imgLayer r:embed="rId14">
                    <a14:imgEffect>
                      <a14:backgroundRemoval t="8084" b="92515" l="10000" r="90000">
                        <a14:foregroundMark x1="43429" y1="92814" x2="43429" y2="92814"/>
                        <a14:foregroundMark x1="55714" y1="34731" x2="55714" y2="34731"/>
                        <a14:foregroundMark x1="74571" y1="8084" x2="74571" y2="8084"/>
                      </a14:backgroundRemoval>
                    </a14:imgEffect>
                  </a14:imgLayer>
                </a14:imgProps>
              </a:ext>
            </a:extLst>
          </a:blip>
          <a:stretch>
            <a:fillRect/>
          </a:stretch>
        </p:blipFill>
        <p:spPr>
          <a:xfrm>
            <a:off x="9255321" y="1772679"/>
            <a:ext cx="502428" cy="479460"/>
          </a:xfrm>
          <a:prstGeom prst="rect">
            <a:avLst/>
          </a:prstGeom>
        </p:spPr>
      </p:pic>
      <p:sp>
        <p:nvSpPr>
          <p:cNvPr id="25" name="TextBox 24">
            <a:extLst>
              <a:ext uri="{FF2B5EF4-FFF2-40B4-BE49-F238E27FC236}">
                <a16:creationId xmlns:a16="http://schemas.microsoft.com/office/drawing/2014/main" id="{45A5C7A1-569F-D384-461E-747E1FC18D84}"/>
              </a:ext>
            </a:extLst>
          </p:cNvPr>
          <p:cNvSpPr txBox="1"/>
          <p:nvPr userDrawn="1"/>
        </p:nvSpPr>
        <p:spPr>
          <a:xfrm>
            <a:off x="9711276" y="1699665"/>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Carry on - Finish Learning</a:t>
            </a:r>
          </a:p>
        </p:txBody>
      </p:sp>
      <p:sp>
        <p:nvSpPr>
          <p:cNvPr id="26" name="TextBox 25">
            <a:extLst>
              <a:ext uri="{FF2B5EF4-FFF2-40B4-BE49-F238E27FC236}">
                <a16:creationId xmlns:a16="http://schemas.microsoft.com/office/drawing/2014/main" id="{FAA6BB55-886C-6BD6-A9CE-0ED258255B7D}"/>
              </a:ext>
            </a:extLst>
          </p:cNvPr>
          <p:cNvSpPr txBox="1"/>
          <p:nvPr userDrawn="1"/>
        </p:nvSpPr>
        <p:spPr>
          <a:xfrm>
            <a:off x="806119" y="3666061"/>
            <a:ext cx="3153672"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rPr>
              <a:t>Deepening my learning</a:t>
            </a:r>
          </a:p>
        </p:txBody>
      </p:sp>
      <p:sp>
        <p:nvSpPr>
          <p:cNvPr id="27" name="TextBox 26">
            <a:extLst>
              <a:ext uri="{FF2B5EF4-FFF2-40B4-BE49-F238E27FC236}">
                <a16:creationId xmlns:a16="http://schemas.microsoft.com/office/drawing/2014/main" id="{A38C8C69-A916-A517-279F-F93D4A85E3A5}"/>
              </a:ext>
            </a:extLst>
          </p:cNvPr>
          <p:cNvSpPr txBox="1"/>
          <p:nvPr userDrawn="1"/>
        </p:nvSpPr>
        <p:spPr>
          <a:xfrm>
            <a:off x="6730946" y="1845508"/>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Shared Learning Conversation</a:t>
            </a:r>
          </a:p>
        </p:txBody>
      </p:sp>
      <p:sp>
        <p:nvSpPr>
          <p:cNvPr id="28" name="TextBox 27">
            <a:extLst>
              <a:ext uri="{FF2B5EF4-FFF2-40B4-BE49-F238E27FC236}">
                <a16:creationId xmlns:a16="http://schemas.microsoft.com/office/drawing/2014/main" id="{77CEF66E-0B89-5C3E-A3EA-57F92E7F333F}"/>
              </a:ext>
            </a:extLst>
          </p:cNvPr>
          <p:cNvSpPr txBox="1"/>
          <p:nvPr userDrawn="1"/>
        </p:nvSpPr>
        <p:spPr>
          <a:xfrm>
            <a:off x="9938135" y="1319940"/>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Small Group with an adult</a:t>
            </a:r>
          </a:p>
        </p:txBody>
      </p:sp>
      <p:sp>
        <p:nvSpPr>
          <p:cNvPr id="29" name="TextBox 28">
            <a:extLst>
              <a:ext uri="{FF2B5EF4-FFF2-40B4-BE49-F238E27FC236}">
                <a16:creationId xmlns:a16="http://schemas.microsoft.com/office/drawing/2014/main" id="{513D8E9C-7FC1-8540-96AE-F9A174C627BC}"/>
              </a:ext>
            </a:extLst>
          </p:cNvPr>
          <p:cNvSpPr txBox="1"/>
          <p:nvPr userDrawn="1"/>
        </p:nvSpPr>
        <p:spPr>
          <a:xfrm>
            <a:off x="7103762" y="1334292"/>
            <a:ext cx="196073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Showcase Lead Learners</a:t>
            </a:r>
          </a:p>
        </p:txBody>
      </p:sp>
      <p:sp>
        <p:nvSpPr>
          <p:cNvPr id="30" name="TextBox 29">
            <a:extLst>
              <a:ext uri="{FF2B5EF4-FFF2-40B4-BE49-F238E27FC236}">
                <a16:creationId xmlns:a16="http://schemas.microsoft.com/office/drawing/2014/main" id="{0F3E8A13-704A-B295-4296-21A195989C8A}"/>
              </a:ext>
            </a:extLst>
          </p:cNvPr>
          <p:cNvSpPr txBox="1"/>
          <p:nvPr userDrawn="1"/>
        </p:nvSpPr>
        <p:spPr>
          <a:xfrm>
            <a:off x="978825" y="379381"/>
            <a:ext cx="1960735"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cs typeface="Calibri"/>
              </a:rPr>
              <a:t>Whole Class Feedback</a:t>
            </a:r>
          </a:p>
        </p:txBody>
      </p:sp>
      <p:sp>
        <p:nvSpPr>
          <p:cNvPr id="33" name="Oval Callout 32">
            <a:extLst>
              <a:ext uri="{FF2B5EF4-FFF2-40B4-BE49-F238E27FC236}">
                <a16:creationId xmlns:a16="http://schemas.microsoft.com/office/drawing/2014/main" id="{20E8220B-AFF3-E0A1-CAEF-B430A1C7AFF6}"/>
              </a:ext>
            </a:extLst>
          </p:cNvPr>
          <p:cNvSpPr/>
          <p:nvPr userDrawn="1"/>
        </p:nvSpPr>
        <p:spPr>
          <a:xfrm>
            <a:off x="8755466" y="1857693"/>
            <a:ext cx="311167" cy="232315"/>
          </a:xfrm>
          <a:prstGeom prst="wedgeEllipseCallout">
            <a:avLst>
              <a:gd name="adj1" fmla="val 33993"/>
              <a:gd name="adj2" fmla="val 78193"/>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4" name="TextBox 33">
            <a:extLst>
              <a:ext uri="{FF2B5EF4-FFF2-40B4-BE49-F238E27FC236}">
                <a16:creationId xmlns:a16="http://schemas.microsoft.com/office/drawing/2014/main" id="{197C78DA-D2CC-5E55-EC3C-74E0FBD6C5E0}"/>
              </a:ext>
            </a:extLst>
          </p:cNvPr>
          <p:cNvSpPr txBox="1"/>
          <p:nvPr userDrawn="1"/>
        </p:nvSpPr>
        <p:spPr>
          <a:xfrm>
            <a:off x="8708288" y="1869253"/>
            <a:ext cx="352982" cy="215444"/>
          </a:xfrm>
          <a:prstGeom prst="rect">
            <a:avLst/>
          </a:prstGeom>
          <a:noFill/>
        </p:spPr>
        <p:txBody>
          <a:bodyPr wrap="none" rtlCol="0">
            <a:spAutoFit/>
          </a:bodyPr>
          <a:lstStyle/>
          <a:p>
            <a:r>
              <a:rPr lang="en-GB" sz="800" b="0" i="0">
                <a:latin typeface="Twinkl Cursive Looped" panose="02000000000000000000" pitchFamily="2" charset="77"/>
              </a:rPr>
              <a:t>SLC</a:t>
            </a:r>
          </a:p>
        </p:txBody>
      </p:sp>
      <p:sp>
        <p:nvSpPr>
          <p:cNvPr id="41" name="Text Placeholder 40">
            <a:extLst>
              <a:ext uri="{FF2B5EF4-FFF2-40B4-BE49-F238E27FC236}">
                <a16:creationId xmlns:a16="http://schemas.microsoft.com/office/drawing/2014/main" id="{122B806B-421A-D3A0-5273-FB8FEB6F9447}"/>
              </a:ext>
            </a:extLst>
          </p:cNvPr>
          <p:cNvSpPr>
            <a:spLocks noGrp="1"/>
          </p:cNvSpPr>
          <p:nvPr>
            <p:ph type="body" sz="quarter" idx="10" hasCustomPrompt="1"/>
          </p:nvPr>
        </p:nvSpPr>
        <p:spPr>
          <a:xfrm>
            <a:off x="152400" y="903288"/>
            <a:ext cx="4613275" cy="2311400"/>
          </a:xfrm>
        </p:spPr>
        <p:txBody>
          <a:bodyPr/>
          <a:lstStyle>
            <a:lvl5pPr>
              <a:defRPr b="0" i="0">
                <a:latin typeface="Twinkl Cursive Looped" panose="02000000000000000000" pitchFamily="2" charset="77"/>
              </a:defRPr>
            </a:lvl5pPr>
          </a:lstStyle>
          <a:p>
            <a:pPr lvl="4"/>
            <a:r>
              <a:rPr lang="en-GB"/>
              <a:t>Fifth level</a:t>
            </a:r>
            <a:endParaRPr lang="en-US"/>
          </a:p>
        </p:txBody>
      </p:sp>
      <p:sp>
        <p:nvSpPr>
          <p:cNvPr id="44" name="Text Placeholder 40">
            <a:extLst>
              <a:ext uri="{FF2B5EF4-FFF2-40B4-BE49-F238E27FC236}">
                <a16:creationId xmlns:a16="http://schemas.microsoft.com/office/drawing/2014/main" id="{BFBC48A2-3497-BC71-A0AB-B94D10D2F083}"/>
              </a:ext>
            </a:extLst>
          </p:cNvPr>
          <p:cNvSpPr>
            <a:spLocks noGrp="1"/>
          </p:cNvSpPr>
          <p:nvPr>
            <p:ph type="body" sz="quarter" idx="11"/>
          </p:nvPr>
        </p:nvSpPr>
        <p:spPr>
          <a:xfrm>
            <a:off x="6151419"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5" name="Text Placeholder 40">
            <a:extLst>
              <a:ext uri="{FF2B5EF4-FFF2-40B4-BE49-F238E27FC236}">
                <a16:creationId xmlns:a16="http://schemas.microsoft.com/office/drawing/2014/main" id="{E26FE762-C006-FAD3-9DB2-248E159C97B9}"/>
              </a:ext>
            </a:extLst>
          </p:cNvPr>
          <p:cNvSpPr>
            <a:spLocks noGrp="1"/>
          </p:cNvSpPr>
          <p:nvPr>
            <p:ph type="body" sz="quarter" idx="12"/>
          </p:nvPr>
        </p:nvSpPr>
        <p:spPr>
          <a:xfrm>
            <a:off x="9213273"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0">
            <a:extLst>
              <a:ext uri="{FF2B5EF4-FFF2-40B4-BE49-F238E27FC236}">
                <a16:creationId xmlns:a16="http://schemas.microsoft.com/office/drawing/2014/main" id="{EDBB5471-5DC0-3FC7-F0CE-0C2627A79269}"/>
              </a:ext>
            </a:extLst>
          </p:cNvPr>
          <p:cNvSpPr>
            <a:spLocks noGrp="1"/>
          </p:cNvSpPr>
          <p:nvPr>
            <p:ph type="body" sz="quarter" idx="13"/>
          </p:nvPr>
        </p:nvSpPr>
        <p:spPr>
          <a:xfrm>
            <a:off x="290946" y="4242234"/>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7" name="Text Placeholder 40">
            <a:extLst>
              <a:ext uri="{FF2B5EF4-FFF2-40B4-BE49-F238E27FC236}">
                <a16:creationId xmlns:a16="http://schemas.microsoft.com/office/drawing/2014/main" id="{DCF35568-A367-82E2-075A-2A811FF092EB}"/>
              </a:ext>
            </a:extLst>
          </p:cNvPr>
          <p:cNvSpPr>
            <a:spLocks noGrp="1"/>
          </p:cNvSpPr>
          <p:nvPr>
            <p:ph type="body" sz="quarter" idx="14"/>
          </p:nvPr>
        </p:nvSpPr>
        <p:spPr>
          <a:xfrm>
            <a:off x="6844146" y="2274889"/>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40">
            <a:extLst>
              <a:ext uri="{FF2B5EF4-FFF2-40B4-BE49-F238E27FC236}">
                <a16:creationId xmlns:a16="http://schemas.microsoft.com/office/drawing/2014/main" id="{C54F4DB2-38F8-1403-AF81-52DB71B06607}"/>
              </a:ext>
            </a:extLst>
          </p:cNvPr>
          <p:cNvSpPr>
            <a:spLocks noGrp="1"/>
          </p:cNvSpPr>
          <p:nvPr>
            <p:ph type="body" sz="quarter" idx="15"/>
          </p:nvPr>
        </p:nvSpPr>
        <p:spPr>
          <a:xfrm>
            <a:off x="9268691" y="2344162"/>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9" name="Text Placeholder 40">
            <a:extLst>
              <a:ext uri="{FF2B5EF4-FFF2-40B4-BE49-F238E27FC236}">
                <a16:creationId xmlns:a16="http://schemas.microsoft.com/office/drawing/2014/main" id="{F8A6C5BB-E7AE-DEA7-2BBB-960BAD1DE802}"/>
              </a:ext>
            </a:extLst>
          </p:cNvPr>
          <p:cNvSpPr>
            <a:spLocks noGrp="1"/>
          </p:cNvSpPr>
          <p:nvPr>
            <p:ph type="body" sz="quarter" idx="16"/>
          </p:nvPr>
        </p:nvSpPr>
        <p:spPr>
          <a:xfrm>
            <a:off x="10407364" y="4353071"/>
            <a:ext cx="1665573"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489002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Our Key Question is">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B79B11F8-C457-8B5A-7DB2-A0B3822642CF}"/>
              </a:ext>
            </a:extLst>
          </p:cNvPr>
          <p:cNvSpPr/>
          <p:nvPr userDrawn="1"/>
        </p:nvSpPr>
        <p:spPr>
          <a:xfrm>
            <a:off x="1665866" y="215038"/>
            <a:ext cx="8504851" cy="2763090"/>
          </a:xfrm>
          <a:prstGeom prst="cloud">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8" name="Picture 7" descr="A picture containing room&#10;&#10;Description automatically generated">
            <a:extLst>
              <a:ext uri="{FF2B5EF4-FFF2-40B4-BE49-F238E27FC236}">
                <a16:creationId xmlns:a16="http://schemas.microsoft.com/office/drawing/2014/main" id="{DC7A9518-C555-4E09-54D1-0E22EFD76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59900" y="3256317"/>
            <a:ext cx="1179274" cy="1711658"/>
          </a:xfrm>
          <a:prstGeom prst="rect">
            <a:avLst/>
          </a:prstGeom>
        </p:spPr>
      </p:pic>
      <p:grpSp>
        <p:nvGrpSpPr>
          <p:cNvPr id="9" name="Group 8">
            <a:extLst>
              <a:ext uri="{FF2B5EF4-FFF2-40B4-BE49-F238E27FC236}">
                <a16:creationId xmlns:a16="http://schemas.microsoft.com/office/drawing/2014/main" id="{25DAF98D-1546-11DC-FCBC-99F15C737598}"/>
              </a:ext>
            </a:extLst>
          </p:cNvPr>
          <p:cNvGrpSpPr/>
          <p:nvPr userDrawn="1"/>
        </p:nvGrpSpPr>
        <p:grpSpPr>
          <a:xfrm>
            <a:off x="10357333" y="154065"/>
            <a:ext cx="1648051" cy="1648051"/>
            <a:chOff x="8847786" y="141950"/>
            <a:chExt cx="1362870" cy="1362870"/>
          </a:xfrm>
        </p:grpSpPr>
        <p:pic>
          <p:nvPicPr>
            <p:cNvPr id="10" name="Picture 9">
              <a:extLst>
                <a:ext uri="{FF2B5EF4-FFF2-40B4-BE49-F238E27FC236}">
                  <a16:creationId xmlns:a16="http://schemas.microsoft.com/office/drawing/2014/main" id="{F48D769F-92AA-C62C-CEBF-72ACEE790429}"/>
                </a:ext>
              </a:extLst>
            </p:cNvPr>
            <p:cNvPicPr>
              <a:picLocks noChangeAspect="1"/>
            </p:cNvPicPr>
            <p:nvPr/>
          </p:nvPicPr>
          <p:blipFill>
            <a:blip r:embed="rId3"/>
            <a:stretch>
              <a:fillRect/>
            </a:stretch>
          </p:blipFill>
          <p:spPr>
            <a:xfrm>
              <a:off x="8847786" y="828637"/>
              <a:ext cx="676183" cy="676183"/>
            </a:xfrm>
            <a:prstGeom prst="rect">
              <a:avLst/>
            </a:prstGeom>
          </p:spPr>
        </p:pic>
        <p:pic>
          <p:nvPicPr>
            <p:cNvPr id="11" name="Picture 10">
              <a:extLst>
                <a:ext uri="{FF2B5EF4-FFF2-40B4-BE49-F238E27FC236}">
                  <a16:creationId xmlns:a16="http://schemas.microsoft.com/office/drawing/2014/main" id="{51A96F2E-8EE9-43D4-0408-90BA761340C6}"/>
                </a:ext>
              </a:extLst>
            </p:cNvPr>
            <p:cNvPicPr>
              <a:picLocks noChangeAspect="1"/>
            </p:cNvPicPr>
            <p:nvPr/>
          </p:nvPicPr>
          <p:blipFill>
            <a:blip r:embed="rId4"/>
            <a:stretch>
              <a:fillRect/>
            </a:stretch>
          </p:blipFill>
          <p:spPr>
            <a:xfrm>
              <a:off x="9534473" y="828637"/>
              <a:ext cx="676183" cy="676183"/>
            </a:xfrm>
            <a:prstGeom prst="rect">
              <a:avLst/>
            </a:prstGeom>
          </p:spPr>
        </p:pic>
        <p:pic>
          <p:nvPicPr>
            <p:cNvPr id="12" name="Picture 11">
              <a:extLst>
                <a:ext uri="{FF2B5EF4-FFF2-40B4-BE49-F238E27FC236}">
                  <a16:creationId xmlns:a16="http://schemas.microsoft.com/office/drawing/2014/main" id="{A5AF5C3E-FFA9-5539-5462-C4FDA60381BA}"/>
                </a:ext>
              </a:extLst>
            </p:cNvPr>
            <p:cNvPicPr>
              <a:picLocks noChangeAspect="1"/>
            </p:cNvPicPr>
            <p:nvPr/>
          </p:nvPicPr>
          <p:blipFill>
            <a:blip r:embed="rId5"/>
            <a:stretch>
              <a:fillRect/>
            </a:stretch>
          </p:blipFill>
          <p:spPr>
            <a:xfrm>
              <a:off x="9534472" y="141950"/>
              <a:ext cx="676183" cy="676183"/>
            </a:xfrm>
            <a:prstGeom prst="rect">
              <a:avLst/>
            </a:prstGeom>
          </p:spPr>
        </p:pic>
        <p:pic>
          <p:nvPicPr>
            <p:cNvPr id="13" name="Picture 12">
              <a:extLst>
                <a:ext uri="{FF2B5EF4-FFF2-40B4-BE49-F238E27FC236}">
                  <a16:creationId xmlns:a16="http://schemas.microsoft.com/office/drawing/2014/main" id="{A71642E4-75DE-1766-9E03-1FB909AE28FD}"/>
                </a:ext>
              </a:extLst>
            </p:cNvPr>
            <p:cNvPicPr>
              <a:picLocks noChangeAspect="1"/>
            </p:cNvPicPr>
            <p:nvPr/>
          </p:nvPicPr>
          <p:blipFill>
            <a:blip r:embed="rId6"/>
            <a:stretch>
              <a:fillRect/>
            </a:stretch>
          </p:blipFill>
          <p:spPr>
            <a:xfrm>
              <a:off x="8847786" y="141950"/>
              <a:ext cx="676183" cy="676183"/>
            </a:xfrm>
            <a:prstGeom prst="rect">
              <a:avLst/>
            </a:prstGeom>
          </p:spPr>
        </p:pic>
      </p:grpSp>
      <p:sp>
        <p:nvSpPr>
          <p:cNvPr id="16" name="TextBox 15">
            <a:extLst>
              <a:ext uri="{FF2B5EF4-FFF2-40B4-BE49-F238E27FC236}">
                <a16:creationId xmlns:a16="http://schemas.microsoft.com/office/drawing/2014/main" id="{B51F51B4-AEEF-DCBE-D5E3-959BD4FE0BF1}"/>
              </a:ext>
            </a:extLst>
          </p:cNvPr>
          <p:cNvSpPr txBox="1"/>
          <p:nvPr userDrawn="1"/>
        </p:nvSpPr>
        <p:spPr>
          <a:xfrm>
            <a:off x="10344525" y="1771029"/>
            <a:ext cx="1686365" cy="242374"/>
          </a:xfrm>
          <a:prstGeom prst="rect">
            <a:avLst/>
          </a:prstGeom>
          <a:noFill/>
        </p:spPr>
        <p:txBody>
          <a:bodyPr wrap="square" rtlCol="0">
            <a:spAutoFit/>
          </a:bodyPr>
          <a:lstStyle/>
          <a:p>
            <a:pPr algn="ctr"/>
            <a:r>
              <a:rPr lang="en-GB" sz="975" b="0" i="0">
                <a:latin typeface="Twinkl Cursive Looped" panose="02000000000000000000" pitchFamily="2" charset="77"/>
                <a:ea typeface="Sassoon Infant Rg" panose="02000503030000020003" pitchFamily="2" charset="0"/>
              </a:rPr>
              <a:t>21st Century Learning Skills</a:t>
            </a:r>
          </a:p>
        </p:txBody>
      </p:sp>
      <p:pic>
        <p:nvPicPr>
          <p:cNvPr id="17" name="Picture 16">
            <a:extLst>
              <a:ext uri="{FF2B5EF4-FFF2-40B4-BE49-F238E27FC236}">
                <a16:creationId xmlns:a16="http://schemas.microsoft.com/office/drawing/2014/main" id="{8F3F2A77-4134-EC11-46EB-A7AA627FC014}"/>
              </a:ext>
            </a:extLst>
          </p:cNvPr>
          <p:cNvPicPr>
            <a:picLocks noChangeAspect="1"/>
          </p:cNvPicPr>
          <p:nvPr userDrawn="1"/>
        </p:nvPicPr>
        <p:blipFill rotWithShape="1">
          <a:blip r:embed="rId7">
            <a:extLst>
              <a:ext uri="{BEBA8EAE-BF5A-486C-A8C5-ECC9F3942E4B}">
                <a14:imgProps xmlns:a14="http://schemas.microsoft.com/office/drawing/2010/main">
                  <a14:imgLayer r:embed="rId8">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flipH="1">
            <a:off x="7468236" y="2737060"/>
            <a:ext cx="1750251" cy="2146686"/>
          </a:xfrm>
          <a:prstGeom prst="rect">
            <a:avLst/>
          </a:prstGeom>
        </p:spPr>
      </p:pic>
      <p:pic>
        <p:nvPicPr>
          <p:cNvPr id="18" name="Picture 17">
            <a:extLst>
              <a:ext uri="{FF2B5EF4-FFF2-40B4-BE49-F238E27FC236}">
                <a16:creationId xmlns:a16="http://schemas.microsoft.com/office/drawing/2014/main" id="{99CC78E3-5490-F69B-6984-2E5236E755BD}"/>
              </a:ext>
            </a:extLst>
          </p:cNvPr>
          <p:cNvPicPr>
            <a:picLocks noChangeAspect="1"/>
          </p:cNvPicPr>
          <p:nvPr userDrawn="1"/>
        </p:nvPicPr>
        <p:blipFill rotWithShape="1">
          <a:blip r:embed="rId9">
            <a:extLst>
              <a:ext uri="{BEBA8EAE-BF5A-486C-A8C5-ECC9F3942E4B}">
                <a14:imgProps xmlns:a14="http://schemas.microsoft.com/office/drawing/2010/main">
                  <a14:imgLayer r:embed="rId8">
                    <a14:imgEffect>
                      <a14:backgroundRemoval t="61793" b="81925" l="64809" r="78176">
                        <a14:foregroundMark x1="75238" y1="61799" x2="75238" y2="61799"/>
                      </a14:backgroundRemoval>
                    </a14:imgEffect>
                  </a14:imgLayer>
                </a14:imgProps>
              </a:ext>
            </a:extLst>
          </a:blip>
          <a:srcRect l="63138" t="59276" r="20153" b="15559"/>
          <a:stretch/>
        </p:blipFill>
        <p:spPr>
          <a:xfrm flipH="1">
            <a:off x="3116064" y="2716803"/>
            <a:ext cx="1679750" cy="2398601"/>
          </a:xfrm>
          <a:prstGeom prst="rect">
            <a:avLst/>
          </a:prstGeom>
        </p:spPr>
      </p:pic>
      <p:pic>
        <p:nvPicPr>
          <p:cNvPr id="19" name="Picture 18">
            <a:extLst>
              <a:ext uri="{FF2B5EF4-FFF2-40B4-BE49-F238E27FC236}">
                <a16:creationId xmlns:a16="http://schemas.microsoft.com/office/drawing/2014/main" id="{A70DB80A-87E5-2F1D-E192-CBC17CA7F487}"/>
              </a:ext>
            </a:extLst>
          </p:cNvPr>
          <p:cNvPicPr>
            <a:picLocks noChangeAspect="1"/>
          </p:cNvPicPr>
          <p:nvPr userDrawn="1"/>
        </p:nvPicPr>
        <p:blipFill rotWithShape="1">
          <a:blip r:embed="rId10">
            <a:extLst>
              <a:ext uri="{BEBA8EAE-BF5A-486C-A8C5-ECC9F3942E4B}">
                <a14:imgProps xmlns:a14="http://schemas.microsoft.com/office/drawing/2010/main">
                  <a14:imgLayer r:embed="rId8">
                    <a14:imgEffect>
                      <a14:backgroundRemoval t="61793" b="81925" l="43765" r="56864"/>
                    </a14:imgEffect>
                  </a14:imgLayer>
                </a14:imgProps>
              </a:ext>
            </a:extLst>
          </a:blip>
          <a:srcRect l="42128" t="59276" r="41499" b="15559"/>
          <a:stretch/>
        </p:blipFill>
        <p:spPr>
          <a:xfrm>
            <a:off x="4680150" y="2888780"/>
            <a:ext cx="1645920" cy="2398601"/>
          </a:xfrm>
          <a:prstGeom prst="rect">
            <a:avLst/>
          </a:prstGeom>
        </p:spPr>
      </p:pic>
      <p:grpSp>
        <p:nvGrpSpPr>
          <p:cNvPr id="20" name="Group 19">
            <a:extLst>
              <a:ext uri="{FF2B5EF4-FFF2-40B4-BE49-F238E27FC236}">
                <a16:creationId xmlns:a16="http://schemas.microsoft.com/office/drawing/2014/main" id="{319857BE-DDFC-D079-6FAD-C084CE926065}"/>
              </a:ext>
            </a:extLst>
          </p:cNvPr>
          <p:cNvGrpSpPr/>
          <p:nvPr userDrawn="1"/>
        </p:nvGrpSpPr>
        <p:grpSpPr>
          <a:xfrm>
            <a:off x="2765609" y="701604"/>
            <a:ext cx="4476397" cy="1473969"/>
            <a:chOff x="1400000" y="126068"/>
            <a:chExt cx="4476397" cy="1473969"/>
          </a:xfrm>
        </p:grpSpPr>
        <p:pic>
          <p:nvPicPr>
            <p:cNvPr id="21" name="Picture 17">
              <a:extLst>
                <a:ext uri="{FF2B5EF4-FFF2-40B4-BE49-F238E27FC236}">
                  <a16:creationId xmlns:a16="http://schemas.microsoft.com/office/drawing/2014/main" id="{8E2B66C8-56E7-D5AC-A43F-D8A64E7DBC7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00000" y="126068"/>
              <a:ext cx="1679750" cy="147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1D9AC7F5-F0E5-1321-D781-89CEA212523E}"/>
                </a:ext>
              </a:extLst>
            </p:cNvPr>
            <p:cNvSpPr txBox="1"/>
            <p:nvPr userDrawn="1"/>
          </p:nvSpPr>
          <p:spPr>
            <a:xfrm>
              <a:off x="2072150" y="171993"/>
              <a:ext cx="3804247" cy="592470"/>
            </a:xfrm>
            <a:prstGeom prst="rect">
              <a:avLst/>
            </a:prstGeom>
            <a:noFill/>
          </p:spPr>
          <p:txBody>
            <a:bodyPr wrap="none" rtlCol="0">
              <a:spAutoFit/>
            </a:bodyPr>
            <a:lstStyle/>
            <a:p>
              <a:r>
                <a:rPr lang="en-GB" sz="3250" b="0" i="0" u="sng">
                  <a:latin typeface="Twinkl Cursive Looped" panose="02000000000000000000" pitchFamily="2" charset="77"/>
                </a:rPr>
                <a:t>Our Key Question is</a:t>
              </a:r>
            </a:p>
          </p:txBody>
        </p:sp>
      </p:grpSp>
      <p:sp>
        <p:nvSpPr>
          <p:cNvPr id="31" name="Text Placeholder 17">
            <a:extLst>
              <a:ext uri="{FF2B5EF4-FFF2-40B4-BE49-F238E27FC236}">
                <a16:creationId xmlns:a16="http://schemas.microsoft.com/office/drawing/2014/main" id="{60FAA345-2F4A-20B9-CC7E-40D118610466}"/>
              </a:ext>
            </a:extLst>
          </p:cNvPr>
          <p:cNvSpPr>
            <a:spLocks noGrp="1"/>
          </p:cNvSpPr>
          <p:nvPr>
            <p:ph type="body" sz="quarter" idx="10" hasCustomPrompt="1"/>
          </p:nvPr>
        </p:nvSpPr>
        <p:spPr>
          <a:xfrm>
            <a:off x="4597738" y="1309016"/>
            <a:ext cx="525175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Our Key Question is: </a:t>
            </a:r>
          </a:p>
          <a:p>
            <a:r>
              <a:rPr lang="en-GB" sz="2800" b="1"/>
              <a:t>[insert]</a:t>
            </a:r>
            <a:endParaRPr lang="en-GB" sz="2800"/>
          </a:p>
        </p:txBody>
      </p:sp>
      <p:pic>
        <p:nvPicPr>
          <p:cNvPr id="32" name="Picture 1" descr="Macintosh HD:Users:nicholasgarrick:Dropbox:1 LupL:6 Resources:Images and Icons:Icons:Geographer:icon_5211.png">
            <a:extLst>
              <a:ext uri="{FF2B5EF4-FFF2-40B4-BE49-F238E27FC236}">
                <a16:creationId xmlns:a16="http://schemas.microsoft.com/office/drawing/2014/main" id="{DCCAF885-B994-C933-F003-250AB5A3ED63}"/>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5634014" y="4876831"/>
            <a:ext cx="1223996" cy="1223996"/>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D06DC673-9376-9EB1-A76B-31A4D4AFF3EB}"/>
              </a:ext>
            </a:extLst>
          </p:cNvPr>
          <p:cNvSpPr txBox="1"/>
          <p:nvPr userDrawn="1"/>
        </p:nvSpPr>
        <p:spPr>
          <a:xfrm>
            <a:off x="4365817" y="6100827"/>
            <a:ext cx="3760390" cy="461665"/>
          </a:xfrm>
          <a:prstGeom prst="rect">
            <a:avLst/>
          </a:prstGeom>
          <a:noFill/>
        </p:spPr>
        <p:txBody>
          <a:bodyPr wrap="square" rtlCol="0">
            <a:spAutoFit/>
          </a:bodyPr>
          <a:lstStyle/>
          <a:p>
            <a:pPr algn="ctr"/>
            <a:r>
              <a:rPr lang="en-GB" sz="2400" b="0" i="0">
                <a:latin typeface="Twinkl Cursive Looped" panose="02000000000000000000" pitchFamily="2" charset="77"/>
              </a:rPr>
              <a:t>Being a Geographer</a:t>
            </a:r>
          </a:p>
        </p:txBody>
      </p:sp>
      <p:sp>
        <p:nvSpPr>
          <p:cNvPr id="34" name="Text Placeholder 17">
            <a:extLst>
              <a:ext uri="{FF2B5EF4-FFF2-40B4-BE49-F238E27FC236}">
                <a16:creationId xmlns:a16="http://schemas.microsoft.com/office/drawing/2014/main" id="{A9BAC9FA-D05E-28A1-7F09-6A51F3AF6AEE}"/>
              </a:ext>
            </a:extLst>
          </p:cNvPr>
          <p:cNvSpPr>
            <a:spLocks noGrp="1"/>
          </p:cNvSpPr>
          <p:nvPr>
            <p:ph type="body" sz="quarter" idx="11" hasCustomPrompt="1"/>
          </p:nvPr>
        </p:nvSpPr>
        <p:spPr>
          <a:xfrm>
            <a:off x="8381293" y="4965784"/>
            <a:ext cx="3893119" cy="1862138"/>
          </a:xfrm>
          <a:prstGeom prst="rect">
            <a:avLst/>
          </a:prstGeom>
        </p:spPr>
        <p:txBody>
          <a:bodyPr>
            <a:normAutofit/>
          </a:bodyPr>
          <a:lstStyle>
            <a:lvl1pPr marL="0" indent="0">
              <a:buNone/>
              <a:defRPr sz="2400" b="0" i="0">
                <a:latin typeface="Twinkl Cursive Looped" panose="02000000000000000000" pitchFamily="2" charset="77"/>
              </a:defRPr>
            </a:lvl1pPr>
          </a:lstStyle>
          <a:p>
            <a:r>
              <a:rPr lang="en-GB" sz="2800"/>
              <a:t>Insert any other states of being icons for the whole enquiry</a:t>
            </a:r>
          </a:p>
        </p:txBody>
      </p:sp>
    </p:spTree>
    <p:extLst>
      <p:ext uri="{BB962C8B-B14F-4D97-AF65-F5344CB8AC3E}">
        <p14:creationId xmlns:p14="http://schemas.microsoft.com/office/powerpoint/2010/main" val="130143252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cepts &amp; Skill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5D9FAA-5F2A-C965-5709-A9EF45085CBA}"/>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7030A0"/>
                </a:solidFill>
                <a:effectLst/>
                <a:uLnTx/>
                <a:uFillTx/>
                <a:latin typeface="Twinkl Cursive Looped" panose="02000000000000000000" pitchFamily="2" charset="77"/>
                <a:ea typeface="Sassoon Infant Rg" panose="02000503030000020003" pitchFamily="2" charset="0"/>
                <a:cs typeface="+mn-cs"/>
              </a:rPr>
              <a:t>Being a Geographer</a:t>
            </a:r>
          </a:p>
        </p:txBody>
      </p:sp>
      <p:pic>
        <p:nvPicPr>
          <p:cNvPr id="7" name="Picture 6" descr="Macintosh HD:Users:nicholasgarrick:Dropbox:1 LupL:6 Resources:Images and Icons:Icons:Geographer:icon_5211.png">
            <a:extLst>
              <a:ext uri="{FF2B5EF4-FFF2-40B4-BE49-F238E27FC236}">
                <a16:creationId xmlns:a16="http://schemas.microsoft.com/office/drawing/2014/main" id="{C71A9D8C-4901-A95F-F38A-5DA5B05192B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Diagram 8">
            <a:extLst>
              <a:ext uri="{FF2B5EF4-FFF2-40B4-BE49-F238E27FC236}">
                <a16:creationId xmlns:a16="http://schemas.microsoft.com/office/drawing/2014/main" id="{ED4DFCAC-74F6-F330-96CC-381E993F2D5C}"/>
              </a:ext>
            </a:extLst>
          </p:cNvPr>
          <p:cNvGraphicFramePr/>
          <p:nvPr userDrawn="1">
            <p:extLst>
              <p:ext uri="{D42A27DB-BD31-4B8C-83A1-F6EECF244321}">
                <p14:modId xmlns:p14="http://schemas.microsoft.com/office/powerpoint/2010/main" val="1549771547"/>
              </p:ext>
            </p:extLst>
          </p:nvPr>
        </p:nvGraphicFramePr>
        <p:xfrm>
          <a:off x="5203825" y="969922"/>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Oval 11">
            <a:extLst>
              <a:ext uri="{FF2B5EF4-FFF2-40B4-BE49-F238E27FC236}">
                <a16:creationId xmlns:a16="http://schemas.microsoft.com/office/drawing/2014/main" id="{B766C722-04BD-AA7D-2A02-9B8F52D1BD24}"/>
              </a:ext>
            </a:extLst>
          </p:cNvPr>
          <p:cNvSpPr/>
          <p:nvPr userDrawn="1"/>
        </p:nvSpPr>
        <p:spPr>
          <a:xfrm>
            <a:off x="8638802" y="3169386"/>
            <a:ext cx="1196404" cy="1188720"/>
          </a:xfrm>
          <a:prstGeom prst="ellipse">
            <a:avLst/>
          </a:prstGeom>
          <a:solidFill>
            <a:srgbClr val="DAE3F3"/>
          </a:solidFill>
          <a:ln w="285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15" name="TextBox 14">
            <a:extLst>
              <a:ext uri="{FF2B5EF4-FFF2-40B4-BE49-F238E27FC236}">
                <a16:creationId xmlns:a16="http://schemas.microsoft.com/office/drawing/2014/main" id="{81C912A2-FC41-BA63-44EC-5C3F5F8591EE}"/>
              </a:ext>
            </a:extLst>
          </p:cNvPr>
          <p:cNvSpPr txBox="1"/>
          <p:nvPr userDrawn="1"/>
        </p:nvSpPr>
        <p:spPr>
          <a:xfrm>
            <a:off x="8828342" y="3962098"/>
            <a:ext cx="762000" cy="369332"/>
          </a:xfrm>
          <a:prstGeom prst="rect">
            <a:avLst/>
          </a:prstGeom>
          <a:noFill/>
        </p:spPr>
        <p:txBody>
          <a:bodyPr wrap="square" rtlCol="0">
            <a:spAutoFit/>
          </a:bodyPr>
          <a:lstStyle/>
          <a:p>
            <a:pPr algn="ctr"/>
            <a:r>
              <a:rPr lang="en-GB" b="0" i="0">
                <a:latin typeface="Twinkl Cursive Looped" panose="02000000000000000000" pitchFamily="2" charset="77"/>
                <a:ea typeface="Sassoon Infant Rg" panose="02000503030000020003" pitchFamily="2" charset="0"/>
              </a:rPr>
              <a:t>Skills</a:t>
            </a:r>
          </a:p>
        </p:txBody>
      </p:sp>
      <p:grpSp>
        <p:nvGrpSpPr>
          <p:cNvPr id="18" name="Group 17">
            <a:extLst>
              <a:ext uri="{FF2B5EF4-FFF2-40B4-BE49-F238E27FC236}">
                <a16:creationId xmlns:a16="http://schemas.microsoft.com/office/drawing/2014/main" id="{486AA72A-3035-F6FD-CD77-306AA6DE27B2}"/>
              </a:ext>
            </a:extLst>
          </p:cNvPr>
          <p:cNvGrpSpPr/>
          <p:nvPr userDrawn="1"/>
        </p:nvGrpSpPr>
        <p:grpSpPr>
          <a:xfrm>
            <a:off x="9356620" y="1938523"/>
            <a:ext cx="1023036" cy="664762"/>
            <a:chOff x="9356620" y="1688266"/>
            <a:chExt cx="1023036" cy="664762"/>
          </a:xfrm>
        </p:grpSpPr>
        <p:pic>
          <p:nvPicPr>
            <p:cNvPr id="22" name="Picture 21" descr="A black background with a black square&#10;&#10;AI-generated content may be incorrect.">
              <a:extLst>
                <a:ext uri="{FF2B5EF4-FFF2-40B4-BE49-F238E27FC236}">
                  <a16:creationId xmlns:a16="http://schemas.microsoft.com/office/drawing/2014/main" id="{8F1FCFD1-159D-F299-10DC-502AF46FCA40}"/>
                </a:ext>
              </a:extLst>
            </p:cNvPr>
            <p:cNvPicPr>
              <a:picLocks noChangeAspect="1"/>
            </p:cNvPicPr>
            <p:nvPr userDrawn="1"/>
          </p:nvPicPr>
          <p:blipFill>
            <a:blip r:embed="rId8"/>
            <a:srcRect b="24830"/>
            <a:stretch>
              <a:fillRect/>
            </a:stretch>
          </p:blipFill>
          <p:spPr>
            <a:xfrm>
              <a:off x="9356620" y="1698853"/>
              <a:ext cx="870269" cy="654175"/>
            </a:xfrm>
            <a:prstGeom prst="rect">
              <a:avLst/>
            </a:prstGeom>
          </p:spPr>
        </p:pic>
        <p:pic>
          <p:nvPicPr>
            <p:cNvPr id="25" name="Picture 24" descr="A black background with a black square&#10;&#10;AI-generated content may be incorrect.">
              <a:extLst>
                <a:ext uri="{FF2B5EF4-FFF2-40B4-BE49-F238E27FC236}">
                  <a16:creationId xmlns:a16="http://schemas.microsoft.com/office/drawing/2014/main" id="{98DF4D44-C4E7-3AD3-2538-084505C58246}"/>
                </a:ext>
              </a:extLst>
            </p:cNvPr>
            <p:cNvPicPr>
              <a:picLocks noChangeAspect="1"/>
            </p:cNvPicPr>
            <p:nvPr userDrawn="1"/>
          </p:nvPicPr>
          <p:blipFill>
            <a:blip r:embed="rId9"/>
            <a:srcRect b="13048"/>
            <a:stretch>
              <a:fillRect/>
            </a:stretch>
          </p:blipFill>
          <p:spPr>
            <a:xfrm flipH="1">
              <a:off x="9791754" y="1688266"/>
              <a:ext cx="587902" cy="511195"/>
            </a:xfrm>
            <a:prstGeom prst="rect">
              <a:avLst/>
            </a:prstGeom>
          </p:spPr>
        </p:pic>
      </p:grpSp>
      <p:pic>
        <p:nvPicPr>
          <p:cNvPr id="27" name="Graphic 26">
            <a:extLst>
              <a:ext uri="{FF2B5EF4-FFF2-40B4-BE49-F238E27FC236}">
                <a16:creationId xmlns:a16="http://schemas.microsoft.com/office/drawing/2014/main" id="{95E4B939-B874-DB04-9CE4-287A214567CE}"/>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0214496" y="4187465"/>
            <a:ext cx="792672" cy="976340"/>
          </a:xfrm>
          <a:prstGeom prst="rect">
            <a:avLst/>
          </a:prstGeom>
        </p:spPr>
      </p:pic>
      <p:pic>
        <p:nvPicPr>
          <p:cNvPr id="28" name="Picture 27" descr="A black background with a black square&#10;&#10;AI-generated content may be incorrect.">
            <a:extLst>
              <a:ext uri="{FF2B5EF4-FFF2-40B4-BE49-F238E27FC236}">
                <a16:creationId xmlns:a16="http://schemas.microsoft.com/office/drawing/2014/main" id="{47C4A552-745E-BDC7-7A89-5013C6EA4C79}"/>
              </a:ext>
            </a:extLst>
          </p:cNvPr>
          <p:cNvPicPr>
            <a:picLocks noChangeAspect="1"/>
          </p:cNvPicPr>
          <p:nvPr userDrawn="1"/>
        </p:nvPicPr>
        <p:blipFill>
          <a:blip r:embed="rId11"/>
          <a:srcRect b="13693"/>
          <a:stretch>
            <a:fillRect/>
          </a:stretch>
        </p:blipFill>
        <p:spPr>
          <a:xfrm>
            <a:off x="8674875" y="4378343"/>
            <a:ext cx="1038724" cy="896484"/>
          </a:xfrm>
          <a:prstGeom prst="rect">
            <a:avLst/>
          </a:prstGeom>
        </p:spPr>
      </p:pic>
      <p:pic>
        <p:nvPicPr>
          <p:cNvPr id="29" name="Picture 28" descr="A black background with a black square&#10;&#10;AI-generated content may be incorrect.">
            <a:extLst>
              <a:ext uri="{FF2B5EF4-FFF2-40B4-BE49-F238E27FC236}">
                <a16:creationId xmlns:a16="http://schemas.microsoft.com/office/drawing/2014/main" id="{97F37ED8-55D7-A3B5-C7F2-02621F159C3A}"/>
              </a:ext>
            </a:extLst>
          </p:cNvPr>
          <p:cNvPicPr>
            <a:picLocks noChangeAspect="1"/>
          </p:cNvPicPr>
          <p:nvPr userDrawn="1"/>
        </p:nvPicPr>
        <p:blipFill>
          <a:blip r:embed="rId12"/>
          <a:srcRect b="14104"/>
          <a:stretch>
            <a:fillRect/>
          </a:stretch>
        </p:blipFill>
        <p:spPr>
          <a:xfrm>
            <a:off x="7281524" y="3493860"/>
            <a:ext cx="995670" cy="855239"/>
          </a:xfrm>
          <a:prstGeom prst="rect">
            <a:avLst/>
          </a:prstGeom>
        </p:spPr>
      </p:pic>
      <p:pic>
        <p:nvPicPr>
          <p:cNvPr id="30" name="Picture 29" descr="A black background with a black square&#10;&#10;AI-generated content may be incorrect.">
            <a:extLst>
              <a:ext uri="{FF2B5EF4-FFF2-40B4-BE49-F238E27FC236}">
                <a16:creationId xmlns:a16="http://schemas.microsoft.com/office/drawing/2014/main" id="{5FE9247A-0866-F36B-7093-4968C4553859}"/>
              </a:ext>
            </a:extLst>
          </p:cNvPr>
          <p:cNvPicPr>
            <a:picLocks noChangeAspect="1"/>
          </p:cNvPicPr>
          <p:nvPr userDrawn="1"/>
        </p:nvPicPr>
        <p:blipFill>
          <a:blip r:embed="rId13"/>
          <a:srcRect b="13513"/>
          <a:stretch>
            <a:fillRect/>
          </a:stretch>
        </p:blipFill>
        <p:spPr>
          <a:xfrm>
            <a:off x="7950254" y="1935949"/>
            <a:ext cx="942975" cy="815546"/>
          </a:xfrm>
          <a:prstGeom prst="rect">
            <a:avLst/>
          </a:prstGeom>
        </p:spPr>
      </p:pic>
      <p:pic>
        <p:nvPicPr>
          <p:cNvPr id="31" name="Picture 1" descr="Macintosh HD:Users:nicholasgarrick:Dropbox:1 LupL:6 Resources:Images and Icons:Icons:Geographer:icon_5211.png">
            <a:extLst>
              <a:ext uri="{FF2B5EF4-FFF2-40B4-BE49-F238E27FC236}">
                <a16:creationId xmlns:a16="http://schemas.microsoft.com/office/drawing/2014/main" id="{F375DF64-883C-EDF6-7047-300CF446B02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856004" y="3298255"/>
            <a:ext cx="762000" cy="762000"/>
          </a:xfrm>
          <a:prstGeom prst="rect">
            <a:avLst/>
          </a:prstGeom>
          <a:noFill/>
          <a:extLst>
            <a:ext uri="{909E8E84-426E-40DD-AFC4-6F175D3DCCD1}">
              <a14:hiddenFill xmlns:a14="http://schemas.microsoft.com/office/drawing/2010/main">
                <a:solidFill>
                  <a:srgbClr val="FFFFFF"/>
                </a:solidFill>
              </a14:hiddenFill>
            </a:ext>
          </a:extLst>
        </p:spPr>
      </p:pic>
      <p:sp>
        <p:nvSpPr>
          <p:cNvPr id="44" name="Block Arc 43">
            <a:extLst>
              <a:ext uri="{FF2B5EF4-FFF2-40B4-BE49-F238E27FC236}">
                <a16:creationId xmlns:a16="http://schemas.microsoft.com/office/drawing/2014/main" id="{4B8F51AD-E05C-76C6-E3D1-0AC89F84DD83}"/>
              </a:ext>
            </a:extLst>
          </p:cNvPr>
          <p:cNvSpPr/>
          <p:nvPr userDrawn="1"/>
        </p:nvSpPr>
        <p:spPr>
          <a:xfrm>
            <a:off x="979667" y="1637988"/>
            <a:ext cx="4460515" cy="4460515"/>
          </a:xfrm>
          <a:prstGeom prst="blockArc">
            <a:avLst>
              <a:gd name="adj1" fmla="val 11880000"/>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5" name="Block Arc 44">
            <a:extLst>
              <a:ext uri="{FF2B5EF4-FFF2-40B4-BE49-F238E27FC236}">
                <a16:creationId xmlns:a16="http://schemas.microsoft.com/office/drawing/2014/main" id="{176F6BBD-782A-6A05-387F-9001A00F8149}"/>
              </a:ext>
            </a:extLst>
          </p:cNvPr>
          <p:cNvSpPr/>
          <p:nvPr userDrawn="1"/>
        </p:nvSpPr>
        <p:spPr>
          <a:xfrm>
            <a:off x="979667" y="1637988"/>
            <a:ext cx="4460515" cy="4460515"/>
          </a:xfrm>
          <a:prstGeom prst="blockArc">
            <a:avLst>
              <a:gd name="adj1" fmla="val 7560000"/>
              <a:gd name="adj2" fmla="val 1188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6" name="Block Arc 45">
            <a:extLst>
              <a:ext uri="{FF2B5EF4-FFF2-40B4-BE49-F238E27FC236}">
                <a16:creationId xmlns:a16="http://schemas.microsoft.com/office/drawing/2014/main" id="{E74C9132-5EC7-5463-3E57-C6D90E75AFC6}"/>
              </a:ext>
            </a:extLst>
          </p:cNvPr>
          <p:cNvSpPr/>
          <p:nvPr userDrawn="1"/>
        </p:nvSpPr>
        <p:spPr>
          <a:xfrm>
            <a:off x="979667" y="1637988"/>
            <a:ext cx="4460515" cy="4460515"/>
          </a:xfrm>
          <a:prstGeom prst="blockArc">
            <a:avLst>
              <a:gd name="adj1" fmla="val 3240000"/>
              <a:gd name="adj2" fmla="val 756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7" name="Block Arc 46">
            <a:extLst>
              <a:ext uri="{FF2B5EF4-FFF2-40B4-BE49-F238E27FC236}">
                <a16:creationId xmlns:a16="http://schemas.microsoft.com/office/drawing/2014/main" id="{E17D4507-469A-F4C3-5141-B002BF7CE11A}"/>
              </a:ext>
            </a:extLst>
          </p:cNvPr>
          <p:cNvSpPr/>
          <p:nvPr userDrawn="1"/>
        </p:nvSpPr>
        <p:spPr>
          <a:xfrm>
            <a:off x="979667" y="1637988"/>
            <a:ext cx="4460515" cy="4460515"/>
          </a:xfrm>
          <a:prstGeom prst="blockArc">
            <a:avLst>
              <a:gd name="adj1" fmla="val 20520000"/>
              <a:gd name="adj2" fmla="val 324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8" name="Block Arc 47">
            <a:extLst>
              <a:ext uri="{FF2B5EF4-FFF2-40B4-BE49-F238E27FC236}">
                <a16:creationId xmlns:a16="http://schemas.microsoft.com/office/drawing/2014/main" id="{54C4236C-3B91-D8D5-5790-034F671DC0FA}"/>
              </a:ext>
            </a:extLst>
          </p:cNvPr>
          <p:cNvSpPr/>
          <p:nvPr userDrawn="1"/>
        </p:nvSpPr>
        <p:spPr>
          <a:xfrm>
            <a:off x="979667" y="1637988"/>
            <a:ext cx="4460515" cy="4460515"/>
          </a:xfrm>
          <a:prstGeom prst="blockArc">
            <a:avLst>
              <a:gd name="adj1" fmla="val 16200000"/>
              <a:gd name="adj2" fmla="val 2052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49" name="Freeform 48">
            <a:extLst>
              <a:ext uri="{FF2B5EF4-FFF2-40B4-BE49-F238E27FC236}">
                <a16:creationId xmlns:a16="http://schemas.microsoft.com/office/drawing/2014/main" id="{661BBABF-5104-3819-3D5F-0EE5E8993155}"/>
              </a:ext>
            </a:extLst>
          </p:cNvPr>
          <p:cNvSpPr/>
          <p:nvPr userDrawn="1"/>
        </p:nvSpPr>
        <p:spPr>
          <a:xfrm>
            <a:off x="2184003" y="2842324"/>
            <a:ext cx="2051843" cy="2051843"/>
          </a:xfrm>
          <a:custGeom>
            <a:avLst/>
            <a:gdLst>
              <a:gd name="csX0" fmla="*/ 0 w 2051843"/>
              <a:gd name="csY0" fmla="*/ 1025922 h 2051843"/>
              <a:gd name="csX1" fmla="*/ 1025922 w 2051843"/>
              <a:gd name="csY1" fmla="*/ 0 h 2051843"/>
              <a:gd name="csX2" fmla="*/ 2051844 w 2051843"/>
              <a:gd name="csY2" fmla="*/ 1025922 h 2051843"/>
              <a:gd name="csX3" fmla="*/ 1025922 w 2051843"/>
              <a:gd name="csY3" fmla="*/ 2051844 h 2051843"/>
              <a:gd name="csX4" fmla="*/ 0 w 2051843"/>
              <a:gd name="csY4" fmla="*/ 1025922 h 2051843"/>
            </a:gdLst>
            <a:ahLst/>
            <a:cxnLst>
              <a:cxn ang="0">
                <a:pos x="csX0" y="csY0"/>
              </a:cxn>
              <a:cxn ang="0">
                <a:pos x="csX1" y="csY1"/>
              </a:cxn>
              <a:cxn ang="0">
                <a:pos x="csX2" y="csY2"/>
              </a:cxn>
              <a:cxn ang="0">
                <a:pos x="csX3" y="csY3"/>
              </a:cxn>
              <a:cxn ang="0">
                <a:pos x="csX4" y="csY4"/>
              </a:cxn>
            </a:cxnLst>
            <a:rect l="l" t="t" r="r" b="b"/>
            <a:pathLst>
              <a:path w="2051843" h="2051843">
                <a:moveTo>
                  <a:pt x="0" y="1025922"/>
                </a:moveTo>
                <a:cubicBezTo>
                  <a:pt x="0" y="459321"/>
                  <a:pt x="459321" y="0"/>
                  <a:pt x="1025922" y="0"/>
                </a:cubicBezTo>
                <a:cubicBezTo>
                  <a:pt x="1592523" y="0"/>
                  <a:pt x="2051844" y="459321"/>
                  <a:pt x="2051844" y="1025922"/>
                </a:cubicBezTo>
                <a:cubicBezTo>
                  <a:pt x="2051844" y="1592523"/>
                  <a:pt x="1592523" y="2051844"/>
                  <a:pt x="1025922" y="2051844"/>
                </a:cubicBezTo>
                <a:cubicBezTo>
                  <a:pt x="459321" y="2051844"/>
                  <a:pt x="0" y="1592523"/>
                  <a:pt x="0" y="1025922"/>
                </a:cubicBezTo>
                <a:close/>
              </a:path>
            </a:pathLst>
          </a:custGeom>
          <a:solidFill>
            <a:schemeClr val="accent6">
              <a:lumMod val="40000"/>
              <a:lumOff val="6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51285" tIns="351285" rIns="351285" bIns="351285" numCol="1" spcCol="1270" anchor="ctr" anchorCtr="0">
            <a:noAutofit/>
          </a:bodyPr>
          <a:lstStyle/>
          <a:p>
            <a:pPr marL="0" lvl="0" indent="0" algn="ctr" defTabSz="1778000">
              <a:lnSpc>
                <a:spcPct val="90000"/>
              </a:lnSpc>
              <a:spcBef>
                <a:spcPct val="0"/>
              </a:spcBef>
              <a:spcAft>
                <a:spcPct val="35000"/>
              </a:spcAft>
              <a:buNone/>
            </a:pPr>
            <a:endParaRPr lang="en-GB" sz="4000" b="0" kern="1200"/>
          </a:p>
          <a:p>
            <a:pPr marL="0" lvl="0" indent="0" algn="ctr" defTabSz="1778000">
              <a:lnSpc>
                <a:spcPct val="90000"/>
              </a:lnSpc>
              <a:spcBef>
                <a:spcPct val="0"/>
              </a:spcBef>
              <a:spcAft>
                <a:spcPct val="35000"/>
              </a:spcAft>
              <a:buNone/>
            </a:pPr>
            <a:endParaRPr lang="en-GB" sz="4000" b="0" kern="1200"/>
          </a:p>
        </p:txBody>
      </p:sp>
      <p:sp>
        <p:nvSpPr>
          <p:cNvPr id="55" name="TextBox 54">
            <a:extLst>
              <a:ext uri="{FF2B5EF4-FFF2-40B4-BE49-F238E27FC236}">
                <a16:creationId xmlns:a16="http://schemas.microsoft.com/office/drawing/2014/main" id="{0F95CBB9-0727-9A5E-9C93-0D0924FFE9F4}"/>
              </a:ext>
            </a:extLst>
          </p:cNvPr>
          <p:cNvSpPr txBox="1"/>
          <p:nvPr userDrawn="1"/>
        </p:nvSpPr>
        <p:spPr>
          <a:xfrm rot="16367761">
            <a:off x="2223417" y="2469219"/>
            <a:ext cx="1973014" cy="2366341"/>
          </a:xfrm>
          <a:prstGeom prst="rect">
            <a:avLst/>
          </a:prstGeom>
          <a:noFill/>
        </p:spPr>
        <p:txBody>
          <a:bodyPr wrap="square" rtlCol="0">
            <a:prstTxWarp prst="textCircle">
              <a:avLst>
                <a:gd name="adj" fmla="val 18617501"/>
              </a:avLst>
            </a:prstTxWarp>
            <a:spAutoFit/>
          </a:bodyPr>
          <a:lstStyle/>
          <a:p>
            <a:pPr algn="ctr"/>
            <a:r>
              <a:rPr lang="en-GB" sz="4800" b="1">
                <a:solidFill>
                  <a:schemeClr val="accent6">
                    <a:lumMod val="50000"/>
                  </a:schemeClr>
                </a:solidFill>
                <a:latin typeface="Twinkl Cursive Looped" panose="02000000000000000000" pitchFamily="2" charset="77"/>
                <a:ea typeface="Sassoon Infant Rg" panose="02000503030000020003" pitchFamily="2" charset="0"/>
              </a:rPr>
              <a:t>Substantive Concepts </a:t>
            </a:r>
          </a:p>
        </p:txBody>
      </p:sp>
      <p:pic>
        <p:nvPicPr>
          <p:cNvPr id="56" name="Picture 1" descr="Macintosh HD:Users:nicholasgarrick:Dropbox:1 LupL:6 Resources:Images and Icons:Icons:Geographer:icon_5211.png">
            <a:extLst>
              <a:ext uri="{FF2B5EF4-FFF2-40B4-BE49-F238E27FC236}">
                <a16:creationId xmlns:a16="http://schemas.microsoft.com/office/drawing/2014/main" id="{C90A813B-BCDB-49E1-5CAD-66CFBDE9234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601679" y="3227210"/>
            <a:ext cx="1223996" cy="1223996"/>
          </a:xfrm>
          <a:prstGeom prst="rect">
            <a:avLst/>
          </a:prstGeom>
          <a:noFill/>
          <a:extLst>
            <a:ext uri="{909E8E84-426E-40DD-AFC4-6F175D3DCCD1}">
              <a14:hiddenFill xmlns:a14="http://schemas.microsoft.com/office/drawing/2010/main">
                <a:solidFill>
                  <a:srgbClr val="FFFFFF"/>
                </a:solidFill>
              </a14:hiddenFill>
            </a:ext>
          </a:extLst>
        </p:spPr>
      </p:pic>
      <p:grpSp>
        <p:nvGrpSpPr>
          <p:cNvPr id="242" name="Group 241">
            <a:extLst>
              <a:ext uri="{FF2B5EF4-FFF2-40B4-BE49-F238E27FC236}">
                <a16:creationId xmlns:a16="http://schemas.microsoft.com/office/drawing/2014/main" id="{744A6D70-CD3E-1C72-8CE4-040A23C47541}"/>
              </a:ext>
            </a:extLst>
          </p:cNvPr>
          <p:cNvGrpSpPr/>
          <p:nvPr userDrawn="1"/>
        </p:nvGrpSpPr>
        <p:grpSpPr>
          <a:xfrm>
            <a:off x="860724" y="1490979"/>
            <a:ext cx="4687021" cy="4721323"/>
            <a:chOff x="860724" y="1490979"/>
            <a:chExt cx="4687021" cy="4721323"/>
          </a:xfrm>
        </p:grpSpPr>
        <p:grpSp>
          <p:nvGrpSpPr>
            <p:cNvPr id="156" name="Group 155">
              <a:extLst>
                <a:ext uri="{FF2B5EF4-FFF2-40B4-BE49-F238E27FC236}">
                  <a16:creationId xmlns:a16="http://schemas.microsoft.com/office/drawing/2014/main" id="{35A4B173-B81A-55C0-C00F-D41BC5A64418}"/>
                </a:ext>
              </a:extLst>
            </p:cNvPr>
            <p:cNvGrpSpPr/>
            <p:nvPr userDrawn="1"/>
          </p:nvGrpSpPr>
          <p:grpSpPr>
            <a:xfrm>
              <a:off x="1001696" y="1490979"/>
              <a:ext cx="4479565" cy="4581645"/>
              <a:chOff x="-6827777" y="-4338819"/>
              <a:chExt cx="4479565" cy="4581645"/>
            </a:xfrm>
          </p:grpSpPr>
          <p:sp>
            <p:nvSpPr>
              <p:cNvPr id="152" name="Block Arc 151">
                <a:extLst>
                  <a:ext uri="{FF2B5EF4-FFF2-40B4-BE49-F238E27FC236}">
                    <a16:creationId xmlns:a16="http://schemas.microsoft.com/office/drawing/2014/main" id="{65988C65-DA72-14E2-B853-B7E9525B2D44}"/>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48" name="Block Arc 147">
                <a:extLst>
                  <a:ext uri="{FF2B5EF4-FFF2-40B4-BE49-F238E27FC236}">
                    <a16:creationId xmlns:a16="http://schemas.microsoft.com/office/drawing/2014/main" id="{4CF48090-F6C4-F501-4ACF-4D30F4DF720D}"/>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44" name="Block Arc 143">
                <a:extLst>
                  <a:ext uri="{FF2B5EF4-FFF2-40B4-BE49-F238E27FC236}">
                    <a16:creationId xmlns:a16="http://schemas.microsoft.com/office/drawing/2014/main" id="{428D3FDB-FAEB-3178-56CD-53E9A70A0EC6}"/>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93" name="Group 92">
                <a:extLst>
                  <a:ext uri="{FF2B5EF4-FFF2-40B4-BE49-F238E27FC236}">
                    <a16:creationId xmlns:a16="http://schemas.microsoft.com/office/drawing/2014/main" id="{43368CBD-FA81-486A-EB44-8B64A2E5FB0D}"/>
                  </a:ext>
                </a:extLst>
              </p:cNvPr>
              <p:cNvGrpSpPr/>
              <p:nvPr userDrawn="1"/>
            </p:nvGrpSpPr>
            <p:grpSpPr>
              <a:xfrm>
                <a:off x="-6310685" y="-4338819"/>
                <a:ext cx="1109931" cy="1246186"/>
                <a:chOff x="1496758" y="1516859"/>
                <a:chExt cx="1109931" cy="1246186"/>
              </a:xfrm>
              <a:solidFill>
                <a:srgbClr val="FFC000"/>
              </a:solidFill>
            </p:grpSpPr>
            <p:grpSp>
              <p:nvGrpSpPr>
                <p:cNvPr id="130" name="Group 129">
                  <a:extLst>
                    <a:ext uri="{FF2B5EF4-FFF2-40B4-BE49-F238E27FC236}">
                      <a16:creationId xmlns:a16="http://schemas.microsoft.com/office/drawing/2014/main" id="{C839B189-C70D-206A-E1AD-6F2C41984C3E}"/>
                    </a:ext>
                  </a:extLst>
                </p:cNvPr>
                <p:cNvGrpSpPr/>
                <p:nvPr/>
              </p:nvGrpSpPr>
              <p:grpSpPr>
                <a:xfrm rot="337452">
                  <a:off x="1496758" y="2082879"/>
                  <a:ext cx="676676" cy="680166"/>
                  <a:chOff x="1490297" y="1956128"/>
                  <a:chExt cx="1043292" cy="1048672"/>
                </a:xfrm>
                <a:grpFill/>
              </p:grpSpPr>
              <p:sp>
                <p:nvSpPr>
                  <p:cNvPr id="135" name="Curved Right Arrow 134">
                    <a:extLst>
                      <a:ext uri="{FF2B5EF4-FFF2-40B4-BE49-F238E27FC236}">
                        <a16:creationId xmlns:a16="http://schemas.microsoft.com/office/drawing/2014/main" id="{EE12EB3B-C7A0-A1A6-A586-CB04024E81AA}"/>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Curved Right Arrow 135">
                    <a:extLst>
                      <a:ext uri="{FF2B5EF4-FFF2-40B4-BE49-F238E27FC236}">
                        <a16:creationId xmlns:a16="http://schemas.microsoft.com/office/drawing/2014/main" id="{ED8E9A96-D61E-63BF-FBCC-AEEE7FA60735}"/>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Curved Right Arrow 136">
                    <a:extLst>
                      <a:ext uri="{FF2B5EF4-FFF2-40B4-BE49-F238E27FC236}">
                        <a16:creationId xmlns:a16="http://schemas.microsoft.com/office/drawing/2014/main" id="{72C750F4-645D-53B3-4097-A1BF77AEFA21}"/>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31" name="Group 130">
                  <a:extLst>
                    <a:ext uri="{FF2B5EF4-FFF2-40B4-BE49-F238E27FC236}">
                      <a16:creationId xmlns:a16="http://schemas.microsoft.com/office/drawing/2014/main" id="{80F495D1-4AA2-8B1D-03A7-AC525C908CC1}"/>
                    </a:ext>
                  </a:extLst>
                </p:cNvPr>
                <p:cNvGrpSpPr/>
                <p:nvPr/>
              </p:nvGrpSpPr>
              <p:grpSpPr>
                <a:xfrm rot="11791363">
                  <a:off x="1951309" y="1516859"/>
                  <a:ext cx="655380" cy="672414"/>
                  <a:chOff x="1537746" y="1986114"/>
                  <a:chExt cx="1010459" cy="1036722"/>
                </a:xfrm>
                <a:grpFill/>
              </p:grpSpPr>
              <p:sp>
                <p:nvSpPr>
                  <p:cNvPr id="132" name="Curved Right Arrow 131">
                    <a:extLst>
                      <a:ext uri="{FF2B5EF4-FFF2-40B4-BE49-F238E27FC236}">
                        <a16:creationId xmlns:a16="http://schemas.microsoft.com/office/drawing/2014/main" id="{E2B7F3C4-B87B-567E-8763-C7E5139F9CB1}"/>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3" name="Curved Right Arrow 132">
                    <a:extLst>
                      <a:ext uri="{FF2B5EF4-FFF2-40B4-BE49-F238E27FC236}">
                        <a16:creationId xmlns:a16="http://schemas.microsoft.com/office/drawing/2014/main" id="{134F4CCA-DC08-D059-46CC-FFBD712A0795}"/>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4" name="Curved Right Arrow 133">
                    <a:extLst>
                      <a:ext uri="{FF2B5EF4-FFF2-40B4-BE49-F238E27FC236}">
                        <a16:creationId xmlns:a16="http://schemas.microsoft.com/office/drawing/2014/main" id="{1E1243C9-E878-B20F-E0C8-8B9F504B93DB}"/>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138" name="Block Arc 137">
                <a:extLst>
                  <a:ext uri="{FF2B5EF4-FFF2-40B4-BE49-F238E27FC236}">
                    <a16:creationId xmlns:a16="http://schemas.microsoft.com/office/drawing/2014/main" id="{1185D010-FD4C-9B7B-3197-C5668952CE1C}"/>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46" name="Block Arc 145">
                <a:extLst>
                  <a:ext uri="{FF2B5EF4-FFF2-40B4-BE49-F238E27FC236}">
                    <a16:creationId xmlns:a16="http://schemas.microsoft.com/office/drawing/2014/main" id="{25A84A43-0367-14E9-96C5-A6C324D2EA60}"/>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49" name="Block Arc 148">
                <a:extLst>
                  <a:ext uri="{FF2B5EF4-FFF2-40B4-BE49-F238E27FC236}">
                    <a16:creationId xmlns:a16="http://schemas.microsoft.com/office/drawing/2014/main" id="{5574DF77-F1FF-FAE8-957A-77DD871939AA}"/>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54" name="Block Arc 153">
                <a:extLst>
                  <a:ext uri="{FF2B5EF4-FFF2-40B4-BE49-F238E27FC236}">
                    <a16:creationId xmlns:a16="http://schemas.microsoft.com/office/drawing/2014/main" id="{800E325B-4614-424E-5DC0-3AC1BD388692}"/>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157" name="Group 156">
              <a:extLst>
                <a:ext uri="{FF2B5EF4-FFF2-40B4-BE49-F238E27FC236}">
                  <a16:creationId xmlns:a16="http://schemas.microsoft.com/office/drawing/2014/main" id="{6F134D09-D546-80EC-C802-9433051AB269}"/>
                </a:ext>
              </a:extLst>
            </p:cNvPr>
            <p:cNvGrpSpPr/>
            <p:nvPr userDrawn="1"/>
          </p:nvGrpSpPr>
          <p:grpSpPr>
            <a:xfrm rot="17234694">
              <a:off x="911764" y="1577422"/>
              <a:ext cx="4479565" cy="4581645"/>
              <a:chOff x="-6827777" y="-4338819"/>
              <a:chExt cx="4479565" cy="4581645"/>
            </a:xfrm>
          </p:grpSpPr>
          <p:sp>
            <p:nvSpPr>
              <p:cNvPr id="158" name="Block Arc 157">
                <a:extLst>
                  <a:ext uri="{FF2B5EF4-FFF2-40B4-BE49-F238E27FC236}">
                    <a16:creationId xmlns:a16="http://schemas.microsoft.com/office/drawing/2014/main" id="{891E92A3-567C-E5AB-E85F-CB8021D777B3}"/>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59" name="Block Arc 158">
                <a:extLst>
                  <a:ext uri="{FF2B5EF4-FFF2-40B4-BE49-F238E27FC236}">
                    <a16:creationId xmlns:a16="http://schemas.microsoft.com/office/drawing/2014/main" id="{B00FEDE7-5503-0C06-26E9-2793B6220830}"/>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60" name="Block Arc 159">
                <a:extLst>
                  <a:ext uri="{FF2B5EF4-FFF2-40B4-BE49-F238E27FC236}">
                    <a16:creationId xmlns:a16="http://schemas.microsoft.com/office/drawing/2014/main" id="{0FCD129C-295F-08B5-0528-7233A37D36F9}"/>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161" name="Group 160">
                <a:extLst>
                  <a:ext uri="{FF2B5EF4-FFF2-40B4-BE49-F238E27FC236}">
                    <a16:creationId xmlns:a16="http://schemas.microsoft.com/office/drawing/2014/main" id="{9365680C-330D-DEAF-A0C7-CC6E49C21124}"/>
                  </a:ext>
                </a:extLst>
              </p:cNvPr>
              <p:cNvGrpSpPr/>
              <p:nvPr userDrawn="1"/>
            </p:nvGrpSpPr>
            <p:grpSpPr>
              <a:xfrm>
                <a:off x="-6310685" y="-4338819"/>
                <a:ext cx="1109931" cy="1246186"/>
                <a:chOff x="1496758" y="1516859"/>
                <a:chExt cx="1109931" cy="1246186"/>
              </a:xfrm>
              <a:solidFill>
                <a:srgbClr val="FFC000"/>
              </a:solidFill>
            </p:grpSpPr>
            <p:grpSp>
              <p:nvGrpSpPr>
                <p:cNvPr id="166" name="Group 165">
                  <a:extLst>
                    <a:ext uri="{FF2B5EF4-FFF2-40B4-BE49-F238E27FC236}">
                      <a16:creationId xmlns:a16="http://schemas.microsoft.com/office/drawing/2014/main" id="{0B0497FE-6D93-8C4B-3FEC-80255368F54A}"/>
                    </a:ext>
                  </a:extLst>
                </p:cNvPr>
                <p:cNvGrpSpPr/>
                <p:nvPr/>
              </p:nvGrpSpPr>
              <p:grpSpPr>
                <a:xfrm rot="337452">
                  <a:off x="1496758" y="2082879"/>
                  <a:ext cx="676676" cy="680166"/>
                  <a:chOff x="1490297" y="1956128"/>
                  <a:chExt cx="1043292" cy="1048672"/>
                </a:xfrm>
                <a:grpFill/>
              </p:grpSpPr>
              <p:sp>
                <p:nvSpPr>
                  <p:cNvPr id="171" name="Curved Right Arrow 170">
                    <a:extLst>
                      <a:ext uri="{FF2B5EF4-FFF2-40B4-BE49-F238E27FC236}">
                        <a16:creationId xmlns:a16="http://schemas.microsoft.com/office/drawing/2014/main" id="{71CA5154-D547-64DC-DD5F-8BAFF2A41AA3}"/>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2" name="Curved Right Arrow 171">
                    <a:extLst>
                      <a:ext uri="{FF2B5EF4-FFF2-40B4-BE49-F238E27FC236}">
                        <a16:creationId xmlns:a16="http://schemas.microsoft.com/office/drawing/2014/main" id="{131473E8-1A0E-3BC6-3F1D-FF09E3FE0244}"/>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3" name="Curved Right Arrow 172">
                    <a:extLst>
                      <a:ext uri="{FF2B5EF4-FFF2-40B4-BE49-F238E27FC236}">
                        <a16:creationId xmlns:a16="http://schemas.microsoft.com/office/drawing/2014/main" id="{7E012DEF-05EA-9BC2-B493-33CF115DDA9D}"/>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67" name="Group 166">
                  <a:extLst>
                    <a:ext uri="{FF2B5EF4-FFF2-40B4-BE49-F238E27FC236}">
                      <a16:creationId xmlns:a16="http://schemas.microsoft.com/office/drawing/2014/main" id="{59F81DE1-79C5-5A82-7EA3-106750D85134}"/>
                    </a:ext>
                  </a:extLst>
                </p:cNvPr>
                <p:cNvGrpSpPr/>
                <p:nvPr/>
              </p:nvGrpSpPr>
              <p:grpSpPr>
                <a:xfrm rot="11791363">
                  <a:off x="1951309" y="1516859"/>
                  <a:ext cx="655380" cy="672414"/>
                  <a:chOff x="1537746" y="1986114"/>
                  <a:chExt cx="1010459" cy="1036722"/>
                </a:xfrm>
                <a:grpFill/>
              </p:grpSpPr>
              <p:sp>
                <p:nvSpPr>
                  <p:cNvPr id="168" name="Curved Right Arrow 167">
                    <a:extLst>
                      <a:ext uri="{FF2B5EF4-FFF2-40B4-BE49-F238E27FC236}">
                        <a16:creationId xmlns:a16="http://schemas.microsoft.com/office/drawing/2014/main" id="{0B5FC590-9586-E70A-5872-992CC9209848}"/>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9" name="Curved Right Arrow 168">
                    <a:extLst>
                      <a:ext uri="{FF2B5EF4-FFF2-40B4-BE49-F238E27FC236}">
                        <a16:creationId xmlns:a16="http://schemas.microsoft.com/office/drawing/2014/main" id="{482A8B25-16C0-688C-1711-92892AA754DA}"/>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0" name="Curved Right Arrow 169">
                    <a:extLst>
                      <a:ext uri="{FF2B5EF4-FFF2-40B4-BE49-F238E27FC236}">
                        <a16:creationId xmlns:a16="http://schemas.microsoft.com/office/drawing/2014/main" id="{585121C7-5E4C-9CAA-7F54-A403FB236252}"/>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162" name="Block Arc 161">
                <a:extLst>
                  <a:ext uri="{FF2B5EF4-FFF2-40B4-BE49-F238E27FC236}">
                    <a16:creationId xmlns:a16="http://schemas.microsoft.com/office/drawing/2014/main" id="{7BA02118-C9C4-EB6A-2B68-7996A4D61EEC}"/>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63" name="Block Arc 162">
                <a:extLst>
                  <a:ext uri="{FF2B5EF4-FFF2-40B4-BE49-F238E27FC236}">
                    <a16:creationId xmlns:a16="http://schemas.microsoft.com/office/drawing/2014/main" id="{B4AF4DD4-E4FF-2072-2F91-2F2E54644E90}"/>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64" name="Block Arc 163">
                <a:extLst>
                  <a:ext uri="{FF2B5EF4-FFF2-40B4-BE49-F238E27FC236}">
                    <a16:creationId xmlns:a16="http://schemas.microsoft.com/office/drawing/2014/main" id="{6CCBBA0F-3871-55A1-0442-A9F5D979788C}"/>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65" name="Block Arc 164">
                <a:extLst>
                  <a:ext uri="{FF2B5EF4-FFF2-40B4-BE49-F238E27FC236}">
                    <a16:creationId xmlns:a16="http://schemas.microsoft.com/office/drawing/2014/main" id="{52ECADC0-2236-60D0-4A24-ADFE1B9C4F1C}"/>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174" name="Group 173">
              <a:extLst>
                <a:ext uri="{FF2B5EF4-FFF2-40B4-BE49-F238E27FC236}">
                  <a16:creationId xmlns:a16="http://schemas.microsoft.com/office/drawing/2014/main" id="{AC9D7FE2-1F3D-BA86-275E-211E553DF55D}"/>
                </a:ext>
              </a:extLst>
            </p:cNvPr>
            <p:cNvGrpSpPr/>
            <p:nvPr userDrawn="1"/>
          </p:nvGrpSpPr>
          <p:grpSpPr>
            <a:xfrm rot="12830433">
              <a:off x="938298" y="1630657"/>
              <a:ext cx="4479565" cy="4581645"/>
              <a:chOff x="-6827777" y="-4338819"/>
              <a:chExt cx="4479565" cy="4581645"/>
            </a:xfrm>
          </p:grpSpPr>
          <p:sp>
            <p:nvSpPr>
              <p:cNvPr id="175" name="Block Arc 174">
                <a:extLst>
                  <a:ext uri="{FF2B5EF4-FFF2-40B4-BE49-F238E27FC236}">
                    <a16:creationId xmlns:a16="http://schemas.microsoft.com/office/drawing/2014/main" id="{BFA9FDE3-A994-EF95-3B6D-DE2B74248782}"/>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76" name="Block Arc 175">
                <a:extLst>
                  <a:ext uri="{FF2B5EF4-FFF2-40B4-BE49-F238E27FC236}">
                    <a16:creationId xmlns:a16="http://schemas.microsoft.com/office/drawing/2014/main" id="{4DCC7790-8FF1-5324-464C-7DE535DC24D1}"/>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77" name="Block Arc 176">
                <a:extLst>
                  <a:ext uri="{FF2B5EF4-FFF2-40B4-BE49-F238E27FC236}">
                    <a16:creationId xmlns:a16="http://schemas.microsoft.com/office/drawing/2014/main" id="{0FAAFFBA-2A60-6860-3984-2609C817246A}"/>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178" name="Group 177">
                <a:extLst>
                  <a:ext uri="{FF2B5EF4-FFF2-40B4-BE49-F238E27FC236}">
                    <a16:creationId xmlns:a16="http://schemas.microsoft.com/office/drawing/2014/main" id="{7376B72F-1D49-845B-760F-C413CFEC6AF1}"/>
                  </a:ext>
                </a:extLst>
              </p:cNvPr>
              <p:cNvGrpSpPr/>
              <p:nvPr userDrawn="1"/>
            </p:nvGrpSpPr>
            <p:grpSpPr>
              <a:xfrm>
                <a:off x="-6310685" y="-4338819"/>
                <a:ext cx="1109931" cy="1246186"/>
                <a:chOff x="1496758" y="1516859"/>
                <a:chExt cx="1109931" cy="1246186"/>
              </a:xfrm>
              <a:solidFill>
                <a:srgbClr val="FFC000"/>
              </a:solidFill>
            </p:grpSpPr>
            <p:grpSp>
              <p:nvGrpSpPr>
                <p:cNvPr id="183" name="Group 182">
                  <a:extLst>
                    <a:ext uri="{FF2B5EF4-FFF2-40B4-BE49-F238E27FC236}">
                      <a16:creationId xmlns:a16="http://schemas.microsoft.com/office/drawing/2014/main" id="{08717B59-E10A-98DF-6FA9-58733ACEC912}"/>
                    </a:ext>
                  </a:extLst>
                </p:cNvPr>
                <p:cNvGrpSpPr/>
                <p:nvPr/>
              </p:nvGrpSpPr>
              <p:grpSpPr>
                <a:xfrm rot="337452">
                  <a:off x="1496758" y="2082879"/>
                  <a:ext cx="676676" cy="680166"/>
                  <a:chOff x="1490297" y="1956128"/>
                  <a:chExt cx="1043292" cy="1048672"/>
                </a:xfrm>
                <a:grpFill/>
              </p:grpSpPr>
              <p:sp>
                <p:nvSpPr>
                  <p:cNvPr id="188" name="Curved Right Arrow 187">
                    <a:extLst>
                      <a:ext uri="{FF2B5EF4-FFF2-40B4-BE49-F238E27FC236}">
                        <a16:creationId xmlns:a16="http://schemas.microsoft.com/office/drawing/2014/main" id="{3F6BCD90-CD6A-DBA7-0D8B-CBD8C850F378}"/>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9" name="Curved Right Arrow 188">
                    <a:extLst>
                      <a:ext uri="{FF2B5EF4-FFF2-40B4-BE49-F238E27FC236}">
                        <a16:creationId xmlns:a16="http://schemas.microsoft.com/office/drawing/2014/main" id="{987AFB46-0701-1A1B-4755-319344BA282B}"/>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Curved Right Arrow 189">
                    <a:extLst>
                      <a:ext uri="{FF2B5EF4-FFF2-40B4-BE49-F238E27FC236}">
                        <a16:creationId xmlns:a16="http://schemas.microsoft.com/office/drawing/2014/main" id="{BA2A2702-EAF5-6DF5-9F98-7EF08B3FBE14}"/>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84" name="Group 183">
                  <a:extLst>
                    <a:ext uri="{FF2B5EF4-FFF2-40B4-BE49-F238E27FC236}">
                      <a16:creationId xmlns:a16="http://schemas.microsoft.com/office/drawing/2014/main" id="{AE21A413-D962-7209-EF28-73C1870D0D67}"/>
                    </a:ext>
                  </a:extLst>
                </p:cNvPr>
                <p:cNvGrpSpPr/>
                <p:nvPr/>
              </p:nvGrpSpPr>
              <p:grpSpPr>
                <a:xfrm rot="11791363">
                  <a:off x="1951309" y="1516859"/>
                  <a:ext cx="655380" cy="672414"/>
                  <a:chOff x="1537746" y="1986114"/>
                  <a:chExt cx="1010459" cy="1036722"/>
                </a:xfrm>
                <a:grpFill/>
              </p:grpSpPr>
              <p:sp>
                <p:nvSpPr>
                  <p:cNvPr id="185" name="Curved Right Arrow 184">
                    <a:extLst>
                      <a:ext uri="{FF2B5EF4-FFF2-40B4-BE49-F238E27FC236}">
                        <a16:creationId xmlns:a16="http://schemas.microsoft.com/office/drawing/2014/main" id="{D021BA53-4855-F93B-C1FC-8BCEFBB72104}"/>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6" name="Curved Right Arrow 185">
                    <a:extLst>
                      <a:ext uri="{FF2B5EF4-FFF2-40B4-BE49-F238E27FC236}">
                        <a16:creationId xmlns:a16="http://schemas.microsoft.com/office/drawing/2014/main" id="{818E012B-010E-CFF9-1756-98AEFF132124}"/>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7" name="Curved Right Arrow 186">
                    <a:extLst>
                      <a:ext uri="{FF2B5EF4-FFF2-40B4-BE49-F238E27FC236}">
                        <a16:creationId xmlns:a16="http://schemas.microsoft.com/office/drawing/2014/main" id="{94E523A7-DEE6-DF8F-3B60-B8D9A50B812E}"/>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179" name="Block Arc 178">
                <a:extLst>
                  <a:ext uri="{FF2B5EF4-FFF2-40B4-BE49-F238E27FC236}">
                    <a16:creationId xmlns:a16="http://schemas.microsoft.com/office/drawing/2014/main" id="{33F25D14-10FC-37C4-9109-F784B089B3C4}"/>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80" name="Block Arc 179">
                <a:extLst>
                  <a:ext uri="{FF2B5EF4-FFF2-40B4-BE49-F238E27FC236}">
                    <a16:creationId xmlns:a16="http://schemas.microsoft.com/office/drawing/2014/main" id="{44E7CF12-0198-071E-051C-B7C84D35A1EA}"/>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81" name="Block Arc 180">
                <a:extLst>
                  <a:ext uri="{FF2B5EF4-FFF2-40B4-BE49-F238E27FC236}">
                    <a16:creationId xmlns:a16="http://schemas.microsoft.com/office/drawing/2014/main" id="{B3889160-2B62-0AEA-B13E-6492CD0C0021}"/>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182" name="Block Arc 181">
                <a:extLst>
                  <a:ext uri="{FF2B5EF4-FFF2-40B4-BE49-F238E27FC236}">
                    <a16:creationId xmlns:a16="http://schemas.microsoft.com/office/drawing/2014/main" id="{90C1C463-FB6E-AA21-842E-B9B09090D20C}"/>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208" name="Group 207">
              <a:extLst>
                <a:ext uri="{FF2B5EF4-FFF2-40B4-BE49-F238E27FC236}">
                  <a16:creationId xmlns:a16="http://schemas.microsoft.com/office/drawing/2014/main" id="{7C868BAF-67D8-685B-FBF0-381130DDAC81}"/>
                </a:ext>
              </a:extLst>
            </p:cNvPr>
            <p:cNvGrpSpPr/>
            <p:nvPr userDrawn="1"/>
          </p:nvGrpSpPr>
          <p:grpSpPr>
            <a:xfrm rot="8479211">
              <a:off x="1011220" y="1599085"/>
              <a:ext cx="4479565" cy="4581645"/>
              <a:chOff x="-6827777" y="-4338819"/>
              <a:chExt cx="4479565" cy="4581645"/>
            </a:xfrm>
          </p:grpSpPr>
          <p:sp>
            <p:nvSpPr>
              <p:cNvPr id="209" name="Block Arc 208">
                <a:extLst>
                  <a:ext uri="{FF2B5EF4-FFF2-40B4-BE49-F238E27FC236}">
                    <a16:creationId xmlns:a16="http://schemas.microsoft.com/office/drawing/2014/main" id="{B6A2E1EC-EF14-3F23-25FB-A9BCA9259365}"/>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10" name="Block Arc 209">
                <a:extLst>
                  <a:ext uri="{FF2B5EF4-FFF2-40B4-BE49-F238E27FC236}">
                    <a16:creationId xmlns:a16="http://schemas.microsoft.com/office/drawing/2014/main" id="{6E647087-D5A9-9B4D-BCE1-E8AA51F34EBD}"/>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11" name="Block Arc 210">
                <a:extLst>
                  <a:ext uri="{FF2B5EF4-FFF2-40B4-BE49-F238E27FC236}">
                    <a16:creationId xmlns:a16="http://schemas.microsoft.com/office/drawing/2014/main" id="{5A28EFFC-B639-7A60-0E1F-CBF492E49AD4}"/>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212" name="Group 211">
                <a:extLst>
                  <a:ext uri="{FF2B5EF4-FFF2-40B4-BE49-F238E27FC236}">
                    <a16:creationId xmlns:a16="http://schemas.microsoft.com/office/drawing/2014/main" id="{248940DE-3174-34E6-5961-975175DE101A}"/>
                  </a:ext>
                </a:extLst>
              </p:cNvPr>
              <p:cNvGrpSpPr/>
              <p:nvPr userDrawn="1"/>
            </p:nvGrpSpPr>
            <p:grpSpPr>
              <a:xfrm>
                <a:off x="-6310685" y="-4338819"/>
                <a:ext cx="1109931" cy="1246186"/>
                <a:chOff x="1496758" y="1516859"/>
                <a:chExt cx="1109931" cy="1246186"/>
              </a:xfrm>
              <a:solidFill>
                <a:srgbClr val="FFC000"/>
              </a:solidFill>
            </p:grpSpPr>
            <p:grpSp>
              <p:nvGrpSpPr>
                <p:cNvPr id="217" name="Group 216">
                  <a:extLst>
                    <a:ext uri="{FF2B5EF4-FFF2-40B4-BE49-F238E27FC236}">
                      <a16:creationId xmlns:a16="http://schemas.microsoft.com/office/drawing/2014/main" id="{71DD3B6E-FAB8-79C4-9EE7-D7EAD3656BDD}"/>
                    </a:ext>
                  </a:extLst>
                </p:cNvPr>
                <p:cNvGrpSpPr/>
                <p:nvPr/>
              </p:nvGrpSpPr>
              <p:grpSpPr>
                <a:xfrm rot="337452">
                  <a:off x="1496758" y="2082879"/>
                  <a:ext cx="676676" cy="680166"/>
                  <a:chOff x="1490297" y="1956128"/>
                  <a:chExt cx="1043292" cy="1048672"/>
                </a:xfrm>
                <a:grpFill/>
              </p:grpSpPr>
              <p:sp>
                <p:nvSpPr>
                  <p:cNvPr id="222" name="Curved Right Arrow 221">
                    <a:extLst>
                      <a:ext uri="{FF2B5EF4-FFF2-40B4-BE49-F238E27FC236}">
                        <a16:creationId xmlns:a16="http://schemas.microsoft.com/office/drawing/2014/main" id="{84B50631-111E-DA9D-EF9A-3E6E787C1F48}"/>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3" name="Curved Right Arrow 222">
                    <a:extLst>
                      <a:ext uri="{FF2B5EF4-FFF2-40B4-BE49-F238E27FC236}">
                        <a16:creationId xmlns:a16="http://schemas.microsoft.com/office/drawing/2014/main" id="{5E4C5B5A-8986-3EBD-436F-4971011A4FEA}"/>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4" name="Curved Right Arrow 223">
                    <a:extLst>
                      <a:ext uri="{FF2B5EF4-FFF2-40B4-BE49-F238E27FC236}">
                        <a16:creationId xmlns:a16="http://schemas.microsoft.com/office/drawing/2014/main" id="{5D80C5EF-8461-EDA4-A0BA-D8CD99ACDD66}"/>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18" name="Group 217">
                  <a:extLst>
                    <a:ext uri="{FF2B5EF4-FFF2-40B4-BE49-F238E27FC236}">
                      <a16:creationId xmlns:a16="http://schemas.microsoft.com/office/drawing/2014/main" id="{43B38A18-79DC-F09C-31A4-3215EED1D676}"/>
                    </a:ext>
                  </a:extLst>
                </p:cNvPr>
                <p:cNvGrpSpPr/>
                <p:nvPr/>
              </p:nvGrpSpPr>
              <p:grpSpPr>
                <a:xfrm rot="11791363">
                  <a:off x="1951309" y="1516859"/>
                  <a:ext cx="655380" cy="672414"/>
                  <a:chOff x="1537746" y="1986114"/>
                  <a:chExt cx="1010459" cy="1036722"/>
                </a:xfrm>
                <a:grpFill/>
              </p:grpSpPr>
              <p:sp>
                <p:nvSpPr>
                  <p:cNvPr id="219" name="Curved Right Arrow 218">
                    <a:extLst>
                      <a:ext uri="{FF2B5EF4-FFF2-40B4-BE49-F238E27FC236}">
                        <a16:creationId xmlns:a16="http://schemas.microsoft.com/office/drawing/2014/main" id="{9B912550-BDE7-62B9-6F71-3459D6216B39}"/>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0" name="Curved Right Arrow 219">
                    <a:extLst>
                      <a:ext uri="{FF2B5EF4-FFF2-40B4-BE49-F238E27FC236}">
                        <a16:creationId xmlns:a16="http://schemas.microsoft.com/office/drawing/2014/main" id="{86EF7E5E-8DA4-7FC4-1015-0872CB7B307E}"/>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1" name="Curved Right Arrow 220">
                    <a:extLst>
                      <a:ext uri="{FF2B5EF4-FFF2-40B4-BE49-F238E27FC236}">
                        <a16:creationId xmlns:a16="http://schemas.microsoft.com/office/drawing/2014/main" id="{6EB6CAA9-06F4-2DB6-8BFA-FDFE55D2FE4D}"/>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13" name="Block Arc 212">
                <a:extLst>
                  <a:ext uri="{FF2B5EF4-FFF2-40B4-BE49-F238E27FC236}">
                    <a16:creationId xmlns:a16="http://schemas.microsoft.com/office/drawing/2014/main" id="{6F2487B9-0810-66D7-358A-A40447CBE7D1}"/>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14" name="Block Arc 213">
                <a:extLst>
                  <a:ext uri="{FF2B5EF4-FFF2-40B4-BE49-F238E27FC236}">
                    <a16:creationId xmlns:a16="http://schemas.microsoft.com/office/drawing/2014/main" id="{1D423479-E227-AE56-2D2A-C517AD4954D8}"/>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15" name="Block Arc 214">
                <a:extLst>
                  <a:ext uri="{FF2B5EF4-FFF2-40B4-BE49-F238E27FC236}">
                    <a16:creationId xmlns:a16="http://schemas.microsoft.com/office/drawing/2014/main" id="{7A3C9914-57A9-675F-9B87-01152ACD1BF4}"/>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16" name="Block Arc 215">
                <a:extLst>
                  <a:ext uri="{FF2B5EF4-FFF2-40B4-BE49-F238E27FC236}">
                    <a16:creationId xmlns:a16="http://schemas.microsoft.com/office/drawing/2014/main" id="{6D8A73DF-4887-747B-D851-4D010908A0C3}"/>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nvGrpSpPr>
            <p:cNvPr id="225" name="Group 224">
              <a:extLst>
                <a:ext uri="{FF2B5EF4-FFF2-40B4-BE49-F238E27FC236}">
                  <a16:creationId xmlns:a16="http://schemas.microsoft.com/office/drawing/2014/main" id="{E8E9F192-ED35-CE25-9A2D-17B99BB97D5E}"/>
                </a:ext>
              </a:extLst>
            </p:cNvPr>
            <p:cNvGrpSpPr/>
            <p:nvPr userDrawn="1"/>
          </p:nvGrpSpPr>
          <p:grpSpPr>
            <a:xfrm rot="4292651">
              <a:off x="1017140" y="1548320"/>
              <a:ext cx="4479565" cy="4581645"/>
              <a:chOff x="-6827777" y="-4338819"/>
              <a:chExt cx="4479565" cy="4581645"/>
            </a:xfrm>
          </p:grpSpPr>
          <p:sp>
            <p:nvSpPr>
              <p:cNvPr id="226" name="Block Arc 225">
                <a:extLst>
                  <a:ext uri="{FF2B5EF4-FFF2-40B4-BE49-F238E27FC236}">
                    <a16:creationId xmlns:a16="http://schemas.microsoft.com/office/drawing/2014/main" id="{998DE0F2-B873-0153-A629-06FB58438D1C}"/>
                  </a:ext>
                </a:extLst>
              </p:cNvPr>
              <p:cNvSpPr/>
              <p:nvPr userDrawn="1"/>
            </p:nvSpPr>
            <p:spPr>
              <a:xfrm rot="18989718">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27" name="Block Arc 226">
                <a:extLst>
                  <a:ext uri="{FF2B5EF4-FFF2-40B4-BE49-F238E27FC236}">
                    <a16:creationId xmlns:a16="http://schemas.microsoft.com/office/drawing/2014/main" id="{64A161B2-4652-2459-E8FF-0604F308843E}"/>
                  </a:ext>
                </a:extLst>
              </p:cNvPr>
              <p:cNvSpPr/>
              <p:nvPr userDrawn="1"/>
            </p:nvSpPr>
            <p:spPr>
              <a:xfrm rot="19724709">
                <a:off x="-6808727"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28" name="Block Arc 227">
                <a:extLst>
                  <a:ext uri="{FF2B5EF4-FFF2-40B4-BE49-F238E27FC236}">
                    <a16:creationId xmlns:a16="http://schemas.microsoft.com/office/drawing/2014/main" id="{1C874E50-1FA4-26BE-E55A-A83E6B90EB7F}"/>
                  </a:ext>
                </a:extLst>
              </p:cNvPr>
              <p:cNvSpPr/>
              <p:nvPr userDrawn="1"/>
            </p:nvSpPr>
            <p:spPr>
              <a:xfrm rot="20572156">
                <a:off x="-6827777" y="-4217689"/>
                <a:ext cx="4460515" cy="4460515"/>
              </a:xfrm>
              <a:prstGeom prst="blockArc">
                <a:avLst>
                  <a:gd name="adj1" fmla="val 15748826"/>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nvGrpSpPr>
              <p:cNvPr id="229" name="Group 228">
                <a:extLst>
                  <a:ext uri="{FF2B5EF4-FFF2-40B4-BE49-F238E27FC236}">
                    <a16:creationId xmlns:a16="http://schemas.microsoft.com/office/drawing/2014/main" id="{75A418CD-A489-5EED-1BE8-65FC8DEAB3E8}"/>
                  </a:ext>
                </a:extLst>
              </p:cNvPr>
              <p:cNvGrpSpPr/>
              <p:nvPr userDrawn="1"/>
            </p:nvGrpSpPr>
            <p:grpSpPr>
              <a:xfrm>
                <a:off x="-6310685" y="-4338819"/>
                <a:ext cx="1109931" cy="1246186"/>
                <a:chOff x="1496758" y="1516859"/>
                <a:chExt cx="1109931" cy="1246186"/>
              </a:xfrm>
              <a:solidFill>
                <a:srgbClr val="FFC000"/>
              </a:solidFill>
            </p:grpSpPr>
            <p:grpSp>
              <p:nvGrpSpPr>
                <p:cNvPr id="234" name="Group 233">
                  <a:extLst>
                    <a:ext uri="{FF2B5EF4-FFF2-40B4-BE49-F238E27FC236}">
                      <a16:creationId xmlns:a16="http://schemas.microsoft.com/office/drawing/2014/main" id="{22E8757C-C17C-5A15-C4D2-A0F51D28EECD}"/>
                    </a:ext>
                  </a:extLst>
                </p:cNvPr>
                <p:cNvGrpSpPr/>
                <p:nvPr/>
              </p:nvGrpSpPr>
              <p:grpSpPr>
                <a:xfrm rot="337452">
                  <a:off x="1496758" y="2082879"/>
                  <a:ext cx="676676" cy="680166"/>
                  <a:chOff x="1490297" y="1956128"/>
                  <a:chExt cx="1043292" cy="1048672"/>
                </a:xfrm>
                <a:grpFill/>
              </p:grpSpPr>
              <p:sp>
                <p:nvSpPr>
                  <p:cNvPr id="239" name="Curved Right Arrow 238">
                    <a:extLst>
                      <a:ext uri="{FF2B5EF4-FFF2-40B4-BE49-F238E27FC236}">
                        <a16:creationId xmlns:a16="http://schemas.microsoft.com/office/drawing/2014/main" id="{2D26CC59-9CBB-5524-3746-565FE9E0D4B6}"/>
                      </a:ext>
                    </a:extLst>
                  </p:cNvPr>
                  <p:cNvSpPr/>
                  <p:nvPr/>
                </p:nvSpPr>
                <p:spPr>
                  <a:xfrm rot="2552695">
                    <a:off x="1490297" y="1956128"/>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0" name="Curved Right Arrow 239">
                    <a:extLst>
                      <a:ext uri="{FF2B5EF4-FFF2-40B4-BE49-F238E27FC236}">
                        <a16:creationId xmlns:a16="http://schemas.microsoft.com/office/drawing/2014/main" id="{E0523F26-797C-C452-9C1C-71E14B354849}"/>
                      </a:ext>
                    </a:extLst>
                  </p:cNvPr>
                  <p:cNvSpPr/>
                  <p:nvPr/>
                </p:nvSpPr>
                <p:spPr>
                  <a:xfrm rot="13678126">
                    <a:off x="2057574" y="2031460"/>
                    <a:ext cx="471554"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1" name="Curved Right Arrow 240">
                    <a:extLst>
                      <a:ext uri="{FF2B5EF4-FFF2-40B4-BE49-F238E27FC236}">
                        <a16:creationId xmlns:a16="http://schemas.microsoft.com/office/drawing/2014/main" id="{CA3FB094-9EE0-A67C-E6D4-FCE1F8C4AE04}"/>
                      </a:ext>
                    </a:extLst>
                  </p:cNvPr>
                  <p:cNvSpPr/>
                  <p:nvPr/>
                </p:nvSpPr>
                <p:spPr>
                  <a:xfrm rot="13500000">
                    <a:off x="1582662" y="2528785"/>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35" name="Group 234">
                  <a:extLst>
                    <a:ext uri="{FF2B5EF4-FFF2-40B4-BE49-F238E27FC236}">
                      <a16:creationId xmlns:a16="http://schemas.microsoft.com/office/drawing/2014/main" id="{6BD733AA-7E7B-9AB4-C969-AFDFB39D729E}"/>
                    </a:ext>
                  </a:extLst>
                </p:cNvPr>
                <p:cNvGrpSpPr/>
                <p:nvPr/>
              </p:nvGrpSpPr>
              <p:grpSpPr>
                <a:xfrm rot="11791363">
                  <a:off x="1951309" y="1516859"/>
                  <a:ext cx="655380" cy="672414"/>
                  <a:chOff x="1537746" y="1986114"/>
                  <a:chExt cx="1010459" cy="1036722"/>
                </a:xfrm>
                <a:grpFill/>
              </p:grpSpPr>
              <p:sp>
                <p:nvSpPr>
                  <p:cNvPr id="236" name="Curved Right Arrow 235">
                    <a:extLst>
                      <a:ext uri="{FF2B5EF4-FFF2-40B4-BE49-F238E27FC236}">
                        <a16:creationId xmlns:a16="http://schemas.microsoft.com/office/drawing/2014/main" id="{6AC205FF-EF96-C2B5-501F-382ED1CB1A18}"/>
                      </a:ext>
                    </a:extLst>
                  </p:cNvPr>
                  <p:cNvSpPr/>
                  <p:nvPr/>
                </p:nvSpPr>
                <p:spPr>
                  <a:xfrm rot="2668401">
                    <a:off x="1537746" y="1986114"/>
                    <a:ext cx="471553" cy="480478"/>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7" name="Curved Right Arrow 236">
                    <a:extLst>
                      <a:ext uri="{FF2B5EF4-FFF2-40B4-BE49-F238E27FC236}">
                        <a16:creationId xmlns:a16="http://schemas.microsoft.com/office/drawing/2014/main" id="{ECE5C892-928A-8087-9E04-43F2B33FD49E}"/>
                      </a:ext>
                    </a:extLst>
                  </p:cNvPr>
                  <p:cNvSpPr/>
                  <p:nvPr/>
                </p:nvSpPr>
                <p:spPr>
                  <a:xfrm rot="13500000">
                    <a:off x="2072189" y="2030020"/>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8" name="Curved Right Arrow 237">
                    <a:extLst>
                      <a:ext uri="{FF2B5EF4-FFF2-40B4-BE49-F238E27FC236}">
                        <a16:creationId xmlns:a16="http://schemas.microsoft.com/office/drawing/2014/main" id="{20129413-01C5-1CDB-E3D8-EE606C1E335A}"/>
                      </a:ext>
                    </a:extLst>
                  </p:cNvPr>
                  <p:cNvSpPr/>
                  <p:nvPr/>
                </p:nvSpPr>
                <p:spPr>
                  <a:xfrm rot="13683632">
                    <a:off x="1589164" y="2546821"/>
                    <a:ext cx="471555" cy="480476"/>
                  </a:xfrm>
                  <a:prstGeom prst="curvedRightArrow">
                    <a:avLst>
                      <a:gd name="adj1" fmla="val 50000"/>
                      <a:gd name="adj2" fmla="val 27512"/>
                      <a:gd name="adj3" fmla="val 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230" name="Block Arc 229">
                <a:extLst>
                  <a:ext uri="{FF2B5EF4-FFF2-40B4-BE49-F238E27FC236}">
                    <a16:creationId xmlns:a16="http://schemas.microsoft.com/office/drawing/2014/main" id="{2CCF233A-E8E6-C045-F84B-F54DE13F9D44}"/>
                  </a:ext>
                </a:extLst>
              </p:cNvPr>
              <p:cNvSpPr/>
              <p:nvPr userDrawn="1"/>
            </p:nvSpPr>
            <p:spPr>
              <a:xfrm>
                <a:off x="-6827776" y="-4217689"/>
                <a:ext cx="4460515" cy="4460515"/>
              </a:xfrm>
              <a:prstGeom prst="blockArc">
                <a:avLst>
                  <a:gd name="adj1" fmla="val 15126698"/>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31" name="Block Arc 230">
                <a:extLst>
                  <a:ext uri="{FF2B5EF4-FFF2-40B4-BE49-F238E27FC236}">
                    <a16:creationId xmlns:a16="http://schemas.microsoft.com/office/drawing/2014/main" id="{8EF7FAB2-F7F1-CE66-33E3-D5831AA3D20D}"/>
                  </a:ext>
                </a:extLst>
              </p:cNvPr>
              <p:cNvSpPr/>
              <p:nvPr userDrawn="1"/>
            </p:nvSpPr>
            <p:spPr>
              <a:xfrm rot="20090322">
                <a:off x="-6808728" y="-4227215"/>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32" name="Block Arc 231">
                <a:extLst>
                  <a:ext uri="{FF2B5EF4-FFF2-40B4-BE49-F238E27FC236}">
                    <a16:creationId xmlns:a16="http://schemas.microsoft.com/office/drawing/2014/main" id="{8AB29057-402F-18F8-598F-C8EDFEA7A4F5}"/>
                  </a:ext>
                </a:extLst>
              </p:cNvPr>
              <p:cNvSpPr/>
              <p:nvPr userDrawn="1"/>
            </p:nvSpPr>
            <p:spPr>
              <a:xfrm rot="19366674">
                <a:off x="-6808727" y="-4227226"/>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sp>
            <p:nvSpPr>
              <p:cNvPr id="233" name="Block Arc 232">
                <a:extLst>
                  <a:ext uri="{FF2B5EF4-FFF2-40B4-BE49-F238E27FC236}">
                    <a16:creationId xmlns:a16="http://schemas.microsoft.com/office/drawing/2014/main" id="{F77B4551-D9BC-A7FB-DAA5-401AA6ADA8D9}"/>
                  </a:ext>
                </a:extLst>
              </p:cNvPr>
              <p:cNvSpPr/>
              <p:nvPr userDrawn="1"/>
            </p:nvSpPr>
            <p:spPr>
              <a:xfrm rot="18593447">
                <a:off x="-6808727" y="-4230401"/>
                <a:ext cx="4460515" cy="4460515"/>
              </a:xfrm>
              <a:prstGeom prst="blockArc">
                <a:avLst>
                  <a:gd name="adj1" fmla="val 15785393"/>
                  <a:gd name="adj2" fmla="val 16200000"/>
                  <a:gd name="adj3" fmla="val 4637"/>
                </a:avLst>
              </a:prstGeom>
              <a:solidFill>
                <a:schemeClr val="accent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b="0"/>
              </a:p>
            </p:txBody>
          </p:sp>
        </p:grpSp>
      </p:grpSp>
      <p:sp>
        <p:nvSpPr>
          <p:cNvPr id="50" name="Freeform 49">
            <a:extLst>
              <a:ext uri="{FF2B5EF4-FFF2-40B4-BE49-F238E27FC236}">
                <a16:creationId xmlns:a16="http://schemas.microsoft.com/office/drawing/2014/main" id="{8C4FF195-CBF7-00FA-EE88-559723EB59B0}"/>
              </a:ext>
            </a:extLst>
          </p:cNvPr>
          <p:cNvSpPr/>
          <p:nvPr userDrawn="1"/>
        </p:nvSpPr>
        <p:spPr>
          <a:xfrm>
            <a:off x="2491779" y="971549"/>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F2CC"/>
          </a:solidFill>
          <a:ln w="38100">
            <a:solidFill>
              <a:srgbClr val="FFC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5740" tIns="235740" rIns="235740" bIns="235740" numCol="1" spcCol="1270" anchor="ctr" anchorCtr="0">
            <a:noAutofit/>
          </a:bodyPr>
          <a:lstStyle/>
          <a:p>
            <a:pPr marL="0" lvl="0" indent="0" algn="ctr" defTabSz="889000">
              <a:lnSpc>
                <a:spcPct val="90000"/>
              </a:lnSpc>
              <a:spcBef>
                <a:spcPct val="0"/>
              </a:spcBef>
              <a:spcAft>
                <a:spcPct val="35000"/>
              </a:spcAft>
              <a:buNone/>
            </a:pPr>
            <a:r>
              <a:rPr lang="en-GB" sz="2000" b="0" kern="1200">
                <a:solidFill>
                  <a:srgbClr val="FFC000"/>
                </a:solidFill>
                <a:latin typeface="Twinkl Cursive Looped" panose="02000000000000000000" pitchFamily="2" charset="77"/>
                <a:ea typeface="Sassoon Infant Rg" panose="02000503030000020003" pitchFamily="2" charset="0"/>
              </a:rPr>
              <a:t>Place, Space &amp; Scale</a:t>
            </a:r>
          </a:p>
        </p:txBody>
      </p:sp>
      <p:sp>
        <p:nvSpPr>
          <p:cNvPr id="51" name="Freeform 50">
            <a:extLst>
              <a:ext uri="{FF2B5EF4-FFF2-40B4-BE49-F238E27FC236}">
                <a16:creationId xmlns:a16="http://schemas.microsoft.com/office/drawing/2014/main" id="{02E74CB5-2658-3819-5348-986FA8FA6DA5}"/>
              </a:ext>
            </a:extLst>
          </p:cNvPr>
          <p:cNvSpPr/>
          <p:nvPr userDrawn="1"/>
        </p:nvSpPr>
        <p:spPr>
          <a:xfrm>
            <a:off x="4563705"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chemeClr val="accent6">
              <a:lumMod val="20000"/>
              <a:lumOff val="80000"/>
            </a:schemeClr>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chemeClr val="accent6"/>
                </a:solidFill>
                <a:latin typeface="Twinkl Cursive Looped" panose="02000000000000000000" pitchFamily="2" charset="77"/>
                <a:ea typeface="Sassoon Infant Rg" panose="02000503030000020003" pitchFamily="2" charset="0"/>
              </a:rPr>
              <a:t>Physical Geography</a:t>
            </a:r>
          </a:p>
        </p:txBody>
      </p:sp>
      <p:sp>
        <p:nvSpPr>
          <p:cNvPr id="52" name="Freeform 51">
            <a:extLst>
              <a:ext uri="{FF2B5EF4-FFF2-40B4-BE49-F238E27FC236}">
                <a16:creationId xmlns:a16="http://schemas.microsoft.com/office/drawing/2014/main" id="{3FB192E0-CF0D-3A3E-F8AE-2C7936146CAF}"/>
              </a:ext>
            </a:extLst>
          </p:cNvPr>
          <p:cNvSpPr/>
          <p:nvPr userDrawn="1"/>
        </p:nvSpPr>
        <p:spPr>
          <a:xfrm>
            <a:off x="3772300"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CCCCFF"/>
          </a:solidFill>
          <a:ln w="38100">
            <a:solidFill>
              <a:srgbClr val="7030A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5580" tIns="225580" rIns="225580" bIns="225580" numCol="1" spcCol="1270" anchor="ctr" anchorCtr="0">
            <a:noAutofit/>
          </a:bodyPr>
          <a:lstStyle/>
          <a:p>
            <a:pPr marL="0" lvl="0" indent="0" algn="ctr" defTabSz="533400">
              <a:lnSpc>
                <a:spcPct val="90000"/>
              </a:lnSpc>
              <a:spcBef>
                <a:spcPct val="0"/>
              </a:spcBef>
              <a:spcAft>
                <a:spcPct val="35000"/>
              </a:spcAft>
              <a:buNone/>
            </a:pPr>
            <a:r>
              <a:rPr lang="en-GB" sz="1200" b="0" kern="1200">
                <a:solidFill>
                  <a:srgbClr val="7030A0"/>
                </a:solidFill>
                <a:latin typeface="Twinkl Cursive Looped" panose="02000000000000000000" pitchFamily="2" charset="77"/>
                <a:ea typeface="Sassoon Infant Rg" panose="02000503030000020003" pitchFamily="2" charset="0"/>
              </a:rPr>
              <a:t>Environmental Impact &amp; Sustainability</a:t>
            </a:r>
          </a:p>
        </p:txBody>
      </p:sp>
      <p:sp>
        <p:nvSpPr>
          <p:cNvPr id="53" name="Freeform 52">
            <a:extLst>
              <a:ext uri="{FF2B5EF4-FFF2-40B4-BE49-F238E27FC236}">
                <a16:creationId xmlns:a16="http://schemas.microsoft.com/office/drawing/2014/main" id="{A424355A-8157-8F9B-793B-6FCDAF2D2A55}"/>
              </a:ext>
            </a:extLst>
          </p:cNvPr>
          <p:cNvSpPr/>
          <p:nvPr userDrawn="1"/>
        </p:nvSpPr>
        <p:spPr>
          <a:xfrm>
            <a:off x="1211259" y="4912586"/>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FFCCCC"/>
          </a:solidFill>
          <a:ln w="38100">
            <a:solidFill>
              <a:srgbClr val="C3580C"/>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0660" tIns="230660" rIns="230660" bIns="230660" numCol="1" spcCol="1270" anchor="ctr" anchorCtr="0">
            <a:noAutofit/>
          </a:bodyPr>
          <a:lstStyle/>
          <a:p>
            <a:pPr marL="0" lvl="0" indent="0" algn="ctr" defTabSz="711200">
              <a:lnSpc>
                <a:spcPct val="90000"/>
              </a:lnSpc>
              <a:spcBef>
                <a:spcPct val="0"/>
              </a:spcBef>
              <a:spcAft>
                <a:spcPct val="35000"/>
              </a:spcAft>
              <a:buNone/>
            </a:pPr>
            <a:r>
              <a:rPr lang="en-GB" sz="1600" b="0" kern="1200">
                <a:solidFill>
                  <a:srgbClr val="C3580C"/>
                </a:solidFill>
                <a:latin typeface="Twinkl Cursive Looped" panose="02000000000000000000" pitchFamily="2" charset="77"/>
                <a:ea typeface="Sassoon Infant Rg" panose="02000503030000020003" pitchFamily="2" charset="0"/>
              </a:rPr>
              <a:t>Human Geography</a:t>
            </a:r>
          </a:p>
        </p:txBody>
      </p:sp>
      <p:sp>
        <p:nvSpPr>
          <p:cNvPr id="54" name="Freeform 53">
            <a:extLst>
              <a:ext uri="{FF2B5EF4-FFF2-40B4-BE49-F238E27FC236}">
                <a16:creationId xmlns:a16="http://schemas.microsoft.com/office/drawing/2014/main" id="{EE958DA0-99EF-EAFE-07F6-CBB1A77314ED}"/>
              </a:ext>
            </a:extLst>
          </p:cNvPr>
          <p:cNvSpPr/>
          <p:nvPr userDrawn="1"/>
        </p:nvSpPr>
        <p:spPr>
          <a:xfrm>
            <a:off x="419854" y="2476891"/>
            <a:ext cx="1436290" cy="1436290"/>
          </a:xfrm>
          <a:custGeom>
            <a:avLst/>
            <a:gdLst>
              <a:gd name="csX0" fmla="*/ 0 w 1436290"/>
              <a:gd name="csY0" fmla="*/ 718145 h 1436290"/>
              <a:gd name="csX1" fmla="*/ 718145 w 1436290"/>
              <a:gd name="csY1" fmla="*/ 0 h 1436290"/>
              <a:gd name="csX2" fmla="*/ 1436290 w 1436290"/>
              <a:gd name="csY2" fmla="*/ 718145 h 1436290"/>
              <a:gd name="csX3" fmla="*/ 718145 w 1436290"/>
              <a:gd name="csY3" fmla="*/ 1436290 h 1436290"/>
              <a:gd name="csX4" fmla="*/ 0 w 1436290"/>
              <a:gd name="csY4" fmla="*/ 718145 h 1436290"/>
            </a:gdLst>
            <a:ahLst/>
            <a:cxnLst>
              <a:cxn ang="0">
                <a:pos x="csX0" y="csY0"/>
              </a:cxn>
              <a:cxn ang="0">
                <a:pos x="csX1" y="csY1"/>
              </a:cxn>
              <a:cxn ang="0">
                <a:pos x="csX2" y="csY2"/>
              </a:cxn>
              <a:cxn ang="0">
                <a:pos x="csX3" y="csY3"/>
              </a:cxn>
              <a:cxn ang="0">
                <a:pos x="csX4" y="csY4"/>
              </a:cxn>
            </a:cxnLst>
            <a:rect l="l" t="t" r="r" b="b"/>
            <a:pathLst>
              <a:path w="1436290" h="1436290">
                <a:moveTo>
                  <a:pt x="0" y="718145"/>
                </a:moveTo>
                <a:cubicBezTo>
                  <a:pt x="0" y="321524"/>
                  <a:pt x="321524" y="0"/>
                  <a:pt x="718145" y="0"/>
                </a:cubicBezTo>
                <a:cubicBezTo>
                  <a:pt x="1114766" y="0"/>
                  <a:pt x="1436290" y="321524"/>
                  <a:pt x="1436290" y="718145"/>
                </a:cubicBezTo>
                <a:cubicBezTo>
                  <a:pt x="1436290" y="1114766"/>
                  <a:pt x="1114766" y="1436290"/>
                  <a:pt x="718145" y="1436290"/>
                </a:cubicBezTo>
                <a:cubicBezTo>
                  <a:pt x="321524" y="1436290"/>
                  <a:pt x="0" y="1114766"/>
                  <a:pt x="0" y="718145"/>
                </a:cubicBezTo>
                <a:close/>
              </a:path>
            </a:pathLst>
          </a:custGeom>
          <a:solidFill>
            <a:srgbClr val="DDEAF8"/>
          </a:solidFill>
          <a:ln w="38100">
            <a:solidFill>
              <a:srgbClr val="4574C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120" tIns="228120" rIns="228120" bIns="228120" numCol="1" spcCol="1270" anchor="ctr" anchorCtr="0">
            <a:noAutofit/>
          </a:bodyPr>
          <a:lstStyle/>
          <a:p>
            <a:pPr marL="0" lvl="0" indent="0" algn="ctr" defTabSz="622300">
              <a:lnSpc>
                <a:spcPct val="90000"/>
              </a:lnSpc>
              <a:spcBef>
                <a:spcPct val="0"/>
              </a:spcBef>
              <a:spcAft>
                <a:spcPct val="35000"/>
              </a:spcAft>
              <a:buNone/>
            </a:pPr>
            <a:r>
              <a:rPr lang="en-GB" sz="1400" b="0" kern="1200">
                <a:solidFill>
                  <a:srgbClr val="4574C4"/>
                </a:solidFill>
                <a:latin typeface="Twinkl Cursive Looped" panose="02000000000000000000" pitchFamily="2" charset="77"/>
                <a:ea typeface="Sassoon Infant Rg" panose="02000503030000020003" pitchFamily="2" charset="0"/>
              </a:rPr>
              <a:t>Cultural awareness &amp; diversity </a:t>
            </a:r>
          </a:p>
        </p:txBody>
      </p:sp>
      <p:sp>
        <p:nvSpPr>
          <p:cNvPr id="262" name="Rectangle 261">
            <a:extLst>
              <a:ext uri="{FF2B5EF4-FFF2-40B4-BE49-F238E27FC236}">
                <a16:creationId xmlns:a16="http://schemas.microsoft.com/office/drawing/2014/main" id="{DE9A1495-0C8C-27AA-0D2C-9B0E78A895D0}"/>
              </a:ext>
            </a:extLst>
          </p:cNvPr>
          <p:cNvSpPr/>
          <p:nvPr userDrawn="1"/>
        </p:nvSpPr>
        <p:spPr>
          <a:xfrm>
            <a:off x="2284992" y="4136928"/>
            <a:ext cx="1836223" cy="986274"/>
          </a:xfrm>
          <a:prstGeom prst="rect">
            <a:avLst/>
          </a:prstGeom>
          <a:noFill/>
          <a:effectLst/>
        </p:spPr>
        <p:txBody>
          <a:bodyPr wrap="none" lIns="91440" tIns="45720" rIns="91440" bIns="45720">
            <a:prstTxWarp prst="textArchDown">
              <a:avLst>
                <a:gd name="adj" fmla="val 96006"/>
              </a:avLst>
            </a:prstTxWarp>
            <a:spAutoFit/>
          </a:bodyPr>
          <a:lstStyle/>
          <a:p>
            <a:pPr algn="ctr"/>
            <a:r>
              <a:rPr lang="en-GB" sz="1800" b="0" cap="none" spc="0">
                <a:ln w="0"/>
                <a:solidFill>
                  <a:schemeClr val="tx1"/>
                </a:solidFill>
                <a:effectLst/>
                <a:latin typeface="Twinkl Cursive Looped" panose="02000000000000000000" pitchFamily="2" charset="77"/>
              </a:rPr>
              <a:t>Compassion</a:t>
            </a:r>
          </a:p>
        </p:txBody>
      </p:sp>
    </p:spTree>
    <p:extLst>
      <p:ext uri="{BB962C8B-B14F-4D97-AF65-F5344CB8AC3E}">
        <p14:creationId xmlns:p14="http://schemas.microsoft.com/office/powerpoint/2010/main" val="2980679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wheel(1)">
                                      <p:cBhvr>
                                        <p:cTn id="7" dur="2000"/>
                                        <p:tgtEl>
                                          <p:spTgt spid="24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mph" presetSubtype="0" fill="hold" grpId="0" nodeType="clickEffect">
                                  <p:stCondLst>
                                    <p:cond delay="0"/>
                                  </p:stCondLst>
                                  <p:childTnLst>
                                    <p:animScale>
                                      <p:cBhvr>
                                        <p:cTn id="11" dur="2000" fill="hold"/>
                                        <p:tgtEl>
                                          <p:spTgt spid="52"/>
                                        </p:tgtEl>
                                      </p:cBhvr>
                                      <p:by x="150000" y="150000"/>
                                    </p:animScale>
                                  </p:childTnLst>
                                </p:cTn>
                              </p:par>
                              <p:par>
                                <p:cTn id="12" presetID="1" presetClass="entr" presetSubtype="0" fill="hold" grpId="0" nodeType="withEffect">
                                  <p:stCondLst>
                                    <p:cond delay="0"/>
                                  </p:stCondLst>
                                  <p:childTnLst>
                                    <p:set>
                                      <p:cBhvr>
                                        <p:cTn id="13"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262" grpId="0"/>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Revisit">
    <p:spTree>
      <p:nvGrpSpPr>
        <p:cNvPr id="1" name=""/>
        <p:cNvGrpSpPr/>
        <p:nvPr/>
      </p:nvGrpSpPr>
      <p:grpSpPr>
        <a:xfrm>
          <a:off x="0" y="0"/>
          <a:ext cx="0" cy="0"/>
          <a:chOff x="0" y="0"/>
          <a:chExt cx="0" cy="0"/>
        </a:xfrm>
      </p:grpSpPr>
      <p:pic>
        <p:nvPicPr>
          <p:cNvPr id="6" name="Picture 1" descr="Macintosh HD:Users:nicholasgarrick:Dropbox:1 LupL:6 Resources:Images and Icons:Icons:Geographer:icon_5211.png">
            <a:extLst>
              <a:ext uri="{FF2B5EF4-FFF2-40B4-BE49-F238E27FC236}">
                <a16:creationId xmlns:a16="http://schemas.microsoft.com/office/drawing/2014/main" id="{DC5F1B42-8526-1E66-05A7-2E821F42DE7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4AACB11-BAD2-FA1C-1458-34E0DEF57E1E}"/>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7030A0"/>
                </a:solidFill>
                <a:effectLst/>
                <a:uLnTx/>
                <a:uFillTx/>
                <a:latin typeface="Twinkl Cursive Looped" panose="02000000000000000000" pitchFamily="2" charset="77"/>
                <a:ea typeface="Sassoon Infant Rg" panose="02000503030000020003" pitchFamily="2" charset="0"/>
                <a:cs typeface="+mn-cs"/>
              </a:rPr>
              <a:t>Revisit</a:t>
            </a:r>
          </a:p>
        </p:txBody>
      </p:sp>
      <p:sp>
        <p:nvSpPr>
          <p:cNvPr id="3" name="Text Placeholder 3">
            <a:extLst>
              <a:ext uri="{FF2B5EF4-FFF2-40B4-BE49-F238E27FC236}">
                <a16:creationId xmlns:a16="http://schemas.microsoft.com/office/drawing/2014/main" id="{2B825575-8371-084D-D9DD-7E8F23ECB8B4}"/>
              </a:ext>
            </a:extLst>
          </p:cNvPr>
          <p:cNvSpPr>
            <a:spLocks noGrp="1"/>
          </p:cNvSpPr>
          <p:nvPr>
            <p:ph type="body" sz="quarter" idx="10"/>
          </p:nvPr>
        </p:nvSpPr>
        <p:spPr>
          <a:xfrm>
            <a:off x="623888" y="1047750"/>
            <a:ext cx="10950575" cy="506253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6570559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uzzle Pieces">
    <p:spTree>
      <p:nvGrpSpPr>
        <p:cNvPr id="1" name=""/>
        <p:cNvGrpSpPr/>
        <p:nvPr/>
      </p:nvGrpSpPr>
      <p:grpSpPr>
        <a:xfrm>
          <a:off x="0" y="0"/>
          <a:ext cx="0" cy="0"/>
          <a:chOff x="0" y="0"/>
          <a:chExt cx="0" cy="0"/>
        </a:xfrm>
      </p:grpSpPr>
      <p:pic>
        <p:nvPicPr>
          <p:cNvPr id="34" name="Picture 1" descr="Macintosh HD:Users:nicholasgarrick:Dropbox:1 LupL:6 Resources:Images and Icons:Icons:Geographer:icon_5211.png">
            <a:extLst>
              <a:ext uri="{FF2B5EF4-FFF2-40B4-BE49-F238E27FC236}">
                <a16:creationId xmlns:a16="http://schemas.microsoft.com/office/drawing/2014/main" id="{18459E9E-2215-95E5-26EB-8C8B74442A1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3E0F003-86CF-4CDD-0A82-22C58EE8CF90}"/>
              </a:ext>
            </a:extLst>
          </p:cNvPr>
          <p:cNvSpPr txBox="1"/>
          <p:nvPr userDrawn="1"/>
        </p:nvSpPr>
        <p:spPr>
          <a:xfrm>
            <a:off x="923238" y="808490"/>
            <a:ext cx="2860102" cy="1169551"/>
          </a:xfrm>
          <a:prstGeom prst="rect">
            <a:avLst/>
          </a:prstGeom>
          <a:noFill/>
        </p:spPr>
        <p:txBody>
          <a:bodyPr wrap="square" rtlCol="0">
            <a:spAutoFit/>
          </a:bodyPr>
          <a:lstStyle/>
          <a:p>
            <a:pPr lvl="0" algn="l"/>
            <a:r>
              <a:rPr lang="en-GB" sz="1400" b="0" i="0">
                <a:solidFill>
                  <a:prstClr val="black"/>
                </a:solidFill>
                <a:latin typeface="Twinkl Cursive Looped" panose="02000000000000000000" pitchFamily="2" charset="77"/>
                <a:ea typeface="Sassoon Infant Rg" panose="02000503030000020003" pitchFamily="2" charset="0"/>
              </a:rPr>
              <a:t>Sustainability is about the environment and whether it can continue to support humans and the lives of other living creatures in the future. </a:t>
            </a:r>
          </a:p>
        </p:txBody>
      </p:sp>
      <p:pic>
        <p:nvPicPr>
          <p:cNvPr id="9" name="Picture 8" descr="A black background with a black square&#10;&#10;AI-generated content may be incorrect.">
            <a:extLst>
              <a:ext uri="{FF2B5EF4-FFF2-40B4-BE49-F238E27FC236}">
                <a16:creationId xmlns:a16="http://schemas.microsoft.com/office/drawing/2014/main" id="{967AC669-DA44-5096-B865-FAFB61A9F3B7}"/>
              </a:ext>
            </a:extLst>
          </p:cNvPr>
          <p:cNvPicPr>
            <a:picLocks noChangeAspect="1"/>
          </p:cNvPicPr>
          <p:nvPr userDrawn="1"/>
        </p:nvPicPr>
        <p:blipFill>
          <a:blip r:embed="rId3"/>
          <a:srcRect b="14477"/>
          <a:stretch>
            <a:fillRect/>
          </a:stretch>
        </p:blipFill>
        <p:spPr>
          <a:xfrm>
            <a:off x="38905" y="985653"/>
            <a:ext cx="998866" cy="854262"/>
          </a:xfrm>
          <a:prstGeom prst="rect">
            <a:avLst/>
          </a:prstGeom>
        </p:spPr>
      </p:pic>
      <p:sp>
        <p:nvSpPr>
          <p:cNvPr id="4" name="TextBox 3">
            <a:extLst>
              <a:ext uri="{FF2B5EF4-FFF2-40B4-BE49-F238E27FC236}">
                <a16:creationId xmlns:a16="http://schemas.microsoft.com/office/drawing/2014/main" id="{C717E443-6322-CB9D-C2E2-88BE255BC8DC}"/>
              </a:ext>
            </a:extLst>
          </p:cNvPr>
          <p:cNvSpPr txBox="1"/>
          <p:nvPr userDrawn="1"/>
        </p:nvSpPr>
        <p:spPr>
          <a:xfrm>
            <a:off x="891753" y="116654"/>
            <a:ext cx="72180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7030A0"/>
                </a:solidFill>
                <a:effectLst/>
                <a:uLnTx/>
                <a:uFillTx/>
                <a:latin typeface="Twinkl Cursive Looped" panose="02000000000000000000" pitchFamily="2" charset="77"/>
                <a:ea typeface="Sassoon Infant Rg" panose="02000503030000020003" pitchFamily="2" charset="0"/>
                <a:cs typeface="+mn-cs"/>
              </a:rPr>
              <a:t>Connections</a:t>
            </a:r>
          </a:p>
        </p:txBody>
      </p:sp>
    </p:spTree>
    <p:extLst>
      <p:ext uri="{BB962C8B-B14F-4D97-AF65-F5344CB8AC3E}">
        <p14:creationId xmlns:p14="http://schemas.microsoft.com/office/powerpoint/2010/main" val="395917606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uilding Blocks">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7CE3DC6-66B7-D4F2-C0D1-EACFDA80B4DB}"/>
              </a:ext>
            </a:extLst>
          </p:cNvPr>
          <p:cNvGrpSpPr/>
          <p:nvPr userDrawn="1"/>
        </p:nvGrpSpPr>
        <p:grpSpPr>
          <a:xfrm>
            <a:off x="272909" y="5585370"/>
            <a:ext cx="1280546" cy="1018597"/>
            <a:chOff x="487294" y="3394800"/>
            <a:chExt cx="1829988" cy="1302126"/>
          </a:xfrm>
          <a:solidFill>
            <a:srgbClr val="B1B1FF"/>
          </a:solidFill>
        </p:grpSpPr>
        <p:grpSp>
          <p:nvGrpSpPr>
            <p:cNvPr id="13" name="Group 12">
              <a:extLst>
                <a:ext uri="{FF2B5EF4-FFF2-40B4-BE49-F238E27FC236}">
                  <a16:creationId xmlns:a16="http://schemas.microsoft.com/office/drawing/2014/main" id="{FA9BCBEF-728D-E808-0931-F69097E39D1F}"/>
                </a:ext>
              </a:extLst>
            </p:cNvPr>
            <p:cNvGrpSpPr/>
            <p:nvPr/>
          </p:nvGrpSpPr>
          <p:grpSpPr>
            <a:xfrm>
              <a:off x="487294" y="4338320"/>
              <a:ext cx="904626" cy="358606"/>
              <a:chOff x="7508240" y="3017520"/>
              <a:chExt cx="3545840" cy="2021840"/>
            </a:xfrm>
            <a:grpFill/>
          </p:grpSpPr>
          <p:sp>
            <p:nvSpPr>
              <p:cNvPr id="31" name="Rectangle 30">
                <a:extLst>
                  <a:ext uri="{FF2B5EF4-FFF2-40B4-BE49-F238E27FC236}">
                    <a16:creationId xmlns:a16="http://schemas.microsoft.com/office/drawing/2014/main" id="{C71A29F1-1F58-E0F2-B827-D684ECB916D5}"/>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32" name="Rectangle: Top Corners Rounded 71">
                <a:extLst>
                  <a:ext uri="{FF2B5EF4-FFF2-40B4-BE49-F238E27FC236}">
                    <a16:creationId xmlns:a16="http://schemas.microsoft.com/office/drawing/2014/main" id="{3E159E34-00D2-CA34-C9C7-3CB27FC5F2BE}"/>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33" name="Rectangle: Top Corners Rounded 72">
                <a:extLst>
                  <a:ext uri="{FF2B5EF4-FFF2-40B4-BE49-F238E27FC236}">
                    <a16:creationId xmlns:a16="http://schemas.microsoft.com/office/drawing/2014/main" id="{2A418118-CC77-1C03-91ED-3D25A70B46C0}"/>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34" name="Rectangle: Top Corners Rounded 73">
                <a:extLst>
                  <a:ext uri="{FF2B5EF4-FFF2-40B4-BE49-F238E27FC236}">
                    <a16:creationId xmlns:a16="http://schemas.microsoft.com/office/drawing/2014/main" id="{660946A8-B758-C3DC-A376-30F28E6F2342}"/>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4" name="Group 13">
              <a:extLst>
                <a:ext uri="{FF2B5EF4-FFF2-40B4-BE49-F238E27FC236}">
                  <a16:creationId xmlns:a16="http://schemas.microsoft.com/office/drawing/2014/main" id="{A4FD205B-5877-364A-9FD7-7CE1600ED158}"/>
                </a:ext>
              </a:extLst>
            </p:cNvPr>
            <p:cNvGrpSpPr/>
            <p:nvPr/>
          </p:nvGrpSpPr>
          <p:grpSpPr>
            <a:xfrm>
              <a:off x="1412656" y="4338320"/>
              <a:ext cx="904626" cy="358606"/>
              <a:chOff x="7508240" y="3017520"/>
              <a:chExt cx="3545840" cy="2021840"/>
            </a:xfrm>
            <a:grpFill/>
          </p:grpSpPr>
          <p:sp>
            <p:nvSpPr>
              <p:cNvPr id="27" name="Rectangle 26">
                <a:extLst>
                  <a:ext uri="{FF2B5EF4-FFF2-40B4-BE49-F238E27FC236}">
                    <a16:creationId xmlns:a16="http://schemas.microsoft.com/office/drawing/2014/main" id="{48285FC4-FE2A-2D40-9D44-7E07EB2D79DD}"/>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8" name="Rectangle: Top Corners Rounded 76">
                <a:extLst>
                  <a:ext uri="{FF2B5EF4-FFF2-40B4-BE49-F238E27FC236}">
                    <a16:creationId xmlns:a16="http://schemas.microsoft.com/office/drawing/2014/main" id="{8D6769BE-9839-CF96-B5C1-D95CF32A7328}"/>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9" name="Rectangle: Top Corners Rounded 77">
                <a:extLst>
                  <a:ext uri="{FF2B5EF4-FFF2-40B4-BE49-F238E27FC236}">
                    <a16:creationId xmlns:a16="http://schemas.microsoft.com/office/drawing/2014/main" id="{3857F63F-DFFB-0DAF-6203-41FDE458CC1E}"/>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30" name="Rectangle: Top Corners Rounded 78">
                <a:extLst>
                  <a:ext uri="{FF2B5EF4-FFF2-40B4-BE49-F238E27FC236}">
                    <a16:creationId xmlns:a16="http://schemas.microsoft.com/office/drawing/2014/main" id="{0B2436B1-8880-9197-460C-EEFCBB9EBB35}"/>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5" name="Group 14">
              <a:extLst>
                <a:ext uri="{FF2B5EF4-FFF2-40B4-BE49-F238E27FC236}">
                  <a16:creationId xmlns:a16="http://schemas.microsoft.com/office/drawing/2014/main" id="{07D84915-193B-C838-12BA-CB116120F3FD}"/>
                </a:ext>
              </a:extLst>
            </p:cNvPr>
            <p:cNvGrpSpPr/>
            <p:nvPr/>
          </p:nvGrpSpPr>
          <p:grpSpPr>
            <a:xfrm>
              <a:off x="1045881" y="4007047"/>
              <a:ext cx="904626" cy="358606"/>
              <a:chOff x="7508240" y="3017520"/>
              <a:chExt cx="3545840" cy="2021840"/>
            </a:xfrm>
            <a:grpFill/>
          </p:grpSpPr>
          <p:sp>
            <p:nvSpPr>
              <p:cNvPr id="23" name="Rectangle 22">
                <a:extLst>
                  <a:ext uri="{FF2B5EF4-FFF2-40B4-BE49-F238E27FC236}">
                    <a16:creationId xmlns:a16="http://schemas.microsoft.com/office/drawing/2014/main" id="{F7E58F6A-9239-0FC0-400D-F80620565C87}"/>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4" name="Rectangle: Top Corners Rounded 81">
                <a:extLst>
                  <a:ext uri="{FF2B5EF4-FFF2-40B4-BE49-F238E27FC236}">
                    <a16:creationId xmlns:a16="http://schemas.microsoft.com/office/drawing/2014/main" id="{C979471E-8A23-684E-376F-0EF799013AAA}"/>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5" name="Rectangle: Top Corners Rounded 82">
                <a:extLst>
                  <a:ext uri="{FF2B5EF4-FFF2-40B4-BE49-F238E27FC236}">
                    <a16:creationId xmlns:a16="http://schemas.microsoft.com/office/drawing/2014/main" id="{1598DB8C-84B5-974C-362A-7FE931501656}"/>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6" name="Rectangle: Top Corners Rounded 83">
                <a:extLst>
                  <a:ext uri="{FF2B5EF4-FFF2-40B4-BE49-F238E27FC236}">
                    <a16:creationId xmlns:a16="http://schemas.microsoft.com/office/drawing/2014/main" id="{1D7DA501-458D-8FCE-183D-8B03E84D2235}"/>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6" name="Group 15">
              <a:extLst>
                <a:ext uri="{FF2B5EF4-FFF2-40B4-BE49-F238E27FC236}">
                  <a16:creationId xmlns:a16="http://schemas.microsoft.com/office/drawing/2014/main" id="{56CA7716-D77F-3DBD-FB50-5F903E5F4D15}"/>
                </a:ext>
              </a:extLst>
            </p:cNvPr>
            <p:cNvGrpSpPr/>
            <p:nvPr/>
          </p:nvGrpSpPr>
          <p:grpSpPr>
            <a:xfrm>
              <a:off x="1620945" y="3669763"/>
              <a:ext cx="512234" cy="358606"/>
              <a:chOff x="7508240" y="3017519"/>
              <a:chExt cx="3545840" cy="2021841"/>
            </a:xfrm>
            <a:grpFill/>
          </p:grpSpPr>
          <p:sp>
            <p:nvSpPr>
              <p:cNvPr id="20" name="Rectangle 19">
                <a:extLst>
                  <a:ext uri="{FF2B5EF4-FFF2-40B4-BE49-F238E27FC236}">
                    <a16:creationId xmlns:a16="http://schemas.microsoft.com/office/drawing/2014/main" id="{B1B8B56D-7CC5-D6E1-392C-593904645B22}"/>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21" name="Rectangle: Top Corners Rounded 86">
                <a:extLst>
                  <a:ext uri="{FF2B5EF4-FFF2-40B4-BE49-F238E27FC236}">
                    <a16:creationId xmlns:a16="http://schemas.microsoft.com/office/drawing/2014/main" id="{C0E2ECE4-4218-E7B7-F28A-87EA452AABDC}"/>
                  </a:ext>
                </a:extLst>
              </p:cNvPr>
              <p:cNvSpPr/>
              <p:nvPr/>
            </p:nvSpPr>
            <p:spPr>
              <a:xfrm>
                <a:off x="8406167"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22" name="Rectangle: Top Corners Rounded 87">
                <a:extLst>
                  <a:ext uri="{FF2B5EF4-FFF2-40B4-BE49-F238E27FC236}">
                    <a16:creationId xmlns:a16="http://schemas.microsoft.com/office/drawing/2014/main" id="{9DE23A4B-1625-9326-7D0C-E41D5F34B5D2}"/>
                  </a:ext>
                </a:extLst>
              </p:cNvPr>
              <p:cNvSpPr/>
              <p:nvPr/>
            </p:nvSpPr>
            <p:spPr>
              <a:xfrm>
                <a:off x="9689825" y="3017519"/>
                <a:ext cx="589282"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nvGrpSpPr>
            <p:cNvPr id="17" name="Group 16">
              <a:extLst>
                <a:ext uri="{FF2B5EF4-FFF2-40B4-BE49-F238E27FC236}">
                  <a16:creationId xmlns:a16="http://schemas.microsoft.com/office/drawing/2014/main" id="{553DB581-5603-13E5-AA4C-2807828EF9CB}"/>
                </a:ext>
              </a:extLst>
            </p:cNvPr>
            <p:cNvGrpSpPr/>
            <p:nvPr/>
          </p:nvGrpSpPr>
          <p:grpSpPr>
            <a:xfrm>
              <a:off x="1520357" y="3394800"/>
              <a:ext cx="338160" cy="309951"/>
              <a:chOff x="7508240" y="3017519"/>
              <a:chExt cx="3545840" cy="2021841"/>
            </a:xfrm>
            <a:grpFill/>
          </p:grpSpPr>
          <p:sp>
            <p:nvSpPr>
              <p:cNvPr id="18" name="Rectangle 17">
                <a:extLst>
                  <a:ext uri="{FF2B5EF4-FFF2-40B4-BE49-F238E27FC236}">
                    <a16:creationId xmlns:a16="http://schemas.microsoft.com/office/drawing/2014/main" id="{65E5E1D8-4B43-563F-D29D-77A1A42D4CB8}"/>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9" name="Rectangle: Top Corners Rounded 91">
                <a:extLst>
                  <a:ext uri="{FF2B5EF4-FFF2-40B4-BE49-F238E27FC236}">
                    <a16:creationId xmlns:a16="http://schemas.microsoft.com/office/drawing/2014/main" id="{2F90A077-200B-01E2-D697-3A0684D025C2}"/>
                  </a:ext>
                </a:extLst>
              </p:cNvPr>
              <p:cNvSpPr/>
              <p:nvPr/>
            </p:nvSpPr>
            <p:spPr>
              <a:xfrm>
                <a:off x="9045379" y="3017519"/>
                <a:ext cx="589285" cy="274322"/>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grpSp>
      <p:sp>
        <p:nvSpPr>
          <p:cNvPr id="46" name="TextBox 45">
            <a:extLst>
              <a:ext uri="{FF2B5EF4-FFF2-40B4-BE49-F238E27FC236}">
                <a16:creationId xmlns:a16="http://schemas.microsoft.com/office/drawing/2014/main" id="{9C65853A-435B-6C0B-78D2-52D344E6E905}"/>
              </a:ext>
            </a:extLst>
          </p:cNvPr>
          <p:cNvSpPr txBox="1"/>
          <p:nvPr userDrawn="1"/>
        </p:nvSpPr>
        <p:spPr>
          <a:xfrm>
            <a:off x="93534" y="1894865"/>
            <a:ext cx="3205508"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Sustainability is about the environment and whether it can continue to support humans and the lives of other living creatures in the future. </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sp>
        <p:nvSpPr>
          <p:cNvPr id="187" name="TextBox 186">
            <a:extLst>
              <a:ext uri="{FF2B5EF4-FFF2-40B4-BE49-F238E27FC236}">
                <a16:creationId xmlns:a16="http://schemas.microsoft.com/office/drawing/2014/main" id="{F4801E2F-605B-6715-F377-B8ADE2F32855}"/>
              </a:ext>
            </a:extLst>
          </p:cNvPr>
          <p:cNvSpPr txBox="1"/>
          <p:nvPr userDrawn="1"/>
        </p:nvSpPr>
        <p:spPr>
          <a:xfrm>
            <a:off x="85221" y="3079842"/>
            <a:ext cx="3205508"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It involves the interaction between physical and human environments and the effect they have on each other. </a:t>
            </a:r>
          </a:p>
        </p:txBody>
      </p:sp>
      <p:sp>
        <p:nvSpPr>
          <p:cNvPr id="188" name="TextBox 187">
            <a:extLst>
              <a:ext uri="{FF2B5EF4-FFF2-40B4-BE49-F238E27FC236}">
                <a16:creationId xmlns:a16="http://schemas.microsoft.com/office/drawing/2014/main" id="{CE839CC3-866D-DAC4-AA75-A829A239DB46}"/>
              </a:ext>
            </a:extLst>
          </p:cNvPr>
          <p:cNvSpPr txBox="1"/>
          <p:nvPr userDrawn="1"/>
        </p:nvSpPr>
        <p:spPr>
          <a:xfrm>
            <a:off x="85221" y="4044121"/>
            <a:ext cx="3205508"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When we are Being a Geographer, we think about what is natural and what is man-made in our environment, and how we can live more sustainably. </a:t>
            </a:r>
          </a:p>
        </p:txBody>
      </p:sp>
      <p:grpSp>
        <p:nvGrpSpPr>
          <p:cNvPr id="2" name="Group 1">
            <a:extLst>
              <a:ext uri="{FF2B5EF4-FFF2-40B4-BE49-F238E27FC236}">
                <a16:creationId xmlns:a16="http://schemas.microsoft.com/office/drawing/2014/main" id="{62F62B3F-B24C-7A75-519B-05332E2D5F60}"/>
              </a:ext>
            </a:extLst>
          </p:cNvPr>
          <p:cNvGrpSpPr/>
          <p:nvPr userDrawn="1"/>
        </p:nvGrpSpPr>
        <p:grpSpPr>
          <a:xfrm>
            <a:off x="3521878" y="3693438"/>
            <a:ext cx="8311989" cy="926097"/>
            <a:chOff x="3464951" y="3693438"/>
            <a:chExt cx="8311989" cy="926097"/>
          </a:xfrm>
        </p:grpSpPr>
        <p:grpSp>
          <p:nvGrpSpPr>
            <p:cNvPr id="3" name="Group 2">
              <a:extLst>
                <a:ext uri="{FF2B5EF4-FFF2-40B4-BE49-F238E27FC236}">
                  <a16:creationId xmlns:a16="http://schemas.microsoft.com/office/drawing/2014/main" id="{6166FF2D-0A1A-B277-069D-332B2323A220}"/>
                </a:ext>
              </a:extLst>
            </p:cNvPr>
            <p:cNvGrpSpPr/>
            <p:nvPr/>
          </p:nvGrpSpPr>
          <p:grpSpPr>
            <a:xfrm>
              <a:off x="3464951" y="3693438"/>
              <a:ext cx="8311989" cy="926097"/>
              <a:chOff x="3507503" y="3693728"/>
              <a:chExt cx="8311989" cy="926097"/>
            </a:xfrm>
          </p:grpSpPr>
          <p:grpSp>
            <p:nvGrpSpPr>
              <p:cNvPr id="5" name="Group 4">
                <a:extLst>
                  <a:ext uri="{FF2B5EF4-FFF2-40B4-BE49-F238E27FC236}">
                    <a16:creationId xmlns:a16="http://schemas.microsoft.com/office/drawing/2014/main" id="{6D2D617E-E09E-B15C-5BA8-0FEDD315C7BB}"/>
                  </a:ext>
                </a:extLst>
              </p:cNvPr>
              <p:cNvGrpSpPr/>
              <p:nvPr/>
            </p:nvGrpSpPr>
            <p:grpSpPr>
              <a:xfrm>
                <a:off x="3507503" y="3693728"/>
                <a:ext cx="8311989" cy="926097"/>
                <a:chOff x="3507503" y="3693728"/>
                <a:chExt cx="8311989" cy="926097"/>
              </a:xfrm>
            </p:grpSpPr>
            <p:grpSp>
              <p:nvGrpSpPr>
                <p:cNvPr id="7" name="Group 6">
                  <a:extLst>
                    <a:ext uri="{FF2B5EF4-FFF2-40B4-BE49-F238E27FC236}">
                      <a16:creationId xmlns:a16="http://schemas.microsoft.com/office/drawing/2014/main" id="{FE11128B-D333-FDC5-2CD2-67B2D2101231}"/>
                    </a:ext>
                  </a:extLst>
                </p:cNvPr>
                <p:cNvGrpSpPr/>
                <p:nvPr/>
              </p:nvGrpSpPr>
              <p:grpSpPr>
                <a:xfrm>
                  <a:off x="3518855" y="3719825"/>
                  <a:ext cx="8300637" cy="900000"/>
                  <a:chOff x="3996278" y="1747524"/>
                  <a:chExt cx="1713901" cy="2824471"/>
                </a:xfrm>
              </p:grpSpPr>
              <p:sp>
                <p:nvSpPr>
                  <p:cNvPr id="100" name="Rectangle: Rounded Corners 12">
                    <a:extLst>
                      <a:ext uri="{FF2B5EF4-FFF2-40B4-BE49-F238E27FC236}">
                        <a16:creationId xmlns:a16="http://schemas.microsoft.com/office/drawing/2014/main" id="{7DB0B7F2-89F9-C136-7D06-593FD33F050E}"/>
                      </a:ext>
                    </a:extLst>
                  </p:cNvPr>
                  <p:cNvSpPr/>
                  <p:nvPr/>
                </p:nvSpPr>
                <p:spPr>
                  <a:xfrm>
                    <a:off x="3996278"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01" name="Rectangle: Rounded Corners 4">
                    <a:extLst>
                      <a:ext uri="{FF2B5EF4-FFF2-40B4-BE49-F238E27FC236}">
                        <a16:creationId xmlns:a16="http://schemas.microsoft.com/office/drawing/2014/main" id="{E176FD70-2633-7D23-07A2-B3EE2D05E9B1}"/>
                      </a:ext>
                    </a:extLst>
                  </p:cNvPr>
                  <p:cNvSpPr txBox="1"/>
                  <p:nvPr/>
                </p:nvSpPr>
                <p:spPr>
                  <a:xfrm>
                    <a:off x="4082912" y="1831190"/>
                    <a:ext cx="1546569" cy="265713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8" name="Group 7">
                  <a:extLst>
                    <a:ext uri="{FF2B5EF4-FFF2-40B4-BE49-F238E27FC236}">
                      <a16:creationId xmlns:a16="http://schemas.microsoft.com/office/drawing/2014/main" id="{5183ACA2-B1AC-970B-A8A2-A01135DC3DFF}"/>
                    </a:ext>
                  </a:extLst>
                </p:cNvPr>
                <p:cNvGrpSpPr/>
                <p:nvPr/>
              </p:nvGrpSpPr>
              <p:grpSpPr>
                <a:xfrm>
                  <a:off x="3507503" y="3693728"/>
                  <a:ext cx="801261" cy="903352"/>
                  <a:chOff x="4389349" y="450020"/>
                  <a:chExt cx="801261" cy="903352"/>
                </a:xfrm>
              </p:grpSpPr>
              <p:pic>
                <p:nvPicPr>
                  <p:cNvPr id="9" name="Picture 8">
                    <a:extLst>
                      <a:ext uri="{FF2B5EF4-FFF2-40B4-BE49-F238E27FC236}">
                        <a16:creationId xmlns:a16="http://schemas.microsoft.com/office/drawing/2014/main" id="{5ADA602A-39E5-CF61-8567-4FD5E832DC6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89349" y="450020"/>
                    <a:ext cx="801261" cy="903352"/>
                  </a:xfrm>
                  <a:prstGeom prst="rect">
                    <a:avLst/>
                  </a:prstGeom>
                </p:spPr>
              </p:pic>
              <p:sp>
                <p:nvSpPr>
                  <p:cNvPr id="10" name="TextBox 9">
                    <a:extLst>
                      <a:ext uri="{FF2B5EF4-FFF2-40B4-BE49-F238E27FC236}">
                        <a16:creationId xmlns:a16="http://schemas.microsoft.com/office/drawing/2014/main" id="{30F00F44-F494-704A-8544-7968DA0A6C01}"/>
                      </a:ext>
                    </a:extLst>
                  </p:cNvPr>
                  <p:cNvSpPr txBox="1"/>
                  <p:nvPr/>
                </p:nvSpPr>
                <p:spPr>
                  <a:xfrm>
                    <a:off x="4631284"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3</a:t>
                    </a:r>
                  </a:p>
                </p:txBody>
              </p:sp>
            </p:grpSp>
          </p:grpSp>
          <p:sp>
            <p:nvSpPr>
              <p:cNvPr id="6" name="TextBox 5">
                <a:extLst>
                  <a:ext uri="{FF2B5EF4-FFF2-40B4-BE49-F238E27FC236}">
                    <a16:creationId xmlns:a16="http://schemas.microsoft.com/office/drawing/2014/main" id="{B4CD40ED-E8A2-4783-5657-AFB823604F7E}"/>
                  </a:ext>
                </a:extLst>
              </p:cNvPr>
              <p:cNvSpPr txBox="1"/>
              <p:nvPr/>
            </p:nvSpPr>
            <p:spPr>
              <a:xfrm>
                <a:off x="4378390" y="4015936"/>
                <a:ext cx="2299228" cy="307777"/>
              </a:xfrm>
              <a:prstGeom prst="rect">
                <a:avLst/>
              </a:prstGeom>
              <a:noFill/>
              <a:ln w="28575">
                <a:solidFill>
                  <a:srgbClr val="BA0068"/>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Mediterranean</a:t>
                </a:r>
              </a:p>
            </p:txBody>
          </p:sp>
        </p:grpSp>
        <p:sp>
          <p:nvSpPr>
            <p:cNvPr id="4" name="TextBox 3">
              <a:extLst>
                <a:ext uri="{FF2B5EF4-FFF2-40B4-BE49-F238E27FC236}">
                  <a16:creationId xmlns:a16="http://schemas.microsoft.com/office/drawing/2014/main" id="{882F746C-88BC-706F-10DD-B1A1F6C82C2E}"/>
                </a:ext>
              </a:extLst>
            </p:cNvPr>
            <p:cNvSpPr txBox="1"/>
            <p:nvPr/>
          </p:nvSpPr>
          <p:spPr>
            <a:xfrm>
              <a:off x="6767704" y="3802386"/>
              <a:ext cx="488210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 can describe how human activity affects habitats around the world. I can explain how people’s choices can protect the environment for the future. </a:t>
              </a:r>
            </a:p>
          </p:txBody>
        </p:sp>
      </p:grpSp>
      <p:grpSp>
        <p:nvGrpSpPr>
          <p:cNvPr id="102" name="Group 101">
            <a:extLst>
              <a:ext uri="{FF2B5EF4-FFF2-40B4-BE49-F238E27FC236}">
                <a16:creationId xmlns:a16="http://schemas.microsoft.com/office/drawing/2014/main" id="{F142D110-9A5B-663B-FEA4-631B55E60E03}"/>
              </a:ext>
            </a:extLst>
          </p:cNvPr>
          <p:cNvGrpSpPr/>
          <p:nvPr userDrawn="1"/>
        </p:nvGrpSpPr>
        <p:grpSpPr>
          <a:xfrm>
            <a:off x="3508831" y="4718397"/>
            <a:ext cx="8325034" cy="920150"/>
            <a:chOff x="3508831" y="4718397"/>
            <a:chExt cx="8325034" cy="920150"/>
          </a:xfrm>
        </p:grpSpPr>
        <p:grpSp>
          <p:nvGrpSpPr>
            <p:cNvPr id="103" name="Group 102">
              <a:extLst>
                <a:ext uri="{FF2B5EF4-FFF2-40B4-BE49-F238E27FC236}">
                  <a16:creationId xmlns:a16="http://schemas.microsoft.com/office/drawing/2014/main" id="{C4D2B20E-4846-D613-6022-C7145317AAC8}"/>
                </a:ext>
              </a:extLst>
            </p:cNvPr>
            <p:cNvGrpSpPr/>
            <p:nvPr/>
          </p:nvGrpSpPr>
          <p:grpSpPr>
            <a:xfrm>
              <a:off x="3508831" y="4718397"/>
              <a:ext cx="8325034" cy="920150"/>
              <a:chOff x="3508831" y="4718397"/>
              <a:chExt cx="8325034" cy="920150"/>
            </a:xfrm>
          </p:grpSpPr>
          <p:grpSp>
            <p:nvGrpSpPr>
              <p:cNvPr id="105" name="Group 104">
                <a:extLst>
                  <a:ext uri="{FF2B5EF4-FFF2-40B4-BE49-F238E27FC236}">
                    <a16:creationId xmlns:a16="http://schemas.microsoft.com/office/drawing/2014/main" id="{304A4915-2CDD-B186-20BA-B9ECB4C09B9C}"/>
                  </a:ext>
                </a:extLst>
              </p:cNvPr>
              <p:cNvGrpSpPr/>
              <p:nvPr/>
            </p:nvGrpSpPr>
            <p:grpSpPr>
              <a:xfrm>
                <a:off x="3508831" y="4718397"/>
                <a:ext cx="8325034" cy="920150"/>
                <a:chOff x="3508831" y="4718397"/>
                <a:chExt cx="8325034" cy="920150"/>
              </a:xfrm>
            </p:grpSpPr>
            <p:grpSp>
              <p:nvGrpSpPr>
                <p:cNvPr id="107" name="Group 106">
                  <a:extLst>
                    <a:ext uri="{FF2B5EF4-FFF2-40B4-BE49-F238E27FC236}">
                      <a16:creationId xmlns:a16="http://schemas.microsoft.com/office/drawing/2014/main" id="{7FC1643A-EC4C-D21B-2CEA-4734B31818B3}"/>
                    </a:ext>
                  </a:extLst>
                </p:cNvPr>
                <p:cNvGrpSpPr/>
                <p:nvPr/>
              </p:nvGrpSpPr>
              <p:grpSpPr>
                <a:xfrm>
                  <a:off x="3518854" y="4738547"/>
                  <a:ext cx="8315011" cy="900000"/>
                  <a:chOff x="1996726" y="1717038"/>
                  <a:chExt cx="1716869" cy="2885442"/>
                </a:xfrm>
              </p:grpSpPr>
              <p:sp>
                <p:nvSpPr>
                  <p:cNvPr id="111" name="Rectangle: Rounded Corners 9">
                    <a:extLst>
                      <a:ext uri="{FF2B5EF4-FFF2-40B4-BE49-F238E27FC236}">
                        <a16:creationId xmlns:a16="http://schemas.microsoft.com/office/drawing/2014/main" id="{5CB4F8EC-E9E2-36F0-97BD-0D215CE3059F}"/>
                      </a:ext>
                    </a:extLst>
                  </p:cNvPr>
                  <p:cNvSpPr/>
                  <p:nvPr/>
                </p:nvSpPr>
                <p:spPr>
                  <a:xfrm>
                    <a:off x="1996726" y="1717038"/>
                    <a:ext cx="1716869"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sp>
                <p:nvSpPr>
                  <p:cNvPr id="112" name="Rectangle: Rounded Corners 4">
                    <a:extLst>
                      <a:ext uri="{FF2B5EF4-FFF2-40B4-BE49-F238E27FC236}">
                        <a16:creationId xmlns:a16="http://schemas.microsoft.com/office/drawing/2014/main" id="{BD6532CE-76D8-7DDE-6583-A25D26ADB0A2}"/>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0" i="0" u="sng"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grpSp>
              <p:nvGrpSpPr>
                <p:cNvPr id="108" name="Group 107">
                  <a:extLst>
                    <a:ext uri="{FF2B5EF4-FFF2-40B4-BE49-F238E27FC236}">
                      <a16:creationId xmlns:a16="http://schemas.microsoft.com/office/drawing/2014/main" id="{B0D500DB-0A8D-7EDE-F324-7F5BDB085929}"/>
                    </a:ext>
                  </a:extLst>
                </p:cNvPr>
                <p:cNvGrpSpPr/>
                <p:nvPr/>
              </p:nvGrpSpPr>
              <p:grpSpPr>
                <a:xfrm>
                  <a:off x="3508831" y="4718397"/>
                  <a:ext cx="801261" cy="903352"/>
                  <a:chOff x="4390677" y="450020"/>
                  <a:chExt cx="801261" cy="903352"/>
                </a:xfrm>
              </p:grpSpPr>
              <p:pic>
                <p:nvPicPr>
                  <p:cNvPr id="109" name="Picture 108">
                    <a:extLst>
                      <a:ext uri="{FF2B5EF4-FFF2-40B4-BE49-F238E27FC236}">
                        <a16:creationId xmlns:a16="http://schemas.microsoft.com/office/drawing/2014/main" id="{B37BBF63-092F-9029-650E-47203FFB348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390677" y="450020"/>
                    <a:ext cx="801261" cy="903352"/>
                  </a:xfrm>
                  <a:prstGeom prst="rect">
                    <a:avLst/>
                  </a:prstGeom>
                </p:spPr>
              </p:pic>
              <p:sp>
                <p:nvSpPr>
                  <p:cNvPr id="110" name="TextBox 109">
                    <a:extLst>
                      <a:ext uri="{FF2B5EF4-FFF2-40B4-BE49-F238E27FC236}">
                        <a16:creationId xmlns:a16="http://schemas.microsoft.com/office/drawing/2014/main" id="{47C8D7FC-5423-A960-F2CE-46BA93B871E5}"/>
                      </a:ext>
                    </a:extLst>
                  </p:cNvPr>
                  <p:cNvSpPr txBox="1"/>
                  <p:nvPr/>
                </p:nvSpPr>
                <p:spPr>
                  <a:xfrm>
                    <a:off x="4632612"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2</a:t>
                    </a:r>
                  </a:p>
                </p:txBody>
              </p:sp>
            </p:grpSp>
          </p:grpSp>
          <p:sp>
            <p:nvSpPr>
              <p:cNvPr id="106" name="TextBox 105">
                <a:extLst>
                  <a:ext uri="{FF2B5EF4-FFF2-40B4-BE49-F238E27FC236}">
                    <a16:creationId xmlns:a16="http://schemas.microsoft.com/office/drawing/2014/main" id="{CE7E904E-24DB-1AD4-7EA6-66F172E2C14E}"/>
                  </a:ext>
                </a:extLst>
              </p:cNvPr>
              <p:cNvSpPr txBox="1"/>
              <p:nvPr/>
            </p:nvSpPr>
            <p:spPr>
              <a:xfrm>
                <a:off x="4392765" y="4929938"/>
                <a:ext cx="2299228" cy="523220"/>
              </a:xfrm>
              <a:prstGeom prst="rect">
                <a:avLst/>
              </a:prstGeom>
              <a:noFill/>
              <a:ln w="28575">
                <a:solidFill>
                  <a:schemeClr val="accent6"/>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Guizhou region, South West China</a:t>
                </a:r>
              </a:p>
            </p:txBody>
          </p:sp>
        </p:grpSp>
        <p:sp>
          <p:nvSpPr>
            <p:cNvPr id="104" name="TextBox 103">
              <a:extLst>
                <a:ext uri="{FF2B5EF4-FFF2-40B4-BE49-F238E27FC236}">
                  <a16:creationId xmlns:a16="http://schemas.microsoft.com/office/drawing/2014/main" id="{CE1CAB4E-0E4F-5357-B8C0-5346B74046BF}"/>
                </a:ext>
              </a:extLst>
            </p:cNvPr>
            <p:cNvSpPr txBox="1"/>
            <p:nvPr/>
          </p:nvSpPr>
          <p:spPr>
            <a:xfrm>
              <a:off x="6824631" y="4829656"/>
              <a:ext cx="488210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 can describe how human behaviour can affect the world. I can think of ways that we can help our environment and oceans. </a:t>
              </a:r>
            </a:p>
          </p:txBody>
        </p:sp>
      </p:grpSp>
      <p:grpSp>
        <p:nvGrpSpPr>
          <p:cNvPr id="113" name="Group 112">
            <a:extLst>
              <a:ext uri="{FF2B5EF4-FFF2-40B4-BE49-F238E27FC236}">
                <a16:creationId xmlns:a16="http://schemas.microsoft.com/office/drawing/2014/main" id="{9C04C43F-9AEF-D70D-7B37-637C049EFCE9}"/>
              </a:ext>
            </a:extLst>
          </p:cNvPr>
          <p:cNvGrpSpPr/>
          <p:nvPr userDrawn="1"/>
        </p:nvGrpSpPr>
        <p:grpSpPr>
          <a:xfrm>
            <a:off x="3508831" y="5762222"/>
            <a:ext cx="8325034" cy="922745"/>
            <a:chOff x="3508831" y="5762222"/>
            <a:chExt cx="8325034" cy="922745"/>
          </a:xfrm>
        </p:grpSpPr>
        <p:grpSp>
          <p:nvGrpSpPr>
            <p:cNvPr id="114" name="Group 113">
              <a:extLst>
                <a:ext uri="{FF2B5EF4-FFF2-40B4-BE49-F238E27FC236}">
                  <a16:creationId xmlns:a16="http://schemas.microsoft.com/office/drawing/2014/main" id="{4D10131E-31AA-D59F-FA35-D1120BB096ED}"/>
                </a:ext>
              </a:extLst>
            </p:cNvPr>
            <p:cNvGrpSpPr/>
            <p:nvPr/>
          </p:nvGrpSpPr>
          <p:grpSpPr>
            <a:xfrm>
              <a:off x="3508831" y="5762222"/>
              <a:ext cx="8325034" cy="922745"/>
              <a:chOff x="3552490" y="5836523"/>
              <a:chExt cx="8325034" cy="922745"/>
            </a:xfrm>
          </p:grpSpPr>
          <p:grpSp>
            <p:nvGrpSpPr>
              <p:cNvPr id="116" name="Group 115">
                <a:extLst>
                  <a:ext uri="{FF2B5EF4-FFF2-40B4-BE49-F238E27FC236}">
                    <a16:creationId xmlns:a16="http://schemas.microsoft.com/office/drawing/2014/main" id="{F6B11EB6-F482-D20C-9EB8-4694307BE643}"/>
                  </a:ext>
                </a:extLst>
              </p:cNvPr>
              <p:cNvGrpSpPr/>
              <p:nvPr/>
            </p:nvGrpSpPr>
            <p:grpSpPr>
              <a:xfrm>
                <a:off x="3552490" y="5836523"/>
                <a:ext cx="8325034" cy="922745"/>
                <a:chOff x="3552490" y="5836523"/>
                <a:chExt cx="8325034" cy="922745"/>
              </a:xfrm>
            </p:grpSpPr>
            <p:sp>
              <p:nvSpPr>
                <p:cNvPr id="118" name="Rectangle: Rounded Corners 3">
                  <a:extLst>
                    <a:ext uri="{FF2B5EF4-FFF2-40B4-BE49-F238E27FC236}">
                      <a16:creationId xmlns:a16="http://schemas.microsoft.com/office/drawing/2014/main" id="{A8683132-44F3-83F7-D73D-1654C9BD4E80}"/>
                    </a:ext>
                  </a:extLst>
                </p:cNvPr>
                <p:cNvSpPr/>
                <p:nvPr/>
              </p:nvSpPr>
              <p:spPr>
                <a:xfrm>
                  <a:off x="3552490" y="5859268"/>
                  <a:ext cx="8325034" cy="900000"/>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nvGrpSpPr>
                <p:cNvPr id="119" name="Group 118">
                  <a:extLst>
                    <a:ext uri="{FF2B5EF4-FFF2-40B4-BE49-F238E27FC236}">
                      <a16:creationId xmlns:a16="http://schemas.microsoft.com/office/drawing/2014/main" id="{233C009A-44B9-79EA-5E68-4DDD27E3F3C0}"/>
                    </a:ext>
                  </a:extLst>
                </p:cNvPr>
                <p:cNvGrpSpPr/>
                <p:nvPr/>
              </p:nvGrpSpPr>
              <p:grpSpPr>
                <a:xfrm>
                  <a:off x="3562659" y="5836523"/>
                  <a:ext cx="801261" cy="903352"/>
                  <a:chOff x="4444505" y="551736"/>
                  <a:chExt cx="801261" cy="903352"/>
                </a:xfrm>
              </p:grpSpPr>
              <p:pic>
                <p:nvPicPr>
                  <p:cNvPr id="120" name="Picture 119">
                    <a:extLst>
                      <a:ext uri="{FF2B5EF4-FFF2-40B4-BE49-F238E27FC236}">
                        <a16:creationId xmlns:a16="http://schemas.microsoft.com/office/drawing/2014/main" id="{6BC6DCF5-939A-ECAA-5EE5-5C4879C5E9D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44505" y="551736"/>
                    <a:ext cx="801261" cy="903352"/>
                  </a:xfrm>
                  <a:prstGeom prst="rect">
                    <a:avLst/>
                  </a:prstGeom>
                </p:spPr>
              </p:pic>
              <p:sp>
                <p:nvSpPr>
                  <p:cNvPr id="121" name="TextBox 120">
                    <a:extLst>
                      <a:ext uri="{FF2B5EF4-FFF2-40B4-BE49-F238E27FC236}">
                        <a16:creationId xmlns:a16="http://schemas.microsoft.com/office/drawing/2014/main" id="{26246DA9-EF4A-7A42-5980-25A548FAA6D3}"/>
                      </a:ext>
                    </a:extLst>
                  </p:cNvPr>
                  <p:cNvSpPr txBox="1"/>
                  <p:nvPr/>
                </p:nvSpPr>
                <p:spPr>
                  <a:xfrm>
                    <a:off x="4703335" y="772579"/>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1</a:t>
                    </a:r>
                  </a:p>
                </p:txBody>
              </p:sp>
            </p:grpSp>
          </p:grpSp>
          <p:sp>
            <p:nvSpPr>
              <p:cNvPr id="117" name="TextBox 116">
                <a:extLst>
                  <a:ext uri="{FF2B5EF4-FFF2-40B4-BE49-F238E27FC236}">
                    <a16:creationId xmlns:a16="http://schemas.microsoft.com/office/drawing/2014/main" id="{D04B6EE7-C6AF-A812-0BFF-1BEEBAC4D248}"/>
                  </a:ext>
                </a:extLst>
              </p:cNvPr>
              <p:cNvSpPr txBox="1"/>
              <p:nvPr/>
            </p:nvSpPr>
            <p:spPr>
              <a:xfrm>
                <a:off x="4436424" y="6058243"/>
                <a:ext cx="2299228" cy="523220"/>
              </a:xfrm>
              <a:prstGeom prst="rect">
                <a:avLst/>
              </a:prstGeom>
              <a:noFill/>
              <a:ln w="28575">
                <a:solidFill>
                  <a:schemeClr val="accent2"/>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Where I live in the United Kingdom</a:t>
                </a:r>
              </a:p>
            </p:txBody>
          </p:sp>
        </p:grpSp>
        <p:sp>
          <p:nvSpPr>
            <p:cNvPr id="115" name="TextBox 114">
              <a:extLst>
                <a:ext uri="{FF2B5EF4-FFF2-40B4-BE49-F238E27FC236}">
                  <a16:creationId xmlns:a16="http://schemas.microsoft.com/office/drawing/2014/main" id="{11254BAB-F777-7F1F-FFA9-A7102160181B}"/>
                </a:ext>
              </a:extLst>
            </p:cNvPr>
            <p:cNvSpPr txBox="1"/>
            <p:nvPr/>
          </p:nvSpPr>
          <p:spPr>
            <a:xfrm>
              <a:off x="6824631" y="5971340"/>
              <a:ext cx="4882104" cy="523220"/>
            </a:xfrm>
            <a:prstGeom prst="rect">
              <a:avLst/>
            </a:prstGeom>
            <a:noFill/>
          </p:spPr>
          <p:txBody>
            <a:bodyPr wrap="square" rtlCol="0">
              <a:spAutoFit/>
            </a:bodyPr>
            <a:lstStyle/>
            <a:p>
              <a:pPr lvl="0" algn="ctr"/>
              <a:r>
                <a:rPr lang="en-GB" sz="1400" b="0" i="0">
                  <a:solidFill>
                    <a:prstClr val="black"/>
                  </a:solidFill>
                  <a:latin typeface="Twinkl Cursive Looped" panose="02000000000000000000" pitchFamily="2" charset="77"/>
                  <a:ea typeface="Sassoon Infant Rg" panose="02000503030000020003" pitchFamily="2" charset="0"/>
                </a:rPr>
                <a:t>I know people and animals share the world. I can explain simple ways of how to look after my environment. </a:t>
              </a:r>
            </a:p>
          </p:txBody>
        </p:sp>
      </p:grpSp>
      <p:grpSp>
        <p:nvGrpSpPr>
          <p:cNvPr id="133" name="Group 132">
            <a:extLst>
              <a:ext uri="{FF2B5EF4-FFF2-40B4-BE49-F238E27FC236}">
                <a16:creationId xmlns:a16="http://schemas.microsoft.com/office/drawing/2014/main" id="{2BBC6348-8F2D-29C2-516F-7B7FB9695EFB}"/>
              </a:ext>
            </a:extLst>
          </p:cNvPr>
          <p:cNvGrpSpPr/>
          <p:nvPr userDrawn="1"/>
        </p:nvGrpSpPr>
        <p:grpSpPr>
          <a:xfrm>
            <a:off x="3525668" y="2709975"/>
            <a:ext cx="8308198" cy="912750"/>
            <a:chOff x="3525668" y="2709975"/>
            <a:chExt cx="8308198" cy="912750"/>
          </a:xfrm>
        </p:grpSpPr>
        <p:grpSp>
          <p:nvGrpSpPr>
            <p:cNvPr id="134" name="Group 133">
              <a:extLst>
                <a:ext uri="{FF2B5EF4-FFF2-40B4-BE49-F238E27FC236}">
                  <a16:creationId xmlns:a16="http://schemas.microsoft.com/office/drawing/2014/main" id="{EA996A48-88EA-6263-4D0F-13790E011A8F}"/>
                </a:ext>
              </a:extLst>
            </p:cNvPr>
            <p:cNvGrpSpPr/>
            <p:nvPr/>
          </p:nvGrpSpPr>
          <p:grpSpPr>
            <a:xfrm>
              <a:off x="3525668" y="2709975"/>
              <a:ext cx="8308198" cy="912750"/>
              <a:chOff x="3525668" y="2709975"/>
              <a:chExt cx="8308198" cy="912750"/>
            </a:xfrm>
          </p:grpSpPr>
          <p:grpSp>
            <p:nvGrpSpPr>
              <p:cNvPr id="136" name="Group 135">
                <a:extLst>
                  <a:ext uri="{FF2B5EF4-FFF2-40B4-BE49-F238E27FC236}">
                    <a16:creationId xmlns:a16="http://schemas.microsoft.com/office/drawing/2014/main" id="{42A913D7-2341-4295-A769-303DE7DAEC09}"/>
                  </a:ext>
                </a:extLst>
              </p:cNvPr>
              <p:cNvGrpSpPr/>
              <p:nvPr/>
            </p:nvGrpSpPr>
            <p:grpSpPr>
              <a:xfrm>
                <a:off x="3525668" y="2709975"/>
                <a:ext cx="8308198" cy="912750"/>
                <a:chOff x="3525668" y="2709975"/>
                <a:chExt cx="8308198" cy="912750"/>
              </a:xfrm>
            </p:grpSpPr>
            <p:sp>
              <p:nvSpPr>
                <p:cNvPr id="138" name="Rectangle: Rounded Corners 15">
                  <a:extLst>
                    <a:ext uri="{FF2B5EF4-FFF2-40B4-BE49-F238E27FC236}">
                      <a16:creationId xmlns:a16="http://schemas.microsoft.com/office/drawing/2014/main" id="{FC5C05D4-1170-A456-6F92-DC602BBDC8B8}"/>
                    </a:ext>
                  </a:extLst>
                </p:cNvPr>
                <p:cNvSpPr/>
                <p:nvPr/>
              </p:nvSpPr>
              <p:spPr>
                <a:xfrm>
                  <a:off x="3533229" y="2722725"/>
                  <a:ext cx="8300637" cy="900000"/>
                </a:xfrm>
                <a:prstGeom prst="roundRect">
                  <a:avLst/>
                </a:prstGeom>
                <a:solidFill>
                  <a:srgbClr val="BDD7E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winkl Cursive Looped" panose="02000000000000000000" pitchFamily="2" charset="77"/>
                    <a:ea typeface="+mn-ea"/>
                    <a:cs typeface="+mn-cs"/>
                  </a:endParaRPr>
                </a:p>
              </p:txBody>
            </p:sp>
            <p:grpSp>
              <p:nvGrpSpPr>
                <p:cNvPr id="139" name="Group 138">
                  <a:extLst>
                    <a:ext uri="{FF2B5EF4-FFF2-40B4-BE49-F238E27FC236}">
                      <a16:creationId xmlns:a16="http://schemas.microsoft.com/office/drawing/2014/main" id="{F867F0A4-B989-987C-07CF-473AA4BA4D62}"/>
                    </a:ext>
                  </a:extLst>
                </p:cNvPr>
                <p:cNvGrpSpPr/>
                <p:nvPr/>
              </p:nvGrpSpPr>
              <p:grpSpPr>
                <a:xfrm>
                  <a:off x="3525668" y="2709975"/>
                  <a:ext cx="801261" cy="903352"/>
                  <a:chOff x="4462145" y="450020"/>
                  <a:chExt cx="801261" cy="903352"/>
                </a:xfrm>
              </p:grpSpPr>
              <p:pic>
                <p:nvPicPr>
                  <p:cNvPr id="140" name="Picture 139">
                    <a:extLst>
                      <a:ext uri="{FF2B5EF4-FFF2-40B4-BE49-F238E27FC236}">
                        <a16:creationId xmlns:a16="http://schemas.microsoft.com/office/drawing/2014/main" id="{FA326AB0-6806-6C08-F96A-9F8999FA350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141" name="TextBox 140">
                    <a:extLst>
                      <a:ext uri="{FF2B5EF4-FFF2-40B4-BE49-F238E27FC236}">
                        <a16:creationId xmlns:a16="http://schemas.microsoft.com/office/drawing/2014/main" id="{BC80C0CB-3842-9A67-A8B5-1D9353CB9B03}"/>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4</a:t>
                    </a:r>
                  </a:p>
                </p:txBody>
              </p:sp>
            </p:grpSp>
          </p:grpSp>
          <p:sp>
            <p:nvSpPr>
              <p:cNvPr id="137" name="TextBox 136">
                <a:extLst>
                  <a:ext uri="{FF2B5EF4-FFF2-40B4-BE49-F238E27FC236}">
                    <a16:creationId xmlns:a16="http://schemas.microsoft.com/office/drawing/2014/main" id="{924F4F00-A848-2996-B368-44F7F6416503}"/>
                  </a:ext>
                </a:extLst>
              </p:cNvPr>
              <p:cNvSpPr txBox="1"/>
              <p:nvPr/>
            </p:nvSpPr>
            <p:spPr>
              <a:xfrm>
                <a:off x="4392765" y="2911115"/>
                <a:ext cx="2299228" cy="523220"/>
              </a:xfrm>
              <a:prstGeom prst="rect">
                <a:avLst/>
              </a:prstGeom>
              <a:noFill/>
              <a:ln w="28575">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rPr>
                  <a:t>Peru or Brazil in South America</a:t>
                </a:r>
              </a:p>
            </p:txBody>
          </p:sp>
        </p:grpSp>
        <p:sp>
          <p:nvSpPr>
            <p:cNvPr id="135" name="TextBox 134">
              <a:extLst>
                <a:ext uri="{FF2B5EF4-FFF2-40B4-BE49-F238E27FC236}">
                  <a16:creationId xmlns:a16="http://schemas.microsoft.com/office/drawing/2014/main" id="{C11D1384-2FD0-B0DF-AA64-937986C8BE24}"/>
                </a:ext>
              </a:extLst>
            </p:cNvPr>
            <p:cNvSpPr txBox="1"/>
            <p:nvPr/>
          </p:nvSpPr>
          <p:spPr>
            <a:xfrm>
              <a:off x="6824631" y="2800137"/>
              <a:ext cx="488210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a:solidFill>
                    <a:prstClr val="black"/>
                  </a:solidFill>
                  <a:latin typeface="Twinkl Cursive Looped" panose="02000000000000000000" pitchFamily="2" charset="77"/>
                  <a:ea typeface="Sassoon Infant Rg" panose="02000503030000020003" pitchFamily="2" charset="0"/>
                </a:rPr>
                <a:t>I can use maps to find the equator, tropics and hemispheres. I can describe and contrast the physical geography of South America.</a:t>
              </a:r>
              <a:endParaRPr kumimoji="0" lang="en-GB" sz="1400" b="0" i="0" u="none" strike="noStrike" kern="1200" cap="none" spc="0" normalizeH="0" baseline="0" noProof="0">
                <a:ln>
                  <a:noFill/>
                </a:ln>
                <a:solidFill>
                  <a:prstClr val="black"/>
                </a:solidFill>
                <a:effectLst/>
                <a:uLnTx/>
                <a:uFillTx/>
                <a:latin typeface="Twinkl Cursive Looped" panose="02000000000000000000" pitchFamily="2" charset="77"/>
                <a:ea typeface="Sassoon Infant Rg" panose="02000503030000020003" pitchFamily="2" charset="0"/>
                <a:cs typeface="+mn-cs"/>
              </a:endParaRPr>
            </a:p>
          </p:txBody>
        </p:sp>
      </p:grpSp>
      <p:pic>
        <p:nvPicPr>
          <p:cNvPr id="35" name="Picture 1" descr="Macintosh HD:Users:nicholasgarrick:Dropbox:1 LupL:6 Resources:Images and Icons:Icons:Geographer:icon_5211.png">
            <a:extLst>
              <a:ext uri="{FF2B5EF4-FFF2-40B4-BE49-F238E27FC236}">
                <a16:creationId xmlns:a16="http://schemas.microsoft.com/office/drawing/2014/main" id="{D268B894-20C9-9A18-D1E3-AC3DFD82B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black background with a black square&#10;&#10;AI-generated content may be incorrect.">
            <a:extLst>
              <a:ext uri="{FF2B5EF4-FFF2-40B4-BE49-F238E27FC236}">
                <a16:creationId xmlns:a16="http://schemas.microsoft.com/office/drawing/2014/main" id="{45490982-16A9-FBB6-A35F-113DAB243883}"/>
              </a:ext>
            </a:extLst>
          </p:cNvPr>
          <p:cNvPicPr>
            <a:picLocks noChangeAspect="1"/>
          </p:cNvPicPr>
          <p:nvPr userDrawn="1"/>
        </p:nvPicPr>
        <p:blipFill>
          <a:blip r:embed="rId5"/>
          <a:srcRect b="14477"/>
          <a:stretch>
            <a:fillRect/>
          </a:stretch>
        </p:blipFill>
        <p:spPr>
          <a:xfrm>
            <a:off x="38905" y="985653"/>
            <a:ext cx="998866" cy="854262"/>
          </a:xfrm>
          <a:prstGeom prst="rect">
            <a:avLst/>
          </a:prstGeom>
        </p:spPr>
      </p:pic>
      <p:sp>
        <p:nvSpPr>
          <p:cNvPr id="37" name="TextBox 36">
            <a:extLst>
              <a:ext uri="{FF2B5EF4-FFF2-40B4-BE49-F238E27FC236}">
                <a16:creationId xmlns:a16="http://schemas.microsoft.com/office/drawing/2014/main" id="{176B55A1-CA27-B16C-8F6D-1AA02AA18D02}"/>
              </a:ext>
            </a:extLst>
          </p:cNvPr>
          <p:cNvSpPr txBox="1"/>
          <p:nvPr userDrawn="1"/>
        </p:nvSpPr>
        <p:spPr>
          <a:xfrm>
            <a:off x="891753" y="116654"/>
            <a:ext cx="9615534"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7030A0"/>
                </a:solidFill>
                <a:effectLst/>
                <a:uLnTx/>
                <a:uFillTx/>
                <a:latin typeface="Twinkl Cursive Looped" panose="02000000000000000000" pitchFamily="2" charset="77"/>
                <a:ea typeface="Sassoon Infant Rg" panose="02000503030000020003" pitchFamily="2" charset="0"/>
                <a:cs typeface="+mn-cs"/>
              </a:rPr>
              <a:t>Environmental impact and sustainability</a:t>
            </a:r>
          </a:p>
        </p:txBody>
      </p:sp>
    </p:spTree>
    <p:extLst>
      <p:ext uri="{BB962C8B-B14F-4D97-AF65-F5344CB8AC3E}">
        <p14:creationId xmlns:p14="http://schemas.microsoft.com/office/powerpoint/2010/main" val="1569929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13"/>
                                        </p:tgtEl>
                                        <p:attrNameLst>
                                          <p:attrName>style.visibility</p:attrName>
                                        </p:attrNameLst>
                                      </p:cBhvr>
                                      <p:to>
                                        <p:strVal val="visible"/>
                                      </p:to>
                                    </p:set>
                                    <p:anim calcmode="lin" valueType="num">
                                      <p:cBhvr additive="base">
                                        <p:cTn id="19" dur="500" fill="hold"/>
                                        <p:tgtEl>
                                          <p:spTgt spid="113"/>
                                        </p:tgtEl>
                                        <p:attrNameLst>
                                          <p:attrName>ppt_x</p:attrName>
                                        </p:attrNameLst>
                                      </p:cBhvr>
                                      <p:tavLst>
                                        <p:tav tm="0">
                                          <p:val>
                                            <p:strVal val="#ppt_x"/>
                                          </p:val>
                                        </p:tav>
                                        <p:tav tm="100000">
                                          <p:val>
                                            <p:strVal val="#ppt_x"/>
                                          </p:val>
                                        </p:tav>
                                      </p:tavLst>
                                    </p:anim>
                                    <p:anim calcmode="lin" valueType="num">
                                      <p:cBhvr additive="base">
                                        <p:cTn id="20" dur="500" fill="hold"/>
                                        <p:tgtEl>
                                          <p:spTgt spid="113"/>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02"/>
                                        </p:tgtEl>
                                        <p:attrNameLst>
                                          <p:attrName>style.visibility</p:attrName>
                                        </p:attrNameLst>
                                      </p:cBhvr>
                                      <p:to>
                                        <p:strVal val="visible"/>
                                      </p:to>
                                    </p:set>
                                    <p:anim calcmode="lin" valueType="num">
                                      <p:cBhvr additive="base">
                                        <p:cTn id="25" dur="500" fill="hold"/>
                                        <p:tgtEl>
                                          <p:spTgt spid="102"/>
                                        </p:tgtEl>
                                        <p:attrNameLst>
                                          <p:attrName>ppt_x</p:attrName>
                                        </p:attrNameLst>
                                      </p:cBhvr>
                                      <p:tavLst>
                                        <p:tav tm="0">
                                          <p:val>
                                            <p:strVal val="#ppt_x"/>
                                          </p:val>
                                        </p:tav>
                                        <p:tav tm="100000">
                                          <p:val>
                                            <p:strVal val="#ppt_x"/>
                                          </p:val>
                                        </p:tav>
                                      </p:tavLst>
                                    </p:anim>
                                    <p:anim calcmode="lin" valueType="num">
                                      <p:cBhvr additive="base">
                                        <p:cTn id="26" dur="500" fill="hold"/>
                                        <p:tgtEl>
                                          <p:spTgt spid="102"/>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133"/>
                                        </p:tgtEl>
                                        <p:attrNameLst>
                                          <p:attrName>style.visibility</p:attrName>
                                        </p:attrNameLst>
                                      </p:cBhvr>
                                      <p:to>
                                        <p:strVal val="visible"/>
                                      </p:to>
                                    </p:set>
                                    <p:anim calcmode="lin" valueType="num">
                                      <p:cBhvr additive="base">
                                        <p:cTn id="37" dur="500" fill="hold"/>
                                        <p:tgtEl>
                                          <p:spTgt spid="133"/>
                                        </p:tgtEl>
                                        <p:attrNameLst>
                                          <p:attrName>ppt_x</p:attrName>
                                        </p:attrNameLst>
                                      </p:cBhvr>
                                      <p:tavLst>
                                        <p:tav tm="0">
                                          <p:val>
                                            <p:strVal val="#ppt_x"/>
                                          </p:val>
                                        </p:tav>
                                        <p:tav tm="100000">
                                          <p:val>
                                            <p:strVal val="#ppt_x"/>
                                          </p:val>
                                        </p:tav>
                                      </p:tavLst>
                                    </p:anim>
                                    <p:anim calcmode="lin" valueType="num">
                                      <p:cBhvr additive="base">
                                        <p:cTn id="38" dur="500" fill="hold"/>
                                        <p:tgtEl>
                                          <p:spTgt spid="13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187" grpId="0"/>
      <p:bldP spid="188" grpId="0"/>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Vocabulary">
    <p:spTree>
      <p:nvGrpSpPr>
        <p:cNvPr id="1" name=""/>
        <p:cNvGrpSpPr/>
        <p:nvPr/>
      </p:nvGrpSpPr>
      <p:grpSpPr>
        <a:xfrm>
          <a:off x="0" y="0"/>
          <a:ext cx="0" cy="0"/>
          <a:chOff x="0" y="0"/>
          <a:chExt cx="0" cy="0"/>
        </a:xfrm>
      </p:grpSpPr>
      <p:pic>
        <p:nvPicPr>
          <p:cNvPr id="2" name="Picture 1" descr="Macintosh HD:Users:nicholasgarrick:Dropbox:1 LupL:6 Resources:Images and Icons:Icons:Geographer:icon_5211.png">
            <a:extLst>
              <a:ext uri="{FF2B5EF4-FFF2-40B4-BE49-F238E27FC236}">
                <a16:creationId xmlns:a16="http://schemas.microsoft.com/office/drawing/2014/main" id="{EEC3E4FE-C4C8-0CD5-73D5-8F95A599AEF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black background with a black square&#10;&#10;AI-generated content may be incorrect.">
            <a:extLst>
              <a:ext uri="{FF2B5EF4-FFF2-40B4-BE49-F238E27FC236}">
                <a16:creationId xmlns:a16="http://schemas.microsoft.com/office/drawing/2014/main" id="{D4322BA7-DA94-FDFE-7A7B-D5438A14824F}"/>
              </a:ext>
            </a:extLst>
          </p:cNvPr>
          <p:cNvPicPr>
            <a:picLocks noChangeAspect="1"/>
          </p:cNvPicPr>
          <p:nvPr userDrawn="1"/>
        </p:nvPicPr>
        <p:blipFill>
          <a:blip r:embed="rId3"/>
          <a:srcRect b="14477"/>
          <a:stretch>
            <a:fillRect/>
          </a:stretch>
        </p:blipFill>
        <p:spPr>
          <a:xfrm>
            <a:off x="38905" y="985653"/>
            <a:ext cx="998866" cy="854262"/>
          </a:xfrm>
          <a:prstGeom prst="rect">
            <a:avLst/>
          </a:prstGeom>
        </p:spPr>
      </p:pic>
      <p:sp>
        <p:nvSpPr>
          <p:cNvPr id="3" name="TextBox 2">
            <a:extLst>
              <a:ext uri="{FF2B5EF4-FFF2-40B4-BE49-F238E27FC236}">
                <a16:creationId xmlns:a16="http://schemas.microsoft.com/office/drawing/2014/main" id="{C5C57756-EBCF-A581-82CD-558554934C04}"/>
              </a:ext>
            </a:extLst>
          </p:cNvPr>
          <p:cNvSpPr txBox="1"/>
          <p:nvPr userDrawn="1"/>
        </p:nvSpPr>
        <p:spPr>
          <a:xfrm>
            <a:off x="891753" y="116654"/>
            <a:ext cx="9615534"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7030A0"/>
                </a:solidFill>
                <a:effectLst/>
                <a:uLnTx/>
                <a:uFillTx/>
                <a:latin typeface="Twinkl Cursive Looped" panose="02000000000000000000" pitchFamily="2" charset="77"/>
                <a:ea typeface="Sassoon Infant Rg" panose="02000503030000020003" pitchFamily="2" charset="0"/>
                <a:cs typeface="+mn-cs"/>
              </a:rPr>
              <a:t>Vocabulary</a:t>
            </a:r>
          </a:p>
        </p:txBody>
      </p:sp>
    </p:spTree>
    <p:extLst>
      <p:ext uri="{BB962C8B-B14F-4D97-AF65-F5344CB8AC3E}">
        <p14:creationId xmlns:p14="http://schemas.microsoft.com/office/powerpoint/2010/main" val="322108264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What, Why, How">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AF9E9CD8-FC16-6852-0D5B-1861A37CC444}"/>
              </a:ext>
            </a:extLst>
          </p:cNvPr>
          <p:cNvSpPr>
            <a:spLocks noGrp="1"/>
          </p:cNvSpPr>
          <p:nvPr>
            <p:ph type="title" hasCustomPrompt="1"/>
          </p:nvPr>
        </p:nvSpPr>
        <p:spPr>
          <a:xfrm>
            <a:off x="1185691" y="252727"/>
            <a:ext cx="10515600" cy="587374"/>
          </a:xfrm>
        </p:spPr>
        <p:txBody>
          <a:bodyPr/>
          <a:lstStyle>
            <a:lvl1pPr>
              <a:defRPr b="0" i="0">
                <a:latin typeface="Twinkl Cursive Looped" panose="02000000000000000000" pitchFamily="2" charset="77"/>
              </a:defRPr>
            </a:lvl1pPr>
          </a:lstStyle>
          <a:p>
            <a:r>
              <a:rPr lang="en-GB"/>
              <a:t>Key Question</a:t>
            </a:r>
          </a:p>
        </p:txBody>
      </p:sp>
      <p:pic>
        <p:nvPicPr>
          <p:cNvPr id="33" name="Picture 32" descr="Macintosh HD:Users:nicholasgarrick:Dropbox:1 LupL:6 Resources:Images and Icons:Icons:Geographer:icon_5211.png">
            <a:extLst>
              <a:ext uri="{FF2B5EF4-FFF2-40B4-BE49-F238E27FC236}">
                <a16:creationId xmlns:a16="http://schemas.microsoft.com/office/drawing/2014/main" id="{D543666C-A10F-2BF0-F787-B3A0D5E5F6F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14208" y="114801"/>
            <a:ext cx="752475" cy="752475"/>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le 23">
            <a:extLst>
              <a:ext uri="{FF2B5EF4-FFF2-40B4-BE49-F238E27FC236}">
                <a16:creationId xmlns:a16="http://schemas.microsoft.com/office/drawing/2014/main" id="{794DAE5F-C59F-B3F0-3FCE-3EB3B286135E}"/>
              </a:ext>
            </a:extLst>
          </p:cNvPr>
          <p:cNvSpPr/>
          <p:nvPr userDrawn="1"/>
        </p:nvSpPr>
        <p:spPr>
          <a:xfrm>
            <a:off x="8522617" y="1018745"/>
            <a:ext cx="3473707" cy="55604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6" name="Rounded Rectangle 22">
            <a:extLst>
              <a:ext uri="{FF2B5EF4-FFF2-40B4-BE49-F238E27FC236}">
                <a16:creationId xmlns:a16="http://schemas.microsoft.com/office/drawing/2014/main" id="{35A01401-10ED-6F4D-1F1C-0E3FEE734279}"/>
              </a:ext>
            </a:extLst>
          </p:cNvPr>
          <p:cNvSpPr/>
          <p:nvPr userDrawn="1"/>
        </p:nvSpPr>
        <p:spPr>
          <a:xfrm>
            <a:off x="4410752" y="1052185"/>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9" name="Rounded Rectangle 21">
            <a:extLst>
              <a:ext uri="{FF2B5EF4-FFF2-40B4-BE49-F238E27FC236}">
                <a16:creationId xmlns:a16="http://schemas.microsoft.com/office/drawing/2014/main" id="{1093191D-2864-BFE3-BAC6-FE3078E39402}"/>
              </a:ext>
            </a:extLst>
          </p:cNvPr>
          <p:cNvSpPr/>
          <p:nvPr userDrawn="1"/>
        </p:nvSpPr>
        <p:spPr>
          <a:xfrm>
            <a:off x="209994" y="1052184"/>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0" name="Right Arrow 38">
            <a:extLst>
              <a:ext uri="{FF2B5EF4-FFF2-40B4-BE49-F238E27FC236}">
                <a16:creationId xmlns:a16="http://schemas.microsoft.com/office/drawing/2014/main" id="{8AA0E372-369C-4941-5057-0E8F5480B183}"/>
              </a:ext>
            </a:extLst>
          </p:cNvPr>
          <p:cNvSpPr/>
          <p:nvPr userDrawn="1"/>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1" name="Right Arrow 40">
            <a:extLst>
              <a:ext uri="{FF2B5EF4-FFF2-40B4-BE49-F238E27FC236}">
                <a16:creationId xmlns:a16="http://schemas.microsoft.com/office/drawing/2014/main" id="{0A8AFB17-4869-9C19-FEA1-1565D67FDFAD}"/>
              </a:ext>
            </a:extLst>
          </p:cNvPr>
          <p:cNvSpPr/>
          <p:nvPr userDrawn="1"/>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2" name="Cloud Callout 14">
            <a:extLst>
              <a:ext uri="{FF2B5EF4-FFF2-40B4-BE49-F238E27FC236}">
                <a16:creationId xmlns:a16="http://schemas.microsoft.com/office/drawing/2014/main" id="{61EF286F-9345-BB0C-4F56-A1F12BAE82D8}"/>
              </a:ext>
            </a:extLst>
          </p:cNvPr>
          <p:cNvSpPr/>
          <p:nvPr userDrawn="1"/>
        </p:nvSpPr>
        <p:spPr>
          <a:xfrm>
            <a:off x="1642514" y="1326933"/>
            <a:ext cx="1913677" cy="1215720"/>
          </a:xfrm>
          <a:prstGeom prst="cloudCallout">
            <a:avLst>
              <a:gd name="adj1" fmla="val -57973"/>
              <a:gd name="adj2" fmla="val 5370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What am I learning?</a:t>
            </a:r>
          </a:p>
        </p:txBody>
      </p:sp>
      <p:sp>
        <p:nvSpPr>
          <p:cNvPr id="43" name="Cloud Callout 17">
            <a:extLst>
              <a:ext uri="{FF2B5EF4-FFF2-40B4-BE49-F238E27FC236}">
                <a16:creationId xmlns:a16="http://schemas.microsoft.com/office/drawing/2014/main" id="{C71C66BF-D58B-4831-075C-341ABDCBB6A9}"/>
              </a:ext>
            </a:extLst>
          </p:cNvPr>
          <p:cNvSpPr/>
          <p:nvPr userDrawn="1"/>
        </p:nvSpPr>
        <p:spPr>
          <a:xfrm>
            <a:off x="5579272" y="1132775"/>
            <a:ext cx="2190940" cy="1409879"/>
          </a:xfrm>
          <a:prstGeom prst="cloudCallout">
            <a:avLst>
              <a:gd name="adj1" fmla="val -47544"/>
              <a:gd name="adj2" fmla="val 3915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Why am I learning this?</a:t>
            </a:r>
          </a:p>
        </p:txBody>
      </p:sp>
      <p:sp>
        <p:nvSpPr>
          <p:cNvPr id="44" name="Cloud Callout 43">
            <a:extLst>
              <a:ext uri="{FF2B5EF4-FFF2-40B4-BE49-F238E27FC236}">
                <a16:creationId xmlns:a16="http://schemas.microsoft.com/office/drawing/2014/main" id="{5F799D0A-BCB5-0692-9B09-12BF7ECBCFB2}"/>
              </a:ext>
            </a:extLst>
          </p:cNvPr>
          <p:cNvSpPr/>
          <p:nvPr userDrawn="1"/>
        </p:nvSpPr>
        <p:spPr>
          <a:xfrm>
            <a:off x="9768925" y="1166214"/>
            <a:ext cx="2190940" cy="1409879"/>
          </a:xfrm>
          <a:prstGeom prst="cloudCallout">
            <a:avLst>
              <a:gd name="adj1" fmla="val -52552"/>
              <a:gd name="adj2" fmla="val 33963"/>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How will I know when I get there?</a:t>
            </a:r>
          </a:p>
        </p:txBody>
      </p:sp>
      <p:sp>
        <p:nvSpPr>
          <p:cNvPr id="45" name="Rounded Rectangle 25">
            <a:extLst>
              <a:ext uri="{FF2B5EF4-FFF2-40B4-BE49-F238E27FC236}">
                <a16:creationId xmlns:a16="http://schemas.microsoft.com/office/drawing/2014/main" id="{986FCAFE-1A47-3A75-E8C0-DF7CFA64906C}"/>
              </a:ext>
            </a:extLst>
          </p:cNvPr>
          <p:cNvSpPr/>
          <p:nvPr userDrawn="1"/>
        </p:nvSpPr>
        <p:spPr>
          <a:xfrm>
            <a:off x="337503"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46" name="Picture 45">
            <a:extLst>
              <a:ext uri="{FF2B5EF4-FFF2-40B4-BE49-F238E27FC236}">
                <a16:creationId xmlns:a16="http://schemas.microsoft.com/office/drawing/2014/main" id="{5D11E385-E30A-306C-46AE-F9458F3B5571}"/>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47" name="Picture 46">
            <a:extLst>
              <a:ext uri="{FF2B5EF4-FFF2-40B4-BE49-F238E27FC236}">
                <a16:creationId xmlns:a16="http://schemas.microsoft.com/office/drawing/2014/main" id="{4955640E-425C-E065-E469-3F57419A4075}"/>
              </a:ext>
            </a:extLst>
          </p:cNvPr>
          <p:cNvPicPr>
            <a:picLocks noChangeAspect="1"/>
          </p:cNvPicPr>
          <p:nvPr userDrawn="1"/>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48" name="Picture 47">
            <a:extLst>
              <a:ext uri="{FF2B5EF4-FFF2-40B4-BE49-F238E27FC236}">
                <a16:creationId xmlns:a16="http://schemas.microsoft.com/office/drawing/2014/main" id="{5B63634A-303B-2635-7607-6574B2DFFA24}"/>
              </a:ext>
            </a:extLst>
          </p:cNvPr>
          <p:cNvPicPr>
            <a:picLocks noChangeAspect="1"/>
          </p:cNvPicPr>
          <p:nvPr userDrawn="1"/>
        </p:nvPicPr>
        <p:blipFill rotWithShape="1">
          <a:blip r:embed="rId6">
            <a:extLst>
              <a:ext uri="{BEBA8EAE-BF5A-486C-A8C5-ECC9F3942E4B}">
                <a14:imgProps xmlns:a14="http://schemas.microsoft.com/office/drawing/2010/main">
                  <a14:imgLayer r:embed="rId4">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49" name="Rounded Rectangle 48">
            <a:extLst>
              <a:ext uri="{FF2B5EF4-FFF2-40B4-BE49-F238E27FC236}">
                <a16:creationId xmlns:a16="http://schemas.microsoft.com/office/drawing/2014/main" id="{562805B2-74FB-04A4-25AE-B716B092E5EF}"/>
              </a:ext>
            </a:extLst>
          </p:cNvPr>
          <p:cNvSpPr/>
          <p:nvPr userDrawn="1"/>
        </p:nvSpPr>
        <p:spPr>
          <a:xfrm>
            <a:off x="4547775" y="3820472"/>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50" name="Rounded Rectangle 49">
            <a:extLst>
              <a:ext uri="{FF2B5EF4-FFF2-40B4-BE49-F238E27FC236}">
                <a16:creationId xmlns:a16="http://schemas.microsoft.com/office/drawing/2014/main" id="{953ACAAF-AE0A-4BDE-AF75-4CF0BCA47856}"/>
              </a:ext>
            </a:extLst>
          </p:cNvPr>
          <p:cNvSpPr/>
          <p:nvPr userDrawn="1"/>
        </p:nvSpPr>
        <p:spPr>
          <a:xfrm>
            <a:off x="8650126"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show this by…</a:t>
            </a:r>
          </a:p>
          <a:p>
            <a:pPr algn="ctr"/>
            <a:endParaRPr lang="en-GB" sz="2800" b="0" i="0">
              <a:solidFill>
                <a:schemeClr val="tx1"/>
              </a:solidFill>
              <a:latin typeface="Twinkl Cursive Looped" panose="02000000000000000000" pitchFamily="2" charset="77"/>
            </a:endParaRPr>
          </a:p>
        </p:txBody>
      </p:sp>
      <p:sp>
        <p:nvSpPr>
          <p:cNvPr id="51" name="Text Placeholder 33">
            <a:extLst>
              <a:ext uri="{FF2B5EF4-FFF2-40B4-BE49-F238E27FC236}">
                <a16:creationId xmlns:a16="http://schemas.microsoft.com/office/drawing/2014/main" id="{B3BB70E2-26D2-0B49-D267-7AAB4BF86DB0}"/>
              </a:ext>
            </a:extLst>
          </p:cNvPr>
          <p:cNvSpPr>
            <a:spLocks noGrp="1"/>
          </p:cNvSpPr>
          <p:nvPr>
            <p:ph type="body" sz="quarter" idx="10"/>
          </p:nvPr>
        </p:nvSpPr>
        <p:spPr>
          <a:xfrm>
            <a:off x="698500" y="4522788"/>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52" name="Text Placeholder 33">
            <a:extLst>
              <a:ext uri="{FF2B5EF4-FFF2-40B4-BE49-F238E27FC236}">
                <a16:creationId xmlns:a16="http://schemas.microsoft.com/office/drawing/2014/main" id="{EE674DA5-D366-6FAC-3E19-D83FED4EC98E}"/>
              </a:ext>
            </a:extLst>
          </p:cNvPr>
          <p:cNvSpPr>
            <a:spLocks noGrp="1"/>
          </p:cNvSpPr>
          <p:nvPr>
            <p:ph type="body" sz="quarter" idx="13"/>
          </p:nvPr>
        </p:nvSpPr>
        <p:spPr>
          <a:xfrm>
            <a:off x="4877594" y="4522787"/>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53" name="Text Placeholder 33">
            <a:extLst>
              <a:ext uri="{FF2B5EF4-FFF2-40B4-BE49-F238E27FC236}">
                <a16:creationId xmlns:a16="http://schemas.microsoft.com/office/drawing/2014/main" id="{C20E1614-EA91-9C2C-B7F1-BB4DF8CC1A39}"/>
              </a:ext>
            </a:extLst>
          </p:cNvPr>
          <p:cNvSpPr>
            <a:spLocks noGrp="1"/>
          </p:cNvSpPr>
          <p:nvPr>
            <p:ph type="body" sz="quarter" idx="14"/>
          </p:nvPr>
        </p:nvSpPr>
        <p:spPr>
          <a:xfrm>
            <a:off x="8979945" y="4485371"/>
            <a:ext cx="2559050" cy="1698625"/>
          </a:xfrm>
        </p:spPr>
        <p:txBody>
          <a:bodyPr>
            <a:normAutofit/>
          </a:bodyPr>
          <a:lstStyle>
            <a:lvl1pPr marL="9525" indent="-9525">
              <a:buNone/>
              <a:tabLst/>
              <a:defRPr sz="2400" b="0" i="0">
                <a:latin typeface="Twinkl Cursive Looped" panose="02000000000000000000" pitchFamily="2" charset="77"/>
              </a:defRPr>
            </a:lvl1pPr>
          </a:lstStyle>
          <a:p>
            <a:pPr lvl="0"/>
            <a:r>
              <a:rPr lang="en-GB"/>
              <a:t>Click to edit Master text styles</a:t>
            </a:r>
          </a:p>
        </p:txBody>
      </p:sp>
      <p:sp>
        <p:nvSpPr>
          <p:cNvPr id="54" name="Rounded Rectangle 23">
            <a:extLst>
              <a:ext uri="{FF2B5EF4-FFF2-40B4-BE49-F238E27FC236}">
                <a16:creationId xmlns:a16="http://schemas.microsoft.com/office/drawing/2014/main" id="{0D1FC744-3662-3249-1F03-EE193D1872E7}"/>
              </a:ext>
            </a:extLst>
          </p:cNvPr>
          <p:cNvSpPr/>
          <p:nvPr userDrawn="1"/>
        </p:nvSpPr>
        <p:spPr>
          <a:xfrm>
            <a:off x="8522617" y="1018745"/>
            <a:ext cx="3473707" cy="5560461"/>
          </a:xfrm>
          <a:prstGeom prst="roundRect">
            <a:avLst/>
          </a:prstGeom>
          <a:solidFill>
            <a:srgbClr val="B1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5" name="Rounded Rectangle 22">
            <a:extLst>
              <a:ext uri="{FF2B5EF4-FFF2-40B4-BE49-F238E27FC236}">
                <a16:creationId xmlns:a16="http://schemas.microsoft.com/office/drawing/2014/main" id="{8867268F-6BC6-CDE0-A54C-C7C7D22A17CE}"/>
              </a:ext>
            </a:extLst>
          </p:cNvPr>
          <p:cNvSpPr/>
          <p:nvPr userDrawn="1"/>
        </p:nvSpPr>
        <p:spPr>
          <a:xfrm>
            <a:off x="4410752" y="1052185"/>
            <a:ext cx="3473707" cy="5527021"/>
          </a:xfrm>
          <a:prstGeom prst="roundRect">
            <a:avLst/>
          </a:prstGeom>
          <a:solidFill>
            <a:srgbClr val="B1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6" name="Rounded Rectangle 21">
            <a:extLst>
              <a:ext uri="{FF2B5EF4-FFF2-40B4-BE49-F238E27FC236}">
                <a16:creationId xmlns:a16="http://schemas.microsoft.com/office/drawing/2014/main" id="{DEC8C24A-C2A2-B6FB-CEBC-DB3CFE63E845}"/>
              </a:ext>
            </a:extLst>
          </p:cNvPr>
          <p:cNvSpPr/>
          <p:nvPr userDrawn="1"/>
        </p:nvSpPr>
        <p:spPr>
          <a:xfrm>
            <a:off x="209994" y="1052184"/>
            <a:ext cx="3473707" cy="5527021"/>
          </a:xfrm>
          <a:prstGeom prst="roundRect">
            <a:avLst/>
          </a:prstGeom>
          <a:solidFill>
            <a:srgbClr val="B1B1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7" name="Right Arrow 38">
            <a:extLst>
              <a:ext uri="{FF2B5EF4-FFF2-40B4-BE49-F238E27FC236}">
                <a16:creationId xmlns:a16="http://schemas.microsoft.com/office/drawing/2014/main" id="{24D9F813-6CEE-ED6F-064E-59CDA1216AD8}"/>
              </a:ext>
            </a:extLst>
          </p:cNvPr>
          <p:cNvSpPr/>
          <p:nvPr userDrawn="1"/>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8" name="Right Arrow 40">
            <a:extLst>
              <a:ext uri="{FF2B5EF4-FFF2-40B4-BE49-F238E27FC236}">
                <a16:creationId xmlns:a16="http://schemas.microsoft.com/office/drawing/2014/main" id="{B268B9E1-8800-1738-CE60-9C6C5F486497}"/>
              </a:ext>
            </a:extLst>
          </p:cNvPr>
          <p:cNvSpPr/>
          <p:nvPr userDrawn="1"/>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9" name="Cloud Callout 14">
            <a:extLst>
              <a:ext uri="{FF2B5EF4-FFF2-40B4-BE49-F238E27FC236}">
                <a16:creationId xmlns:a16="http://schemas.microsoft.com/office/drawing/2014/main" id="{3BE98BE1-8756-AA3F-37FC-961A3A117F44}"/>
              </a:ext>
            </a:extLst>
          </p:cNvPr>
          <p:cNvSpPr/>
          <p:nvPr userDrawn="1"/>
        </p:nvSpPr>
        <p:spPr>
          <a:xfrm>
            <a:off x="1642514" y="1326933"/>
            <a:ext cx="1913677" cy="1215720"/>
          </a:xfrm>
          <a:prstGeom prst="cloudCallout">
            <a:avLst>
              <a:gd name="adj1" fmla="val -57973"/>
              <a:gd name="adj2" fmla="val 53702"/>
            </a:avLst>
          </a:prstGeom>
          <a:solidFill>
            <a:srgbClr val="CCCCFF"/>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What am I learning?</a:t>
            </a:r>
          </a:p>
        </p:txBody>
      </p:sp>
      <p:sp>
        <p:nvSpPr>
          <p:cNvPr id="60" name="Cloud Callout 17">
            <a:extLst>
              <a:ext uri="{FF2B5EF4-FFF2-40B4-BE49-F238E27FC236}">
                <a16:creationId xmlns:a16="http://schemas.microsoft.com/office/drawing/2014/main" id="{83D62656-6C25-077C-4F80-552A71A1BC63}"/>
              </a:ext>
            </a:extLst>
          </p:cNvPr>
          <p:cNvSpPr/>
          <p:nvPr userDrawn="1"/>
        </p:nvSpPr>
        <p:spPr>
          <a:xfrm>
            <a:off x="5579272" y="1132775"/>
            <a:ext cx="2190940" cy="1409879"/>
          </a:xfrm>
          <a:prstGeom prst="cloudCallout">
            <a:avLst>
              <a:gd name="adj1" fmla="val -47544"/>
              <a:gd name="adj2" fmla="val 39152"/>
            </a:avLst>
          </a:prstGeom>
          <a:solidFill>
            <a:srgbClr val="CCCCFF"/>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Why am I learning this?</a:t>
            </a:r>
          </a:p>
        </p:txBody>
      </p:sp>
      <p:sp>
        <p:nvSpPr>
          <p:cNvPr id="61" name="Cloud Callout 60">
            <a:extLst>
              <a:ext uri="{FF2B5EF4-FFF2-40B4-BE49-F238E27FC236}">
                <a16:creationId xmlns:a16="http://schemas.microsoft.com/office/drawing/2014/main" id="{D209243E-CE20-B43A-B229-5E6919A22DBC}"/>
              </a:ext>
            </a:extLst>
          </p:cNvPr>
          <p:cNvSpPr/>
          <p:nvPr userDrawn="1"/>
        </p:nvSpPr>
        <p:spPr>
          <a:xfrm>
            <a:off x="9768925" y="1166214"/>
            <a:ext cx="2190940" cy="1409879"/>
          </a:xfrm>
          <a:prstGeom prst="cloudCallout">
            <a:avLst>
              <a:gd name="adj1" fmla="val -52552"/>
              <a:gd name="adj2" fmla="val 33963"/>
            </a:avLst>
          </a:prstGeom>
          <a:solidFill>
            <a:srgbClr val="CCCCFF"/>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solidFill>
                  <a:schemeClr val="tx1"/>
                </a:solidFill>
                <a:latin typeface="Twinkl Cursive Looped" panose="02000000000000000000" pitchFamily="2" charset="77"/>
              </a:rPr>
              <a:t>How will I know when I'm successful?</a:t>
            </a:r>
          </a:p>
        </p:txBody>
      </p:sp>
      <p:sp>
        <p:nvSpPr>
          <p:cNvPr id="62" name="Rounded Rectangle 25">
            <a:extLst>
              <a:ext uri="{FF2B5EF4-FFF2-40B4-BE49-F238E27FC236}">
                <a16:creationId xmlns:a16="http://schemas.microsoft.com/office/drawing/2014/main" id="{2EAD39BD-B099-6728-8D13-A4C177B6F805}"/>
              </a:ext>
            </a:extLst>
          </p:cNvPr>
          <p:cNvSpPr/>
          <p:nvPr userDrawn="1"/>
        </p:nvSpPr>
        <p:spPr>
          <a:xfrm>
            <a:off x="337503" y="3815694"/>
            <a:ext cx="3218688" cy="2629173"/>
          </a:xfrm>
          <a:prstGeom prst="roundRect">
            <a:avLst/>
          </a:prstGeom>
          <a:solidFill>
            <a:srgbClr val="CC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63" name="Picture 62">
            <a:extLst>
              <a:ext uri="{FF2B5EF4-FFF2-40B4-BE49-F238E27FC236}">
                <a16:creationId xmlns:a16="http://schemas.microsoft.com/office/drawing/2014/main" id="{9C9530EB-C903-8086-18DC-0C03544C4594}"/>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64" name="Picture 63">
            <a:extLst>
              <a:ext uri="{FF2B5EF4-FFF2-40B4-BE49-F238E27FC236}">
                <a16:creationId xmlns:a16="http://schemas.microsoft.com/office/drawing/2014/main" id="{F07629C6-4FFA-FF30-5372-13F87DC076CD}"/>
              </a:ext>
            </a:extLst>
          </p:cNvPr>
          <p:cNvPicPr>
            <a:picLocks noChangeAspect="1"/>
          </p:cNvPicPr>
          <p:nvPr userDrawn="1"/>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65" name="Picture 64">
            <a:extLst>
              <a:ext uri="{FF2B5EF4-FFF2-40B4-BE49-F238E27FC236}">
                <a16:creationId xmlns:a16="http://schemas.microsoft.com/office/drawing/2014/main" id="{66D0A70B-6C4D-F75B-6A9F-D8FDC6BEEF63}"/>
              </a:ext>
            </a:extLst>
          </p:cNvPr>
          <p:cNvPicPr>
            <a:picLocks noChangeAspect="1"/>
          </p:cNvPicPr>
          <p:nvPr userDrawn="1"/>
        </p:nvPicPr>
        <p:blipFill rotWithShape="1">
          <a:blip r:embed="rId6">
            <a:extLst>
              <a:ext uri="{BEBA8EAE-BF5A-486C-A8C5-ECC9F3942E4B}">
                <a14:imgProps xmlns:a14="http://schemas.microsoft.com/office/drawing/2010/main">
                  <a14:imgLayer r:embed="rId4">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66" name="Rounded Rectangle 65">
            <a:extLst>
              <a:ext uri="{FF2B5EF4-FFF2-40B4-BE49-F238E27FC236}">
                <a16:creationId xmlns:a16="http://schemas.microsoft.com/office/drawing/2014/main" id="{E4259EB2-DF36-65F9-FFFF-42FBE54E1CB4}"/>
              </a:ext>
            </a:extLst>
          </p:cNvPr>
          <p:cNvSpPr/>
          <p:nvPr userDrawn="1"/>
        </p:nvSpPr>
        <p:spPr>
          <a:xfrm>
            <a:off x="4547775" y="3820472"/>
            <a:ext cx="3218688" cy="2629173"/>
          </a:xfrm>
          <a:prstGeom prst="roundRect">
            <a:avLst/>
          </a:prstGeom>
          <a:solidFill>
            <a:srgbClr val="CC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67" name="Rounded Rectangle 66">
            <a:extLst>
              <a:ext uri="{FF2B5EF4-FFF2-40B4-BE49-F238E27FC236}">
                <a16:creationId xmlns:a16="http://schemas.microsoft.com/office/drawing/2014/main" id="{D4E77597-DD8E-B80E-CAF9-828893FC90DF}"/>
              </a:ext>
            </a:extLst>
          </p:cNvPr>
          <p:cNvSpPr/>
          <p:nvPr userDrawn="1"/>
        </p:nvSpPr>
        <p:spPr>
          <a:xfrm>
            <a:off x="8650126" y="3815694"/>
            <a:ext cx="3218688" cy="2629173"/>
          </a:xfrm>
          <a:prstGeom prst="roundRect">
            <a:avLst/>
          </a:prstGeom>
          <a:solidFill>
            <a:srgbClr val="CC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be successful by…</a:t>
            </a:r>
          </a:p>
          <a:p>
            <a:pPr algn="ctr"/>
            <a:endParaRPr lang="en-GB" sz="2800" b="0" i="0">
              <a:solidFill>
                <a:schemeClr val="tx1"/>
              </a:solidFill>
              <a:latin typeface="Twinkl Cursive Looped" panose="02000000000000000000" pitchFamily="2" charset="77"/>
            </a:endParaRPr>
          </a:p>
        </p:txBody>
      </p:sp>
      <p:pic>
        <p:nvPicPr>
          <p:cNvPr id="3" name="Picture 17">
            <a:extLst>
              <a:ext uri="{FF2B5EF4-FFF2-40B4-BE49-F238E27FC236}">
                <a16:creationId xmlns:a16="http://schemas.microsoft.com/office/drawing/2014/main" id="{000648E7-97B9-D1D3-490C-AAF2E3A785EA}"/>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72247" y="140894"/>
            <a:ext cx="885149" cy="7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4684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p:tmplLst>
          <p:tmpl lvl="1">
            <p:tnLst>
              <p:par>
                <p:cTn presetID="1" presetClass="entr" presetSubtype="0" fill="hold" nodeType="clickEffect" nodePh="1">
                  <p:stCondLst>
                    <p:cond delay="0"/>
                  </p:stCondLst>
                  <p:endCondLst>
                    <p:cond delay="0"/>
                  </p:endCondLst>
                  <p:childTnLst>
                    <p:set>
                      <p:cBhvr>
                        <p:cTn dur="1" fill="hold">
                          <p:stCondLst>
                            <p:cond delay="0"/>
                          </p:stCondLst>
                        </p:cTn>
                        <p:tgtEl>
                          <p:spTgt spid="51"/>
                        </p:tgtEl>
                        <p:attrNameLst>
                          <p:attrName>style.visibility</p:attrName>
                        </p:attrNameLst>
                      </p:cBhvr>
                      <p:to>
                        <p:strVal val="visible"/>
                      </p:to>
                    </p:set>
                  </p:childTnLst>
                </p:cTn>
              </p:par>
            </p:tnLst>
          </p:tmpl>
        </p:tmplLst>
      </p:bldP>
      <p:bldP spid="52" grpId="0" build="p">
        <p:tmplLst>
          <p:tmpl lvl="1">
            <p:tnLst>
              <p:par>
                <p:cTn presetID="1" presetClass="entr" presetSubtype="0" fill="hold" nodeType="clickEffect" nodePh="1">
                  <p:stCondLst>
                    <p:cond delay="0"/>
                  </p:stCondLst>
                  <p:endCondLst>
                    <p:cond delay="0"/>
                  </p:endCondLst>
                  <p:childTnLst>
                    <p:set>
                      <p:cBhvr>
                        <p:cTn dur="1" fill="hold">
                          <p:stCondLst>
                            <p:cond delay="0"/>
                          </p:stCondLst>
                        </p:cTn>
                        <p:tgtEl>
                          <p:spTgt spid="52"/>
                        </p:tgtEl>
                        <p:attrNameLst>
                          <p:attrName>style.visibility</p:attrName>
                        </p:attrNameLst>
                      </p:cBhvr>
                      <p:to>
                        <p:strVal val="visible"/>
                      </p:to>
                    </p:set>
                  </p:childTnLst>
                </p:cTn>
              </p:par>
            </p:tnLst>
          </p:tmpl>
        </p:tmplLst>
      </p:bldP>
      <p:bldP spid="53" grpId="0" build="p">
        <p:tmplLst>
          <p:tmpl lvl="1">
            <p:tnLst>
              <p:par>
                <p:cTn presetID="1" presetClass="entr" presetSubtype="0" fill="hold" nodeType="clickEffect" nodePh="1">
                  <p:stCondLst>
                    <p:cond delay="0"/>
                  </p:stCondLst>
                  <p:endCondLst>
                    <p:cond delay="0"/>
                  </p:endCondLst>
                  <p:childTnLst>
                    <p:set>
                      <p:cBhvr>
                        <p:cTn dur="1" fill="hold">
                          <p:stCondLst>
                            <p:cond delay="0"/>
                          </p:stCondLst>
                        </p:cTn>
                        <p:tgtEl>
                          <p:spTgt spid="53"/>
                        </p:tgtEl>
                        <p:attrNameLst>
                          <p:attrName>style.visibility</p:attrName>
                        </p:attrNameLst>
                      </p:cBhvr>
                      <p:to>
                        <p:strVal val="visible"/>
                      </p:to>
                    </p:set>
                  </p:childTnLst>
                </p:cTn>
              </p:par>
            </p:tnLst>
          </p:tmpl>
        </p:tmplLst>
      </p:bldP>
    </p:bld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Hook">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F420A20-0427-FEBB-94F6-C4193F5D67FD}"/>
              </a:ext>
            </a:extLst>
          </p:cNvPr>
          <p:cNvSpPr>
            <a:spLocks noGrp="1"/>
          </p:cNvSpPr>
          <p:nvPr>
            <p:ph type="title"/>
          </p:nvPr>
        </p:nvSpPr>
        <p:spPr>
          <a:xfrm>
            <a:off x="246528" y="373834"/>
            <a:ext cx="11685495"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5" name="Content Placeholder 2">
            <a:extLst>
              <a:ext uri="{FF2B5EF4-FFF2-40B4-BE49-F238E27FC236}">
                <a16:creationId xmlns:a16="http://schemas.microsoft.com/office/drawing/2014/main" id="{8727FA49-916F-6379-73AB-F81F90D63BB8}"/>
              </a:ext>
            </a:extLst>
          </p:cNvPr>
          <p:cNvSpPr>
            <a:spLocks noGrp="1"/>
          </p:cNvSpPr>
          <p:nvPr>
            <p:ph idx="1"/>
          </p:nvPr>
        </p:nvSpPr>
        <p:spPr>
          <a:xfrm>
            <a:off x="246528" y="1834334"/>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Macintosh HD:Users:nicholasgarrick:Dropbox:1 LupL:6 Resources:Images and Icons:Icons:Geographer:icon_5211.png">
            <a:extLst>
              <a:ext uri="{FF2B5EF4-FFF2-40B4-BE49-F238E27FC236}">
                <a16:creationId xmlns:a16="http://schemas.microsoft.com/office/drawing/2014/main" id="{6BBF9FDF-75DA-CFF3-BA62-2E74EDB80D52}"/>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63229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I 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2BE6-1BBB-6E8F-925B-028A6251E998}"/>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3" name="Content Placeholder 2">
            <a:extLst>
              <a:ext uri="{FF2B5EF4-FFF2-40B4-BE49-F238E27FC236}">
                <a16:creationId xmlns:a16="http://schemas.microsoft.com/office/drawing/2014/main" id="{DE327B21-08A8-373B-5759-CAD129496ABA}"/>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347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We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D5292D3-9B48-D839-900B-BC40E1994024}"/>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8DC9B51-90C5-910F-0E5E-26C8FCDFE363}"/>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05096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You Do Tri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BA2D6B0-18BA-C1F5-A3CF-A118B5DF63ED}"/>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F42BF2B-5700-B0C0-6B69-6699F0F4E31D}"/>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2046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48421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You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AEF570-F9F4-B149-BF1A-BEF6DEE603C2}"/>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EFE87AD0-4B3C-76E5-0F15-7F5DFE335D44}"/>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87065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I Do-blank">
    <p:spTree>
      <p:nvGrpSpPr>
        <p:cNvPr id="1" name=""/>
        <p:cNvGrpSpPr/>
        <p:nvPr/>
      </p:nvGrpSpPr>
      <p:grpSpPr>
        <a:xfrm>
          <a:off x="0" y="0"/>
          <a:ext cx="0" cy="0"/>
          <a:chOff x="0" y="0"/>
          <a:chExt cx="0" cy="0"/>
        </a:xfrm>
      </p:grpSpPr>
      <p:pic>
        <p:nvPicPr>
          <p:cNvPr id="12" name="Picture 11" descr="A close-up of a card&#10;&#10;AI-generated content may be incorrect.">
            <a:extLst>
              <a:ext uri="{FF2B5EF4-FFF2-40B4-BE49-F238E27FC236}">
                <a16:creationId xmlns:a16="http://schemas.microsoft.com/office/drawing/2014/main" id="{19C37659-7358-BC03-60AF-B392A7BB2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619" y="119675"/>
            <a:ext cx="1569326" cy="773914"/>
          </a:xfrm>
          <a:prstGeom prst="rect">
            <a:avLst/>
          </a:prstGeom>
        </p:spPr>
      </p:pic>
      <p:pic>
        <p:nvPicPr>
          <p:cNvPr id="6" name="Picture 5" descr="Macintosh HD:Users:nicholasgarrick:Dropbox:1 LupL:6 Resources:Images and Icons:Icons:Geographer:icon_5211.png">
            <a:extLst>
              <a:ext uri="{FF2B5EF4-FFF2-40B4-BE49-F238E27FC236}">
                <a16:creationId xmlns:a16="http://schemas.microsoft.com/office/drawing/2014/main" id="{856FEE9A-7A4C-C146-9F2C-AA95D12B1B1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0501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We Do-blank">
    <p:spTree>
      <p:nvGrpSpPr>
        <p:cNvPr id="1" name=""/>
        <p:cNvGrpSpPr/>
        <p:nvPr/>
      </p:nvGrpSpPr>
      <p:grpSpPr>
        <a:xfrm>
          <a:off x="0" y="0"/>
          <a:ext cx="0" cy="0"/>
          <a:chOff x="0" y="0"/>
          <a:chExt cx="0" cy="0"/>
        </a:xfrm>
      </p:grpSpPr>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957987D4-A06A-C5CB-651A-0BE75EF416E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6087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You Do Trio-blank">
    <p:spTree>
      <p:nvGrpSpPr>
        <p:cNvPr id="1" name=""/>
        <p:cNvGrpSpPr/>
        <p:nvPr/>
      </p:nvGrpSpPr>
      <p:grpSpPr>
        <a:xfrm>
          <a:off x="0" y="0"/>
          <a:ext cx="0" cy="0"/>
          <a:chOff x="0" y="0"/>
          <a:chExt cx="0" cy="0"/>
        </a:xfrm>
      </p:grpSpPr>
      <p:pic>
        <p:nvPicPr>
          <p:cNvPr id="3" name="Picture 2" descr="A pink background with a cartoon character&#10;&#10;AI-generated content may be incorrect.">
            <a:extLst>
              <a:ext uri="{FF2B5EF4-FFF2-40B4-BE49-F238E27FC236}">
                <a16:creationId xmlns:a16="http://schemas.microsoft.com/office/drawing/2014/main" id="{CC49C281-BFEE-C448-05E7-67F0CFEF1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9597" y="120460"/>
            <a:ext cx="1691510" cy="696504"/>
          </a:xfrm>
          <a:prstGeom prst="rect">
            <a:avLst/>
          </a:prstGeom>
        </p:spPr>
      </p:pic>
      <p:pic>
        <p:nvPicPr>
          <p:cNvPr id="9" name="Picture 8" descr="Macintosh HD:Users:nicholasgarrick:Dropbox:1 LupL:6 Resources:Images and Icons:Icons:Geographer:icon_5211.png">
            <a:extLst>
              <a:ext uri="{FF2B5EF4-FFF2-40B4-BE49-F238E27FC236}">
                <a16:creationId xmlns:a16="http://schemas.microsoft.com/office/drawing/2014/main" id="{AB3E5AEB-4433-9811-BFB5-67A78BBCA8D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5564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_You Do-blank">
    <p:spTree>
      <p:nvGrpSpPr>
        <p:cNvPr id="1" name=""/>
        <p:cNvGrpSpPr/>
        <p:nvPr/>
      </p:nvGrpSpPr>
      <p:grpSpPr>
        <a:xfrm>
          <a:off x="0" y="0"/>
          <a:ext cx="0" cy="0"/>
          <a:chOff x="0" y="0"/>
          <a:chExt cx="0" cy="0"/>
        </a:xfrm>
      </p:grpSpPr>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pic>
        <p:nvPicPr>
          <p:cNvPr id="5" name="Picture 4" descr="Macintosh HD:Users:nicholasgarrick:Dropbox:1 LupL:6 Resources:Images and Icons:Icons:Geographer:icon_5211.png">
            <a:extLst>
              <a:ext uri="{FF2B5EF4-FFF2-40B4-BE49-F238E27FC236}">
                <a16:creationId xmlns:a16="http://schemas.microsoft.com/office/drawing/2014/main" id="{25FA9E67-03AE-A0EB-2281-F2B5FE675D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14208" y="798194"/>
            <a:ext cx="752475"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81147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earning Review">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6E72BF2-714C-76F4-6A58-17F40DFEF70D}"/>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15" name="Picture 14">
            <a:extLst>
              <a:ext uri="{FF2B5EF4-FFF2-40B4-BE49-F238E27FC236}">
                <a16:creationId xmlns:a16="http://schemas.microsoft.com/office/drawing/2014/main" id="{7C5F0A78-D5AE-CB62-29C5-35C7F865A859}"/>
              </a:ext>
            </a:extLst>
          </p:cNvPr>
          <p:cNvPicPr>
            <a:picLocks noChangeAspect="1"/>
          </p:cNvPicPr>
          <p:nvPr userDrawn="1"/>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16" name="Picture 15">
            <a:extLst>
              <a:ext uri="{FF2B5EF4-FFF2-40B4-BE49-F238E27FC236}">
                <a16:creationId xmlns:a16="http://schemas.microsoft.com/office/drawing/2014/main" id="{1F031ACE-7831-808D-C669-16B459A25B54}"/>
              </a:ext>
            </a:extLst>
          </p:cNvPr>
          <p:cNvPicPr>
            <a:picLocks noChangeAspect="1"/>
          </p:cNvPicPr>
          <p:nvPr userDrawn="1"/>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17" name="TextBox 16">
            <a:extLst>
              <a:ext uri="{FF2B5EF4-FFF2-40B4-BE49-F238E27FC236}">
                <a16:creationId xmlns:a16="http://schemas.microsoft.com/office/drawing/2014/main" id="{503537C9-7B97-3CC6-FC81-B8EBE36237E0}"/>
              </a:ext>
            </a:extLst>
          </p:cNvPr>
          <p:cNvSpPr txBox="1"/>
          <p:nvPr userDrawn="1"/>
        </p:nvSpPr>
        <p:spPr>
          <a:xfrm>
            <a:off x="331625" y="1936003"/>
            <a:ext cx="3925823" cy="919401"/>
          </a:xfrm>
          <a:prstGeom prst="wedgeRoundRectCallout">
            <a:avLst>
              <a:gd name="adj1" fmla="val -17964"/>
              <a:gd name="adj2" fmla="val 104608"/>
              <a:gd name="adj3" fmla="val 16667"/>
            </a:avLst>
          </a:prstGeom>
          <a:solidFill>
            <a:schemeClr val="accent2">
              <a:lumMod val="60000"/>
              <a:lumOff val="40000"/>
            </a:schemeClr>
          </a:solidFill>
          <a:ln>
            <a:solidFill>
              <a:schemeClr val="tx1"/>
            </a:solidFill>
          </a:ln>
        </p:spPr>
        <p:txBody>
          <a:bodyPr wrap="square" rtlCol="0">
            <a:spAutoFit/>
          </a:bodyPr>
          <a:lstStyle/>
          <a:p>
            <a:r>
              <a:rPr lang="en-US" sz="2400" b="0" i="0">
                <a:latin typeface="Twinkl Cursive Looped" panose="02000000000000000000" pitchFamily="2" charset="77"/>
              </a:rPr>
              <a:t>Today I found my learning challenging so I…</a:t>
            </a:r>
          </a:p>
        </p:txBody>
      </p:sp>
      <p:sp>
        <p:nvSpPr>
          <p:cNvPr id="18" name="TextBox 17">
            <a:extLst>
              <a:ext uri="{FF2B5EF4-FFF2-40B4-BE49-F238E27FC236}">
                <a16:creationId xmlns:a16="http://schemas.microsoft.com/office/drawing/2014/main" id="{BF0B9ECF-D6F4-8A44-E877-054A66CC97BD}"/>
              </a:ext>
            </a:extLst>
          </p:cNvPr>
          <p:cNvSpPr txBox="1"/>
          <p:nvPr userDrawn="1"/>
        </p:nvSpPr>
        <p:spPr>
          <a:xfrm>
            <a:off x="4804868" y="1936003"/>
            <a:ext cx="2938272" cy="919401"/>
          </a:xfrm>
          <a:prstGeom prst="wedgeRoundRectCallout">
            <a:avLst>
              <a:gd name="adj1" fmla="val -10874"/>
              <a:gd name="adj2" fmla="val 148695"/>
              <a:gd name="adj3" fmla="val 16667"/>
            </a:avLst>
          </a:prstGeom>
          <a:solidFill>
            <a:schemeClr val="accent5">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During our learning I found …. easy</a:t>
            </a:r>
          </a:p>
        </p:txBody>
      </p:sp>
      <p:sp>
        <p:nvSpPr>
          <p:cNvPr id="19" name="TextBox 18">
            <a:extLst>
              <a:ext uri="{FF2B5EF4-FFF2-40B4-BE49-F238E27FC236}">
                <a16:creationId xmlns:a16="http://schemas.microsoft.com/office/drawing/2014/main" id="{64464BEF-400B-F6C0-2039-055D50477C4C}"/>
              </a:ext>
            </a:extLst>
          </p:cNvPr>
          <p:cNvSpPr txBox="1"/>
          <p:nvPr userDrawn="1"/>
        </p:nvSpPr>
        <p:spPr>
          <a:xfrm>
            <a:off x="8290560" y="1941004"/>
            <a:ext cx="3645408" cy="919401"/>
          </a:xfrm>
          <a:prstGeom prst="wedgeRoundRectCallout">
            <a:avLst>
              <a:gd name="adj1" fmla="val -2104"/>
              <a:gd name="adj2" fmla="val 138087"/>
              <a:gd name="adj3" fmla="val 16667"/>
            </a:avLst>
          </a:prstGeom>
          <a:solidFill>
            <a:schemeClr val="accent6">
              <a:lumMod val="40000"/>
              <a:lumOff val="60000"/>
            </a:schemeClr>
          </a:solidFill>
          <a:ln>
            <a:solidFill>
              <a:schemeClr val="tx1"/>
            </a:solidFill>
          </a:ln>
        </p:spPr>
        <p:txBody>
          <a:bodyPr wrap="square" rtlCol="0">
            <a:spAutoFit/>
          </a:bodyPr>
          <a:lstStyle/>
          <a:p>
            <a:r>
              <a:rPr lang="en-US" sz="2400" b="0" i="0">
                <a:latin typeface="Twinkl Cursive Looped" panose="02000000000000000000" pitchFamily="2" charset="77"/>
              </a:rPr>
              <a:t>In my learning I felt confidence because…</a:t>
            </a:r>
          </a:p>
        </p:txBody>
      </p:sp>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6"/>
          <a:srcRect b="1534"/>
          <a:stretch>
            <a:fillRect/>
          </a:stretch>
        </p:blipFill>
        <p:spPr>
          <a:xfrm>
            <a:off x="10708779" y="202937"/>
            <a:ext cx="1325616" cy="1617660"/>
          </a:xfrm>
          <a:prstGeom prst="rect">
            <a:avLst/>
          </a:prstGeom>
        </p:spPr>
      </p:pic>
      <p:pic>
        <p:nvPicPr>
          <p:cNvPr id="12" name="Picture 1" descr="Macintosh HD:Users:nicholasgarrick:Dropbox:1 LupL:6 Resources:Images and Icons:Icons:Geographer:icon_5211.png">
            <a:extLst>
              <a:ext uri="{FF2B5EF4-FFF2-40B4-BE49-F238E27FC236}">
                <a16:creationId xmlns:a16="http://schemas.microsoft.com/office/drawing/2014/main" id="{2821676A-16DE-0EA5-2A23-1A2DCE62D104}"/>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65;p1">
            <a:extLst>
              <a:ext uri="{FF2B5EF4-FFF2-40B4-BE49-F238E27FC236}">
                <a16:creationId xmlns:a16="http://schemas.microsoft.com/office/drawing/2014/main" id="{A200618B-DE41-97A3-47BD-4B17F9BBAECD}"/>
              </a:ext>
            </a:extLst>
          </p:cNvPr>
          <p:cNvPicPr preferRelativeResize="0"/>
          <p:nvPr userDrawn="1"/>
        </p:nvPicPr>
        <p:blipFill rotWithShape="1">
          <a:blip r:embed="rId8">
            <a:alphaModFix/>
          </a:blip>
          <a:srcRect/>
          <a:stretch/>
        </p:blipFill>
        <p:spPr>
          <a:xfrm>
            <a:off x="5665456" y="456723"/>
            <a:ext cx="1185106" cy="1185095"/>
          </a:xfrm>
          <a:prstGeom prst="rect">
            <a:avLst/>
          </a:prstGeom>
          <a:noFill/>
          <a:ln>
            <a:noFill/>
          </a:ln>
        </p:spPr>
      </p:pic>
      <p:pic>
        <p:nvPicPr>
          <p:cNvPr id="4" name="Google Shape;66;p1">
            <a:extLst>
              <a:ext uri="{FF2B5EF4-FFF2-40B4-BE49-F238E27FC236}">
                <a16:creationId xmlns:a16="http://schemas.microsoft.com/office/drawing/2014/main" id="{587B6B17-3657-E981-AFEE-86E0340C3E86}"/>
              </a:ext>
            </a:extLst>
          </p:cNvPr>
          <p:cNvPicPr preferRelativeResize="0"/>
          <p:nvPr userDrawn="1"/>
        </p:nvPicPr>
        <p:blipFill rotWithShape="1">
          <a:blip r:embed="rId9">
            <a:alphaModFix/>
          </a:blip>
          <a:srcRect/>
          <a:stretch/>
        </p:blipFill>
        <p:spPr>
          <a:xfrm>
            <a:off x="8134998" y="510203"/>
            <a:ext cx="1185106" cy="1185095"/>
          </a:xfrm>
          <a:prstGeom prst="rect">
            <a:avLst/>
          </a:prstGeom>
          <a:noFill/>
          <a:ln>
            <a:noFill/>
          </a:ln>
        </p:spPr>
      </p:pic>
      <p:grpSp>
        <p:nvGrpSpPr>
          <p:cNvPr id="5" name="Group 4">
            <a:extLst>
              <a:ext uri="{FF2B5EF4-FFF2-40B4-BE49-F238E27FC236}">
                <a16:creationId xmlns:a16="http://schemas.microsoft.com/office/drawing/2014/main" id="{0F1192C9-2A8B-250D-E7E8-20FBD8C52A6E}"/>
              </a:ext>
            </a:extLst>
          </p:cNvPr>
          <p:cNvGrpSpPr/>
          <p:nvPr userDrawn="1"/>
        </p:nvGrpSpPr>
        <p:grpSpPr>
          <a:xfrm>
            <a:off x="6881879" y="457773"/>
            <a:ext cx="1185106" cy="1185106"/>
            <a:chOff x="4333587" y="1203131"/>
            <a:chExt cx="1185106" cy="1185106"/>
          </a:xfrm>
        </p:grpSpPr>
        <p:sp>
          <p:nvSpPr>
            <p:cNvPr id="7" name="Google Shape;68;p1">
              <a:extLst>
                <a:ext uri="{FF2B5EF4-FFF2-40B4-BE49-F238E27FC236}">
                  <a16:creationId xmlns:a16="http://schemas.microsoft.com/office/drawing/2014/main" id="{E454BB4E-6EAE-F0D4-4935-10DD7644B9DF}"/>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8" name="Google Shape;69;p1">
              <a:extLst>
                <a:ext uri="{FF2B5EF4-FFF2-40B4-BE49-F238E27FC236}">
                  <a16:creationId xmlns:a16="http://schemas.microsoft.com/office/drawing/2014/main" id="{063D3CD5-027F-A6BB-C6B1-A63BA192F1D5}"/>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9" name="Google Shape;70;p1">
              <a:extLst>
                <a:ext uri="{FF2B5EF4-FFF2-40B4-BE49-F238E27FC236}">
                  <a16:creationId xmlns:a16="http://schemas.microsoft.com/office/drawing/2014/main" id="{2C94E003-EE48-9DF8-4D9E-E313BF203305}"/>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0" name="Google Shape;71;p1">
              <a:extLst>
                <a:ext uri="{FF2B5EF4-FFF2-40B4-BE49-F238E27FC236}">
                  <a16:creationId xmlns:a16="http://schemas.microsoft.com/office/drawing/2014/main" id="{85C84200-017D-67B0-98FF-FD9A8940589E}"/>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1" name="Google Shape;72;p1">
              <a:extLst>
                <a:ext uri="{FF2B5EF4-FFF2-40B4-BE49-F238E27FC236}">
                  <a16:creationId xmlns:a16="http://schemas.microsoft.com/office/drawing/2014/main" id="{469AA09C-BDEC-4A64-5E44-D17DC63CB7FD}"/>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3" name="Google Shape;73;p1">
              <a:extLst>
                <a:ext uri="{FF2B5EF4-FFF2-40B4-BE49-F238E27FC236}">
                  <a16:creationId xmlns:a16="http://schemas.microsoft.com/office/drawing/2014/main" id="{A0BD0169-5F6D-524E-5B63-3526635D9C36}"/>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1" name="Google Shape;74;p1">
              <a:extLst>
                <a:ext uri="{FF2B5EF4-FFF2-40B4-BE49-F238E27FC236}">
                  <a16:creationId xmlns:a16="http://schemas.microsoft.com/office/drawing/2014/main" id="{A78FF751-919A-866D-47E3-B64BC72B8693}"/>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2" name="Google Shape;75;p1">
              <a:extLst>
                <a:ext uri="{FF2B5EF4-FFF2-40B4-BE49-F238E27FC236}">
                  <a16:creationId xmlns:a16="http://schemas.microsoft.com/office/drawing/2014/main" id="{B56EFC80-164C-0065-2B96-24A0D0A180A9}"/>
                </a:ext>
              </a:extLst>
            </p:cNvPr>
            <p:cNvPicPr preferRelativeResize="0"/>
            <p:nvPr/>
          </p:nvPicPr>
          <p:blipFill rotWithShape="1">
            <a:blip r:embed="rId10">
              <a:alphaModFix/>
            </a:blip>
            <a:srcRect/>
            <a:stretch/>
          </p:blipFill>
          <p:spPr>
            <a:xfrm>
              <a:off x="4854390" y="1640107"/>
              <a:ext cx="86037" cy="66006"/>
            </a:xfrm>
            <a:prstGeom prst="rect">
              <a:avLst/>
            </a:prstGeom>
            <a:noFill/>
            <a:ln>
              <a:noFill/>
            </a:ln>
          </p:spPr>
        </p:pic>
        <p:pic>
          <p:nvPicPr>
            <p:cNvPr id="23" name="Google Shape;76;p1">
              <a:extLst>
                <a:ext uri="{FF2B5EF4-FFF2-40B4-BE49-F238E27FC236}">
                  <a16:creationId xmlns:a16="http://schemas.microsoft.com/office/drawing/2014/main" id="{576A31B1-BF32-AB67-4738-CE3F55B3CC91}"/>
                </a:ext>
              </a:extLst>
            </p:cNvPr>
            <p:cNvPicPr preferRelativeResize="0"/>
            <p:nvPr/>
          </p:nvPicPr>
          <p:blipFill rotWithShape="1">
            <a:blip r:embed="rId11">
              <a:alphaModFix/>
            </a:blip>
            <a:srcRect/>
            <a:stretch/>
          </p:blipFill>
          <p:spPr>
            <a:xfrm>
              <a:off x="4568781" y="1689882"/>
              <a:ext cx="119976" cy="159378"/>
            </a:xfrm>
            <a:prstGeom prst="rect">
              <a:avLst/>
            </a:prstGeom>
            <a:noFill/>
            <a:ln>
              <a:noFill/>
            </a:ln>
          </p:spPr>
        </p:pic>
        <p:sp>
          <p:nvSpPr>
            <p:cNvPr id="24" name="Google Shape;77;p1">
              <a:extLst>
                <a:ext uri="{FF2B5EF4-FFF2-40B4-BE49-F238E27FC236}">
                  <a16:creationId xmlns:a16="http://schemas.microsoft.com/office/drawing/2014/main" id="{FE2DC321-990E-E6C8-37A2-FCA7A0542BD8}"/>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8;p1">
              <a:extLst>
                <a:ext uri="{FF2B5EF4-FFF2-40B4-BE49-F238E27FC236}">
                  <a16:creationId xmlns:a16="http://schemas.microsoft.com/office/drawing/2014/main" id="{F818DC8D-521D-9676-09B4-29091635A364}"/>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9;p1">
              <a:extLst>
                <a:ext uri="{FF2B5EF4-FFF2-40B4-BE49-F238E27FC236}">
                  <a16:creationId xmlns:a16="http://schemas.microsoft.com/office/drawing/2014/main" id="{7B0B539E-9731-998B-1EDC-0C5D234EF608}"/>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80;p1">
              <a:extLst>
                <a:ext uri="{FF2B5EF4-FFF2-40B4-BE49-F238E27FC236}">
                  <a16:creationId xmlns:a16="http://schemas.microsoft.com/office/drawing/2014/main" id="{C6BCF8AD-8FB4-E6AA-11B9-2E5789BC7DD7}"/>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81;p1">
              <a:extLst>
                <a:ext uri="{FF2B5EF4-FFF2-40B4-BE49-F238E27FC236}">
                  <a16:creationId xmlns:a16="http://schemas.microsoft.com/office/drawing/2014/main" id="{7692F46B-6FA7-6985-161C-CFC8F1C5B6E0}"/>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9" name="Google Shape;82;p1">
              <a:extLst>
                <a:ext uri="{FF2B5EF4-FFF2-40B4-BE49-F238E27FC236}">
                  <a16:creationId xmlns:a16="http://schemas.microsoft.com/office/drawing/2014/main" id="{C83153AB-9229-C542-D880-AA337526F47A}"/>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0" name="Google Shape;83;p1">
            <a:extLst>
              <a:ext uri="{FF2B5EF4-FFF2-40B4-BE49-F238E27FC236}">
                <a16:creationId xmlns:a16="http://schemas.microsoft.com/office/drawing/2014/main" id="{97D45DE2-E5E8-532F-CFA4-4984B0308EC7}"/>
              </a:ext>
            </a:extLst>
          </p:cNvPr>
          <p:cNvPicPr preferRelativeResize="0"/>
          <p:nvPr userDrawn="1"/>
        </p:nvPicPr>
        <p:blipFill rotWithShape="1">
          <a:blip r:embed="rId12">
            <a:alphaModFix/>
          </a:blip>
          <a:srcRect/>
          <a:stretch/>
        </p:blipFill>
        <p:spPr>
          <a:xfrm>
            <a:off x="9391763" y="457789"/>
            <a:ext cx="1185106" cy="1185095"/>
          </a:xfrm>
          <a:prstGeom prst="rect">
            <a:avLst/>
          </a:prstGeom>
          <a:noFill/>
          <a:ln>
            <a:noFill/>
          </a:ln>
        </p:spPr>
      </p:pic>
      <p:pic>
        <p:nvPicPr>
          <p:cNvPr id="31" name="Picture 1" descr="Macintosh HD:Users:nicholasgarrick:Dropbox:1 LupL:6 Resources:Images and Icons:Icons:Geographer:icon_5211.png">
            <a:extLst>
              <a:ext uri="{FF2B5EF4-FFF2-40B4-BE49-F238E27FC236}">
                <a16:creationId xmlns:a16="http://schemas.microsoft.com/office/drawing/2014/main" id="{C0E3CBA9-9A7C-9AF6-33D3-4E6DC9B75178}"/>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A black background with a black square&#10;&#10;AI-generated content may be incorrect.">
            <a:extLst>
              <a:ext uri="{FF2B5EF4-FFF2-40B4-BE49-F238E27FC236}">
                <a16:creationId xmlns:a16="http://schemas.microsoft.com/office/drawing/2014/main" id="{BF742F4E-A61D-2477-A2F0-A890F91B562F}"/>
              </a:ext>
            </a:extLst>
          </p:cNvPr>
          <p:cNvPicPr>
            <a:picLocks noChangeAspect="1"/>
          </p:cNvPicPr>
          <p:nvPr userDrawn="1"/>
        </p:nvPicPr>
        <p:blipFill>
          <a:blip r:embed="rId13"/>
          <a:srcRect b="14477"/>
          <a:stretch>
            <a:fillRect/>
          </a:stretch>
        </p:blipFill>
        <p:spPr>
          <a:xfrm>
            <a:off x="38905" y="985653"/>
            <a:ext cx="998866" cy="854262"/>
          </a:xfrm>
          <a:prstGeom prst="rect">
            <a:avLst/>
          </a:prstGeom>
        </p:spPr>
      </p:pic>
      <p:sp>
        <p:nvSpPr>
          <p:cNvPr id="33" name="TextBox 32">
            <a:extLst>
              <a:ext uri="{FF2B5EF4-FFF2-40B4-BE49-F238E27FC236}">
                <a16:creationId xmlns:a16="http://schemas.microsoft.com/office/drawing/2014/main" id="{4C5C6429-E930-A525-0A0A-8A17C6F2BAFE}"/>
              </a:ext>
            </a:extLst>
          </p:cNvPr>
          <p:cNvSpPr txBox="1"/>
          <p:nvPr userDrawn="1"/>
        </p:nvSpPr>
        <p:spPr>
          <a:xfrm>
            <a:off x="891753" y="116654"/>
            <a:ext cx="9615534"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7030A0"/>
                </a:solidFill>
                <a:effectLst/>
                <a:uLnTx/>
                <a:uFillTx/>
                <a:latin typeface="Twinkl Cursive Looped" panose="02000000000000000000" pitchFamily="2" charset="77"/>
                <a:ea typeface="Sassoon Infant Rg" panose="02000503030000020003" pitchFamily="2" charset="0"/>
                <a:cs typeface="+mn-cs"/>
              </a:rPr>
              <a:t>Learning Review</a:t>
            </a:r>
          </a:p>
        </p:txBody>
      </p:sp>
    </p:spTree>
    <p:extLst>
      <p:ext uri="{BB962C8B-B14F-4D97-AF65-F5344CB8AC3E}">
        <p14:creationId xmlns:p14="http://schemas.microsoft.com/office/powerpoint/2010/main" val="219113093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earning Review Editabl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55567AC-20B5-F7C4-4120-D47ED346C260}"/>
              </a:ext>
            </a:extLst>
          </p:cNvPr>
          <p:cNvPicPr>
            <a:picLocks noChangeAspect="1"/>
          </p:cNvPicPr>
          <p:nvPr userDrawn="1"/>
        </p:nvPicPr>
        <p:blipFill>
          <a:blip r:embed="rId2"/>
          <a:srcRect b="1534"/>
          <a:stretch>
            <a:fillRect/>
          </a:stretch>
        </p:blipFill>
        <p:spPr>
          <a:xfrm>
            <a:off x="10708779" y="202937"/>
            <a:ext cx="1325616" cy="1617660"/>
          </a:xfrm>
          <a:prstGeom prst="rect">
            <a:avLst/>
          </a:prstGeom>
        </p:spPr>
      </p:pic>
      <p:pic>
        <p:nvPicPr>
          <p:cNvPr id="12" name="Picture 1" descr="Macintosh HD:Users:nicholasgarrick:Dropbox:1 LupL:6 Resources:Images and Icons:Icons:Geographer:icon_5211.png">
            <a:extLst>
              <a:ext uri="{FF2B5EF4-FFF2-40B4-BE49-F238E27FC236}">
                <a16:creationId xmlns:a16="http://schemas.microsoft.com/office/drawing/2014/main" id="{2821676A-16DE-0EA5-2A23-1A2DCE62D10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65;p1">
            <a:extLst>
              <a:ext uri="{FF2B5EF4-FFF2-40B4-BE49-F238E27FC236}">
                <a16:creationId xmlns:a16="http://schemas.microsoft.com/office/drawing/2014/main" id="{A200618B-DE41-97A3-47BD-4B17F9BBAECD}"/>
              </a:ext>
            </a:extLst>
          </p:cNvPr>
          <p:cNvPicPr preferRelativeResize="0"/>
          <p:nvPr userDrawn="1"/>
        </p:nvPicPr>
        <p:blipFill rotWithShape="1">
          <a:blip r:embed="rId4">
            <a:alphaModFix/>
          </a:blip>
          <a:srcRect/>
          <a:stretch/>
        </p:blipFill>
        <p:spPr>
          <a:xfrm>
            <a:off x="5665456" y="456723"/>
            <a:ext cx="1185106" cy="1185095"/>
          </a:xfrm>
          <a:prstGeom prst="rect">
            <a:avLst/>
          </a:prstGeom>
          <a:noFill/>
          <a:ln>
            <a:noFill/>
          </a:ln>
        </p:spPr>
      </p:pic>
      <p:pic>
        <p:nvPicPr>
          <p:cNvPr id="4" name="Google Shape;66;p1">
            <a:extLst>
              <a:ext uri="{FF2B5EF4-FFF2-40B4-BE49-F238E27FC236}">
                <a16:creationId xmlns:a16="http://schemas.microsoft.com/office/drawing/2014/main" id="{587B6B17-3657-E981-AFEE-86E0340C3E86}"/>
              </a:ext>
            </a:extLst>
          </p:cNvPr>
          <p:cNvPicPr preferRelativeResize="0"/>
          <p:nvPr userDrawn="1"/>
        </p:nvPicPr>
        <p:blipFill rotWithShape="1">
          <a:blip r:embed="rId5">
            <a:alphaModFix/>
          </a:blip>
          <a:srcRect/>
          <a:stretch/>
        </p:blipFill>
        <p:spPr>
          <a:xfrm>
            <a:off x="8134998" y="510203"/>
            <a:ext cx="1185106" cy="1185095"/>
          </a:xfrm>
          <a:prstGeom prst="rect">
            <a:avLst/>
          </a:prstGeom>
          <a:noFill/>
          <a:ln>
            <a:noFill/>
          </a:ln>
        </p:spPr>
      </p:pic>
      <p:grpSp>
        <p:nvGrpSpPr>
          <p:cNvPr id="5" name="Group 4">
            <a:extLst>
              <a:ext uri="{FF2B5EF4-FFF2-40B4-BE49-F238E27FC236}">
                <a16:creationId xmlns:a16="http://schemas.microsoft.com/office/drawing/2014/main" id="{0F1192C9-2A8B-250D-E7E8-20FBD8C52A6E}"/>
              </a:ext>
            </a:extLst>
          </p:cNvPr>
          <p:cNvGrpSpPr/>
          <p:nvPr userDrawn="1"/>
        </p:nvGrpSpPr>
        <p:grpSpPr>
          <a:xfrm>
            <a:off x="6881879" y="457773"/>
            <a:ext cx="1185106" cy="1185106"/>
            <a:chOff x="4333587" y="1203131"/>
            <a:chExt cx="1185106" cy="1185106"/>
          </a:xfrm>
        </p:grpSpPr>
        <p:sp>
          <p:nvSpPr>
            <p:cNvPr id="7" name="Google Shape;68;p1">
              <a:extLst>
                <a:ext uri="{FF2B5EF4-FFF2-40B4-BE49-F238E27FC236}">
                  <a16:creationId xmlns:a16="http://schemas.microsoft.com/office/drawing/2014/main" id="{E454BB4E-6EAE-F0D4-4935-10DD7644B9DF}"/>
                </a:ext>
              </a:extLst>
            </p:cNvPr>
            <p:cNvSpPr/>
            <p:nvPr/>
          </p:nvSpPr>
          <p:spPr>
            <a:xfrm>
              <a:off x="4333587" y="1203131"/>
              <a:ext cx="1185106" cy="1185106"/>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8" name="Google Shape;69;p1">
              <a:extLst>
                <a:ext uri="{FF2B5EF4-FFF2-40B4-BE49-F238E27FC236}">
                  <a16:creationId xmlns:a16="http://schemas.microsoft.com/office/drawing/2014/main" id="{063D3CD5-027F-A6BB-C6B1-A63BA192F1D5}"/>
                </a:ext>
              </a:extLst>
            </p:cNvPr>
            <p:cNvSpPr/>
            <p:nvPr/>
          </p:nvSpPr>
          <p:spPr>
            <a:xfrm>
              <a:off x="4592858" y="1481623"/>
              <a:ext cx="281005" cy="702802"/>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9" name="Google Shape;70;p1">
              <a:extLst>
                <a:ext uri="{FF2B5EF4-FFF2-40B4-BE49-F238E27FC236}">
                  <a16:creationId xmlns:a16="http://schemas.microsoft.com/office/drawing/2014/main" id="{2C94E003-EE48-9DF8-4D9E-E313BF203305}"/>
                </a:ext>
              </a:extLst>
            </p:cNvPr>
            <p:cNvSpPr/>
            <p:nvPr/>
          </p:nvSpPr>
          <p:spPr>
            <a:xfrm>
              <a:off x="4592858" y="1481623"/>
              <a:ext cx="281005" cy="702802"/>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0" name="Google Shape;71;p1">
              <a:extLst>
                <a:ext uri="{FF2B5EF4-FFF2-40B4-BE49-F238E27FC236}">
                  <a16:creationId xmlns:a16="http://schemas.microsoft.com/office/drawing/2014/main" id="{85C84200-017D-67B0-98FF-FD9A8940589E}"/>
                </a:ext>
              </a:extLst>
            </p:cNvPr>
            <p:cNvSpPr/>
            <p:nvPr/>
          </p:nvSpPr>
          <p:spPr>
            <a:xfrm>
              <a:off x="4552903" y="1407509"/>
              <a:ext cx="482886" cy="582372"/>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1" name="Google Shape;72;p1">
              <a:extLst>
                <a:ext uri="{FF2B5EF4-FFF2-40B4-BE49-F238E27FC236}">
                  <a16:creationId xmlns:a16="http://schemas.microsoft.com/office/drawing/2014/main" id="{469AA09C-BDEC-4A64-5E44-D17DC63CB7FD}"/>
                </a:ext>
              </a:extLst>
            </p:cNvPr>
            <p:cNvSpPr/>
            <p:nvPr/>
          </p:nvSpPr>
          <p:spPr>
            <a:xfrm>
              <a:off x="4552903" y="1407509"/>
              <a:ext cx="482886" cy="582372"/>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13" name="Google Shape;73;p1">
              <a:extLst>
                <a:ext uri="{FF2B5EF4-FFF2-40B4-BE49-F238E27FC236}">
                  <a16:creationId xmlns:a16="http://schemas.microsoft.com/office/drawing/2014/main" id="{A0BD0169-5F6D-524E-5B63-3526635D9C36}"/>
                </a:ext>
              </a:extLst>
            </p:cNvPr>
            <p:cNvSpPr/>
            <p:nvPr/>
          </p:nvSpPr>
          <p:spPr>
            <a:xfrm>
              <a:off x="4490960" y="1407005"/>
              <a:ext cx="417143" cy="514302"/>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1" name="Google Shape;74;p1">
              <a:extLst>
                <a:ext uri="{FF2B5EF4-FFF2-40B4-BE49-F238E27FC236}">
                  <a16:creationId xmlns:a16="http://schemas.microsoft.com/office/drawing/2014/main" id="{A78FF751-919A-866D-47E3-B64BC72B8693}"/>
                </a:ext>
              </a:extLst>
            </p:cNvPr>
            <p:cNvSpPr/>
            <p:nvPr/>
          </p:nvSpPr>
          <p:spPr>
            <a:xfrm>
              <a:off x="4490960" y="1407005"/>
              <a:ext cx="417143" cy="514302"/>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pic>
          <p:nvPicPr>
            <p:cNvPr id="22" name="Google Shape;75;p1">
              <a:extLst>
                <a:ext uri="{FF2B5EF4-FFF2-40B4-BE49-F238E27FC236}">
                  <a16:creationId xmlns:a16="http://schemas.microsoft.com/office/drawing/2014/main" id="{B56EFC80-164C-0065-2B96-24A0D0A180A9}"/>
                </a:ext>
              </a:extLst>
            </p:cNvPr>
            <p:cNvPicPr preferRelativeResize="0"/>
            <p:nvPr/>
          </p:nvPicPr>
          <p:blipFill rotWithShape="1">
            <a:blip r:embed="rId6">
              <a:alphaModFix/>
            </a:blip>
            <a:srcRect/>
            <a:stretch/>
          </p:blipFill>
          <p:spPr>
            <a:xfrm>
              <a:off x="4854390" y="1640107"/>
              <a:ext cx="86037" cy="66006"/>
            </a:xfrm>
            <a:prstGeom prst="rect">
              <a:avLst/>
            </a:prstGeom>
            <a:noFill/>
            <a:ln>
              <a:noFill/>
            </a:ln>
          </p:spPr>
        </p:pic>
        <p:pic>
          <p:nvPicPr>
            <p:cNvPr id="23" name="Google Shape;76;p1">
              <a:extLst>
                <a:ext uri="{FF2B5EF4-FFF2-40B4-BE49-F238E27FC236}">
                  <a16:creationId xmlns:a16="http://schemas.microsoft.com/office/drawing/2014/main" id="{576A31B1-BF32-AB67-4738-CE3F55B3CC91}"/>
                </a:ext>
              </a:extLst>
            </p:cNvPr>
            <p:cNvPicPr preferRelativeResize="0"/>
            <p:nvPr/>
          </p:nvPicPr>
          <p:blipFill rotWithShape="1">
            <a:blip r:embed="rId7">
              <a:alphaModFix/>
            </a:blip>
            <a:srcRect/>
            <a:stretch/>
          </p:blipFill>
          <p:spPr>
            <a:xfrm>
              <a:off x="4568781" y="1689882"/>
              <a:ext cx="119976" cy="159378"/>
            </a:xfrm>
            <a:prstGeom prst="rect">
              <a:avLst/>
            </a:prstGeom>
            <a:noFill/>
            <a:ln>
              <a:noFill/>
            </a:ln>
          </p:spPr>
        </p:pic>
        <p:sp>
          <p:nvSpPr>
            <p:cNvPr id="24" name="Google Shape;77;p1">
              <a:extLst>
                <a:ext uri="{FF2B5EF4-FFF2-40B4-BE49-F238E27FC236}">
                  <a16:creationId xmlns:a16="http://schemas.microsoft.com/office/drawing/2014/main" id="{FE2DC321-990E-E6C8-37A2-FCA7A0542BD8}"/>
                </a:ext>
              </a:extLst>
            </p:cNvPr>
            <p:cNvSpPr/>
            <p:nvPr/>
          </p:nvSpPr>
          <p:spPr>
            <a:xfrm>
              <a:off x="5235072" y="1700273"/>
              <a:ext cx="68069" cy="337438"/>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5" name="Google Shape;78;p1">
              <a:extLst>
                <a:ext uri="{FF2B5EF4-FFF2-40B4-BE49-F238E27FC236}">
                  <a16:creationId xmlns:a16="http://schemas.microsoft.com/office/drawing/2014/main" id="{F818DC8D-521D-9676-09B4-29091635A364}"/>
                </a:ext>
              </a:extLst>
            </p:cNvPr>
            <p:cNvSpPr/>
            <p:nvPr/>
          </p:nvSpPr>
          <p:spPr>
            <a:xfrm>
              <a:off x="5165229" y="1770121"/>
              <a:ext cx="38398" cy="197809"/>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6" name="Google Shape;79;p1">
              <a:extLst>
                <a:ext uri="{FF2B5EF4-FFF2-40B4-BE49-F238E27FC236}">
                  <a16:creationId xmlns:a16="http://schemas.microsoft.com/office/drawing/2014/main" id="{7B0B539E-9731-998B-1EDC-0C5D234EF608}"/>
                </a:ext>
              </a:extLst>
            </p:cNvPr>
            <p:cNvSpPr/>
            <p:nvPr/>
          </p:nvSpPr>
          <p:spPr>
            <a:xfrm>
              <a:off x="5104115" y="1831230"/>
              <a:ext cx="15127" cy="75633"/>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7" name="Google Shape;80;p1">
              <a:extLst>
                <a:ext uri="{FF2B5EF4-FFF2-40B4-BE49-F238E27FC236}">
                  <a16:creationId xmlns:a16="http://schemas.microsoft.com/office/drawing/2014/main" id="{C6BCF8AD-8FB4-E6AA-11B9-2E5789BC7DD7}"/>
                </a:ext>
              </a:extLst>
            </p:cNvPr>
            <p:cNvSpPr/>
            <p:nvPr/>
          </p:nvSpPr>
          <p:spPr>
            <a:xfrm>
              <a:off x="5039597" y="1868930"/>
              <a:ext cx="36071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8" name="Google Shape;81;p1">
              <a:extLst>
                <a:ext uri="{FF2B5EF4-FFF2-40B4-BE49-F238E27FC236}">
                  <a16:creationId xmlns:a16="http://schemas.microsoft.com/office/drawing/2014/main" id="{7692F46B-6FA7-6985-161C-CFC8F1C5B6E0}"/>
                </a:ext>
              </a:extLst>
            </p:cNvPr>
            <p:cNvSpPr/>
            <p:nvPr/>
          </p:nvSpPr>
          <p:spPr>
            <a:xfrm>
              <a:off x="5352697" y="1824770"/>
              <a:ext cx="47706" cy="88432"/>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sp>
          <p:nvSpPr>
            <p:cNvPr id="29" name="Google Shape;82;p1">
              <a:extLst>
                <a:ext uri="{FF2B5EF4-FFF2-40B4-BE49-F238E27FC236}">
                  <a16:creationId xmlns:a16="http://schemas.microsoft.com/office/drawing/2014/main" id="{C83153AB-9229-C542-D880-AA337526F47A}"/>
                </a:ext>
              </a:extLst>
            </p:cNvPr>
            <p:cNvSpPr/>
            <p:nvPr/>
          </p:nvSpPr>
          <p:spPr>
            <a:xfrm>
              <a:off x="4883948" y="1645694"/>
              <a:ext cx="52943" cy="52943"/>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1648" b="0" i="0">
                <a:solidFill>
                  <a:schemeClr val="dk1"/>
                </a:solidFill>
                <a:latin typeface="Twinkl Cursive Looped" panose="02000000000000000000" pitchFamily="2" charset="77"/>
                <a:ea typeface="Calibri"/>
                <a:cs typeface="Calibri"/>
                <a:sym typeface="Calibri"/>
              </a:endParaRPr>
            </a:p>
          </p:txBody>
        </p:sp>
      </p:grpSp>
      <p:pic>
        <p:nvPicPr>
          <p:cNvPr id="30" name="Google Shape;83;p1">
            <a:extLst>
              <a:ext uri="{FF2B5EF4-FFF2-40B4-BE49-F238E27FC236}">
                <a16:creationId xmlns:a16="http://schemas.microsoft.com/office/drawing/2014/main" id="{97D45DE2-E5E8-532F-CFA4-4984B0308EC7}"/>
              </a:ext>
            </a:extLst>
          </p:cNvPr>
          <p:cNvPicPr preferRelativeResize="0"/>
          <p:nvPr userDrawn="1"/>
        </p:nvPicPr>
        <p:blipFill rotWithShape="1">
          <a:blip r:embed="rId8">
            <a:alphaModFix/>
          </a:blip>
          <a:srcRect/>
          <a:stretch/>
        </p:blipFill>
        <p:spPr>
          <a:xfrm>
            <a:off x="9391763" y="457789"/>
            <a:ext cx="1185106" cy="1185095"/>
          </a:xfrm>
          <a:prstGeom prst="rect">
            <a:avLst/>
          </a:prstGeom>
          <a:noFill/>
          <a:ln>
            <a:noFill/>
          </a:ln>
        </p:spPr>
      </p:pic>
      <p:pic>
        <p:nvPicPr>
          <p:cNvPr id="31" name="Picture 1" descr="Macintosh HD:Users:nicholasgarrick:Dropbox:1 LupL:6 Resources:Images and Icons:Icons:Geographer:icon_5211.png">
            <a:extLst>
              <a:ext uri="{FF2B5EF4-FFF2-40B4-BE49-F238E27FC236}">
                <a16:creationId xmlns:a16="http://schemas.microsoft.com/office/drawing/2014/main" id="{C0E3CBA9-9A7C-9AF6-33D3-4E6DC9B7517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9278" y="114801"/>
            <a:ext cx="752475" cy="75247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A black background with a black square&#10;&#10;AI-generated content may be incorrect.">
            <a:extLst>
              <a:ext uri="{FF2B5EF4-FFF2-40B4-BE49-F238E27FC236}">
                <a16:creationId xmlns:a16="http://schemas.microsoft.com/office/drawing/2014/main" id="{BF742F4E-A61D-2477-A2F0-A890F91B562F}"/>
              </a:ext>
            </a:extLst>
          </p:cNvPr>
          <p:cNvPicPr>
            <a:picLocks noChangeAspect="1"/>
          </p:cNvPicPr>
          <p:nvPr userDrawn="1"/>
        </p:nvPicPr>
        <p:blipFill>
          <a:blip r:embed="rId9"/>
          <a:srcRect b="14477"/>
          <a:stretch>
            <a:fillRect/>
          </a:stretch>
        </p:blipFill>
        <p:spPr>
          <a:xfrm>
            <a:off x="38905" y="985653"/>
            <a:ext cx="998866" cy="854262"/>
          </a:xfrm>
          <a:prstGeom prst="rect">
            <a:avLst/>
          </a:prstGeom>
        </p:spPr>
      </p:pic>
      <p:sp>
        <p:nvSpPr>
          <p:cNvPr id="33" name="TextBox 32">
            <a:extLst>
              <a:ext uri="{FF2B5EF4-FFF2-40B4-BE49-F238E27FC236}">
                <a16:creationId xmlns:a16="http://schemas.microsoft.com/office/drawing/2014/main" id="{4C5C6429-E930-A525-0A0A-8A17C6F2BAFE}"/>
              </a:ext>
            </a:extLst>
          </p:cNvPr>
          <p:cNvSpPr txBox="1"/>
          <p:nvPr userDrawn="1"/>
        </p:nvSpPr>
        <p:spPr>
          <a:xfrm>
            <a:off x="891753" y="116654"/>
            <a:ext cx="9615534"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7030A0"/>
                </a:solidFill>
                <a:effectLst/>
                <a:uLnTx/>
                <a:uFillTx/>
                <a:latin typeface="Twinkl Cursive Looped" panose="02000000000000000000" pitchFamily="2" charset="77"/>
                <a:ea typeface="Sassoon Infant Rg" panose="02000503030000020003" pitchFamily="2" charset="0"/>
                <a:cs typeface="+mn-cs"/>
              </a:rPr>
              <a:t>Learning Review</a:t>
            </a:r>
          </a:p>
        </p:txBody>
      </p:sp>
      <p:pic>
        <p:nvPicPr>
          <p:cNvPr id="3" name="Picture 2">
            <a:extLst>
              <a:ext uri="{FF2B5EF4-FFF2-40B4-BE49-F238E27FC236}">
                <a16:creationId xmlns:a16="http://schemas.microsoft.com/office/drawing/2014/main" id="{AE083ABA-2E28-20F3-21C8-C6D213F54C8E}"/>
              </a:ext>
            </a:extLst>
          </p:cNvPr>
          <p:cNvPicPr>
            <a:picLocks noChangeAspect="1"/>
          </p:cNvPicPr>
          <p:nvPr userDrawn="1"/>
        </p:nvPicPr>
        <p:blipFill rotWithShape="1">
          <a:blip r:embed="rId10">
            <a:extLst>
              <a:ext uri="{BEBA8EAE-BF5A-486C-A8C5-ECC9F3942E4B}">
                <a14:imgProps xmlns:a14="http://schemas.microsoft.com/office/drawing/2010/main">
                  <a14:imgLayer r:embed="rId11">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3043024"/>
            <a:ext cx="2239115" cy="2746278"/>
          </a:xfrm>
          <a:prstGeom prst="rect">
            <a:avLst/>
          </a:prstGeom>
        </p:spPr>
      </p:pic>
      <p:pic>
        <p:nvPicPr>
          <p:cNvPr id="6" name="Picture 5">
            <a:extLst>
              <a:ext uri="{FF2B5EF4-FFF2-40B4-BE49-F238E27FC236}">
                <a16:creationId xmlns:a16="http://schemas.microsoft.com/office/drawing/2014/main" id="{42326CD2-ADCC-7E76-89DE-BC13046C4E47}"/>
              </a:ext>
            </a:extLst>
          </p:cNvPr>
          <p:cNvPicPr>
            <a:picLocks noChangeAspect="1"/>
          </p:cNvPicPr>
          <p:nvPr userDrawn="1"/>
        </p:nvPicPr>
        <p:blipFill rotWithShape="1">
          <a:blip r:embed="rId12">
            <a:extLst>
              <a:ext uri="{BEBA8EAE-BF5A-486C-A8C5-ECC9F3942E4B}">
                <a14:imgProps xmlns:a14="http://schemas.microsoft.com/office/drawing/2010/main">
                  <a14:imgLayer r:embed="rId11">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34" name="Picture 33">
            <a:extLst>
              <a:ext uri="{FF2B5EF4-FFF2-40B4-BE49-F238E27FC236}">
                <a16:creationId xmlns:a16="http://schemas.microsoft.com/office/drawing/2014/main" id="{4612590E-3C17-F676-4D10-1008049D024D}"/>
              </a:ext>
            </a:extLst>
          </p:cNvPr>
          <p:cNvPicPr>
            <a:picLocks noChangeAspect="1"/>
          </p:cNvPicPr>
          <p:nvPr userDrawn="1"/>
        </p:nvPicPr>
        <p:blipFill rotWithShape="1">
          <a:blip r:embed="rId13">
            <a:extLst>
              <a:ext uri="{BEBA8EAE-BF5A-486C-A8C5-ECC9F3942E4B}">
                <a14:imgProps xmlns:a14="http://schemas.microsoft.com/office/drawing/2010/main">
                  <a14:imgLayer r:embed="rId11">
                    <a14:imgEffect>
                      <a14:backgroundRemoval t="61793" b="81925" l="43765" r="56864"/>
                    </a14:imgEffect>
                  </a14:imgLayer>
                </a14:imgProps>
              </a:ext>
            </a:extLst>
          </a:blip>
          <a:srcRect l="42128" t="59276" r="41499" b="15559"/>
          <a:stretch/>
        </p:blipFill>
        <p:spPr>
          <a:xfrm>
            <a:off x="5224521" y="3020259"/>
            <a:ext cx="2098966" cy="3058827"/>
          </a:xfrm>
          <a:prstGeom prst="rect">
            <a:avLst/>
          </a:prstGeom>
        </p:spPr>
      </p:pic>
      <p:sp>
        <p:nvSpPr>
          <p:cNvPr id="35" name="TextBox 34">
            <a:extLst>
              <a:ext uri="{FF2B5EF4-FFF2-40B4-BE49-F238E27FC236}">
                <a16:creationId xmlns:a16="http://schemas.microsoft.com/office/drawing/2014/main" id="{B19CD1FD-0FA0-D21D-D1F0-64BDB53C1C77}"/>
              </a:ext>
            </a:extLst>
          </p:cNvPr>
          <p:cNvSpPr txBox="1"/>
          <p:nvPr userDrawn="1"/>
        </p:nvSpPr>
        <p:spPr>
          <a:xfrm>
            <a:off x="331626" y="1936003"/>
            <a:ext cx="3569816" cy="1328023"/>
          </a:xfrm>
          <a:prstGeom prst="wedgeRoundRectCallout">
            <a:avLst>
              <a:gd name="adj1" fmla="val -14004"/>
              <a:gd name="adj2" fmla="val 72935"/>
              <a:gd name="adj3" fmla="val 16667"/>
            </a:avLst>
          </a:prstGeom>
          <a:solidFill>
            <a:schemeClr val="accent2">
              <a:lumMod val="60000"/>
              <a:lumOff val="4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sp>
        <p:nvSpPr>
          <p:cNvPr id="36" name="TextBox 35">
            <a:extLst>
              <a:ext uri="{FF2B5EF4-FFF2-40B4-BE49-F238E27FC236}">
                <a16:creationId xmlns:a16="http://schemas.microsoft.com/office/drawing/2014/main" id="{438EA24D-55B0-8144-AA39-968CC2FDB519}"/>
              </a:ext>
            </a:extLst>
          </p:cNvPr>
          <p:cNvSpPr txBox="1"/>
          <p:nvPr userDrawn="1"/>
        </p:nvSpPr>
        <p:spPr>
          <a:xfrm>
            <a:off x="4355027" y="1925372"/>
            <a:ext cx="3569815" cy="1338654"/>
          </a:xfrm>
          <a:prstGeom prst="wedgeRoundRectCallout">
            <a:avLst>
              <a:gd name="adj1" fmla="val -10589"/>
              <a:gd name="adj2" fmla="val 93290"/>
              <a:gd name="adj3" fmla="val 16667"/>
            </a:avLst>
          </a:prstGeom>
          <a:solidFill>
            <a:schemeClr val="accent5">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p:txBody>
      </p:sp>
      <p:sp>
        <p:nvSpPr>
          <p:cNvPr id="37" name="TextBox 36">
            <a:extLst>
              <a:ext uri="{FF2B5EF4-FFF2-40B4-BE49-F238E27FC236}">
                <a16:creationId xmlns:a16="http://schemas.microsoft.com/office/drawing/2014/main" id="{08E2A5F2-A79A-546A-3141-7274CF067AEF}"/>
              </a:ext>
            </a:extLst>
          </p:cNvPr>
          <p:cNvSpPr txBox="1"/>
          <p:nvPr userDrawn="1"/>
        </p:nvSpPr>
        <p:spPr>
          <a:xfrm>
            <a:off x="8290559" y="1930687"/>
            <a:ext cx="3569815" cy="1328023"/>
          </a:xfrm>
          <a:prstGeom prst="wedgeRoundRectCallout">
            <a:avLst>
              <a:gd name="adj1" fmla="val -7796"/>
              <a:gd name="adj2" fmla="val 95244"/>
              <a:gd name="adj3" fmla="val 16667"/>
            </a:avLst>
          </a:prstGeom>
          <a:solidFill>
            <a:schemeClr val="accent6">
              <a:lumMod val="40000"/>
              <a:lumOff val="60000"/>
            </a:schemeClr>
          </a:solidFill>
          <a:ln>
            <a:solidFill>
              <a:schemeClr val="tx1"/>
            </a:solidFill>
          </a:ln>
        </p:spPr>
        <p:txBody>
          <a:bodyPr wrap="square" rtlCol="0">
            <a:spAutoFit/>
          </a:bodyPr>
          <a:lstStyle/>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a:p>
            <a:endParaRPr lang="en-US" sz="2400" b="0" i="0" dirty="0">
              <a:latin typeface="Twinkl Cursive Looped" panose="02000000000000000000" pitchFamily="2" charset="77"/>
            </a:endParaRPr>
          </a:p>
        </p:txBody>
      </p:sp>
      <p:sp>
        <p:nvSpPr>
          <p:cNvPr id="38" name="Text Placeholder 38">
            <a:extLst>
              <a:ext uri="{FF2B5EF4-FFF2-40B4-BE49-F238E27FC236}">
                <a16:creationId xmlns:a16="http://schemas.microsoft.com/office/drawing/2014/main" id="{7B76A4C4-2BF9-6349-E000-2E819614C284}"/>
              </a:ext>
            </a:extLst>
          </p:cNvPr>
          <p:cNvSpPr>
            <a:spLocks noGrp="1"/>
          </p:cNvSpPr>
          <p:nvPr>
            <p:ph type="body" sz="quarter" idx="10" hasCustomPrompt="1"/>
          </p:nvPr>
        </p:nvSpPr>
        <p:spPr>
          <a:xfrm>
            <a:off x="419100" y="2052638"/>
            <a:ext cx="3370263" cy="1096962"/>
          </a:xfrm>
        </p:spPr>
        <p:txBody>
          <a:bodyPr/>
          <a:lstStyle>
            <a:lvl1pPr>
              <a:buNone/>
              <a:defRPr/>
            </a:lvl1pPr>
          </a:lstStyle>
          <a:p>
            <a:pPr lvl="0"/>
            <a:r>
              <a:rPr lang="en-GB" dirty="0"/>
              <a:t>Insert</a:t>
            </a:r>
            <a:endParaRPr lang="en-US" dirty="0"/>
          </a:p>
        </p:txBody>
      </p:sp>
      <p:sp>
        <p:nvSpPr>
          <p:cNvPr id="39" name="Text Placeholder 38">
            <a:extLst>
              <a:ext uri="{FF2B5EF4-FFF2-40B4-BE49-F238E27FC236}">
                <a16:creationId xmlns:a16="http://schemas.microsoft.com/office/drawing/2014/main" id="{C7B60BF0-4537-D3E5-640C-003C735C4AF0}"/>
              </a:ext>
            </a:extLst>
          </p:cNvPr>
          <p:cNvSpPr>
            <a:spLocks noGrp="1"/>
          </p:cNvSpPr>
          <p:nvPr>
            <p:ph type="body" sz="quarter" idx="11" hasCustomPrompt="1"/>
          </p:nvPr>
        </p:nvSpPr>
        <p:spPr>
          <a:xfrm>
            <a:off x="4442460" y="2052638"/>
            <a:ext cx="3370263" cy="1096962"/>
          </a:xfrm>
        </p:spPr>
        <p:txBody>
          <a:bodyPr/>
          <a:lstStyle>
            <a:lvl1pPr>
              <a:buNone/>
              <a:defRPr/>
            </a:lvl1pPr>
          </a:lstStyle>
          <a:p>
            <a:pPr lvl="0"/>
            <a:r>
              <a:rPr lang="en-GB" dirty="0"/>
              <a:t>Insert</a:t>
            </a:r>
            <a:endParaRPr lang="en-US" dirty="0"/>
          </a:p>
        </p:txBody>
      </p:sp>
      <p:sp>
        <p:nvSpPr>
          <p:cNvPr id="40" name="Text Placeholder 38">
            <a:extLst>
              <a:ext uri="{FF2B5EF4-FFF2-40B4-BE49-F238E27FC236}">
                <a16:creationId xmlns:a16="http://schemas.microsoft.com/office/drawing/2014/main" id="{366E2C34-794D-A693-366B-C959F7B5055A}"/>
              </a:ext>
            </a:extLst>
          </p:cNvPr>
          <p:cNvSpPr>
            <a:spLocks noGrp="1"/>
          </p:cNvSpPr>
          <p:nvPr>
            <p:ph type="body" sz="quarter" idx="12" hasCustomPrompt="1"/>
          </p:nvPr>
        </p:nvSpPr>
        <p:spPr>
          <a:xfrm>
            <a:off x="8354060" y="2052638"/>
            <a:ext cx="3370263" cy="1096962"/>
          </a:xfrm>
        </p:spPr>
        <p:txBody>
          <a:bodyPr/>
          <a:lstStyle>
            <a:lvl1pPr>
              <a:buNone/>
              <a:defRPr/>
            </a:lvl1pPr>
          </a:lstStyle>
          <a:p>
            <a:pPr lvl="0"/>
            <a:r>
              <a:rPr lang="en-GB" dirty="0"/>
              <a:t>Insert</a:t>
            </a:r>
            <a:endParaRPr lang="en-US" dirty="0"/>
          </a:p>
        </p:txBody>
      </p:sp>
    </p:spTree>
    <p:extLst>
      <p:ext uri="{BB962C8B-B14F-4D97-AF65-F5344CB8AC3E}">
        <p14:creationId xmlns:p14="http://schemas.microsoft.com/office/powerpoint/2010/main" val="93293288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Feedback">
    <p:spTree>
      <p:nvGrpSpPr>
        <p:cNvPr id="1" name=""/>
        <p:cNvGrpSpPr/>
        <p:nvPr/>
      </p:nvGrpSpPr>
      <p:grpSpPr>
        <a:xfrm>
          <a:off x="0" y="0"/>
          <a:ext cx="0" cy="0"/>
          <a:chOff x="0" y="0"/>
          <a:chExt cx="0" cy="0"/>
        </a:xfrm>
      </p:grpSpPr>
      <p:sp>
        <p:nvSpPr>
          <p:cNvPr id="6" name="Oval Callout 5">
            <a:extLst>
              <a:ext uri="{FF2B5EF4-FFF2-40B4-BE49-F238E27FC236}">
                <a16:creationId xmlns:a16="http://schemas.microsoft.com/office/drawing/2014/main" id="{A768AC55-9169-CD12-DE1E-DD3AE6B6949A}"/>
              </a:ext>
            </a:extLst>
          </p:cNvPr>
          <p:cNvSpPr/>
          <p:nvPr userDrawn="1"/>
        </p:nvSpPr>
        <p:spPr>
          <a:xfrm>
            <a:off x="8590283" y="1810499"/>
            <a:ext cx="311167" cy="232315"/>
          </a:xfrm>
          <a:prstGeom prst="wedgeEllipseCallout">
            <a:avLst>
              <a:gd name="adj1" fmla="val -30467"/>
              <a:gd name="adj2" fmla="val 7565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7" name="Straight Connector 6">
            <a:extLst>
              <a:ext uri="{FF2B5EF4-FFF2-40B4-BE49-F238E27FC236}">
                <a16:creationId xmlns:a16="http://schemas.microsoft.com/office/drawing/2014/main" id="{47E362B2-CBA8-FC87-AB4B-C119CAAD3D12}"/>
              </a:ext>
            </a:extLst>
          </p:cNvPr>
          <p:cNvCxnSpPr>
            <a:cxnSpLocks/>
          </p:cNvCxnSpPr>
          <p:nvPr userDrawn="1"/>
        </p:nvCxnSpPr>
        <p:spPr>
          <a:xfrm>
            <a:off x="0" y="3429000"/>
            <a:ext cx="12192000"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36BFA09-C2E0-9EDD-C5AF-A084C1D2E62A}"/>
              </a:ext>
            </a:extLst>
          </p:cNvPr>
          <p:cNvCxnSpPr>
            <a:cxnSpLocks/>
          </p:cNvCxnSpPr>
          <p:nvPr userDrawn="1"/>
        </p:nvCxnSpPr>
        <p:spPr>
          <a:xfrm>
            <a:off x="6096000" y="1"/>
            <a:ext cx="0" cy="2200275"/>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93CD5E5-7A63-84D8-216D-6206001D4352}"/>
              </a:ext>
            </a:extLst>
          </p:cNvPr>
          <p:cNvSpPr/>
          <p:nvPr userDrawn="1"/>
        </p:nvSpPr>
        <p:spPr>
          <a:xfrm>
            <a:off x="5295900" y="2647951"/>
            <a:ext cx="1600200" cy="1638300"/>
          </a:xfrm>
          <a:prstGeom prst="ellipse">
            <a:avLst/>
          </a:prstGeom>
          <a:solidFill>
            <a:srgbClr val="CCCCFF"/>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pic>
        <p:nvPicPr>
          <p:cNvPr id="10" name="Picture 9">
            <a:extLst>
              <a:ext uri="{FF2B5EF4-FFF2-40B4-BE49-F238E27FC236}">
                <a16:creationId xmlns:a16="http://schemas.microsoft.com/office/drawing/2014/main" id="{60949BE8-1DF1-3976-E62D-C362A69DFA34}"/>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7916" b="91293" l="8707" r="90237">
                        <a14:foregroundMark x1="24274" y1="18734" x2="24274" y2="18734"/>
                        <a14:foregroundMark x1="47757" y1="8443" x2="47757" y2="8443"/>
                        <a14:foregroundMark x1="73615" y1="19789" x2="73615" y2="19789"/>
                        <a14:foregroundMark x1="90765" y1="48549" x2="90765" y2="48549"/>
                        <a14:foregroundMark x1="80475" y1="79420" x2="80475" y2="79420"/>
                        <a14:foregroundMark x1="53826" y1="91293" x2="53826" y2="91293"/>
                        <a14:foregroundMark x1="21900" y1="82058" x2="21900" y2="82058"/>
                        <a14:foregroundMark x1="8707" y1="47757" x2="8707" y2="47757"/>
                      </a14:backgroundRemoval>
                    </a14:imgEffect>
                  </a14:imgLayer>
                </a14:imgProps>
              </a:ext>
            </a:extLst>
          </a:blip>
          <a:stretch>
            <a:fillRect/>
          </a:stretch>
        </p:blipFill>
        <p:spPr>
          <a:xfrm>
            <a:off x="5372101" y="2724151"/>
            <a:ext cx="1504951" cy="1504951"/>
          </a:xfrm>
          <a:prstGeom prst="rect">
            <a:avLst/>
          </a:prstGeom>
        </p:spPr>
      </p:pic>
      <p:pic>
        <p:nvPicPr>
          <p:cNvPr id="11" name="Graphic 10">
            <a:extLst>
              <a:ext uri="{FF2B5EF4-FFF2-40B4-BE49-F238E27FC236}">
                <a16:creationId xmlns:a16="http://schemas.microsoft.com/office/drawing/2014/main" id="{D73ABCC3-9C74-F6C7-ACE2-3C6579FF9493}"/>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19802"/>
          <a:stretch/>
        </p:blipFill>
        <p:spPr>
          <a:xfrm>
            <a:off x="8622691" y="1179808"/>
            <a:ext cx="542923" cy="548741"/>
          </a:xfrm>
          <a:prstGeom prst="rect">
            <a:avLst/>
          </a:prstGeom>
        </p:spPr>
      </p:pic>
      <p:pic>
        <p:nvPicPr>
          <p:cNvPr id="12" name="Picture 11">
            <a:extLst>
              <a:ext uri="{FF2B5EF4-FFF2-40B4-BE49-F238E27FC236}">
                <a16:creationId xmlns:a16="http://schemas.microsoft.com/office/drawing/2014/main" id="{23CC88F8-4644-526F-4F11-DDCE2E4B680C}"/>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10000" b="90000" l="10000" r="90000">
                        <a14:foregroundMark x1="50473" y1="61836" x2="50473" y2="61836"/>
                      </a14:backgroundRemoval>
                    </a14:imgEffect>
                  </a14:imgLayer>
                </a14:imgProps>
              </a:ext>
            </a:extLst>
          </a:blip>
          <a:stretch>
            <a:fillRect/>
          </a:stretch>
        </p:blipFill>
        <p:spPr>
          <a:xfrm>
            <a:off x="9173096" y="1175643"/>
            <a:ext cx="757163" cy="494425"/>
          </a:xfrm>
          <a:prstGeom prst="rect">
            <a:avLst/>
          </a:prstGeom>
        </p:spPr>
      </p:pic>
      <p:pic>
        <p:nvPicPr>
          <p:cNvPr id="13" name="Picture 12">
            <a:extLst>
              <a:ext uri="{FF2B5EF4-FFF2-40B4-BE49-F238E27FC236}">
                <a16:creationId xmlns:a16="http://schemas.microsoft.com/office/drawing/2014/main" id="{FC14A703-D40F-6C9F-D411-31A1B97CEB01}"/>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9222" b="95101" l="9320" r="91940">
                        <a14:foregroundMark x1="22418" y1="13545" x2="22418" y2="13545"/>
                        <a14:foregroundMark x1="41814" y1="15562" x2="41814" y2="15562"/>
                        <a14:foregroundMark x1="66247" y1="13545" x2="66247" y2="13545"/>
                        <a14:foregroundMark x1="92443" y1="19597" x2="92443" y2="19597"/>
                        <a14:foregroundMark x1="12091" y1="37464" x2="12091" y2="37464"/>
                        <a14:foregroundMark x1="20907" y1="46686" x2="20907" y2="46686"/>
                        <a14:foregroundMark x1="23174" y1="55331" x2="23174" y2="55331"/>
                        <a14:foregroundMark x1="23678" y1="65130" x2="23678" y2="65130"/>
                        <a14:foregroundMark x1="24181" y1="74063" x2="24181" y2="74063"/>
                        <a14:foregroundMark x1="48866" y1="95101" x2="48866" y2="95101"/>
                        <a14:foregroundMark x1="9320" y1="58213" x2="9320" y2="58213"/>
                      </a14:backgroundRemoval>
                    </a14:imgEffect>
                  </a14:imgLayer>
                </a14:imgProps>
              </a:ext>
            </a:extLst>
          </a:blip>
          <a:stretch>
            <a:fillRect/>
          </a:stretch>
        </p:blipFill>
        <p:spPr>
          <a:xfrm>
            <a:off x="119063" y="116114"/>
            <a:ext cx="844555" cy="738188"/>
          </a:xfrm>
          <a:prstGeom prst="rect">
            <a:avLst/>
          </a:prstGeom>
        </p:spPr>
      </p:pic>
      <p:pic>
        <p:nvPicPr>
          <p:cNvPr id="14" name="Picture 13">
            <a:extLst>
              <a:ext uri="{FF2B5EF4-FFF2-40B4-BE49-F238E27FC236}">
                <a16:creationId xmlns:a16="http://schemas.microsoft.com/office/drawing/2014/main" id="{88C7B50D-C903-4859-1D5E-CE5CB6EF6744}"/>
              </a:ext>
            </a:extLst>
          </p:cNvPr>
          <p:cNvPicPr>
            <a:picLocks noChangeAspect="1"/>
          </p:cNvPicPr>
          <p:nvPr userDrawn="1"/>
        </p:nvPicPr>
        <p:blipFill>
          <a:blip r:embed="rId9">
            <a:extLst>
              <a:ext uri="{BEBA8EAE-BF5A-486C-A8C5-ECC9F3942E4B}">
                <a14:imgProps xmlns:a14="http://schemas.microsoft.com/office/drawing/2010/main">
                  <a14:imgLayer r:embed="rId10">
                    <a14:imgEffect>
                      <a14:backgroundRemoval t="9750" b="94250" l="6107" r="94148">
                        <a14:foregroundMark x1="9415" y1="9750" x2="9415" y2="9750"/>
                        <a14:foregroundMark x1="74300" y1="9750" x2="74300" y2="9750"/>
                        <a14:foregroundMark x1="94148" y1="25500" x2="94148" y2="25500"/>
                        <a14:foregroundMark x1="6361" y1="24750" x2="6361" y2="24750"/>
                        <a14:foregroundMark x1="54198" y1="94250" x2="54198" y2="94250"/>
                        <a14:foregroundMark x1="65140" y1="62500" x2="65140" y2="62500"/>
                        <a14:foregroundMark x1="48092" y1="52500" x2="48092" y2="52500"/>
                      </a14:backgroundRemoval>
                    </a14:imgEffect>
                  </a14:imgLayer>
                </a14:imgProps>
              </a:ext>
            </a:extLst>
          </a:blip>
          <a:stretch>
            <a:fillRect/>
          </a:stretch>
        </p:blipFill>
        <p:spPr>
          <a:xfrm>
            <a:off x="119063" y="3476626"/>
            <a:ext cx="636365" cy="647700"/>
          </a:xfrm>
          <a:prstGeom prst="rect">
            <a:avLst/>
          </a:prstGeom>
        </p:spPr>
      </p:pic>
      <p:sp>
        <p:nvSpPr>
          <p:cNvPr id="15" name="TextBox 14">
            <a:extLst>
              <a:ext uri="{FF2B5EF4-FFF2-40B4-BE49-F238E27FC236}">
                <a16:creationId xmlns:a16="http://schemas.microsoft.com/office/drawing/2014/main" id="{57B67A7D-BAF3-39CA-92C1-F05C8FF50C2D}"/>
              </a:ext>
            </a:extLst>
          </p:cNvPr>
          <p:cNvSpPr txBox="1"/>
          <p:nvPr userDrawn="1"/>
        </p:nvSpPr>
        <p:spPr>
          <a:xfrm rot="16200000">
            <a:off x="5278050" y="2222012"/>
            <a:ext cx="1673759" cy="2169993"/>
          </a:xfrm>
          <a:prstGeom prst="rect">
            <a:avLst/>
          </a:prstGeom>
          <a:noFill/>
        </p:spPr>
        <p:txBody>
          <a:bodyPr wrap="square" rtlCol="0">
            <a:prstTxWarp prst="textCircle">
              <a:avLst>
                <a:gd name="adj" fmla="val 11263557"/>
              </a:avLst>
            </a:prstTxWarp>
            <a:spAutoFit/>
          </a:bodyPr>
          <a:lstStyle/>
          <a:p>
            <a:pPr algn="ctr"/>
            <a:r>
              <a:rPr lang="en-GB" sz="2000" b="0" i="0">
                <a:latin typeface="Twinkl Cursive Looped" panose="02000000000000000000" pitchFamily="2" charset="77"/>
                <a:ea typeface="Sassoon Infant Rg" panose="02000503030000020003" pitchFamily="2" charset="0"/>
              </a:rPr>
              <a:t>Watering Hole</a:t>
            </a:r>
            <a:r>
              <a:rPr lang="en-GB" sz="2000" b="0" i="0">
                <a:solidFill>
                  <a:srgbClr val="0070C0"/>
                </a:solidFill>
                <a:latin typeface="Twinkl Cursive Looped" panose="02000000000000000000" pitchFamily="2" charset="77"/>
                <a:ea typeface="Sassoon Infant Rg" panose="02000503030000020003" pitchFamily="2" charset="0"/>
              </a:rPr>
              <a:t> </a:t>
            </a:r>
          </a:p>
        </p:txBody>
      </p:sp>
      <p:sp>
        <p:nvSpPr>
          <p:cNvPr id="16" name="Rectangle 15">
            <a:extLst>
              <a:ext uri="{FF2B5EF4-FFF2-40B4-BE49-F238E27FC236}">
                <a16:creationId xmlns:a16="http://schemas.microsoft.com/office/drawing/2014/main" id="{75BCDB15-A18F-761C-9D70-5D498C4B281B}"/>
              </a:ext>
            </a:extLst>
          </p:cNvPr>
          <p:cNvSpPr/>
          <p:nvPr userDrawn="1"/>
        </p:nvSpPr>
        <p:spPr>
          <a:xfrm rot="-180000">
            <a:off x="5010272" y="2703555"/>
            <a:ext cx="2190749" cy="1847848"/>
          </a:xfrm>
          <a:prstGeom prst="rect">
            <a:avLst/>
          </a:prstGeom>
          <a:noFill/>
        </p:spPr>
        <p:txBody>
          <a:bodyPr spcFirstLastPara="1" wrap="none" lIns="91440" tIns="45720" rIns="91440" bIns="45720" numCol="1">
            <a:prstTxWarp prst="textArchDown">
              <a:avLst>
                <a:gd name="adj" fmla="val 18174041"/>
              </a:avLst>
            </a:prstTxWarp>
            <a:spAutoFit/>
          </a:bodyPr>
          <a:lstStyle/>
          <a:p>
            <a:pPr algn="ctr"/>
            <a:r>
              <a:rPr lang="en-GB" sz="2000" b="0" i="0">
                <a:ln w="22225">
                  <a:noFill/>
                  <a:prstDash val="solid"/>
                </a:ln>
                <a:latin typeface="Twinkl Cursive Looped" panose="02000000000000000000" pitchFamily="2" charset="77"/>
                <a:ea typeface="Sassoon Infant Rg" panose="02000503030000020003" pitchFamily="2" charset="0"/>
              </a:rPr>
              <a:t>Accessing what we need</a:t>
            </a:r>
          </a:p>
        </p:txBody>
      </p:sp>
      <p:pic>
        <p:nvPicPr>
          <p:cNvPr id="17" name="Picture 16">
            <a:extLst>
              <a:ext uri="{FF2B5EF4-FFF2-40B4-BE49-F238E27FC236}">
                <a16:creationId xmlns:a16="http://schemas.microsoft.com/office/drawing/2014/main" id="{A9EEF32E-84FC-9DD2-1645-162B4C9FAB54}"/>
              </a:ext>
            </a:extLst>
          </p:cNvPr>
          <p:cNvPicPr>
            <a:picLocks noChangeAspect="1"/>
          </p:cNvPicPr>
          <p:nvPr userDrawn="1"/>
        </p:nvPicPr>
        <p:blipFill>
          <a:blip r:embed="rId11">
            <a:extLst>
              <a:ext uri="{BEBA8EAE-BF5A-486C-A8C5-ECC9F3942E4B}">
                <a14:imgProps xmlns:a14="http://schemas.microsoft.com/office/drawing/2010/main">
                  <a14:imgLayer r:embed="rId12">
                    <a14:imgEffect>
                      <a14:backgroundRemoval t="9938" b="92857" l="9898" r="89761">
                        <a14:foregroundMark x1="55631" y1="27019" x2="55631" y2="27019"/>
                        <a14:foregroundMark x1="54608" y1="92857" x2="54608" y2="92857"/>
                      </a14:backgroundRemoval>
                    </a14:imgEffect>
                  </a14:imgLayer>
                </a14:imgProps>
              </a:ext>
            </a:extLst>
          </a:blip>
          <a:stretch>
            <a:fillRect/>
          </a:stretch>
        </p:blipFill>
        <p:spPr>
          <a:xfrm>
            <a:off x="10915132" y="3622675"/>
            <a:ext cx="650036" cy="714375"/>
          </a:xfrm>
          <a:prstGeom prst="rect">
            <a:avLst/>
          </a:prstGeom>
        </p:spPr>
      </p:pic>
      <p:sp>
        <p:nvSpPr>
          <p:cNvPr id="18" name="Rectangle 17">
            <a:extLst>
              <a:ext uri="{FF2B5EF4-FFF2-40B4-BE49-F238E27FC236}">
                <a16:creationId xmlns:a16="http://schemas.microsoft.com/office/drawing/2014/main" id="{9158E33F-3765-E12D-EC90-52B96C993A54}"/>
              </a:ext>
            </a:extLst>
          </p:cNvPr>
          <p:cNvSpPr/>
          <p:nvPr userDrawn="1"/>
        </p:nvSpPr>
        <p:spPr>
          <a:xfrm>
            <a:off x="10407364" y="3602076"/>
            <a:ext cx="1665573" cy="3133725"/>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cxnSp>
        <p:nvCxnSpPr>
          <p:cNvPr id="19" name="Straight Connector 18">
            <a:extLst>
              <a:ext uri="{FF2B5EF4-FFF2-40B4-BE49-F238E27FC236}">
                <a16:creationId xmlns:a16="http://schemas.microsoft.com/office/drawing/2014/main" id="{B99A02AE-5FFD-29AD-EBE7-4C38018D5AAF}"/>
              </a:ext>
            </a:extLst>
          </p:cNvPr>
          <p:cNvCxnSpPr>
            <a:cxnSpLocks/>
          </p:cNvCxnSpPr>
          <p:nvPr userDrawn="1"/>
        </p:nvCxnSpPr>
        <p:spPr>
          <a:xfrm>
            <a:off x="9163051" y="59357"/>
            <a:ext cx="0" cy="336964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361B532-AB76-3FDE-0903-59141D8EB5E2}"/>
              </a:ext>
            </a:extLst>
          </p:cNvPr>
          <p:cNvCxnSpPr>
            <a:cxnSpLocks/>
          </p:cNvCxnSpPr>
          <p:nvPr userDrawn="1"/>
        </p:nvCxnSpPr>
        <p:spPr>
          <a:xfrm>
            <a:off x="6095999" y="1728548"/>
            <a:ext cx="6067427"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28D7E95B-E86B-132A-8921-6D1CDF0723BD}"/>
              </a:ext>
            </a:extLst>
          </p:cNvPr>
          <p:cNvPicPr>
            <a:picLocks noChangeAspect="1"/>
          </p:cNvPicPr>
          <p:nvPr userDrawn="1"/>
        </p:nvPicPr>
        <p:blipFill>
          <a:blip r:embed="rId13">
            <a:extLst>
              <a:ext uri="{BEBA8EAE-BF5A-486C-A8C5-ECC9F3942E4B}">
                <a14:imgProps xmlns:a14="http://schemas.microsoft.com/office/drawing/2010/main">
                  <a14:imgLayer r:embed="rId14">
                    <a14:imgEffect>
                      <a14:backgroundRemoval t="8084" b="92515" l="10000" r="90000">
                        <a14:foregroundMark x1="43429" y1="92814" x2="43429" y2="92814"/>
                        <a14:foregroundMark x1="55714" y1="34731" x2="55714" y2="34731"/>
                        <a14:foregroundMark x1="74571" y1="8084" x2="74571" y2="8084"/>
                      </a14:backgroundRemoval>
                    </a14:imgEffect>
                  </a14:imgLayer>
                </a14:imgProps>
              </a:ext>
            </a:extLst>
          </a:blip>
          <a:stretch>
            <a:fillRect/>
          </a:stretch>
        </p:blipFill>
        <p:spPr>
          <a:xfrm>
            <a:off x="9255321" y="1772679"/>
            <a:ext cx="502428" cy="479460"/>
          </a:xfrm>
          <a:prstGeom prst="rect">
            <a:avLst/>
          </a:prstGeom>
        </p:spPr>
      </p:pic>
      <p:sp>
        <p:nvSpPr>
          <p:cNvPr id="25" name="TextBox 24">
            <a:extLst>
              <a:ext uri="{FF2B5EF4-FFF2-40B4-BE49-F238E27FC236}">
                <a16:creationId xmlns:a16="http://schemas.microsoft.com/office/drawing/2014/main" id="{45A5C7A1-569F-D384-461E-747E1FC18D84}"/>
              </a:ext>
            </a:extLst>
          </p:cNvPr>
          <p:cNvSpPr txBox="1"/>
          <p:nvPr userDrawn="1"/>
        </p:nvSpPr>
        <p:spPr>
          <a:xfrm>
            <a:off x="9711276" y="1699665"/>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Carry on - Finish Learning</a:t>
            </a:r>
          </a:p>
        </p:txBody>
      </p:sp>
      <p:sp>
        <p:nvSpPr>
          <p:cNvPr id="26" name="TextBox 25">
            <a:extLst>
              <a:ext uri="{FF2B5EF4-FFF2-40B4-BE49-F238E27FC236}">
                <a16:creationId xmlns:a16="http://schemas.microsoft.com/office/drawing/2014/main" id="{FAA6BB55-886C-6BD6-A9CE-0ED258255B7D}"/>
              </a:ext>
            </a:extLst>
          </p:cNvPr>
          <p:cNvSpPr txBox="1"/>
          <p:nvPr userDrawn="1"/>
        </p:nvSpPr>
        <p:spPr>
          <a:xfrm>
            <a:off x="806119" y="3666061"/>
            <a:ext cx="3153672"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rPr>
              <a:t>Deepening my learning</a:t>
            </a:r>
          </a:p>
        </p:txBody>
      </p:sp>
      <p:sp>
        <p:nvSpPr>
          <p:cNvPr id="27" name="TextBox 26">
            <a:extLst>
              <a:ext uri="{FF2B5EF4-FFF2-40B4-BE49-F238E27FC236}">
                <a16:creationId xmlns:a16="http://schemas.microsoft.com/office/drawing/2014/main" id="{A38C8C69-A916-A517-279F-F93D4A85E3A5}"/>
              </a:ext>
            </a:extLst>
          </p:cNvPr>
          <p:cNvSpPr txBox="1"/>
          <p:nvPr userDrawn="1"/>
        </p:nvSpPr>
        <p:spPr>
          <a:xfrm>
            <a:off x="6730946" y="1845508"/>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Shared Learning Conversation</a:t>
            </a:r>
          </a:p>
        </p:txBody>
      </p:sp>
      <p:sp>
        <p:nvSpPr>
          <p:cNvPr id="28" name="TextBox 27">
            <a:extLst>
              <a:ext uri="{FF2B5EF4-FFF2-40B4-BE49-F238E27FC236}">
                <a16:creationId xmlns:a16="http://schemas.microsoft.com/office/drawing/2014/main" id="{77CEF66E-0B89-5C3E-A3EA-57F92E7F333F}"/>
              </a:ext>
            </a:extLst>
          </p:cNvPr>
          <p:cNvSpPr txBox="1"/>
          <p:nvPr userDrawn="1"/>
        </p:nvSpPr>
        <p:spPr>
          <a:xfrm>
            <a:off x="9938135" y="1319940"/>
            <a:ext cx="215364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Small Group with an adult</a:t>
            </a:r>
          </a:p>
        </p:txBody>
      </p:sp>
      <p:sp>
        <p:nvSpPr>
          <p:cNvPr id="29" name="TextBox 28">
            <a:extLst>
              <a:ext uri="{FF2B5EF4-FFF2-40B4-BE49-F238E27FC236}">
                <a16:creationId xmlns:a16="http://schemas.microsoft.com/office/drawing/2014/main" id="{513D8E9C-7FC1-8540-96AE-F9A174C627BC}"/>
              </a:ext>
            </a:extLst>
          </p:cNvPr>
          <p:cNvSpPr txBox="1"/>
          <p:nvPr userDrawn="1"/>
        </p:nvSpPr>
        <p:spPr>
          <a:xfrm>
            <a:off x="7103762" y="1334292"/>
            <a:ext cx="1960735" cy="261610"/>
          </a:xfrm>
          <a:prstGeom prst="rect">
            <a:avLst/>
          </a:prstGeom>
          <a:noFill/>
        </p:spPr>
        <p:txBody>
          <a:bodyPr wrap="square" lIns="91440" tIns="45720" rIns="91440" bIns="45720" rtlCol="0" anchor="t">
            <a:spAutoFit/>
          </a:bodyPr>
          <a:lstStyle/>
          <a:p>
            <a:r>
              <a:rPr lang="en-GB" sz="1100" b="0" i="0">
                <a:latin typeface="Twinkl Cursive Looped" panose="02000000000000000000" pitchFamily="2" charset="77"/>
                <a:ea typeface="Sassoon Infant Rg" panose="02000503030000020003" pitchFamily="2" charset="0"/>
                <a:cs typeface="Calibri"/>
              </a:rPr>
              <a:t>Showcase Lead Learners</a:t>
            </a:r>
          </a:p>
        </p:txBody>
      </p:sp>
      <p:sp>
        <p:nvSpPr>
          <p:cNvPr id="30" name="TextBox 29">
            <a:extLst>
              <a:ext uri="{FF2B5EF4-FFF2-40B4-BE49-F238E27FC236}">
                <a16:creationId xmlns:a16="http://schemas.microsoft.com/office/drawing/2014/main" id="{0F3E8A13-704A-B295-4296-21A195989C8A}"/>
              </a:ext>
            </a:extLst>
          </p:cNvPr>
          <p:cNvSpPr txBox="1"/>
          <p:nvPr userDrawn="1"/>
        </p:nvSpPr>
        <p:spPr>
          <a:xfrm>
            <a:off x="978825" y="379381"/>
            <a:ext cx="1960735" cy="307777"/>
          </a:xfrm>
          <a:prstGeom prst="rect">
            <a:avLst/>
          </a:prstGeom>
          <a:noFill/>
        </p:spPr>
        <p:txBody>
          <a:bodyPr wrap="square" lIns="91440" tIns="45720" rIns="91440" bIns="45720" rtlCol="0" anchor="t">
            <a:spAutoFit/>
          </a:bodyPr>
          <a:lstStyle/>
          <a:p>
            <a:r>
              <a:rPr lang="en-GB" sz="1400" b="0" i="0">
                <a:latin typeface="Twinkl Cursive Looped" panose="02000000000000000000" pitchFamily="2" charset="77"/>
                <a:ea typeface="Sassoon Infant Rg" panose="02000503030000020003" pitchFamily="2" charset="0"/>
                <a:cs typeface="Calibri"/>
              </a:rPr>
              <a:t>Whole Class Feedback</a:t>
            </a:r>
          </a:p>
        </p:txBody>
      </p:sp>
      <p:sp>
        <p:nvSpPr>
          <p:cNvPr id="33" name="Oval Callout 32">
            <a:extLst>
              <a:ext uri="{FF2B5EF4-FFF2-40B4-BE49-F238E27FC236}">
                <a16:creationId xmlns:a16="http://schemas.microsoft.com/office/drawing/2014/main" id="{20E8220B-AFF3-E0A1-CAEF-B430A1C7AFF6}"/>
              </a:ext>
            </a:extLst>
          </p:cNvPr>
          <p:cNvSpPr/>
          <p:nvPr userDrawn="1"/>
        </p:nvSpPr>
        <p:spPr>
          <a:xfrm>
            <a:off x="8755466" y="1857693"/>
            <a:ext cx="311167" cy="232315"/>
          </a:xfrm>
          <a:prstGeom prst="wedgeEllipseCallout">
            <a:avLst>
              <a:gd name="adj1" fmla="val 33993"/>
              <a:gd name="adj2" fmla="val 78193"/>
            </a:avLst>
          </a:prstGeom>
          <a:solidFill>
            <a:srgbClr val="CCCC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4" name="TextBox 33">
            <a:extLst>
              <a:ext uri="{FF2B5EF4-FFF2-40B4-BE49-F238E27FC236}">
                <a16:creationId xmlns:a16="http://schemas.microsoft.com/office/drawing/2014/main" id="{197C78DA-D2CC-5E55-EC3C-74E0FBD6C5E0}"/>
              </a:ext>
            </a:extLst>
          </p:cNvPr>
          <p:cNvSpPr txBox="1"/>
          <p:nvPr userDrawn="1"/>
        </p:nvSpPr>
        <p:spPr>
          <a:xfrm>
            <a:off x="8708288" y="1869253"/>
            <a:ext cx="352982" cy="215444"/>
          </a:xfrm>
          <a:prstGeom prst="rect">
            <a:avLst/>
          </a:prstGeom>
          <a:noFill/>
        </p:spPr>
        <p:txBody>
          <a:bodyPr wrap="none" rtlCol="0">
            <a:spAutoFit/>
          </a:bodyPr>
          <a:lstStyle/>
          <a:p>
            <a:r>
              <a:rPr lang="en-GB" sz="800" b="0" i="0">
                <a:latin typeface="Twinkl Cursive Looped" panose="02000000000000000000" pitchFamily="2" charset="77"/>
              </a:rPr>
              <a:t>SLC</a:t>
            </a:r>
          </a:p>
        </p:txBody>
      </p:sp>
      <p:sp>
        <p:nvSpPr>
          <p:cNvPr id="41" name="Text Placeholder 40">
            <a:extLst>
              <a:ext uri="{FF2B5EF4-FFF2-40B4-BE49-F238E27FC236}">
                <a16:creationId xmlns:a16="http://schemas.microsoft.com/office/drawing/2014/main" id="{122B806B-421A-D3A0-5273-FB8FEB6F9447}"/>
              </a:ext>
            </a:extLst>
          </p:cNvPr>
          <p:cNvSpPr>
            <a:spLocks noGrp="1"/>
          </p:cNvSpPr>
          <p:nvPr>
            <p:ph type="body" sz="quarter" idx="10" hasCustomPrompt="1"/>
          </p:nvPr>
        </p:nvSpPr>
        <p:spPr>
          <a:xfrm>
            <a:off x="152400" y="903288"/>
            <a:ext cx="4613275" cy="2311400"/>
          </a:xfrm>
        </p:spPr>
        <p:txBody>
          <a:bodyPr/>
          <a:lstStyle>
            <a:lvl5pPr>
              <a:defRPr b="0" i="0">
                <a:latin typeface="Twinkl Cursive Looped" panose="02000000000000000000" pitchFamily="2" charset="77"/>
              </a:defRPr>
            </a:lvl5pPr>
          </a:lstStyle>
          <a:p>
            <a:pPr lvl="4"/>
            <a:r>
              <a:rPr lang="en-GB"/>
              <a:t>Fifth level</a:t>
            </a:r>
            <a:endParaRPr lang="en-US"/>
          </a:p>
        </p:txBody>
      </p:sp>
      <p:sp>
        <p:nvSpPr>
          <p:cNvPr id="44" name="Text Placeholder 40">
            <a:extLst>
              <a:ext uri="{FF2B5EF4-FFF2-40B4-BE49-F238E27FC236}">
                <a16:creationId xmlns:a16="http://schemas.microsoft.com/office/drawing/2014/main" id="{BFBC48A2-3497-BC71-A0AB-B94D10D2F083}"/>
              </a:ext>
            </a:extLst>
          </p:cNvPr>
          <p:cNvSpPr>
            <a:spLocks noGrp="1"/>
          </p:cNvSpPr>
          <p:nvPr>
            <p:ph type="body" sz="quarter" idx="11"/>
          </p:nvPr>
        </p:nvSpPr>
        <p:spPr>
          <a:xfrm>
            <a:off x="6151419"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5" name="Text Placeholder 40">
            <a:extLst>
              <a:ext uri="{FF2B5EF4-FFF2-40B4-BE49-F238E27FC236}">
                <a16:creationId xmlns:a16="http://schemas.microsoft.com/office/drawing/2014/main" id="{E26FE762-C006-FAD3-9DB2-248E159C97B9}"/>
              </a:ext>
            </a:extLst>
          </p:cNvPr>
          <p:cNvSpPr>
            <a:spLocks noGrp="1"/>
          </p:cNvSpPr>
          <p:nvPr>
            <p:ph type="body" sz="quarter" idx="12"/>
          </p:nvPr>
        </p:nvSpPr>
        <p:spPr>
          <a:xfrm>
            <a:off x="9213273" y="155143"/>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0">
            <a:extLst>
              <a:ext uri="{FF2B5EF4-FFF2-40B4-BE49-F238E27FC236}">
                <a16:creationId xmlns:a16="http://schemas.microsoft.com/office/drawing/2014/main" id="{EDBB5471-5DC0-3FC7-F0CE-0C2627A79269}"/>
              </a:ext>
            </a:extLst>
          </p:cNvPr>
          <p:cNvSpPr>
            <a:spLocks noGrp="1"/>
          </p:cNvSpPr>
          <p:nvPr>
            <p:ph type="body" sz="quarter" idx="13"/>
          </p:nvPr>
        </p:nvSpPr>
        <p:spPr>
          <a:xfrm>
            <a:off x="290946" y="4242234"/>
            <a:ext cx="2913078" cy="1177131"/>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7" name="Text Placeholder 40">
            <a:extLst>
              <a:ext uri="{FF2B5EF4-FFF2-40B4-BE49-F238E27FC236}">
                <a16:creationId xmlns:a16="http://schemas.microsoft.com/office/drawing/2014/main" id="{DCF35568-A367-82E2-075A-2A811FF092EB}"/>
              </a:ext>
            </a:extLst>
          </p:cNvPr>
          <p:cNvSpPr>
            <a:spLocks noGrp="1"/>
          </p:cNvSpPr>
          <p:nvPr>
            <p:ph type="body" sz="quarter" idx="14"/>
          </p:nvPr>
        </p:nvSpPr>
        <p:spPr>
          <a:xfrm>
            <a:off x="6844146" y="2274889"/>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40">
            <a:extLst>
              <a:ext uri="{FF2B5EF4-FFF2-40B4-BE49-F238E27FC236}">
                <a16:creationId xmlns:a16="http://schemas.microsoft.com/office/drawing/2014/main" id="{C54F4DB2-38F8-1403-AF81-52DB71B06607}"/>
              </a:ext>
            </a:extLst>
          </p:cNvPr>
          <p:cNvSpPr>
            <a:spLocks noGrp="1"/>
          </p:cNvSpPr>
          <p:nvPr>
            <p:ph type="body" sz="quarter" idx="15"/>
          </p:nvPr>
        </p:nvSpPr>
        <p:spPr>
          <a:xfrm>
            <a:off x="9268691" y="2344162"/>
            <a:ext cx="2057300"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9" name="Text Placeholder 40">
            <a:extLst>
              <a:ext uri="{FF2B5EF4-FFF2-40B4-BE49-F238E27FC236}">
                <a16:creationId xmlns:a16="http://schemas.microsoft.com/office/drawing/2014/main" id="{F8A6C5BB-E7AE-DEA7-2BBB-960BAD1DE802}"/>
              </a:ext>
            </a:extLst>
          </p:cNvPr>
          <p:cNvSpPr>
            <a:spLocks noGrp="1"/>
          </p:cNvSpPr>
          <p:nvPr>
            <p:ph type="body" sz="quarter" idx="16"/>
          </p:nvPr>
        </p:nvSpPr>
        <p:spPr>
          <a:xfrm>
            <a:off x="10407364" y="4353071"/>
            <a:ext cx="1665573" cy="939799"/>
          </a:xfrm>
        </p:spPr>
        <p:txBody>
          <a:bodyPr>
            <a:noAutofit/>
          </a:bodyPr>
          <a:lstStyle>
            <a:lvl1pPr>
              <a:defRPr sz="2000" b="0" i="0">
                <a:latin typeface="Twinkl Cursive Looped" panose="02000000000000000000" pitchFamily="2" charset="77"/>
              </a:defRPr>
            </a:lvl1pPr>
            <a:lvl2pPr>
              <a:defRPr sz="1800" b="0" i="0">
                <a:latin typeface="Twinkl Cursive Looped" panose="02000000000000000000" pitchFamily="2" charset="77"/>
              </a:defRPr>
            </a:lvl2pPr>
            <a:lvl3pPr>
              <a:defRPr sz="1600" b="0" i="0">
                <a:latin typeface="Twinkl Cursive Looped" panose="02000000000000000000" pitchFamily="2" charset="77"/>
              </a:defRPr>
            </a:lvl3pPr>
            <a:lvl4pPr>
              <a:defRPr sz="1400" b="0" i="0">
                <a:latin typeface="Twinkl Cursive Looped" panose="02000000000000000000" pitchFamily="2" charset="77"/>
              </a:defRPr>
            </a:lvl4pPr>
            <a:lvl5pPr>
              <a:defRPr sz="1400"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5973890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03493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1E8FB97-A527-4E45-92CB-DD469A4EFFFA}"/>
              </a:ext>
            </a:extLst>
          </p:cNvPr>
          <p:cNvSpPr txBox="1"/>
          <p:nvPr userDrawn="1"/>
        </p:nvSpPr>
        <p:spPr>
          <a:xfrm>
            <a:off x="306559" y="-13989"/>
            <a:ext cx="11382933"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0" i="0" u="sng">
                <a:solidFill>
                  <a:srgbClr val="242424"/>
                </a:solidFill>
                <a:latin typeface="Twinkl Cursive Looped" panose="02000000000000000000" pitchFamily="2" charset="77"/>
              </a:rPr>
              <a:t>Structure of Being a Geographer Slides</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Key Question (I do/We do)</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Geographical Skill Focus (I do)</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Prior Knowledge Retrieval (Revisit) (You do/trio)</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Sequence (connections)</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What, Why, How	 (I do)</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Key Vocabulary (I do/We Do/You do)</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Geographical Skill reasoning problem (You do/trio)</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Explain New Learning (I do)</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Guided Practice (We do)</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Independent / Collaborative Practice (You do)</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Check for Understanding (Pause to Think)</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Apply Learning</a:t>
            </a:r>
          </a:p>
          <a:p>
            <a:pPr marL="514350" indent="-514350">
              <a:buFont typeface="Arial" panose="020B0604020202020204" pitchFamily="34" charset="0"/>
              <a:buAutoNum type="arabicPeriod"/>
            </a:pPr>
            <a:r>
              <a:rPr lang="en-US" sz="3200" b="0" i="0" u="none">
                <a:solidFill>
                  <a:srgbClr val="242424"/>
                </a:solidFill>
                <a:latin typeface="Twinkl Cursive Looped" panose="02000000000000000000" pitchFamily="2" charset="77"/>
              </a:rPr>
              <a:t>Learning Review: Thinking Like a Geographer (Oracy)</a:t>
            </a:r>
          </a:p>
        </p:txBody>
      </p:sp>
    </p:spTree>
    <p:extLst>
      <p:ext uri="{BB962C8B-B14F-4D97-AF65-F5344CB8AC3E}">
        <p14:creationId xmlns:p14="http://schemas.microsoft.com/office/powerpoint/2010/main" val="380444267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18A772E-F613-7034-9A36-0C389B316798}"/>
              </a:ext>
            </a:extLst>
          </p:cNvPr>
          <p:cNvSpPr/>
          <p:nvPr userDrawn="1"/>
        </p:nvSpPr>
        <p:spPr>
          <a:xfrm>
            <a:off x="195943" y="179614"/>
            <a:ext cx="11870871" cy="6405913"/>
          </a:xfrm>
          <a:prstGeom prst="rect">
            <a:avLst/>
          </a:prstGeom>
          <a:solidFill>
            <a:srgbClr val="BDD7EF"/>
          </a:solidFill>
          <a:ln>
            <a:solidFill>
              <a:srgbClr val="4574C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b="1" u="sng">
                <a:solidFill>
                  <a:schemeClr val="tx1"/>
                </a:solidFill>
                <a:latin typeface="Arial" panose="020B0604020202020204" pitchFamily="34" charset="0"/>
                <a:cs typeface="Arial" panose="020B0604020202020204" pitchFamily="34" charset="0"/>
              </a:rPr>
              <a:t>Substantive concepts </a:t>
            </a:r>
            <a:r>
              <a:rPr lang="en-GB">
                <a:solidFill>
                  <a:schemeClr val="tx1"/>
                </a:solidFill>
                <a:latin typeface="Arial" panose="020B0604020202020204" pitchFamily="34" charset="0"/>
                <a:cs typeface="Arial" panose="020B0604020202020204" pitchFamily="34" charset="0"/>
              </a:rPr>
              <a:t>build pupils’ knowledge of places, environments and processes, while </a:t>
            </a:r>
            <a:r>
              <a:rPr lang="en-GB" b="1" u="sng">
                <a:solidFill>
                  <a:schemeClr val="tx1"/>
                </a:solidFill>
                <a:latin typeface="Arial" panose="020B0604020202020204" pitchFamily="34" charset="0"/>
                <a:cs typeface="Arial" panose="020B0604020202020204" pitchFamily="34" charset="0"/>
              </a:rPr>
              <a:t>geographical skills </a:t>
            </a:r>
            <a:r>
              <a:rPr lang="en-GB">
                <a:solidFill>
                  <a:schemeClr val="tx1"/>
                </a:solidFill>
                <a:latin typeface="Arial" panose="020B0604020202020204" pitchFamily="34" charset="0"/>
                <a:cs typeface="Arial" panose="020B0604020202020204" pitchFamily="34" charset="0"/>
              </a:rPr>
              <a:t>enable pupils to think, question and work like geographers through increasingly independent enquiry.</a:t>
            </a:r>
          </a:p>
          <a:p>
            <a:pPr algn="l"/>
            <a:endParaRPr lang="en-US" b="1" u="sng">
              <a:solidFill>
                <a:schemeClr val="tx1"/>
              </a:solidFill>
              <a:latin typeface="Arial" panose="020B0604020202020204" pitchFamily="34" charset="0"/>
              <a:cs typeface="Arial" panose="020B0604020202020204" pitchFamily="34" charset="0"/>
            </a:endParaRPr>
          </a:p>
          <a:p>
            <a:pPr algn="l"/>
            <a:r>
              <a:rPr lang="en-US" b="1" u="sng">
                <a:solidFill>
                  <a:schemeClr val="tx1"/>
                </a:solidFill>
                <a:latin typeface="Arial" panose="020B0604020202020204" pitchFamily="34" charset="0"/>
                <a:cs typeface="Arial" panose="020B0604020202020204" pitchFamily="34" charset="0"/>
              </a:rPr>
              <a:t>KS1</a:t>
            </a:r>
          </a:p>
          <a:p>
            <a:pPr algn="l"/>
            <a:r>
              <a:rPr lang="en-US" b="1">
                <a:solidFill>
                  <a:schemeClr val="tx1"/>
                </a:solidFill>
                <a:latin typeface="Arial" panose="020B0604020202020204" pitchFamily="34" charset="0"/>
                <a:cs typeface="Arial" panose="020B0604020202020204" pitchFamily="34" charset="0"/>
              </a:rPr>
              <a:t>Substantive concepts</a:t>
            </a:r>
          </a:p>
          <a:p>
            <a:pPr algn="l"/>
            <a:r>
              <a:rPr lang="en-US">
                <a:solidFill>
                  <a:schemeClr val="tx1"/>
                </a:solidFill>
                <a:latin typeface="Arial" panose="020B0604020202020204" pitchFamily="34" charset="0"/>
                <a:cs typeface="Arial" panose="020B0604020202020204" pitchFamily="34" charset="0"/>
              </a:rPr>
              <a:t>I know the main geography ideas, like places, weather, seasons and the features of the area where I live.</a:t>
            </a:r>
          </a:p>
          <a:p>
            <a:pPr algn="l"/>
            <a:r>
              <a:rPr lang="en-US" b="1">
                <a:solidFill>
                  <a:schemeClr val="tx1"/>
                </a:solidFill>
                <a:latin typeface="Arial" panose="020B0604020202020204" pitchFamily="34" charset="0"/>
                <a:cs typeface="Arial" panose="020B0604020202020204" pitchFamily="34" charset="0"/>
              </a:rPr>
              <a:t>Skills</a:t>
            </a:r>
          </a:p>
          <a:p>
            <a:pPr algn="l"/>
            <a:r>
              <a:rPr lang="en-US">
                <a:solidFill>
                  <a:schemeClr val="tx1"/>
                </a:solidFill>
                <a:latin typeface="Arial" panose="020B0604020202020204" pitchFamily="34" charset="0"/>
                <a:cs typeface="Arial" panose="020B0604020202020204" pitchFamily="34" charset="0"/>
              </a:rPr>
              <a:t>I can look carefully at places, use simple maps and pictures, ask questions, and explore my local area.</a:t>
            </a:r>
          </a:p>
          <a:p>
            <a:pPr algn="l"/>
            <a:endParaRPr lang="en-US">
              <a:solidFill>
                <a:schemeClr val="tx1"/>
              </a:solidFill>
              <a:latin typeface="Arial" panose="020B0604020202020204" pitchFamily="34" charset="0"/>
              <a:cs typeface="Arial" panose="020B0604020202020204" pitchFamily="34" charset="0"/>
            </a:endParaRPr>
          </a:p>
          <a:p>
            <a:pPr algn="l"/>
            <a:r>
              <a:rPr lang="en-US" b="1" u="sng">
                <a:solidFill>
                  <a:schemeClr val="tx1"/>
                </a:solidFill>
                <a:latin typeface="Arial" panose="020B0604020202020204" pitchFamily="34" charset="0"/>
                <a:cs typeface="Arial" panose="020B0604020202020204" pitchFamily="34" charset="0"/>
              </a:rPr>
              <a:t>LKS2 </a:t>
            </a:r>
            <a:endParaRPr lang="en-US">
              <a:solidFill>
                <a:schemeClr val="tx1"/>
              </a:solidFill>
              <a:latin typeface="Arial" panose="020B0604020202020204" pitchFamily="34" charset="0"/>
              <a:cs typeface="Arial" panose="020B0604020202020204" pitchFamily="34" charset="0"/>
            </a:endParaRPr>
          </a:p>
          <a:p>
            <a:pPr algn="l"/>
            <a:r>
              <a:rPr lang="en-US" b="1">
                <a:solidFill>
                  <a:schemeClr val="tx1"/>
                </a:solidFill>
                <a:latin typeface="Arial" panose="020B0604020202020204" pitchFamily="34" charset="0"/>
                <a:cs typeface="Arial" panose="020B0604020202020204" pitchFamily="34" charset="0"/>
              </a:rPr>
              <a:t>Substantive concepts</a:t>
            </a:r>
          </a:p>
          <a:p>
            <a:pPr algn="l"/>
            <a:r>
              <a:rPr lang="en-US">
                <a:solidFill>
                  <a:schemeClr val="tx1"/>
                </a:solidFill>
                <a:latin typeface="Arial" panose="020B0604020202020204" pitchFamily="34" charset="0"/>
                <a:cs typeface="Arial" panose="020B0604020202020204" pitchFamily="34" charset="0"/>
              </a:rPr>
              <a:t>I know important geography ideas about regions, physical and human features, and how people and environments are connected.</a:t>
            </a:r>
          </a:p>
          <a:p>
            <a:pPr algn="l"/>
            <a:r>
              <a:rPr lang="en-US" b="1">
                <a:solidFill>
                  <a:schemeClr val="tx1"/>
                </a:solidFill>
                <a:latin typeface="Arial" panose="020B0604020202020204" pitchFamily="34" charset="0"/>
                <a:cs typeface="Arial" panose="020B0604020202020204" pitchFamily="34" charset="0"/>
              </a:rPr>
              <a:t>Skills</a:t>
            </a:r>
          </a:p>
          <a:p>
            <a:pPr algn="l"/>
            <a:r>
              <a:rPr lang="en-US">
                <a:solidFill>
                  <a:schemeClr val="tx1"/>
                </a:solidFill>
                <a:latin typeface="Arial" panose="020B0604020202020204" pitchFamily="34" charset="0"/>
                <a:cs typeface="Arial" panose="020B0604020202020204" pitchFamily="34" charset="0"/>
              </a:rPr>
              <a:t>I can use maps and tools, collect information through fieldwork, and compare and explain different places.</a:t>
            </a:r>
          </a:p>
          <a:p>
            <a:pPr algn="l"/>
            <a:endParaRPr lang="en-US">
              <a:solidFill>
                <a:schemeClr val="tx1"/>
              </a:solidFill>
              <a:latin typeface="Arial" panose="020B0604020202020204" pitchFamily="34" charset="0"/>
              <a:cs typeface="Arial" panose="020B0604020202020204" pitchFamily="34" charset="0"/>
            </a:endParaRPr>
          </a:p>
          <a:p>
            <a:pPr algn="l"/>
            <a:r>
              <a:rPr lang="en-US" b="1" u="sng">
                <a:solidFill>
                  <a:schemeClr val="tx1"/>
                </a:solidFill>
                <a:latin typeface="Arial" panose="020B0604020202020204" pitchFamily="34" charset="0"/>
                <a:cs typeface="Arial" panose="020B0604020202020204" pitchFamily="34" charset="0"/>
              </a:rPr>
              <a:t>UKS2</a:t>
            </a:r>
          </a:p>
          <a:p>
            <a:pPr algn="l"/>
            <a:r>
              <a:rPr lang="en-US" b="1">
                <a:solidFill>
                  <a:schemeClr val="tx1"/>
                </a:solidFill>
                <a:latin typeface="Arial" panose="020B0604020202020204" pitchFamily="34" charset="0"/>
                <a:cs typeface="Arial" panose="020B0604020202020204" pitchFamily="34" charset="0"/>
              </a:rPr>
              <a:t>Substantive concepts</a:t>
            </a:r>
          </a:p>
          <a:p>
            <a:pPr algn="l"/>
            <a:r>
              <a:rPr lang="en-US">
                <a:solidFill>
                  <a:schemeClr val="tx1"/>
                </a:solidFill>
                <a:latin typeface="Arial" panose="020B0604020202020204" pitchFamily="34" charset="0"/>
                <a:cs typeface="Arial" panose="020B0604020202020204" pitchFamily="34" charset="0"/>
              </a:rPr>
              <a:t>I know key geography ideas and processes, such as rivers, climate change, natural resources and sustainability, that explain how the world works.</a:t>
            </a:r>
          </a:p>
          <a:p>
            <a:pPr algn="l"/>
            <a:r>
              <a:rPr lang="en-US" b="1">
                <a:solidFill>
                  <a:schemeClr val="tx1"/>
                </a:solidFill>
                <a:latin typeface="Arial" panose="020B0604020202020204" pitchFamily="34" charset="0"/>
                <a:cs typeface="Arial" panose="020B0604020202020204" pitchFamily="34" charset="0"/>
              </a:rPr>
              <a:t>Skills</a:t>
            </a:r>
          </a:p>
          <a:p>
            <a:pPr algn="l"/>
            <a:r>
              <a:rPr lang="en-US">
                <a:solidFill>
                  <a:schemeClr val="tx1"/>
                </a:solidFill>
                <a:latin typeface="Arial" panose="020B0604020202020204" pitchFamily="34" charset="0"/>
                <a:cs typeface="Arial" panose="020B0604020202020204" pitchFamily="34" charset="0"/>
              </a:rPr>
              <a:t>I can investigate places like a geographer by </a:t>
            </a:r>
            <a:r>
              <a:rPr lang="en-US" err="1">
                <a:solidFill>
                  <a:schemeClr val="tx1"/>
                </a:solidFill>
                <a:latin typeface="Arial" panose="020B0604020202020204" pitchFamily="34" charset="0"/>
                <a:cs typeface="Arial" panose="020B0604020202020204" pitchFamily="34" charset="0"/>
              </a:rPr>
              <a:t>analysing</a:t>
            </a:r>
            <a:r>
              <a:rPr lang="en-US">
                <a:solidFill>
                  <a:schemeClr val="tx1"/>
                </a:solidFill>
                <a:latin typeface="Arial" panose="020B0604020202020204" pitchFamily="34" charset="0"/>
                <a:cs typeface="Arial" panose="020B0604020202020204" pitchFamily="34" charset="0"/>
              </a:rPr>
              <a:t> information, using detailed maps, carrying out enquiries and explaining my conclusions.</a:t>
            </a:r>
          </a:p>
        </p:txBody>
      </p:sp>
    </p:spTree>
    <p:extLst>
      <p:ext uri="{BB962C8B-B14F-4D97-AF65-F5344CB8AC3E}">
        <p14:creationId xmlns:p14="http://schemas.microsoft.com/office/powerpoint/2010/main" val="457668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18" Type="http://schemas.openxmlformats.org/officeDocument/2006/relationships/slideLayout" Target="../slideLayouts/slideLayout94.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17" Type="http://schemas.openxmlformats.org/officeDocument/2006/relationships/slideLayout" Target="../slideLayouts/slideLayout93.xml"/><Relationship Id="rId2" Type="http://schemas.openxmlformats.org/officeDocument/2006/relationships/slideLayout" Target="../slideLayouts/slideLayout78.xml"/><Relationship Id="rId16" Type="http://schemas.openxmlformats.org/officeDocument/2006/relationships/slideLayout" Target="../slideLayouts/slideLayout92.xml"/><Relationship Id="rId20" Type="http://schemas.openxmlformats.org/officeDocument/2006/relationships/theme" Target="../theme/theme5.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slideLayout" Target="../slideLayouts/slideLayout91.xml"/><Relationship Id="rId10" Type="http://schemas.openxmlformats.org/officeDocument/2006/relationships/slideLayout" Target="../slideLayouts/slideLayout86.xml"/><Relationship Id="rId19" Type="http://schemas.openxmlformats.org/officeDocument/2006/relationships/slideLayout" Target="../slideLayouts/slideLayout95.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98.xml"/><Relationship Id="rId2" Type="http://schemas.openxmlformats.org/officeDocument/2006/relationships/slideLayout" Target="../slideLayouts/slideLayout97.xml"/><Relationship Id="rId1" Type="http://schemas.openxmlformats.org/officeDocument/2006/relationships/slideLayout" Target="../slideLayouts/slideLayout96.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3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E31A5D-81D7-86BF-9F89-C85C5614DA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C1F32C4-272F-4D79-223B-CA8E090916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35AA001-1B5D-CDA2-38CC-7F60FF1FB4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Twinkl Cursive Looped" panose="02000000000000000000" pitchFamily="2" charset="77"/>
              </a:defRPr>
            </a:lvl1pPr>
          </a:lstStyle>
          <a:p>
            <a:fld id="{84F31996-478E-AB49-B249-C881152DC864}" type="datetimeFigureOut">
              <a:rPr lang="en-US" smtClean="0"/>
              <a:pPr/>
              <a:t>7/19/26</a:t>
            </a:fld>
            <a:endParaRPr lang="en-US"/>
          </a:p>
        </p:txBody>
      </p:sp>
      <p:sp>
        <p:nvSpPr>
          <p:cNvPr id="5" name="Footer Placeholder 4">
            <a:extLst>
              <a:ext uri="{FF2B5EF4-FFF2-40B4-BE49-F238E27FC236}">
                <a16:creationId xmlns:a16="http://schemas.microsoft.com/office/drawing/2014/main" id="{A72A51DE-BFC5-5128-5E55-DAFE88A4FA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Twinkl Cursive Looped" panose="02000000000000000000" pitchFamily="2" charset="77"/>
              </a:defRPr>
            </a:lvl1pPr>
          </a:lstStyle>
          <a:p>
            <a:endParaRPr lang="en-US"/>
          </a:p>
        </p:txBody>
      </p:sp>
      <p:sp>
        <p:nvSpPr>
          <p:cNvPr id="6" name="Slide Number Placeholder 5">
            <a:extLst>
              <a:ext uri="{FF2B5EF4-FFF2-40B4-BE49-F238E27FC236}">
                <a16:creationId xmlns:a16="http://schemas.microsoft.com/office/drawing/2014/main" id="{8DBFA9D7-B4D9-EF1F-23DF-1D659D7FE5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Twinkl Cursive Looped" panose="02000000000000000000" pitchFamily="2" charset="77"/>
              </a:defRPr>
            </a:lvl1pPr>
          </a:lstStyle>
          <a:p>
            <a:fld id="{C3310EA2-8160-1046-A641-CE136A204D38}" type="slidenum">
              <a:rPr lang="en-US" smtClean="0"/>
              <a:pPr/>
              <a:t>‹#›</a:t>
            </a:fld>
            <a:endParaRPr lang="en-US"/>
          </a:p>
        </p:txBody>
      </p:sp>
      <p:sp>
        <p:nvSpPr>
          <p:cNvPr id="7" name="Frame 6">
            <a:extLst>
              <a:ext uri="{FF2B5EF4-FFF2-40B4-BE49-F238E27FC236}">
                <a16:creationId xmlns:a16="http://schemas.microsoft.com/office/drawing/2014/main" id="{494340E5-87E4-F310-37BE-2238F82839CD}"/>
              </a:ext>
            </a:extLst>
          </p:cNvPr>
          <p:cNvSpPr/>
          <p:nvPr userDrawn="1"/>
        </p:nvSpPr>
        <p:spPr>
          <a:xfrm>
            <a:off x="0" y="0"/>
            <a:ext cx="12192000" cy="6858000"/>
          </a:xfrm>
          <a:prstGeom prst="frame">
            <a:avLst>
              <a:gd name="adj1" fmla="val 1241"/>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winkl Cursive Looped" panose="02000000000000000000" pitchFamily="2" charset="77"/>
              <a:ea typeface="+mn-ea"/>
              <a:cs typeface="+mn-cs"/>
            </a:endParaRPr>
          </a:p>
        </p:txBody>
      </p:sp>
    </p:spTree>
    <p:extLst>
      <p:ext uri="{BB962C8B-B14F-4D97-AF65-F5344CB8AC3E}">
        <p14:creationId xmlns:p14="http://schemas.microsoft.com/office/powerpoint/2010/main" val="2087671120"/>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817" r:id="rId3"/>
    <p:sldLayoutId id="2147483740" r:id="rId4"/>
    <p:sldLayoutId id="2147483661" r:id="rId5"/>
    <p:sldLayoutId id="2147483784" r:id="rId6"/>
    <p:sldLayoutId id="2147483742" r:id="rId7"/>
    <p:sldLayoutId id="2147483743" r:id="rId8"/>
    <p:sldLayoutId id="2147483744" r:id="rId9"/>
    <p:sldLayoutId id="2147483745" r:id="rId10"/>
    <p:sldLayoutId id="2147483746" r:id="rId11"/>
    <p:sldLayoutId id="2147483747" r:id="rId12"/>
    <p:sldLayoutId id="2147483836" r:id="rId13"/>
    <p:sldLayoutId id="2147483837" r:id="rId14"/>
    <p:sldLayoutId id="2147483838" r:id="rId15"/>
    <p:sldLayoutId id="2147483839" r:id="rId16"/>
    <p:sldLayoutId id="2147483818" r:id="rId17"/>
    <p:sldLayoutId id="2147483831" r:id="rId18"/>
    <p:sldLayoutId id="2147483748" r:id="rId19"/>
  </p:sldLayoutIdLst>
  <p:txStyles>
    <p:titleStyle>
      <a:lvl1pPr algn="l" defTabSz="914400" rtl="0" eaLnBrk="1" latinLnBrk="0" hangingPunct="1">
        <a:lnSpc>
          <a:spcPct val="90000"/>
        </a:lnSpc>
        <a:spcBef>
          <a:spcPct val="0"/>
        </a:spcBef>
        <a:buNone/>
        <a:defRPr sz="4400" b="0" i="0" kern="1200">
          <a:solidFill>
            <a:schemeClr val="tx1"/>
          </a:solidFill>
          <a:latin typeface="Twinkl Cursive Looped" panose="02000000000000000000"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winkl Cursive Looped" panose="02000000000000000000"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winkl Cursive Looped" panose="02000000000000000000"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winkl Cursive Looped" panose="02000000000000000000"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CC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524C0-1C92-5DC2-66E0-3ADCE332DD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D825FAD-D996-CA58-6C3E-BC095EB37A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5AA94B-D759-4801-6CD1-6E66DA6777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Twinkl Cursive Looped" panose="02000000000000000000" pitchFamily="2" charset="77"/>
              </a:defRPr>
            </a:lvl1pPr>
          </a:lstStyle>
          <a:p>
            <a:fld id="{1619F549-3D0B-A141-8D63-915844BA9B42}" type="datetimeFigureOut">
              <a:rPr lang="en-US" smtClean="0"/>
              <a:pPr/>
              <a:t>7/19/26</a:t>
            </a:fld>
            <a:endParaRPr lang="en-US"/>
          </a:p>
        </p:txBody>
      </p:sp>
      <p:sp>
        <p:nvSpPr>
          <p:cNvPr id="5" name="Footer Placeholder 4">
            <a:extLst>
              <a:ext uri="{FF2B5EF4-FFF2-40B4-BE49-F238E27FC236}">
                <a16:creationId xmlns:a16="http://schemas.microsoft.com/office/drawing/2014/main" id="{4E2AD4FF-5DD4-B9F1-35A1-B9862AD1F8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Twinkl Cursive Looped" panose="02000000000000000000" pitchFamily="2" charset="77"/>
              </a:defRPr>
            </a:lvl1pPr>
          </a:lstStyle>
          <a:p>
            <a:endParaRPr lang="en-US"/>
          </a:p>
        </p:txBody>
      </p:sp>
      <p:sp>
        <p:nvSpPr>
          <p:cNvPr id="6" name="Slide Number Placeholder 5">
            <a:extLst>
              <a:ext uri="{FF2B5EF4-FFF2-40B4-BE49-F238E27FC236}">
                <a16:creationId xmlns:a16="http://schemas.microsoft.com/office/drawing/2014/main" id="{70104EC7-5020-8356-6563-5BA3702F3D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Twinkl Cursive Looped" panose="02000000000000000000" pitchFamily="2" charset="77"/>
              </a:defRPr>
            </a:lvl1pPr>
          </a:lstStyle>
          <a:p>
            <a:fld id="{61437F6C-24F6-F24E-A689-35A7F3AD4877}" type="slidenum">
              <a:rPr lang="en-US" smtClean="0"/>
              <a:pPr/>
              <a:t>‹#›</a:t>
            </a:fld>
            <a:endParaRPr lang="en-US"/>
          </a:p>
        </p:txBody>
      </p:sp>
      <p:sp>
        <p:nvSpPr>
          <p:cNvPr id="7" name="Frame 6">
            <a:extLst>
              <a:ext uri="{FF2B5EF4-FFF2-40B4-BE49-F238E27FC236}">
                <a16:creationId xmlns:a16="http://schemas.microsoft.com/office/drawing/2014/main" id="{16B47AD8-5AFC-CF11-0F61-90D01982117E}"/>
              </a:ext>
            </a:extLst>
          </p:cNvPr>
          <p:cNvSpPr/>
          <p:nvPr userDrawn="1"/>
        </p:nvSpPr>
        <p:spPr>
          <a:xfrm>
            <a:off x="0" y="0"/>
            <a:ext cx="12192000" cy="6858000"/>
          </a:xfrm>
          <a:prstGeom prst="frame">
            <a:avLst>
              <a:gd name="adj1" fmla="val 124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winkl Cursive Looped" panose="02000000000000000000" pitchFamily="2" charset="77"/>
              <a:ea typeface="+mn-ea"/>
              <a:cs typeface="+mn-cs"/>
            </a:endParaRPr>
          </a:p>
        </p:txBody>
      </p:sp>
    </p:spTree>
    <p:extLst>
      <p:ext uri="{BB962C8B-B14F-4D97-AF65-F5344CB8AC3E}">
        <p14:creationId xmlns:p14="http://schemas.microsoft.com/office/powerpoint/2010/main" val="854969722"/>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825" r:id="rId3"/>
    <p:sldLayoutId id="2147483775" r:id="rId4"/>
    <p:sldLayoutId id="2147483776" r:id="rId5"/>
    <p:sldLayoutId id="2147483785" r:id="rId6"/>
    <p:sldLayoutId id="2147483777" r:id="rId7"/>
    <p:sldLayoutId id="2147483778" r:id="rId8"/>
    <p:sldLayoutId id="2147483779" r:id="rId9"/>
    <p:sldLayoutId id="2147483780" r:id="rId10"/>
    <p:sldLayoutId id="2147483781" r:id="rId11"/>
    <p:sldLayoutId id="2147483782" r:id="rId12"/>
    <p:sldLayoutId id="2147483840" r:id="rId13"/>
    <p:sldLayoutId id="2147483841" r:id="rId14"/>
    <p:sldLayoutId id="2147483842" r:id="rId15"/>
    <p:sldLayoutId id="2147483843" r:id="rId16"/>
    <p:sldLayoutId id="2147483819" r:id="rId17"/>
    <p:sldLayoutId id="2147483832" r:id="rId18"/>
    <p:sldLayoutId id="2147483783" r:id="rId19"/>
  </p:sldLayoutIdLst>
  <p:txStyles>
    <p:titleStyle>
      <a:lvl1pPr algn="l" defTabSz="914400" rtl="0" eaLnBrk="1" latinLnBrk="0" hangingPunct="1">
        <a:lnSpc>
          <a:spcPct val="90000"/>
        </a:lnSpc>
        <a:spcBef>
          <a:spcPct val="0"/>
        </a:spcBef>
        <a:buNone/>
        <a:defRPr sz="4400" b="0" i="0" kern="1200">
          <a:solidFill>
            <a:schemeClr val="tx1"/>
          </a:solidFill>
          <a:latin typeface="Twinkl Cursive Looped" panose="02000000000000000000"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winkl Cursive Looped" panose="02000000000000000000"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winkl Cursive Looped" panose="02000000000000000000"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winkl Cursive Looped" panose="02000000000000000000"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F7824A-0AF9-4738-F221-B8183E4509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5D93C30-E0D9-1E88-B519-0D30E9E463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6633E9E-6EAA-0D76-BB96-53A73E3C35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Twinkl Cursive Looped" panose="02000000000000000000" pitchFamily="2" charset="77"/>
              </a:defRPr>
            </a:lvl1pPr>
          </a:lstStyle>
          <a:p>
            <a:fld id="{2029319A-4A70-5A4B-9E33-842C4C45AE69}" type="datetimeFigureOut">
              <a:rPr lang="en-US" smtClean="0"/>
              <a:pPr/>
              <a:t>7/19/26</a:t>
            </a:fld>
            <a:endParaRPr lang="en-US"/>
          </a:p>
        </p:txBody>
      </p:sp>
      <p:sp>
        <p:nvSpPr>
          <p:cNvPr id="5" name="Footer Placeholder 4">
            <a:extLst>
              <a:ext uri="{FF2B5EF4-FFF2-40B4-BE49-F238E27FC236}">
                <a16:creationId xmlns:a16="http://schemas.microsoft.com/office/drawing/2014/main" id="{950DB60E-0F55-9A54-FA03-71EDCEAD35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Twinkl Cursive Looped" panose="02000000000000000000" pitchFamily="2" charset="77"/>
              </a:defRPr>
            </a:lvl1pPr>
          </a:lstStyle>
          <a:p>
            <a:endParaRPr lang="en-US"/>
          </a:p>
        </p:txBody>
      </p:sp>
      <p:sp>
        <p:nvSpPr>
          <p:cNvPr id="6" name="Slide Number Placeholder 5">
            <a:extLst>
              <a:ext uri="{FF2B5EF4-FFF2-40B4-BE49-F238E27FC236}">
                <a16:creationId xmlns:a16="http://schemas.microsoft.com/office/drawing/2014/main" id="{CE13676D-669A-39FA-6B0F-1727CC0B25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Twinkl Cursive Looped" panose="02000000000000000000" pitchFamily="2" charset="77"/>
              </a:defRPr>
            </a:lvl1pPr>
          </a:lstStyle>
          <a:p>
            <a:fld id="{81CE6401-4AF7-AE42-9690-ECB39B553FB7}" type="slidenum">
              <a:rPr lang="en-US" smtClean="0"/>
              <a:pPr/>
              <a:t>‹#›</a:t>
            </a:fld>
            <a:endParaRPr lang="en-US"/>
          </a:p>
        </p:txBody>
      </p:sp>
      <p:sp>
        <p:nvSpPr>
          <p:cNvPr id="7" name="Frame 6">
            <a:extLst>
              <a:ext uri="{FF2B5EF4-FFF2-40B4-BE49-F238E27FC236}">
                <a16:creationId xmlns:a16="http://schemas.microsoft.com/office/drawing/2014/main" id="{DCA81AE5-4318-55E7-A3E0-6DF245A247E3}"/>
              </a:ext>
            </a:extLst>
          </p:cNvPr>
          <p:cNvSpPr/>
          <p:nvPr userDrawn="1"/>
        </p:nvSpPr>
        <p:spPr>
          <a:xfrm>
            <a:off x="0" y="0"/>
            <a:ext cx="12192000" cy="6858000"/>
          </a:xfrm>
          <a:prstGeom prst="frame">
            <a:avLst>
              <a:gd name="adj1" fmla="val 1241"/>
            </a:avLst>
          </a:prstGeom>
          <a:solidFill>
            <a:srgbClr val="4573C4"/>
          </a:solidFill>
          <a:ln>
            <a:solidFill>
              <a:srgbClr val="4573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winkl Cursive Looped" panose="02000000000000000000" pitchFamily="2" charset="77"/>
              <a:ea typeface="+mn-ea"/>
              <a:cs typeface="+mn-cs"/>
            </a:endParaRPr>
          </a:p>
        </p:txBody>
      </p:sp>
    </p:spTree>
    <p:extLst>
      <p:ext uri="{BB962C8B-B14F-4D97-AF65-F5344CB8AC3E}">
        <p14:creationId xmlns:p14="http://schemas.microsoft.com/office/powerpoint/2010/main" val="2398382625"/>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826" r:id="rId3"/>
    <p:sldLayoutId id="2147483751" r:id="rId4"/>
    <p:sldLayoutId id="2147483662" r:id="rId5"/>
    <p:sldLayoutId id="2147483786" r:id="rId6"/>
    <p:sldLayoutId id="2147483753" r:id="rId7"/>
    <p:sldLayoutId id="2147483754" r:id="rId8"/>
    <p:sldLayoutId id="2147483755" r:id="rId9"/>
    <p:sldLayoutId id="2147483756" r:id="rId10"/>
    <p:sldLayoutId id="2147483757" r:id="rId11"/>
    <p:sldLayoutId id="2147483758" r:id="rId12"/>
    <p:sldLayoutId id="2147483844" r:id="rId13"/>
    <p:sldLayoutId id="2147483845" r:id="rId14"/>
    <p:sldLayoutId id="2147483846" r:id="rId15"/>
    <p:sldLayoutId id="2147483847" r:id="rId16"/>
    <p:sldLayoutId id="2147483820" r:id="rId17"/>
    <p:sldLayoutId id="2147483833" r:id="rId18"/>
    <p:sldLayoutId id="2147483759" r:id="rId19"/>
  </p:sldLayoutIdLst>
  <p:txStyles>
    <p:titleStyle>
      <a:lvl1pPr algn="l" defTabSz="914400" rtl="0" eaLnBrk="1" latinLnBrk="0" hangingPunct="1">
        <a:lnSpc>
          <a:spcPct val="90000"/>
        </a:lnSpc>
        <a:spcBef>
          <a:spcPct val="0"/>
        </a:spcBef>
        <a:buNone/>
        <a:defRPr sz="4400" b="0" i="0" kern="1200">
          <a:solidFill>
            <a:schemeClr val="tx1"/>
          </a:solidFill>
          <a:latin typeface="Twinkl Cursive Looped" panose="02000000000000000000"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winkl Cursive Looped" panose="02000000000000000000"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winkl Cursive Looped" panose="02000000000000000000"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winkl Cursive Looped" panose="02000000000000000000"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0F56E-FE65-F3F1-9FAC-DB93F1565D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289DE58-64FF-3948-39DF-734AF3C456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EE9CB98-5757-3839-A7C0-D2C85F0636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Twinkl Cursive Looped" panose="02000000000000000000" pitchFamily="2" charset="77"/>
              </a:defRPr>
            </a:lvl1pPr>
          </a:lstStyle>
          <a:p>
            <a:fld id="{2FE44AB8-700B-C141-9852-6FF3C722C54D}" type="datetimeFigureOut">
              <a:rPr lang="en-US" smtClean="0"/>
              <a:pPr/>
              <a:t>7/19/26</a:t>
            </a:fld>
            <a:endParaRPr lang="en-US"/>
          </a:p>
        </p:txBody>
      </p:sp>
      <p:sp>
        <p:nvSpPr>
          <p:cNvPr id="5" name="Footer Placeholder 4">
            <a:extLst>
              <a:ext uri="{FF2B5EF4-FFF2-40B4-BE49-F238E27FC236}">
                <a16:creationId xmlns:a16="http://schemas.microsoft.com/office/drawing/2014/main" id="{DF4D89FE-E21F-55B3-2929-A51FD86C0A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Twinkl Cursive Looped" panose="02000000000000000000" pitchFamily="2" charset="77"/>
              </a:defRPr>
            </a:lvl1pPr>
          </a:lstStyle>
          <a:p>
            <a:endParaRPr lang="en-US"/>
          </a:p>
        </p:txBody>
      </p:sp>
      <p:sp>
        <p:nvSpPr>
          <p:cNvPr id="6" name="Slide Number Placeholder 5">
            <a:extLst>
              <a:ext uri="{FF2B5EF4-FFF2-40B4-BE49-F238E27FC236}">
                <a16:creationId xmlns:a16="http://schemas.microsoft.com/office/drawing/2014/main" id="{942B86D3-F974-31AE-72A2-76BAF8DF7C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Twinkl Cursive Looped" panose="02000000000000000000" pitchFamily="2" charset="77"/>
              </a:defRPr>
            </a:lvl1pPr>
          </a:lstStyle>
          <a:p>
            <a:fld id="{9DF32073-090B-5244-8DDA-E3F362023849}" type="slidenum">
              <a:rPr lang="en-US" smtClean="0"/>
              <a:pPr/>
              <a:t>‹#›</a:t>
            </a:fld>
            <a:endParaRPr lang="en-US"/>
          </a:p>
        </p:txBody>
      </p:sp>
      <p:sp>
        <p:nvSpPr>
          <p:cNvPr id="7" name="Frame 6">
            <a:extLst>
              <a:ext uri="{FF2B5EF4-FFF2-40B4-BE49-F238E27FC236}">
                <a16:creationId xmlns:a16="http://schemas.microsoft.com/office/drawing/2014/main" id="{664928D8-8CB7-A497-4A96-C332731D19E6}"/>
              </a:ext>
            </a:extLst>
          </p:cNvPr>
          <p:cNvSpPr/>
          <p:nvPr userDrawn="1"/>
        </p:nvSpPr>
        <p:spPr>
          <a:xfrm>
            <a:off x="0" y="0"/>
            <a:ext cx="12192000" cy="6858000"/>
          </a:xfrm>
          <a:prstGeom prst="frame">
            <a:avLst>
              <a:gd name="adj1" fmla="val 124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winkl Cursive Looped" panose="02000000000000000000" pitchFamily="2" charset="77"/>
              <a:ea typeface="+mn-ea"/>
              <a:cs typeface="+mn-cs"/>
            </a:endParaRPr>
          </a:p>
        </p:txBody>
      </p:sp>
    </p:spTree>
    <p:extLst>
      <p:ext uri="{BB962C8B-B14F-4D97-AF65-F5344CB8AC3E}">
        <p14:creationId xmlns:p14="http://schemas.microsoft.com/office/powerpoint/2010/main" val="3445069587"/>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827" r:id="rId3"/>
    <p:sldLayoutId id="2147483762" r:id="rId4"/>
    <p:sldLayoutId id="2147483653" r:id="rId5"/>
    <p:sldLayoutId id="2147483787" r:id="rId6"/>
    <p:sldLayoutId id="2147483763" r:id="rId7"/>
    <p:sldLayoutId id="2147483764" r:id="rId8"/>
    <p:sldLayoutId id="2147483765" r:id="rId9"/>
    <p:sldLayoutId id="2147483766" r:id="rId10"/>
    <p:sldLayoutId id="2147483767" r:id="rId11"/>
    <p:sldLayoutId id="2147483768" r:id="rId12"/>
    <p:sldLayoutId id="2147483848" r:id="rId13"/>
    <p:sldLayoutId id="2147483849" r:id="rId14"/>
    <p:sldLayoutId id="2147483850" r:id="rId15"/>
    <p:sldLayoutId id="2147483851" r:id="rId16"/>
    <p:sldLayoutId id="2147483821" r:id="rId17"/>
    <p:sldLayoutId id="2147483834" r:id="rId18"/>
    <p:sldLayoutId id="2147483769" r:id="rId19"/>
  </p:sldLayoutIdLst>
  <p:txStyles>
    <p:titleStyle>
      <a:lvl1pPr algn="l" defTabSz="914400" rtl="0" eaLnBrk="1" latinLnBrk="0" hangingPunct="1">
        <a:lnSpc>
          <a:spcPct val="90000"/>
        </a:lnSpc>
        <a:spcBef>
          <a:spcPct val="0"/>
        </a:spcBef>
        <a:buNone/>
        <a:defRPr sz="4400" b="0" i="0" kern="1200">
          <a:solidFill>
            <a:schemeClr val="tx1"/>
          </a:solidFill>
          <a:latin typeface="Twinkl Cursive Looped" panose="02000000000000000000"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winkl Cursive Looped" panose="02000000000000000000"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winkl Cursive Looped" panose="02000000000000000000"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winkl Cursive Looped" panose="02000000000000000000"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CCCC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2E6823-EDB8-9AF5-DE99-4442ED5B0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5E26269-E179-A117-5DE4-D44CFD7F3E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7236E3F-E940-26AF-C9D6-0EAE33CAAE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Twinkl Cursive Looped" panose="02000000000000000000" pitchFamily="2" charset="77"/>
              </a:defRPr>
            </a:lvl1pPr>
          </a:lstStyle>
          <a:p>
            <a:fld id="{A809972E-73E4-474F-8C19-461BACEB0A05}" type="datetimeFigureOut">
              <a:rPr lang="en-US" smtClean="0"/>
              <a:pPr/>
              <a:t>7/19/26</a:t>
            </a:fld>
            <a:endParaRPr lang="en-US"/>
          </a:p>
        </p:txBody>
      </p:sp>
      <p:sp>
        <p:nvSpPr>
          <p:cNvPr id="5" name="Footer Placeholder 4">
            <a:extLst>
              <a:ext uri="{FF2B5EF4-FFF2-40B4-BE49-F238E27FC236}">
                <a16:creationId xmlns:a16="http://schemas.microsoft.com/office/drawing/2014/main" id="{8FE52106-0A4F-4AFD-C8DE-FAEBDA8B68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Twinkl Cursive Looped" panose="02000000000000000000" pitchFamily="2" charset="77"/>
              </a:defRPr>
            </a:lvl1pPr>
          </a:lstStyle>
          <a:p>
            <a:endParaRPr lang="en-US"/>
          </a:p>
        </p:txBody>
      </p:sp>
      <p:sp>
        <p:nvSpPr>
          <p:cNvPr id="6" name="Slide Number Placeholder 5">
            <a:extLst>
              <a:ext uri="{FF2B5EF4-FFF2-40B4-BE49-F238E27FC236}">
                <a16:creationId xmlns:a16="http://schemas.microsoft.com/office/drawing/2014/main" id="{6A92DD94-F41F-4285-6735-0993E2CF4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Twinkl Cursive Looped" panose="02000000000000000000" pitchFamily="2" charset="77"/>
              </a:defRPr>
            </a:lvl1pPr>
          </a:lstStyle>
          <a:p>
            <a:fld id="{8124EFB3-8909-4640-BE76-2FC085DA8FD9}" type="slidenum">
              <a:rPr lang="en-US" smtClean="0"/>
              <a:pPr/>
              <a:t>‹#›</a:t>
            </a:fld>
            <a:endParaRPr lang="en-US"/>
          </a:p>
        </p:txBody>
      </p:sp>
      <p:sp>
        <p:nvSpPr>
          <p:cNvPr id="100" name="Frame 99">
            <a:extLst>
              <a:ext uri="{FF2B5EF4-FFF2-40B4-BE49-F238E27FC236}">
                <a16:creationId xmlns:a16="http://schemas.microsoft.com/office/drawing/2014/main" id="{4E42EF8C-46E9-DA7C-1794-5AA3EA43FB8A}"/>
              </a:ext>
            </a:extLst>
          </p:cNvPr>
          <p:cNvSpPr/>
          <p:nvPr userDrawn="1"/>
        </p:nvSpPr>
        <p:spPr>
          <a:xfrm>
            <a:off x="0" y="0"/>
            <a:ext cx="12192000" cy="6858000"/>
          </a:xfrm>
          <a:prstGeom prst="frame">
            <a:avLst>
              <a:gd name="adj1" fmla="val 1241"/>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winkl Cursive Looped" panose="02000000000000000000" pitchFamily="2" charset="77"/>
              <a:ea typeface="+mn-ea"/>
              <a:cs typeface="+mn-cs"/>
            </a:endParaRPr>
          </a:p>
        </p:txBody>
      </p:sp>
    </p:spTree>
    <p:extLst>
      <p:ext uri="{BB962C8B-B14F-4D97-AF65-F5344CB8AC3E}">
        <p14:creationId xmlns:p14="http://schemas.microsoft.com/office/powerpoint/2010/main" val="3155768915"/>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28"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52" r:id="rId13"/>
    <p:sldLayoutId id="2147483853" r:id="rId14"/>
    <p:sldLayoutId id="2147483854" r:id="rId15"/>
    <p:sldLayoutId id="2147483855" r:id="rId16"/>
    <p:sldLayoutId id="2147483822" r:id="rId17"/>
    <p:sldLayoutId id="2147483835" r:id="rId18"/>
    <p:sldLayoutId id="2147483811" r:id="rId19"/>
  </p:sldLayoutIdLst>
  <p:txStyles>
    <p:titleStyle>
      <a:lvl1pPr algn="l" defTabSz="914400" rtl="0" eaLnBrk="1" latinLnBrk="0" hangingPunct="1">
        <a:lnSpc>
          <a:spcPct val="90000"/>
        </a:lnSpc>
        <a:spcBef>
          <a:spcPct val="0"/>
        </a:spcBef>
        <a:buNone/>
        <a:defRPr sz="4400" b="0" i="0" kern="1200">
          <a:solidFill>
            <a:schemeClr val="tx1"/>
          </a:solidFill>
          <a:latin typeface="Twinkl Cursive Looped" panose="02000000000000000000"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winkl Cursive Looped" panose="02000000000000000000"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winkl Cursive Looped" panose="02000000000000000000"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winkl Cursive Looped" panose="02000000000000000000"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77DF14-F00E-72CF-12CF-E3B1C500B5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7341EDA-2629-656F-490B-C0FEC50D5A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F41859-A1D9-7F12-358F-7DE777EF46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Twinkl Cursive Looped" panose="02000000000000000000" pitchFamily="2" charset="77"/>
              </a:defRPr>
            </a:lvl1pPr>
          </a:lstStyle>
          <a:p>
            <a:fld id="{FDBEEC07-0607-8B48-9834-7B8003280270}" type="datetimeFigureOut">
              <a:rPr lang="en-US" smtClean="0"/>
              <a:pPr/>
              <a:t>7/19/26</a:t>
            </a:fld>
            <a:endParaRPr lang="en-US"/>
          </a:p>
        </p:txBody>
      </p:sp>
      <p:sp>
        <p:nvSpPr>
          <p:cNvPr id="5" name="Footer Placeholder 4">
            <a:extLst>
              <a:ext uri="{FF2B5EF4-FFF2-40B4-BE49-F238E27FC236}">
                <a16:creationId xmlns:a16="http://schemas.microsoft.com/office/drawing/2014/main" id="{D5E2EB78-35C7-000E-D1DA-7E0C941AB9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Twinkl Cursive Looped" panose="02000000000000000000" pitchFamily="2" charset="77"/>
              </a:defRPr>
            </a:lvl1pPr>
          </a:lstStyle>
          <a:p>
            <a:endParaRPr lang="en-US"/>
          </a:p>
        </p:txBody>
      </p:sp>
      <p:sp>
        <p:nvSpPr>
          <p:cNvPr id="6" name="Slide Number Placeholder 5">
            <a:extLst>
              <a:ext uri="{FF2B5EF4-FFF2-40B4-BE49-F238E27FC236}">
                <a16:creationId xmlns:a16="http://schemas.microsoft.com/office/drawing/2014/main" id="{128BB577-B7C0-86AE-49E3-AD4E8FAF89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Twinkl Cursive Looped" panose="02000000000000000000" pitchFamily="2" charset="77"/>
              </a:defRPr>
            </a:lvl1pPr>
          </a:lstStyle>
          <a:p>
            <a:fld id="{CDFCD4FA-D224-824E-9633-70C10A3BD45E}" type="slidenum">
              <a:rPr lang="en-US" smtClean="0"/>
              <a:pPr/>
              <a:t>‹#›</a:t>
            </a:fld>
            <a:endParaRPr lang="en-US"/>
          </a:p>
        </p:txBody>
      </p:sp>
    </p:spTree>
    <p:extLst>
      <p:ext uri="{BB962C8B-B14F-4D97-AF65-F5344CB8AC3E}">
        <p14:creationId xmlns:p14="http://schemas.microsoft.com/office/powerpoint/2010/main" val="783610183"/>
      </p:ext>
    </p:extLst>
  </p:cSld>
  <p:clrMap bg1="lt1" tx1="dk1" bg2="lt2" tx2="dk2" accent1="accent1" accent2="accent2" accent3="accent3" accent4="accent4" accent5="accent5" accent6="accent6" hlink="hlink" folHlink="folHlink"/>
  <p:sldLayoutIdLst>
    <p:sldLayoutId id="2147483771" r:id="rId1"/>
    <p:sldLayoutId id="2147483829" r:id="rId2"/>
    <p:sldLayoutId id="2147483830" r:id="rId3"/>
  </p:sldLayoutIdLst>
  <p:txStyles>
    <p:titleStyle>
      <a:lvl1pPr algn="l" defTabSz="914400" rtl="0" eaLnBrk="1" latinLnBrk="0" hangingPunct="1">
        <a:lnSpc>
          <a:spcPct val="90000"/>
        </a:lnSpc>
        <a:spcBef>
          <a:spcPct val="0"/>
        </a:spcBef>
        <a:buNone/>
        <a:defRPr sz="4400" b="0" i="0" kern="1200">
          <a:solidFill>
            <a:schemeClr val="tx1"/>
          </a:solidFill>
          <a:latin typeface="Twinkl Cursive Looped" panose="02000000000000000000"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winkl Cursive Looped" panose="02000000000000000000"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winkl Cursive Looped" panose="02000000000000000000"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winkl Cursive Looped" panose="02000000000000000000"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winkl Cursive Looped"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49.png"/><Relationship Id="rId3" Type="http://schemas.openxmlformats.org/officeDocument/2006/relationships/image" Target="../media/image5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10" name="ph10"/>
          <p:cNvSpPr>
            <a:spLocks noGrp="1"/>
          </p:cNvSpPr>
          <p:nvPr>
            <p:ph type="body" idx="10"/>
          </p:nvPr>
        </p:nvSpPr>
        <p:spPr/>
        <p:txBody>
          <a:bodyPr>
            <a:normAutofit/>
          </a:bodyPr>
          <a:lstStyle/>
          <a:p>
            <a:r>
              <a:rPr lang="en-GB" dirty="0"/>
              <a:t>How do the geographies of England and Brazil compare?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00" name="ProgTitle"/>
          <p:cNvSpPr txBox="1"/>
          <p:nvPr/>
        </p:nvSpPr>
        <p:spPr>
          <a:xfrm>
            <a:off x="120000" y="1050000"/>
            <a:ext cx="3080000" cy="500000"/>
          </a:xfrm>
          <a:prstGeom prst="rect">
            <a:avLst/>
          </a:prstGeom>
          <a:noFill/>
        </p:spPr>
        <p:txBody>
          <a:bodyPr wrap="square">
            <a:normAutofit/>
          </a:bodyPr>
          <a:lstStyle/>
          <a:p>
            <a:r>
              <a:rPr lang="en-GB" sz="1800" b="1" dirty="0">
                <a:latin typeface="Twinkl Cursive Looped"/>
              </a:rPr>
              <a:t>Human Geography</a:t>
            </a:r>
          </a:p>
        </p:txBody>
      </p:sp>
      <p:pic>
        <p:nvPicPr>
          <p:cNvPr id="310" name="Picture 310"/>
          <p:cNvPicPr>
            <a:picLocks noChangeAspect="1"/>
          </p:cNvPicPr>
          <p:nvPr/>
        </p:nvPicPr>
        <p:blipFill>
          <a:blip r:embed="rId2"/>
          <a:stretch>
            <a:fillRect/>
          </a:stretch>
        </p:blipFill>
        <p:spPr>
          <a:xfrm>
            <a:off x="120000" y="1755146"/>
            <a:ext cx="650000" cy="359708"/>
          </a:xfrm>
          <a:prstGeom prst="rect">
            <a:avLst/>
          </a:prstGeom>
        </p:spPr>
      </p:pic>
      <p:sp>
        <p:nvSpPr>
          <p:cNvPr id="311" name="DefText311"/>
          <p:cNvSpPr txBox="1"/>
          <p:nvPr/>
        </p:nvSpPr>
        <p:spPr>
          <a:xfrm>
            <a:off x="850000" y="1610000"/>
            <a:ext cx="2290000" cy="650000"/>
          </a:xfrm>
          <a:prstGeom prst="rect">
            <a:avLst/>
          </a:prstGeom>
          <a:noFill/>
        </p:spPr>
        <p:txBody>
          <a:bodyPr wrap="square" anchor="t">
            <a:normAutofit/>
          </a:bodyPr>
          <a:lstStyle/>
          <a:p>
            <a:r>
              <a:rPr lang="en-GB" sz="1000" dirty="0">
                <a:latin typeface="Twinkl Cursive Looped"/>
              </a:rPr>
              <a:t>Human geography is the study of how people live, use and change places. This includes towns, cities, jobs, transport and how humans affect the environment.</a:t>
            </a:r>
          </a:p>
        </p:txBody>
      </p:sp>
      <p:pic>
        <p:nvPicPr>
          <p:cNvPr id="400" name="Strip400"/>
          <p:cNvPicPr>
            <a:picLocks/>
          </p:cNvPicPr>
          <p:nvPr/>
        </p:nvPicPr>
        <p:blipFill>
          <a:blip r:embed="rId3"/>
          <a:stretch>
            <a:fillRect/>
          </a:stretch>
        </p:blipFill>
        <p:spPr>
          <a:xfrm>
            <a:off x="3400000" y="5723330"/>
            <a:ext cx="8642000" cy="934666"/>
          </a:xfrm>
          <a:prstGeom prst="rect">
            <a:avLst/>
          </a:prstGeom>
        </p:spPr>
      </p:pic>
      <p:pic>
        <p:nvPicPr>
          <p:cNvPr id="401" name="Strip401"/>
          <p:cNvPicPr>
            <a:picLocks/>
          </p:cNvPicPr>
          <p:nvPr/>
        </p:nvPicPr>
        <p:blipFill>
          <a:blip r:embed="rId4"/>
          <a:stretch>
            <a:fillRect/>
          </a:stretch>
        </p:blipFill>
        <p:spPr>
          <a:xfrm>
            <a:off x="3400000" y="4788664"/>
            <a:ext cx="8642000" cy="934666"/>
          </a:xfrm>
          <a:prstGeom prst="rect">
            <a:avLst/>
          </a:prstGeom>
        </p:spPr>
      </p:pic>
      <p:pic>
        <p:nvPicPr>
          <p:cNvPr id="402" name="Strip402"/>
          <p:cNvPicPr>
            <a:picLocks/>
          </p:cNvPicPr>
          <p:nvPr/>
        </p:nvPicPr>
        <p:blipFill>
          <a:blip r:embed="rId5"/>
          <a:stretch>
            <a:fillRect/>
          </a:stretch>
        </p:blipFill>
        <p:spPr>
          <a:xfrm>
            <a:off x="3400000" y="3853998"/>
            <a:ext cx="8642000" cy="934666"/>
          </a:xfrm>
          <a:prstGeom prst="rect">
            <a:avLst/>
          </a:prstGeom>
        </p:spPr>
      </p:pic>
      <p:pic>
        <p:nvPicPr>
          <p:cNvPr id="403" name="Strip403"/>
          <p:cNvPicPr>
            <a:picLocks/>
          </p:cNvPicPr>
          <p:nvPr/>
        </p:nvPicPr>
        <p:blipFill>
          <a:blip r:embed="rId6"/>
          <a:stretch>
            <a:fillRect/>
          </a:stretch>
        </p:blipFill>
        <p:spPr>
          <a:xfrm>
            <a:off x="3400000" y="2919332"/>
            <a:ext cx="8642000" cy="934666"/>
          </a:xfrm>
          <a:prstGeom prst="rect">
            <a:avLst/>
          </a:prstGeom>
        </p:spPr>
      </p:pic>
      <p:pic>
        <p:nvPicPr>
          <p:cNvPr id="404" name="Strip404"/>
          <p:cNvPicPr>
            <a:picLocks/>
          </p:cNvPicPr>
          <p:nvPr/>
        </p:nvPicPr>
        <p:blipFill>
          <a:blip r:embed="rId7"/>
          <a:stretch>
            <a:fillRect/>
          </a:stretch>
        </p:blipFill>
        <p:spPr>
          <a:xfrm>
            <a:off x="3400000" y="1984666"/>
            <a:ext cx="8642000" cy="934666"/>
          </a:xfrm>
          <a:prstGeom prst="rect">
            <a:avLst/>
          </a:prstGeom>
        </p:spPr>
      </p:pic>
      <p:pic>
        <p:nvPicPr>
          <p:cNvPr id="405" name="Strip405"/>
          <p:cNvPicPr>
            <a:picLocks/>
          </p:cNvPicPr>
          <p:nvPr/>
        </p:nvPicPr>
        <p:blipFill>
          <a:blip r:embed="rId8"/>
          <a:stretch>
            <a:fillRect/>
          </a:stretch>
        </p:blipFill>
        <p:spPr>
          <a:xfrm>
            <a:off x="3400000" y="1050000"/>
            <a:ext cx="8642000" cy="9346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200" name="Picture 200"/>
          <p:cNvPicPr>
            <a:picLocks noChangeAspect="1"/>
          </p:cNvPicPr>
          <p:nvPr/>
        </p:nvPicPr>
        <p:blipFill>
          <a:blip r:embed="rId2"/>
          <a:stretch>
            <a:fillRect/>
          </a:stretch>
        </p:blipFill>
        <p:spPr>
          <a:xfrm>
            <a:off x="-312726" y="3571780"/>
            <a:ext cx="3437304" cy="3432845"/>
          </a:xfrm>
          <a:prstGeom prst="rect">
            <a:avLst/>
          </a:prstGeom>
        </p:spPr>
      </p:pic>
      <p:sp>
        <p:nvSpPr>
          <p:cNvPr id="201" name="PieceTxt1"/>
          <p:cNvSpPr txBox="1"/>
          <p:nvPr/>
        </p:nvSpPr>
        <p:spPr>
          <a:xfrm>
            <a:off x="734620" y="4726891"/>
            <a:ext cx="1318549" cy="1217493"/>
          </a:xfrm>
          <a:prstGeom prst="rect">
            <a:avLst/>
          </a:prstGeom>
          <a:noFill/>
        </p:spPr>
        <p:txBody>
          <a:bodyPr wrap="square">
            <a:normAutofit/>
          </a:bodyPr>
          <a:lstStyle/>
          <a:p>
            <a:pPr algn="l"/>
            <a:r>
              <a:rPr lang="en-GB" sz="1600" b="1" dirty="0">
                <a:solidFill>
                  <a:srgbClr val="000000"/>
                </a:solidFill>
              </a:rPr>
              <a:t>Locating England and Brazil</a:t>
            </a:r>
          </a:p>
        </p:txBody>
      </p:sp>
      <p:pic>
        <p:nvPicPr>
          <p:cNvPr id="202" name="Picture 202"/>
          <p:cNvPicPr>
            <a:picLocks noChangeAspect="1"/>
          </p:cNvPicPr>
          <p:nvPr/>
        </p:nvPicPr>
        <p:blipFill>
          <a:blip r:embed="rId3"/>
          <a:stretch>
            <a:fillRect/>
          </a:stretch>
        </p:blipFill>
        <p:spPr>
          <a:xfrm>
            <a:off x="1560881" y="3554757"/>
            <a:ext cx="3446656" cy="3446656"/>
          </a:xfrm>
          <a:prstGeom prst="rect">
            <a:avLst/>
          </a:prstGeom>
        </p:spPr>
      </p:pic>
      <p:sp>
        <p:nvSpPr>
          <p:cNvPr id="203" name="PieceTxt2"/>
          <p:cNvSpPr txBox="1"/>
          <p:nvPr/>
        </p:nvSpPr>
        <p:spPr>
          <a:xfrm>
            <a:off x="2611077" y="4715246"/>
            <a:ext cx="1322137" cy="1220805"/>
          </a:xfrm>
          <a:prstGeom prst="rect">
            <a:avLst/>
          </a:prstGeom>
          <a:noFill/>
        </p:spPr>
        <p:txBody>
          <a:bodyPr wrap="square">
            <a:normAutofit/>
          </a:bodyPr>
          <a:lstStyle/>
          <a:p>
            <a:pPr algn="l"/>
            <a:r>
              <a:rPr lang="en-GB" sz="1600" b="1" dirty="0">
                <a:solidFill>
                  <a:srgbClr val="000000"/>
                </a:solidFill>
              </a:rPr>
              <a:t>Brazil's physical features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0" name="ph0"/>
          <p:cNvSpPr>
            <a:spLocks noGrp="1"/>
          </p:cNvSpPr>
          <p:nvPr>
            <p:ph type="title"/>
          </p:nvPr>
        </p:nvSpPr>
        <p:spPr/>
        <p:txBody>
          <a:bodyPr/>
          <a:lstStyle/>
          <a:p>
            <a:endParaRPr lang="en-GB" dirty="0"/>
          </a:p>
        </p:txBody>
      </p:sp>
      <p:sp>
        <p:nvSpPr>
          <p:cNvPr id="501" name="LOContent501"/>
          <p:cNvSpPr txBox="1"/>
          <p:nvPr/>
        </p:nvSpPr>
        <p:spPr>
          <a:xfrm>
            <a:off x="698500" y="4719286"/>
            <a:ext cx="2559050" cy="1698625"/>
          </a:xfrm>
          <a:prstGeom prst="rect">
            <a:avLst/>
          </a:prstGeom>
          <a:noFill/>
        </p:spPr>
        <p:txBody>
          <a:bodyPr wrap="square" anchor="t">
            <a:normAutofit/>
          </a:bodyPr>
          <a:lstStyle/>
          <a:p>
            <a:r>
              <a:rPr lang="en-GB" sz="1400" dirty="0">
                <a:latin typeface="Twinkl Cursive Looped"/>
              </a:rPr>
              <a:t>Identify and describe the main physical features of Brazil</a:t>
            </a:r>
          </a:p>
        </p:txBody>
      </p:sp>
      <p:sp>
        <p:nvSpPr>
          <p:cNvPr id="502" name="LOContent502"/>
          <p:cNvSpPr txBox="1"/>
          <p:nvPr/>
        </p:nvSpPr>
        <p:spPr>
          <a:xfrm>
            <a:off x="4877594" y="4719287"/>
            <a:ext cx="2559050" cy="1698625"/>
          </a:xfrm>
          <a:prstGeom prst="rect">
            <a:avLst/>
          </a:prstGeom>
          <a:noFill/>
        </p:spPr>
        <p:txBody>
          <a:bodyPr wrap="square" anchor="t">
            <a:normAutofit/>
          </a:bodyPr>
          <a:lstStyle/>
          <a:p>
            <a:r>
              <a:rPr lang="en-GB" sz="1400" dirty="0">
                <a:latin typeface="Twinkl Cursive Looped"/>
              </a:rPr>
              <a:t>understanding the physical landscape helps us explain the climate, wildlife and how people live</a:t>
            </a:r>
          </a:p>
        </p:txBody>
      </p:sp>
      <p:sp>
        <p:nvSpPr>
          <p:cNvPr id="503" name="LOContent503"/>
          <p:cNvSpPr txBox="1"/>
          <p:nvPr/>
        </p:nvSpPr>
        <p:spPr>
          <a:xfrm>
            <a:off x="9056688" y="4719287"/>
            <a:ext cx="2559050" cy="1698625"/>
          </a:xfrm>
          <a:prstGeom prst="rect">
            <a:avLst/>
          </a:prstGeom>
          <a:noFill/>
        </p:spPr>
        <p:txBody>
          <a:bodyPr wrap="square" anchor="t">
            <a:normAutofit/>
          </a:bodyPr>
          <a:lstStyle/>
          <a:p>
            <a:r>
              <a:rPr lang="en-GB" sz="1400" dirty="0">
                <a:latin typeface="Twinkl Cursive Looped"/>
              </a:rPr>
              <a:t>labelling the Amazon River, Amazon Rainforest, Cerrado savanna and Atlantic coast on a map of Brazil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0" name="ph0"/>
          <p:cNvSpPr>
            <a:spLocks noGrp="1"/>
          </p:cNvSpPr>
          <p:nvPr>
            <p:ph type="title"/>
          </p:nvPr>
        </p:nvSpPr>
        <p:spPr/>
        <p:txBody>
          <a:bodyPr/>
          <a:lstStyle/>
          <a:p>
            <a:r>
              <a:rPr lang="en-GB" dirty="0"/>
              <a:t>Recap Quiz</a:t>
            </a:r>
          </a:p>
        </p:txBody>
      </p:sp>
      <p:sp>
        <p:nvSpPr>
          <p:cNvPr id="200" name="QuizContent"/>
          <p:cNvSpPr>
            <a:spLocks noGrp="1"/>
          </p:cNvSpPr>
          <p:nvPr>
            <p:ph idx="1"/>
          </p:nvPr>
        </p:nvSpPr>
        <p:spPr/>
        <p:txBody>
          <a:bodyPr/>
          <a:lstStyle/>
          <a:p>
            <a:pPr marL="457200" indent="-457200">
              <a:buFont typeface="+mj-lt"/>
              <a:buAutoNum type="arabicPeriod"/>
            </a:pPr>
            <a:r>
              <a:rPr lang="en-GB" sz="2000" dirty="0"/>
              <a:t>On which continent is Brazil?</a:t>
            </a:r>
          </a:p>
          <a:p>
            <a:pPr marL="457200">
              <a:buNone/>
            </a:pPr>
            <a:r>
              <a:rPr lang="en-GB" sz="1800" b="1" dirty="0">
                <a:solidFill>
                  <a:srgbClr val="1A5C2A"/>
                </a:solidFill>
              </a:rPr>
              <a:t>→ South America</a:t>
            </a:r>
          </a:p>
          <a:p>
            <a:endParaRPr lang="en-GB" sz="400"/>
          </a:p>
          <a:p>
            <a:pPr marL="457200" indent="-457200">
              <a:buFont typeface="+mj-lt"/>
              <a:buAutoNum type="arabicPeriod" startAt="2"/>
            </a:pPr>
            <a:r>
              <a:rPr lang="en-GB" sz="2000" dirty="0"/>
              <a:t>What is the name of the world's largest tropical rainforest, found mostly in Brazil?</a:t>
            </a:r>
          </a:p>
          <a:p>
            <a:pPr marL="457200">
              <a:buNone/>
            </a:pPr>
            <a:r>
              <a:rPr lang="en-GB" sz="1800" b="1" dirty="0">
                <a:solidFill>
                  <a:srgbClr val="1A5C2A"/>
                </a:solidFill>
              </a:rPr>
              <a:t>→ The Amazon Rainforest</a:t>
            </a:r>
          </a:p>
          <a:p>
            <a:endParaRPr lang="en-GB" sz="400"/>
          </a:p>
          <a:p>
            <a:pPr marL="457200" indent="-457200">
              <a:buFont typeface="+mj-lt"/>
              <a:buAutoNum type="arabicPeriod" startAt="3"/>
            </a:pPr>
            <a:r>
              <a:rPr lang="en-GB" sz="2000" dirty="0"/>
              <a:t>What is the name of the world's largest river by volume, which flows through Brazil?</a:t>
            </a:r>
          </a:p>
          <a:p>
            <a:pPr marL="457200">
              <a:buNone/>
            </a:pPr>
            <a:r>
              <a:rPr lang="en-GB" sz="1800" b="1" dirty="0">
                <a:solidFill>
                  <a:srgbClr val="1A5C2A"/>
                </a:solidFill>
              </a:rPr>
              <a:t>→ The Amazon River</a:t>
            </a:r>
          </a:p>
          <a:p>
            <a:endParaRPr lang="en-GB" sz="400"/>
          </a:p>
          <a:p>
            <a:pPr marL="457200" indent="-457200">
              <a:buFont typeface="+mj-lt"/>
              <a:buAutoNum type="arabicPeriod" startAt="4"/>
            </a:pPr>
            <a:r>
              <a:rPr lang="en-GB" sz="2000" dirty="0"/>
              <a:t>In which hemisphere is most of Brazil?</a:t>
            </a:r>
          </a:p>
          <a:p>
            <a:pPr marL="457200">
              <a:buNone/>
            </a:pPr>
            <a:r>
              <a:rPr lang="en-GB" sz="1800" b="1" dirty="0">
                <a:solidFill>
                  <a:srgbClr val="1A5C2A"/>
                </a:solidFill>
              </a:rPr>
              <a:t>→ The southern hemisphere</a:t>
            </a:r>
          </a:p>
          <a:p>
            <a:endParaRPr lang="en-GB" sz="400"/>
          </a:p>
          <a:p>
            <a:pPr marL="457200" indent="-457200">
              <a:buFont typeface="+mj-lt"/>
              <a:buAutoNum type="arabicPeriod" startAt="5"/>
            </a:pPr>
            <a:r>
              <a:rPr lang="en-GB" sz="2000" dirty="0"/>
              <a:t>What is a savanna?</a:t>
            </a:r>
          </a:p>
          <a:p>
            <a:pPr marL="457200">
              <a:buNone/>
            </a:pPr>
            <a:r>
              <a:rPr lang="en-GB" sz="1800" b="1" dirty="0">
                <a:solidFill>
                  <a:srgbClr val="1A5C2A"/>
                </a:solidFill>
              </a:rPr>
              <a:t>→ A tropical grassland with scattered trees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0">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0">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0">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0">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0">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0" name="ph0"/>
          <p:cNvSpPr>
            <a:spLocks noGrp="1"/>
          </p:cNvSpPr>
          <p:nvPr>
            <p:ph type="title"/>
          </p:nvPr>
        </p:nvSpPr>
        <p:spPr/>
        <p:txBody>
          <a:bodyPr/>
          <a:lstStyle/>
          <a:p>
            <a:r>
              <a:rPr lang="en-GB" dirty="0"/>
              <a:t>Key Vocabulary</a:t>
            </a:r>
          </a:p>
        </p:txBody>
      </p:sp>
      <p:sp>
        <p:nvSpPr>
          <p:cNvPr id="201" name="VocabContent"/>
          <p:cNvSpPr>
            <a:spLocks noGrp="1"/>
          </p:cNvSpPr>
          <p:nvPr>
            <p:ph idx="1"/>
          </p:nvPr>
        </p:nvSpPr>
        <p:spPr/>
        <p:txBody>
          <a:bodyPr>
            <a:normAutofit/>
          </a:bodyPr>
          <a:lstStyle/>
          <a:p>
            <a:r>
              <a:rPr lang="en-GB" sz="2200" b="1" dirty="0"/>
              <a:t>rainforest</a:t>
            </a:r>
          </a:p>
          <a:p>
            <a:pPr marL="457200"/>
            <a:r>
              <a:rPr lang="en-GB" sz="1800" dirty="0">
                <a:solidFill>
                  <a:srgbClr val="1A5C2A"/>
                </a:solidFill>
              </a:rPr>
              <a:t>a dense forest found in tropical areas with very high rainfall throughout the year</a:t>
            </a:r>
          </a:p>
          <a:p>
            <a:endParaRPr lang="en-GB" sz="400"/>
          </a:p>
          <a:p>
            <a:r>
              <a:rPr lang="en-GB" sz="2200" b="1" dirty="0"/>
              <a:t>savanna</a:t>
            </a:r>
          </a:p>
          <a:p>
            <a:pPr marL="457200"/>
            <a:r>
              <a:rPr lang="en-GB" sz="1800" dirty="0">
                <a:solidFill>
                  <a:srgbClr val="1A5C2A"/>
                </a:solidFill>
              </a:rPr>
              <a:t>a tropical grassland with scattered trees, found between the rainforest and drier regions</a:t>
            </a:r>
          </a:p>
          <a:p>
            <a:endParaRPr lang="en-GB" sz="400"/>
          </a:p>
          <a:p>
            <a:r>
              <a:rPr lang="en-GB" sz="2200" b="1" dirty="0"/>
              <a:t>tributary</a:t>
            </a:r>
          </a:p>
          <a:p>
            <a:pPr marL="457200"/>
            <a:r>
              <a:rPr lang="en-GB" sz="1800" dirty="0">
                <a:solidFill>
                  <a:srgbClr val="1A5C2A"/>
                </a:solidFill>
              </a:rPr>
              <a:t>a smaller river or stream that flows into a larger river</a:t>
            </a:r>
          </a:p>
          <a:p>
            <a:endParaRPr lang="en-GB" sz="400"/>
          </a:p>
          <a:p>
            <a:r>
              <a:rPr lang="en-GB" sz="2200" b="1" dirty="0"/>
              <a:t>basin</a:t>
            </a:r>
          </a:p>
          <a:p>
            <a:pPr marL="457200"/>
            <a:r>
              <a:rPr lang="en-GB" sz="1800" dirty="0">
                <a:solidFill>
                  <a:srgbClr val="1A5C2A"/>
                </a:solidFill>
              </a:rPr>
              <a:t>a large area of land drained by a river and its tributaries</a:t>
            </a:r>
          </a:p>
          <a:p>
            <a:endParaRPr lang="en-GB" sz="400"/>
          </a:p>
          <a:p>
            <a:r>
              <a:rPr lang="en-GB" sz="2200" b="1" dirty="0"/>
              <a:t>altitude</a:t>
            </a:r>
          </a:p>
          <a:p>
            <a:pPr marL="457200"/>
            <a:r>
              <a:rPr lang="en-GB" sz="1800" dirty="0">
                <a:solidFill>
                  <a:srgbClr val="1A5C2A"/>
                </a:solidFill>
              </a:rPr>
              <a:t>the height of land above sea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1">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1">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1">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0" name="ph0"/>
          <p:cNvSpPr>
            <a:spLocks noGrp="1"/>
          </p:cNvSpPr>
          <p:nvPr>
            <p:ph type="title"/>
          </p:nvPr>
        </p:nvSpPr>
        <p:spPr/>
        <p:txBody>
          <a:bodyPr/>
          <a:lstStyle/>
          <a:p>
            <a:r>
              <a:rPr lang="en-GB" dirty="0"/>
              <a:t>Brazil's major physical features</a:t>
            </a:r>
          </a:p>
        </p:txBody>
      </p:sp>
      <p:sp>
        <p:nvSpPr>
          <p:cNvPr id="101" name="ph1"/>
          <p:cNvSpPr>
            <a:spLocks noGrp="1"/>
          </p:cNvSpPr>
          <p:nvPr>
            <p:ph type="body" idx="1"/>
          </p:nvPr>
        </p:nvSpPr>
        <p:spPr/>
        <p:txBody>
          <a:bodyPr>
            <a:normAutofit/>
          </a:bodyPr>
          <a:lstStyle/>
          <a:p>
            <a:r>
              <a:rPr lang="en-GB" dirty="0"/>
              <a:t>Brazil has three main physical regions: the Amazon Basin in the north (home to the world's largest rainforest), the central Cerrado savanna plateau, and the Atlantic coast with its mountains. The Amazon River carries more water than any other river on Earth.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0" name="ph0"/>
          <p:cNvSpPr>
            <a:spLocks noGrp="1"/>
          </p:cNvSpPr>
          <p:nvPr>
            <p:ph type="title"/>
          </p:nvPr>
        </p:nvSpPr>
        <p:spPr/>
        <p:txBody>
          <a:bodyPr/>
          <a:lstStyle/>
          <a:p>
            <a:r>
              <a:rPr lang="en-GB" dirty="0"/>
              <a:t>Mapping Brazil's physical features</a:t>
            </a:r>
          </a:p>
        </p:txBody>
      </p:sp>
      <p:sp>
        <p:nvSpPr>
          <p:cNvPr id="101" name="ph1"/>
          <p:cNvSpPr>
            <a:spLocks noGrp="1"/>
          </p:cNvSpPr>
          <p:nvPr>
            <p:ph type="body" idx="1"/>
          </p:nvPr>
        </p:nvSpPr>
        <p:spPr/>
        <p:txBody>
          <a:bodyPr>
            <a:normAutofit/>
          </a:bodyPr>
          <a:lstStyle/>
          <a:p>
            <a:r>
              <a:rPr lang="en-GB" dirty="0"/>
              <a:t>Using your atlas, label the Amazon Basin, Amazon River, Cerrado, Serra do Mar mountains and the Atlantic Ocean on a map of Brazil. Add a colour-coded key showing land use and vegetation zones.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0" name="ph0"/>
          <p:cNvSpPr>
            <a:spLocks noGrp="1"/>
          </p:cNvSpPr>
          <p:nvPr>
            <p:ph type="title"/>
          </p:nvPr>
        </p:nvSpPr>
        <p:spPr/>
        <p:txBody>
          <a:bodyPr/>
          <a:lstStyle/>
          <a:p>
            <a:r>
              <a:rPr lang="en-GB" dirty="0"/>
              <a:t>Describing Brazil's landscape</a:t>
            </a:r>
          </a:p>
        </p:txBody>
      </p:sp>
      <p:sp>
        <p:nvSpPr>
          <p:cNvPr id="101" name="ph1"/>
          <p:cNvSpPr>
            <a:spLocks noGrp="1"/>
          </p:cNvSpPr>
          <p:nvPr>
            <p:ph type="body" idx="1"/>
          </p:nvPr>
        </p:nvSpPr>
        <p:spPr/>
        <p:txBody>
          <a:bodyPr>
            <a:normAutofit/>
          </a:bodyPr>
          <a:lstStyle/>
          <a:p>
            <a:r>
              <a:rPr lang="en-GB" dirty="0"/>
              <a:t>Write a paragraph describing Brazil's physical geography. Include: the Amazon Basin, at least two other physical features, and an explanation of how Brazil's position near the Equator affects its climate.</a:t>
            </a:r>
          </a:p>
        </p:txBody>
      </p:sp>
    </p:spTree>
  </p:cSld>
  <p:clrMapOvr>
    <a:masterClrMapping/>
  </p:clrMapOvr>
</p:sld>
</file>

<file path=ppt/theme/theme1.xml><?xml version="1.0" encoding="utf-8"?>
<a:theme xmlns:a="http://schemas.openxmlformats.org/drawingml/2006/main" name="Place, Space &amp; Scal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5" id="{BC516BF9-485D-214F-8D36-360E50611C64}" vid="{D2C3B9E7-B64F-9144-B093-0DE3631703F7}"/>
    </a:ext>
  </a:extLst>
</a:theme>
</file>

<file path=ppt/theme/theme2.xml><?xml version="1.0" encoding="utf-8"?>
<a:theme xmlns:a="http://schemas.openxmlformats.org/drawingml/2006/main" name="Human Geography">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5" id="{BC516BF9-485D-214F-8D36-360E50611C64}" vid="{E81D0F21-355D-B94F-B206-BFD661D1789F}"/>
    </a:ext>
  </a:extLst>
</a:theme>
</file>

<file path=ppt/theme/theme3.xml><?xml version="1.0" encoding="utf-8"?>
<a:theme xmlns:a="http://schemas.openxmlformats.org/drawingml/2006/main" name="Cultural Awareness &amp; Diversity">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5" id="{BC516BF9-485D-214F-8D36-360E50611C64}" vid="{39893858-C156-AB4E-9927-8667689EC1DC}"/>
    </a:ext>
  </a:extLst>
</a:theme>
</file>

<file path=ppt/theme/theme4.xml><?xml version="1.0" encoding="utf-8"?>
<a:theme xmlns:a="http://schemas.openxmlformats.org/drawingml/2006/main" name="Physical Geography">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5" id="{BC516BF9-485D-214F-8D36-360E50611C64}" vid="{1114C6C5-458E-3141-886F-AAB2FE0B17DB}"/>
    </a:ext>
  </a:extLst>
</a:theme>
</file>

<file path=ppt/theme/theme5.xml><?xml version="1.0" encoding="utf-8"?>
<a:theme xmlns:a="http://schemas.openxmlformats.org/drawingml/2006/main" name="Environmental Impact &amp; Sustainability">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5" id="{BC516BF9-485D-214F-8D36-360E50611C64}" vid="{3DF64C86-57E4-4142-8814-3273357A8EBC}"/>
    </a:ext>
  </a:extLst>
</a:theme>
</file>

<file path=ppt/theme/theme6.xml><?xml version="1.0" encoding="utf-8"?>
<a:theme xmlns:a="http://schemas.openxmlformats.org/drawingml/2006/main" name="Z - Not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5" id="{BC516BF9-485D-214F-8D36-360E50611C64}" vid="{CF74EC8C-93CA-004C-BE05-B0B3FDDB5246}"/>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Place, Space &amp; Scale</Template>
  <TotalTime>7</TotalTime>
  <Words>1048</Words>
  <Application>Microsoft Macintosh PowerPoint</Application>
  <PresentationFormat>Widescreen</PresentationFormat>
  <Paragraphs>112</Paragraphs>
  <Slides>10</Slides>
  <Notes>0</Notes>
  <HiddenSlides>0</HiddenSlides>
  <MMClips>0</MMClips>
  <ScaleCrop>false</ScaleCrop>
  <HeadingPairs>
    <vt:vector xmlns:vt="http://schemas.openxmlformats.org/officeDocument/2006/docPropsVTypes"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xmlns:vt="http://schemas.openxmlformats.org/officeDocument/2006/docPropsVTypes" size="19" baseType="lpstr">
      <vt:lpstr>Aptos</vt:lpstr>
      <vt:lpstr>Arial</vt:lpstr>
      <vt:lpstr>Calibri</vt:lpstr>
      <vt:lpstr>Sassoon Infant Rg</vt:lpstr>
      <vt:lpstr>Sassoon Primary Rg</vt:lpstr>
      <vt:lpstr>Segoe UI</vt:lpstr>
      <vt:lpstr>Twinkl Cursive Looped</vt:lpstr>
      <vt:lpstr>Twinkl Cursive Looped Light</vt:lpstr>
      <vt:lpstr>office theme</vt:lpstr>
      <vt:lpstr>PowerPoint Presentation</vt:lpstr>
      <vt:lpstr>PowerPoint Presentation</vt:lpstr>
      <vt:lpstr>PowerPoint Presentation</vt:lpstr>
      <vt:lpstr>PowerPoint Presentation</vt:lpstr>
      <vt:lpstr>PowerPoint Presentation</vt:lpstr>
      <vt:lpstr>Recap Quiz</vt:lpstr>
      <vt:lpstr>Key Vocabulary</vt:lpstr>
      <vt:lpstr>Brazil's major physical features</vt:lpstr>
      <vt:lpstr>Mapping Brazil's physical features</vt:lpstr>
      <vt:lpstr>Describing Brazil's landscape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innes mclean</dc:creator>
  <cp:keywords/>
  <dc:description/>
  <cp:lastModifiedBy>innes mclean</cp:lastModifiedBy>
  <cp:revision>3</cp:revision>
  <dcterms:created xsi:type="dcterms:W3CDTF">2026-06-21T16:44:49Z</dcterms:created>
  <dcterms:modified xsi:type="dcterms:W3CDTF">2026-07-19T19:53:33Z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0x010100AC71695694772F44B387615DF8DED97F</vt:lpwstr>
  </property>
  <property fmtid="{D5CDD505-2E9C-101B-9397-08002B2CF9AE}" pid="3" name="MediaServiceImageTags">
    <vt:lpwstr/>
  </property>
</Properties>
</file>