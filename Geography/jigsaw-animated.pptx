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4"/>
    <p:sldMasterId id="2147483788" r:id="rId5"/>
  </p:sldMasterIdLst>
  <p:notesMasterIdLst>
    <p:notesMasterId r:id="rId7"/>
  </p:notesMasterIdLst>
  <p:sldIdLst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ources" id="{154E198E-0130-A84B-84B2-A60C971BA2A2}">
          <p14:sldIdLst/>
        </p14:section>
        <p14:section name="Slide Deck" id="{66BEB757-3A3E-994B-8B52-AC6FEC5ACC75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EB0"/>
    <a:srgbClr val="4574C4"/>
    <a:srgbClr val="BDD7EF"/>
    <a:srgbClr val="DDEAF8"/>
    <a:srgbClr val="FFEC9F"/>
    <a:srgbClr val="FFF3CC"/>
    <a:srgbClr val="61CCF5"/>
    <a:srgbClr val="B1B1FF"/>
    <a:srgbClr val="FDD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58"/>
  </p:normalViewPr>
  <p:slideViewPr>
    <p:cSldViewPr snapToGrid="0">
      <p:cViewPr varScale="1">
        <p:scale>
          <a:sx n="120" d="100"/>
          <a:sy n="120" d="100"/>
        </p:scale>
        <p:origin x="9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48081D9B-5E24-4A44-A38E-60CF0FCB9C87}" type="datetimeFigureOut">
              <a:rPr lang="en-US" smtClean="0"/>
              <a:pPr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1"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1">
                <a:latin typeface="Twinkl Cursive Looped" panose="02000000000000000000" pitchFamily="2" charset="77"/>
              </a:defRPr>
            </a:lvl1pPr>
          </a:lstStyle>
          <a:p>
            <a:fld id="{C49D36C8-F0F3-6D40-939B-09DEAE02A2F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83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1" kern="1200">
        <a:solidFill>
          <a:schemeClr val="tx1"/>
        </a:solidFill>
        <a:latin typeface="Twinkl Cursive Looped" panose="02000000000000000000" pitchFamily="2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zzle Pie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1" descr="Macintosh HD:Users:nicholasgarrick:Dropbox:1 LupL:6 Resources:Images and Icons:Icons:Geographer:icon_5211.png">
            <a:extLst>
              <a:ext uri="{FF2B5EF4-FFF2-40B4-BE49-F238E27FC236}">
                <a16:creationId xmlns:a16="http://schemas.microsoft.com/office/drawing/2014/main" id="{18459E9E-2215-95E5-26EB-8C8B74442A1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278" y="114801"/>
            <a:ext cx="752475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F003-86CF-4CDD-0A82-22C58EE8CF90}"/>
              </a:ext>
            </a:extLst>
          </p:cNvPr>
          <p:cNvSpPr txBox="1"/>
          <p:nvPr userDrawn="1"/>
        </p:nvSpPr>
        <p:spPr>
          <a:xfrm>
            <a:off x="923238" y="808490"/>
            <a:ext cx="286010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GB" sz="1400" b="0" i="0">
                <a:solidFill>
                  <a:prstClr val="black"/>
                </a:solidFill>
                <a:latin typeface="Twinkl Cursive Looped" panose="02000000000000000000" pitchFamily="2" charset="77"/>
                <a:ea typeface="Sassoon Infant Rg" panose="02000503030000020003" pitchFamily="2" charset="0"/>
              </a:rPr>
              <a:t>Physical geography is the study of the natural features and processes of the Earth, such as land, water, weather and climate, and how they change our world.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Sassoon Infant Rg" panose="02000503030000020003" pitchFamily="2" charset="0"/>
            </a:endParaRPr>
          </a:p>
        </p:txBody>
      </p:sp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F47FFF7-129D-F356-260B-EE9AA89ED6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b="14000"/>
          <a:stretch>
            <a:fillRect/>
          </a:stretch>
        </p:blipFill>
        <p:spPr>
          <a:xfrm>
            <a:off x="35619" y="965122"/>
            <a:ext cx="995680" cy="8562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33A436-9AD0-6EB1-1B41-6A171B90C01D}"/>
              </a:ext>
            </a:extLst>
          </p:cNvPr>
          <p:cNvSpPr txBox="1"/>
          <p:nvPr userDrawn="1"/>
        </p:nvSpPr>
        <p:spPr>
          <a:xfrm>
            <a:off x="891753" y="116654"/>
            <a:ext cx="721800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0" i="0" u="none" strike="noStrike" kern="1200" cap="none" spc="0" normalizeH="0" baseline="0" noProof="0">
                <a:ln>
                  <a:noFill/>
                </a:ln>
                <a:solidFill>
                  <a:srgbClr val="4CA72E"/>
                </a:solidFill>
                <a:effectLst/>
                <a:uLnTx/>
                <a:uFillTx/>
                <a:latin typeface="Twinkl Cursive Looped" panose="02000000000000000000" pitchFamily="2" charset="77"/>
                <a:ea typeface="Sassoon Infant Rg" panose="02000503030000020003" pitchFamily="2" charset="0"/>
                <a:cs typeface="+mn-cs"/>
              </a:rPr>
              <a:t>Connections</a:t>
            </a:r>
          </a:p>
        </p:txBody>
      </p:sp>
    </p:spTree>
    <p:extLst>
      <p:ext uri="{BB962C8B-B14F-4D97-AF65-F5344CB8AC3E}">
        <p14:creationId xmlns:p14="http://schemas.microsoft.com/office/powerpoint/2010/main" val="1427779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30F56E-FE65-F3F1-9FAC-DB93F15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9DE58-64FF-3948-39DF-734AF3C4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9CB98-5757-3839-A7C0-D2C85F0636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2FE44AB8-700B-C141-9852-6FF3C722C54D}" type="datetimeFigureOut">
              <a:rPr lang="en-US" smtClean="0"/>
              <a:pPr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D89FE-E21F-55B3-2929-A51FD86C0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86D3-F974-31AE-72A2-76BAF8DF7C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9DF32073-090B-5244-8DDA-E3F3620238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664928D8-8CB7-A497-4A96-C332731D19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069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CCFF">
            <a:alpha val="650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2E6823-EDB8-9AF5-DE99-4442ED5B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26269-E179-A117-5DE4-D44CFD7F3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36E3F-E940-26AF-C9D6-0EAE33CAA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A809972E-73E4-474F-8C19-461BACEB0A05}" type="datetimeFigureOut">
              <a:rPr lang="en-US" smtClean="0"/>
              <a:pPr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52106-0A4F-4AFD-C8DE-FAEBDA8B6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2DD94-F41F-4285-6735-0993E2CF4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" panose="02000000000000000000" pitchFamily="2" charset="77"/>
              </a:defRPr>
            </a:lvl1pPr>
          </a:lstStyle>
          <a:p>
            <a:fld id="{8124EFB3-8909-4640-BE76-2FC085DA8FD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0" name="Frame 99">
            <a:extLst>
              <a:ext uri="{FF2B5EF4-FFF2-40B4-BE49-F238E27FC236}">
                <a16:creationId xmlns:a16="http://schemas.microsoft.com/office/drawing/2014/main" id="{4E42EF8C-46E9-DA7C-1794-5AA3EA43FB8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241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inkl Cursive Looped" panose="02000000000000000000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768915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8B0587AD-9C82-F409-B9D7-199EF4E0CAE3}"/>
              </a:ext>
            </a:extLst>
          </p:cNvPr>
          <p:cNvGrpSpPr/>
          <p:nvPr/>
        </p:nvGrpSpPr>
        <p:grpSpPr>
          <a:xfrm>
            <a:off x="215259" y="4391087"/>
            <a:ext cx="2311678" cy="2311678"/>
            <a:chOff x="265848" y="1468917"/>
            <a:chExt cx="2311678" cy="2311678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74B51B2D-40F4-48CA-5E25-D39CF2BFB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5A40BF5-D6DB-F8F6-1785-40EF9CC6C237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76" name="Picture 75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E470B75B-6475-69F5-AC6F-F5309B744CF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77" name="Picture 76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3B20F775-137C-AA81-2D4C-FBAB0F0560B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BB6E6A1-627B-B4AC-7B2F-D74B66C57828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DACBC5E-751B-6549-DAA9-6F6A320D12AC}"/>
              </a:ext>
            </a:extLst>
          </p:cNvPr>
          <p:cNvGrpSpPr/>
          <p:nvPr userDrawn="1"/>
        </p:nvGrpSpPr>
        <p:grpSpPr>
          <a:xfrm>
            <a:off x="2074221" y="4391771"/>
            <a:ext cx="2317967" cy="2317967"/>
            <a:chOff x="2033634" y="4440139"/>
            <a:chExt cx="2317967" cy="2317967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750ADC8-FA6D-B5F2-DD3D-BE49D9DFE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11" name="Picture 10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CCF5305F-28E6-4887-9723-5B2646EB8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6E0DE58-9E8F-8633-0D5B-D8280D702237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2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3B0E7BA-6EAE-D08A-1FCC-62C1FE7503AA}"/>
              </a:ext>
            </a:extLst>
          </p:cNvPr>
          <p:cNvGrpSpPr/>
          <p:nvPr userDrawn="1"/>
        </p:nvGrpSpPr>
        <p:grpSpPr>
          <a:xfrm>
            <a:off x="3948886" y="4393277"/>
            <a:ext cx="2317966" cy="2317966"/>
            <a:chOff x="1553560" y="1499185"/>
            <a:chExt cx="2317966" cy="231796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84133D9-5AC0-8DD6-1A41-D29BD6942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6" name="Picture 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A6CB761-C3C7-F47D-403A-ED9207EEEB9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F77284F-51D9-634A-0F5E-D1CBB24A6047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3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CCCE4B1-14E2-2D63-6E22-C9B5905A495F}"/>
              </a:ext>
            </a:extLst>
          </p:cNvPr>
          <p:cNvGrpSpPr/>
          <p:nvPr userDrawn="1"/>
        </p:nvGrpSpPr>
        <p:grpSpPr>
          <a:xfrm>
            <a:off x="5809534" y="4384795"/>
            <a:ext cx="2387476" cy="2311677"/>
            <a:chOff x="3849998" y="4440139"/>
            <a:chExt cx="2387476" cy="231167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1BB681A-CFA7-BBEE-E3A1-5900EC879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632FF018-677E-F97E-EEF8-64143325F6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DDFAFA1-5EFF-B20A-5A46-E7D2A7B25FEC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4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AF7E76E-3FFE-2576-4C04-DF940F6DF5E1}"/>
              </a:ext>
            </a:extLst>
          </p:cNvPr>
          <p:cNvGrpSpPr/>
          <p:nvPr userDrawn="1"/>
        </p:nvGrpSpPr>
        <p:grpSpPr>
          <a:xfrm>
            <a:off x="7664035" y="4391771"/>
            <a:ext cx="2311677" cy="2311677"/>
            <a:chOff x="1419928" y="1940604"/>
            <a:chExt cx="2311677" cy="2311677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5438D7C-F728-8270-3275-716B0465C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25" name="Picture 24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73BB2CB9-7ECF-1026-61C7-91EB16250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B587C48-1743-2843-2957-2DE389D9D9CE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5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BDCBBB-2370-DD68-6496-DA0018F3E1B2}"/>
              </a:ext>
            </a:extLst>
          </p:cNvPr>
          <p:cNvGrpSpPr/>
          <p:nvPr userDrawn="1"/>
        </p:nvGrpSpPr>
        <p:grpSpPr>
          <a:xfrm>
            <a:off x="208574" y="2521974"/>
            <a:ext cx="2317967" cy="2317967"/>
            <a:chOff x="2033634" y="4440139"/>
            <a:chExt cx="2317967" cy="231796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C8B5676-B1E1-0580-C685-656808825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33" name="Picture 32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BF56B99F-8E55-3F1F-57AA-FEB4E5081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BCA3FF2-EC85-EDAA-B896-204D01D91126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6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6140806-5EBA-44BB-AF10-3D4BE209A632}"/>
              </a:ext>
            </a:extLst>
          </p:cNvPr>
          <p:cNvGrpSpPr/>
          <p:nvPr userDrawn="1"/>
        </p:nvGrpSpPr>
        <p:grpSpPr>
          <a:xfrm>
            <a:off x="2083239" y="2523480"/>
            <a:ext cx="2317966" cy="2317966"/>
            <a:chOff x="1553560" y="1499185"/>
            <a:chExt cx="2317966" cy="2317966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D61DC61-5892-FC05-6B84-2D6E0E3263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29" name="Picture 28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613EA4DD-D981-559D-D249-E13EFF3F6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DCF636C-6035-ED70-EEBA-CD68E76F05BA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7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A94D6C9-28CB-9638-647C-3620031E5C39}"/>
              </a:ext>
            </a:extLst>
          </p:cNvPr>
          <p:cNvGrpSpPr/>
          <p:nvPr userDrawn="1"/>
        </p:nvGrpSpPr>
        <p:grpSpPr>
          <a:xfrm>
            <a:off x="3955176" y="2526287"/>
            <a:ext cx="2387476" cy="2311677"/>
            <a:chOff x="3849998" y="4440139"/>
            <a:chExt cx="2387476" cy="231167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7816B433-0165-D5EE-10EC-2644A5131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3F4BD0D3-A424-2BF4-60D4-331EA29069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0C39637-7A44-466A-83D9-6027ED3DAF9A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8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75DC258-DF07-9793-19A2-4EE02B6A7662}"/>
              </a:ext>
            </a:extLst>
          </p:cNvPr>
          <p:cNvGrpSpPr/>
          <p:nvPr userDrawn="1"/>
        </p:nvGrpSpPr>
        <p:grpSpPr>
          <a:xfrm>
            <a:off x="5809677" y="2521974"/>
            <a:ext cx="2311677" cy="2311677"/>
            <a:chOff x="1419928" y="1940604"/>
            <a:chExt cx="2311677" cy="2311677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A874362E-2E70-EE77-AFA6-738F21BD4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42" name="Picture 4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84AA8B1-186E-40A5-833D-CCF484A7E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1424F76-4E73-2794-A70D-28D6A2818D31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9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9F0EFFE-6ED9-1065-5084-7DF1F1408453}"/>
              </a:ext>
            </a:extLst>
          </p:cNvPr>
          <p:cNvGrpSpPr/>
          <p:nvPr userDrawn="1"/>
        </p:nvGrpSpPr>
        <p:grpSpPr>
          <a:xfrm>
            <a:off x="7674702" y="2524411"/>
            <a:ext cx="2317967" cy="2317967"/>
            <a:chOff x="2033634" y="4440139"/>
            <a:chExt cx="2317967" cy="2317967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D2E974C3-C480-1A0D-3817-18B365DF3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46" name="Picture 45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A20432E-ED9F-F50E-A728-216436A727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729BEF4-2C19-A030-88EF-7C5E9A542999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10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CAAFB92-C423-A493-64C7-6F1AE517D4A9}"/>
              </a:ext>
            </a:extLst>
          </p:cNvPr>
          <p:cNvGrpSpPr/>
          <p:nvPr userDrawn="1"/>
        </p:nvGrpSpPr>
        <p:grpSpPr>
          <a:xfrm>
            <a:off x="9548466" y="2529769"/>
            <a:ext cx="2311677" cy="2311677"/>
            <a:chOff x="1419928" y="1940604"/>
            <a:chExt cx="2311677" cy="2311677"/>
          </a:xfrm>
        </p:grpSpPr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AB932071-8038-8842-F01C-E09D1CD6F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19928" y="1940604"/>
              <a:ext cx="2311677" cy="2311677"/>
            </a:xfrm>
            <a:prstGeom prst="rect">
              <a:avLst/>
            </a:prstGeom>
          </p:spPr>
        </p:pic>
        <p:pic>
          <p:nvPicPr>
            <p:cNvPr id="62" name="Picture 61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1B2FAC58-E151-DC5A-6BB7-84246C09A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b="13513"/>
            <a:stretch>
              <a:fillRect/>
            </a:stretch>
          </p:blipFill>
          <p:spPr>
            <a:xfrm>
              <a:off x="3171681" y="2015383"/>
              <a:ext cx="504280" cy="436134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7224885-8832-BD36-D825-6A4202D0EF48}"/>
                </a:ext>
              </a:extLst>
            </p:cNvPr>
            <p:cNvSpPr txBox="1"/>
            <p:nvPr/>
          </p:nvSpPr>
          <p:spPr>
            <a:xfrm>
              <a:off x="1828893" y="2394555"/>
              <a:ext cx="1456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11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B0BD50B0-D11C-FFDD-6883-9E94630EA61E}"/>
              </a:ext>
            </a:extLst>
          </p:cNvPr>
          <p:cNvGrpSpPr/>
          <p:nvPr userDrawn="1"/>
        </p:nvGrpSpPr>
        <p:grpSpPr>
          <a:xfrm>
            <a:off x="3949165" y="649231"/>
            <a:ext cx="2317967" cy="2317967"/>
            <a:chOff x="2033634" y="4440139"/>
            <a:chExt cx="2317967" cy="2317967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01E1D438-0771-0C89-6E28-CFF24A7DC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033634" y="4440139"/>
              <a:ext cx="2317967" cy="2317967"/>
            </a:xfrm>
            <a:prstGeom prst="rect">
              <a:avLst/>
            </a:prstGeom>
          </p:spPr>
        </p:pic>
        <p:pic>
          <p:nvPicPr>
            <p:cNvPr id="54" name="Picture 53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A7BD831F-174F-07E8-491A-C86DD1724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13693"/>
            <a:stretch>
              <a:fillRect/>
            </a:stretch>
          </p:blipFill>
          <p:spPr>
            <a:xfrm>
              <a:off x="3883533" y="4470740"/>
              <a:ext cx="422986" cy="365063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07592B2-1A49-F724-499A-B698500F3783}"/>
                </a:ext>
              </a:extLst>
            </p:cNvPr>
            <p:cNvSpPr txBox="1"/>
            <p:nvPr/>
          </p:nvSpPr>
          <p:spPr>
            <a:xfrm>
              <a:off x="2455131" y="4857197"/>
              <a:ext cx="145226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12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F6A4462-B30F-ABC3-2620-A1300E3DB64A}"/>
              </a:ext>
            </a:extLst>
          </p:cNvPr>
          <p:cNvGrpSpPr/>
          <p:nvPr userDrawn="1"/>
        </p:nvGrpSpPr>
        <p:grpSpPr>
          <a:xfrm>
            <a:off x="5814581" y="639141"/>
            <a:ext cx="2317966" cy="2317966"/>
            <a:chOff x="1553560" y="1499185"/>
            <a:chExt cx="2317966" cy="231796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F202F7D-F59A-2922-A35B-6EF7B9049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53560" y="1499185"/>
              <a:ext cx="2317966" cy="2317966"/>
            </a:xfrm>
            <a:prstGeom prst="rect">
              <a:avLst/>
            </a:prstGeom>
          </p:spPr>
        </p:pic>
        <p:pic>
          <p:nvPicPr>
            <p:cNvPr id="50" name="Picture 49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269DE13C-04F6-ED91-C38B-4891A751C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b="14104"/>
            <a:stretch>
              <a:fillRect/>
            </a:stretch>
          </p:blipFill>
          <p:spPr>
            <a:xfrm>
              <a:off x="3431509" y="1539628"/>
              <a:ext cx="440017" cy="377956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EA6EB85-C0E0-CC14-08AB-228B78367F18}"/>
                </a:ext>
              </a:extLst>
            </p:cNvPr>
            <p:cNvSpPr txBox="1"/>
            <p:nvPr/>
          </p:nvSpPr>
          <p:spPr>
            <a:xfrm>
              <a:off x="1952791" y="1883340"/>
              <a:ext cx="150842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13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FD90CDA-2F2B-034F-0D5F-002BCCFB9663}"/>
              </a:ext>
            </a:extLst>
          </p:cNvPr>
          <p:cNvGrpSpPr/>
          <p:nvPr userDrawn="1"/>
        </p:nvGrpSpPr>
        <p:grpSpPr>
          <a:xfrm>
            <a:off x="7674702" y="653003"/>
            <a:ext cx="2387476" cy="2311677"/>
            <a:chOff x="3849998" y="4440139"/>
            <a:chExt cx="2387476" cy="2311677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3975E9C-FA02-6850-40F9-FF72CC162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9998" y="4440139"/>
              <a:ext cx="2311677" cy="2311677"/>
            </a:xfrm>
            <a:prstGeom prst="rect">
              <a:avLst/>
            </a:prstGeom>
          </p:spPr>
        </p:pic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97AB2695-C820-6C8A-2D13-C93B71B944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813573" y="4446827"/>
              <a:ext cx="423901" cy="522123"/>
            </a:xfrm>
            <a:prstGeom prst="rect">
              <a:avLst/>
            </a:prstGeom>
          </p:spPr>
        </p:pic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A53D013-0809-9220-22C0-F39061E7C066}"/>
                </a:ext>
              </a:extLst>
            </p:cNvPr>
            <p:cNvSpPr txBox="1"/>
            <p:nvPr/>
          </p:nvSpPr>
          <p:spPr>
            <a:xfrm>
              <a:off x="4303847" y="4857197"/>
              <a:ext cx="143392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14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D8B10227-369F-23F8-1E29-877599445452}"/>
              </a:ext>
            </a:extLst>
          </p:cNvPr>
          <p:cNvGrpSpPr/>
          <p:nvPr userDrawn="1"/>
        </p:nvGrpSpPr>
        <p:grpSpPr>
          <a:xfrm>
            <a:off x="9545923" y="659691"/>
            <a:ext cx="2311678" cy="2311678"/>
            <a:chOff x="265848" y="1468917"/>
            <a:chExt cx="2311678" cy="2311678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EB9D3BD6-1F78-4E6D-26FD-24A9E08857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5848" y="1468917"/>
              <a:ext cx="2311678" cy="2311678"/>
            </a:xfrm>
            <a:prstGeom prst="rect">
              <a:avLst/>
            </a:prstGeom>
          </p:spPr>
        </p:pic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E3424879-852A-F455-4716-A39839A2A9E7}"/>
                </a:ext>
              </a:extLst>
            </p:cNvPr>
            <p:cNvGrpSpPr/>
            <p:nvPr/>
          </p:nvGrpSpPr>
          <p:grpSpPr>
            <a:xfrm>
              <a:off x="1988030" y="1537019"/>
              <a:ext cx="547095" cy="355499"/>
              <a:chOff x="9356620" y="1688266"/>
              <a:chExt cx="1023036" cy="664762"/>
            </a:xfrm>
          </p:grpSpPr>
          <p:pic>
            <p:nvPicPr>
              <p:cNvPr id="68" name="Picture 67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6A5414C9-42D1-8EF9-D942-164B29D31A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rcRect b="24830"/>
              <a:stretch>
                <a:fillRect/>
              </a:stretch>
            </p:blipFill>
            <p:spPr>
              <a:xfrm>
                <a:off x="9356620" y="1698853"/>
                <a:ext cx="870269" cy="654175"/>
              </a:xfrm>
              <a:prstGeom prst="rect">
                <a:avLst/>
              </a:prstGeom>
            </p:spPr>
          </p:pic>
          <p:pic>
            <p:nvPicPr>
              <p:cNvPr id="69" name="Picture 68" descr="A black background with a black square&#10;&#10;AI-generated content may be incorrect.">
                <a:extLst>
                  <a:ext uri="{FF2B5EF4-FFF2-40B4-BE49-F238E27FC236}">
                    <a16:creationId xmlns:a16="http://schemas.microsoft.com/office/drawing/2014/main" id="{5FB1C1FD-67A0-A159-407E-75877D9F69E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rcRect b="13048"/>
              <a:stretch>
                <a:fillRect/>
              </a:stretch>
            </p:blipFill>
            <p:spPr>
              <a:xfrm flipH="1">
                <a:off x="9791754" y="1688266"/>
                <a:ext cx="587902" cy="511195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F472E5B-A091-D9DB-D62B-89C7D55FB464}"/>
                </a:ext>
              </a:extLst>
            </p:cNvPr>
            <p:cNvSpPr txBox="1"/>
            <p:nvPr/>
          </p:nvSpPr>
          <p:spPr>
            <a:xfrm>
              <a:off x="667424" y="1899565"/>
              <a:ext cx="147336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latin typeface="Twinkl Cursive Looped" panose="02000000000000000000" pitchFamily="2" charset="77"/>
                </a:rPr>
                <a:t>Lesson 15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hysical Geograph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780A8106-D8F1-BC45-BB32-1391F62FAC81}" vid="{29353F55-540F-9748-B24F-B72830C39E1C}"/>
    </a:ext>
  </a:extLst>
</a:theme>
</file>

<file path=ppt/theme/theme2.xml><?xml version="1.0" encoding="utf-8"?>
<a:theme xmlns:a="http://schemas.openxmlformats.org/drawingml/2006/main" name="Environmental Impact &amp; Sustainability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8" id="{780A8106-D8F1-BC45-BB32-1391F62FAC81}" vid="{F40FF323-142C-2C4E-92AF-D404E2D3825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95EA48-DC2D-459B-B922-A2C4EE3BFC7C}">
  <ds:schemaRefs>
    <ds:schemaRef ds:uri="http://purl.org/dc/dcmitype/"/>
    <ds:schemaRef ds:uri="http://schemas.microsoft.com/office/2006/metadata/properties"/>
    <ds:schemaRef ds:uri="4848fd07-94db-4308-8950-9cb0e230b958"/>
    <ds:schemaRef ds:uri="http://schemas.openxmlformats.org/package/2006/metadata/core-properties"/>
    <ds:schemaRef ds:uri="http://purl.org/dc/elements/1.1/"/>
    <ds:schemaRef ds:uri="9e6dd442-da5e-411e-833f-0fee7dcd781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D711390-D44A-4E93-AE20-B41395FDED8B}">
  <ds:schemaRefs>
    <ds:schemaRef ds:uri="4848fd07-94db-4308-8950-9cb0e230b958"/>
    <ds:schemaRef ds:uri="9e6dd442-da5e-411e-833f-0fee7dcd78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6EF9E5F-4208-4CCB-9209-F9F1400DE91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Place, Space &amp; Scale</Template>
  <TotalTime>42</TotalTime>
  <Words>30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Twinkl Cursive Looped</vt:lpstr>
      <vt:lpstr>Physical Geography</vt:lpstr>
      <vt:lpstr>Environmental Impact &amp; Sustainability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9</cp:revision>
  <dcterms:created xsi:type="dcterms:W3CDTF">2026-07-12T17:32:50Z</dcterms:created>
  <dcterms:modified xsi:type="dcterms:W3CDTF">2026-07-14T11:50:26Z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0x010100AC71695694772F44B387615DF8DED97F</vt:lpwstr>
  </property>
  <property fmtid="{D5CDD505-2E9C-101B-9397-08002B2CF9AE}" pid="3" name="MediaServiceImageTags">
    <vt:lpwstr/>
  </property>
</Properties>
</file>