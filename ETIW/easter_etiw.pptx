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notesMasterIdLst>
    <p:notesMasterId r:id="rId10"/>
  </p:notesMasterIdLst>
  <p:sldIdLst>
    <p:sldId id="260" r:id="rId5"/>
    <p:sldId id="261" r:id="rId6"/>
    <p:sldId id="262" r:id="rId7"/>
    <p:sldId id="263" r:id="rId8"/>
    <p:sldId id="264" r:id="rId9"/>
  </p:sldIdLst>
  <p:sldSz cx="9906000" cy="6858000" type="A4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B949"/>
    <a:srgbClr val="7030A0"/>
    <a:srgbClr val="FF2F92"/>
    <a:srgbClr val="FFFC00"/>
    <a:srgbClr val="92D050"/>
    <a:srgbClr val="E7EEE6"/>
    <a:srgbClr val="DEECF8"/>
    <a:srgbClr val="2E231A"/>
    <a:srgbClr val="DEEBF7"/>
    <a:srgbClr val="A9D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29368C-7718-5241-B5B7-92B56EC7FF7D}" v="52" dt="2026-03-11T11:43:25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2"/>
    <p:restoredTop sz="94658"/>
  </p:normalViewPr>
  <p:slideViewPr>
    <p:cSldViewPr snapToGrid="0">
      <p:cViewPr>
        <p:scale>
          <a:sx n="90" d="100"/>
          <a:sy n="90" d="100"/>
        </p:scale>
        <p:origin x="2576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1">
                <a:latin typeface="Twinkl Cursive Looped Light" panose="02000000000000000000" pitchFamily="2" charset="77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1">
                <a:latin typeface="Twinkl Cursive Looped Light" panose="02000000000000000000" pitchFamily="2" charset="77"/>
              </a:defRPr>
            </a:lvl1pPr>
          </a:lstStyle>
          <a:p>
            <a:fld id="{C0126E8D-530E-4E03-95AB-A9A339AF49CE}" type="datetimeFigureOut">
              <a:rPr lang="en-GB" smtClean="0"/>
              <a:pPr/>
              <a:t>11/03/2026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1">
                <a:latin typeface="Twinkl Cursive Looped Light" panose="02000000000000000000" pitchFamily="2" charset="77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1">
                <a:latin typeface="Twinkl Cursive Looped Light" panose="02000000000000000000" pitchFamily="2" charset="77"/>
              </a:defRPr>
            </a:lvl1pPr>
          </a:lstStyle>
          <a:p>
            <a:fld id="{AF3014B5-151D-468A-B94E-68F12689CB7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5489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1" kern="1200">
        <a:solidFill>
          <a:schemeClr val="tx1"/>
        </a:solidFill>
        <a:latin typeface="Twinkl Cursive Looped Light" panose="02000000000000000000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1" kern="1200">
        <a:solidFill>
          <a:schemeClr val="tx1"/>
        </a:solidFill>
        <a:latin typeface="Twinkl Cursive Looped Light" panose="02000000000000000000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1" kern="1200">
        <a:solidFill>
          <a:schemeClr val="tx1"/>
        </a:solidFill>
        <a:latin typeface="Twinkl Cursive Looped Light" panose="02000000000000000000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1" kern="1200">
        <a:solidFill>
          <a:schemeClr val="tx1"/>
        </a:solidFill>
        <a:latin typeface="Twinkl Cursive Looped Light" panose="02000000000000000000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1" kern="1200">
        <a:solidFill>
          <a:schemeClr val="tx1"/>
        </a:solidFill>
        <a:latin typeface="Twinkl Cursive Looped Light" panose="02000000000000000000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79488" y="1241425"/>
            <a:ext cx="483870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014B5-151D-468A-B94E-68F12689CB73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4333766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3.wdp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microsoft.com/office/2007/relationships/hdphoto" Target="../media/hdphoto4.wdp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Question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hought Bubble: Cloud 4">
            <a:extLst>
              <a:ext uri="{FF2B5EF4-FFF2-40B4-BE49-F238E27FC236}">
                <a16:creationId xmlns:a16="http://schemas.microsoft.com/office/drawing/2014/main" id="{CDCACA2F-ADFC-69E9-04BD-DAAEF993EB7A}"/>
              </a:ext>
            </a:extLst>
          </p:cNvPr>
          <p:cNvSpPr/>
          <p:nvPr userDrawn="1"/>
        </p:nvSpPr>
        <p:spPr>
          <a:xfrm>
            <a:off x="3308808" y="200407"/>
            <a:ext cx="6413370" cy="4702686"/>
          </a:xfrm>
          <a:prstGeom prst="cloudCallout">
            <a:avLst>
              <a:gd name="adj1" fmla="val -63285"/>
              <a:gd name="adj2" fmla="val 49814"/>
            </a:avLst>
          </a:prstGeom>
          <a:solidFill>
            <a:schemeClr val="bg1"/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endParaRPr lang="en-GB" sz="3900">
              <a:solidFill>
                <a:schemeClr val="tx1"/>
              </a:solidFill>
              <a:latin typeface="Twinkl Cursive Looped Light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8ED66F4-F611-079D-F6E2-E11B0CADC3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180" y="1820974"/>
            <a:ext cx="957410" cy="113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A5A9E2-9C5C-FC70-B80B-630E8532DCD1}"/>
              </a:ext>
            </a:extLst>
          </p:cNvPr>
          <p:cNvSpPr txBox="1"/>
          <p:nvPr userDrawn="1"/>
        </p:nvSpPr>
        <p:spPr>
          <a:xfrm>
            <a:off x="183822" y="174115"/>
            <a:ext cx="394008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i="0">
                <a:latin typeface="Twinkl Cursive Looped Light" panose="02000000000000000000" pitchFamily="2" charset="77"/>
              </a:rPr>
              <a:t>Our Enquiry question is…</a:t>
            </a:r>
          </a:p>
        </p:txBody>
      </p:sp>
      <p:pic>
        <p:nvPicPr>
          <p:cNvPr id="6" name="Picture 5" descr="A picture containing room  Description automatically generated">
            <a:extLst>
              <a:ext uri="{FF2B5EF4-FFF2-40B4-BE49-F238E27FC236}">
                <a16:creationId xmlns:a16="http://schemas.microsoft.com/office/drawing/2014/main" id="{1395CC20-EA57-18D4-B892-045E7B22113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22" y="3096007"/>
            <a:ext cx="1993721" cy="3561586"/>
          </a:xfrm>
          <a:prstGeom prst="rect">
            <a:avLst/>
          </a:prstGeom>
          <a:ln>
            <a:noFill/>
          </a:ln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1DD61C-B4D7-7863-E9C2-BDBF3F21F51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518754" y="4625593"/>
            <a:ext cx="1203425" cy="203200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Book Cover Image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0690183-B6AD-64BF-FA24-CF1D1842C4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590" y="1445305"/>
            <a:ext cx="4184253" cy="1890712"/>
          </a:xfrm>
        </p:spPr>
        <p:txBody>
          <a:bodyPr>
            <a:normAutofit/>
          </a:bodyPr>
          <a:lstStyle>
            <a:lvl1pPr marL="7739" indent="-7739">
              <a:buNone/>
              <a:tabLst/>
              <a:defRPr sz="3250" i="0"/>
            </a:lvl1pPr>
          </a:lstStyle>
          <a:p>
            <a:pPr lvl="0"/>
            <a:r>
              <a:rPr lang="en-GB"/>
              <a:t>Key Question</a:t>
            </a:r>
          </a:p>
        </p:txBody>
      </p:sp>
    </p:spTree>
    <p:extLst>
      <p:ext uri="{BB962C8B-B14F-4D97-AF65-F5344CB8AC3E}">
        <p14:creationId xmlns:p14="http://schemas.microsoft.com/office/powerpoint/2010/main" val="3144876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Question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hought Bubble: Cloud 4">
            <a:extLst>
              <a:ext uri="{FF2B5EF4-FFF2-40B4-BE49-F238E27FC236}">
                <a16:creationId xmlns:a16="http://schemas.microsoft.com/office/drawing/2014/main" id="{CDCACA2F-ADFC-69E9-04BD-DAAEF993EB7A}"/>
              </a:ext>
            </a:extLst>
          </p:cNvPr>
          <p:cNvSpPr/>
          <p:nvPr userDrawn="1"/>
        </p:nvSpPr>
        <p:spPr>
          <a:xfrm>
            <a:off x="3308808" y="200407"/>
            <a:ext cx="6413370" cy="4702686"/>
          </a:xfrm>
          <a:prstGeom prst="cloudCallout">
            <a:avLst>
              <a:gd name="adj1" fmla="val -63285"/>
              <a:gd name="adj2" fmla="val 49814"/>
            </a:avLst>
          </a:prstGeom>
          <a:solidFill>
            <a:schemeClr val="bg1"/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endParaRPr lang="en-GB" sz="3900">
              <a:solidFill>
                <a:schemeClr val="tx1"/>
              </a:solidFill>
              <a:latin typeface="Twinkl Cursive Looped Light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8ED66F4-F611-079D-F6E2-E11B0CADC3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180" y="1820974"/>
            <a:ext cx="957410" cy="113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A5A9E2-9C5C-FC70-B80B-630E8532DCD1}"/>
              </a:ext>
            </a:extLst>
          </p:cNvPr>
          <p:cNvSpPr txBox="1"/>
          <p:nvPr userDrawn="1"/>
        </p:nvSpPr>
        <p:spPr>
          <a:xfrm>
            <a:off x="183822" y="174115"/>
            <a:ext cx="394008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i="0">
                <a:latin typeface="Twinkl Cursive Looped Light" panose="02000000000000000000" pitchFamily="2" charset="77"/>
              </a:rPr>
              <a:t>Our Enquiry question is…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95CC20-EA57-18D4-B892-045E7B22113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223" y="2748479"/>
            <a:ext cx="2432446" cy="4309228"/>
          </a:xfrm>
          <a:prstGeom prst="rect">
            <a:avLst/>
          </a:prstGeom>
          <a:ln>
            <a:noFill/>
          </a:ln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1DD61C-B4D7-7863-E9C2-BDBF3F21F51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518754" y="4625593"/>
            <a:ext cx="1203425" cy="203200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Book Cover Image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0690183-B6AD-64BF-FA24-CF1D1842C4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590" y="1445305"/>
            <a:ext cx="4184253" cy="1890712"/>
          </a:xfrm>
        </p:spPr>
        <p:txBody>
          <a:bodyPr>
            <a:normAutofit/>
          </a:bodyPr>
          <a:lstStyle>
            <a:lvl1pPr marL="7739" indent="-7739">
              <a:buNone/>
              <a:tabLst/>
              <a:defRPr sz="3250" i="0"/>
            </a:lvl1pPr>
          </a:lstStyle>
          <a:p>
            <a:pPr lvl="0"/>
            <a:r>
              <a:rPr lang="en-GB"/>
              <a:t>Key Question</a:t>
            </a:r>
          </a:p>
        </p:txBody>
      </p:sp>
    </p:spTree>
    <p:extLst>
      <p:ext uri="{BB962C8B-B14F-4D97-AF65-F5344CB8AC3E}">
        <p14:creationId xmlns:p14="http://schemas.microsoft.com/office/powerpoint/2010/main" val="3338754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Question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hought Bubble: Cloud 4">
            <a:extLst>
              <a:ext uri="{FF2B5EF4-FFF2-40B4-BE49-F238E27FC236}">
                <a16:creationId xmlns:a16="http://schemas.microsoft.com/office/drawing/2014/main" id="{CDCACA2F-ADFC-69E9-04BD-DAAEF993EB7A}"/>
              </a:ext>
            </a:extLst>
          </p:cNvPr>
          <p:cNvSpPr/>
          <p:nvPr userDrawn="1"/>
        </p:nvSpPr>
        <p:spPr>
          <a:xfrm>
            <a:off x="3308808" y="200407"/>
            <a:ext cx="6413370" cy="4702686"/>
          </a:xfrm>
          <a:prstGeom prst="cloudCallout">
            <a:avLst>
              <a:gd name="adj1" fmla="val -63285"/>
              <a:gd name="adj2" fmla="val 49814"/>
            </a:avLst>
          </a:prstGeom>
          <a:solidFill>
            <a:schemeClr val="bg1"/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endParaRPr lang="en-GB" sz="3900">
              <a:solidFill>
                <a:schemeClr val="tx1"/>
              </a:solidFill>
              <a:latin typeface="Twinkl Cursive Looped Light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8ED66F4-F611-079D-F6E2-E11B0CADC3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180" y="1820974"/>
            <a:ext cx="957410" cy="113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A5A9E2-9C5C-FC70-B80B-630E8532DCD1}"/>
              </a:ext>
            </a:extLst>
          </p:cNvPr>
          <p:cNvSpPr txBox="1"/>
          <p:nvPr userDrawn="1"/>
        </p:nvSpPr>
        <p:spPr>
          <a:xfrm>
            <a:off x="183822" y="174115"/>
            <a:ext cx="394008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i="0">
                <a:latin typeface="Twinkl Cursive Looped Light" panose="02000000000000000000" pitchFamily="2" charset="77"/>
              </a:rPr>
              <a:t>Our Enquiry question is…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95CC20-EA57-18D4-B892-045E7B22113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8550" y="2959797"/>
            <a:ext cx="2423906" cy="3627139"/>
          </a:xfrm>
          <a:prstGeom prst="rect">
            <a:avLst/>
          </a:prstGeom>
          <a:ln>
            <a:noFill/>
          </a:ln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1DD61C-B4D7-7863-E9C2-BDBF3F21F51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518754" y="4625593"/>
            <a:ext cx="1203425" cy="203200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Book Cover Image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0690183-B6AD-64BF-FA24-CF1D1842C4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590" y="1445305"/>
            <a:ext cx="4184253" cy="1890712"/>
          </a:xfrm>
        </p:spPr>
        <p:txBody>
          <a:bodyPr>
            <a:normAutofit/>
          </a:bodyPr>
          <a:lstStyle>
            <a:lvl1pPr marL="7739" indent="-7739">
              <a:buNone/>
              <a:tabLst/>
              <a:defRPr sz="3250" i="0"/>
            </a:lvl1pPr>
          </a:lstStyle>
          <a:p>
            <a:pPr lvl="0"/>
            <a:r>
              <a:rPr lang="en-GB"/>
              <a:t>Key Question</a:t>
            </a:r>
          </a:p>
        </p:txBody>
      </p:sp>
    </p:spTree>
    <p:extLst>
      <p:ext uri="{BB962C8B-B14F-4D97-AF65-F5344CB8AC3E}">
        <p14:creationId xmlns:p14="http://schemas.microsoft.com/office/powerpoint/2010/main" val="1582911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Question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hought Bubble: Cloud 4">
            <a:extLst>
              <a:ext uri="{FF2B5EF4-FFF2-40B4-BE49-F238E27FC236}">
                <a16:creationId xmlns:a16="http://schemas.microsoft.com/office/drawing/2014/main" id="{CDCACA2F-ADFC-69E9-04BD-DAAEF993EB7A}"/>
              </a:ext>
            </a:extLst>
          </p:cNvPr>
          <p:cNvSpPr/>
          <p:nvPr userDrawn="1"/>
        </p:nvSpPr>
        <p:spPr>
          <a:xfrm>
            <a:off x="3308808" y="200407"/>
            <a:ext cx="6413370" cy="4702686"/>
          </a:xfrm>
          <a:prstGeom prst="cloudCallout">
            <a:avLst>
              <a:gd name="adj1" fmla="val -63285"/>
              <a:gd name="adj2" fmla="val 49814"/>
            </a:avLst>
          </a:prstGeom>
          <a:solidFill>
            <a:schemeClr val="bg1"/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endParaRPr lang="en-GB" sz="3900">
              <a:solidFill>
                <a:schemeClr val="tx1"/>
              </a:solidFill>
              <a:latin typeface="Twinkl Cursive Looped Light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8ED66F4-F611-079D-F6E2-E11B0CADC3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180" y="1820974"/>
            <a:ext cx="957410" cy="113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A5A9E2-9C5C-FC70-B80B-630E8532DCD1}"/>
              </a:ext>
            </a:extLst>
          </p:cNvPr>
          <p:cNvSpPr txBox="1"/>
          <p:nvPr userDrawn="1"/>
        </p:nvSpPr>
        <p:spPr>
          <a:xfrm>
            <a:off x="183822" y="174115"/>
            <a:ext cx="394008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i="0">
                <a:latin typeface="Twinkl Cursive Looped Light" panose="02000000000000000000" pitchFamily="2" charset="77"/>
              </a:rPr>
              <a:t>Our Enquiry question is…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95CC20-EA57-18D4-B892-045E7B22113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6343" y="2257928"/>
            <a:ext cx="2473502" cy="4425959"/>
          </a:xfrm>
          <a:prstGeom prst="rect">
            <a:avLst/>
          </a:prstGeom>
          <a:ln>
            <a:noFill/>
          </a:ln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1DD61C-B4D7-7863-E9C2-BDBF3F21F51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518754" y="4625593"/>
            <a:ext cx="1203425" cy="203200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Book Cover Image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0690183-B6AD-64BF-FA24-CF1D1842C4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590" y="1445305"/>
            <a:ext cx="4184253" cy="1890712"/>
          </a:xfrm>
        </p:spPr>
        <p:txBody>
          <a:bodyPr>
            <a:normAutofit/>
          </a:bodyPr>
          <a:lstStyle>
            <a:lvl1pPr marL="7739" indent="-7739">
              <a:buNone/>
              <a:tabLst/>
              <a:defRPr sz="3250" i="0"/>
            </a:lvl1pPr>
          </a:lstStyle>
          <a:p>
            <a:pPr lvl="0"/>
            <a:r>
              <a:rPr lang="en-GB"/>
              <a:t>Key Question</a:t>
            </a:r>
          </a:p>
        </p:txBody>
      </p:sp>
    </p:spTree>
    <p:extLst>
      <p:ext uri="{BB962C8B-B14F-4D97-AF65-F5344CB8AC3E}">
        <p14:creationId xmlns:p14="http://schemas.microsoft.com/office/powerpoint/2010/main" val="3650873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y Se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BC48A443-4217-8D94-1CBF-40F5242F4877}"/>
              </a:ext>
            </a:extLst>
          </p:cNvPr>
          <p:cNvSpPr txBox="1"/>
          <p:nvPr userDrawn="1"/>
        </p:nvSpPr>
        <p:spPr>
          <a:xfrm>
            <a:off x="939877" y="359821"/>
            <a:ext cx="7814402" cy="767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388" i="0">
                <a:latin typeface="Twinkl Cursive Looped Light" panose="02000000000000000000" pitchFamily="2" charset="77"/>
              </a:rPr>
              <a:t>Enquiry - Being a writer</a:t>
            </a:r>
          </a:p>
        </p:txBody>
      </p:sp>
      <p:pic>
        <p:nvPicPr>
          <p:cNvPr id="17" name="Picture 2" descr="https://uksouth1-mediap.svc.ms/transform/thumbnail?provider=spo&amp;inputFormat=png&amp;cs=fFNQTw&amp;docid=https%3A%2F%2Fclfacademies.sharepoint.com%3A443%2F_api%2Fv2.0%2Fdrives%2Fb!GjAA-mnM_kWFFaa12We1WhevD7TXBipGohpoQ1m6DReZEQXzfZ_4QbD3os-f0ZvM%2Fitems%2F01AMXRAHDFBX6NPDCKLNBIZP7RAESD6BDD%3Fversion%3DPublished&amp;access_token=eyJ0eXAiOiJKV1QiLCJhbGciOiJub25lIn0.eyJhdWQiOiIwMDAwMDAwMy0wMDAwLTBmZjEtY2UwMC0wMDAwMDAwMDAwMDAvY2xmYWNhZGVtaWVzLnNoYXJlcG9pbnQuY29tQGE3OWIyMzU2LThjMjQtNDkyMi1iNDIwLWM2ZTI2ZDBiNDA5MSIsImlzcyI6IjAwMDAwMDAzLTAwMDAtMGZmMS1jZTAwLTAwMDAwMDAwMDAwMCIsIm5iZiI6IjE2MDgyOTI4MDAiLCJleHAiOiIxNjA4MzE0NDAwIiwiZW5kcG9pbnR1cmwiOiJjQ2h6NWVmTDRBMTBvTXFKbGJNUDZ4YVA2MVd3dkd0SVJRSm9PUnBlRmVZPSIsImVuZHBvaW50dXJsTGVuZ3RoIjoiMTE5IiwiaXNsb29wYmFjayI6IlRydWUiLCJ2ZXIiOiJoYXNoZWRwcm9vZnRva2VuIiwic2l0ZWlkIjoiWm1Fd01ETXdNV0V0WTJNMk9TMDBOV1psTFRnMU1UVXRZVFppTldRNU5qZGlOVFZoIiwic2lnbmluX3N0YXRlIjoiW1wia21zaVwiLFwiZHZjX2RtamRcIl0iLCJuYW1laWQiOiIwIy5mfG1lbWJlcnNoaXB8YW5hLmJyYWRkb2NrQGNsZi51ayIsIm5paSI6Im1pY3Jvc29mdC5zaGFyZXBvaW50IiwiaXN1c2VyIjoidHJ1ZSIsImNhY2hla2V5IjoiMGguZnxtZW1iZXJzaGlwfDEwMDMwMDAwYWQ3YzE1M2JAbGl2ZS5jb20iLCJ0dCI6IjAiLCJ1c2VQZXJzaXN0ZW50Q29va2llIjoiMyJ9.ZFhPTkNFaWs2Rm51REQ4K0xicm8wK0twMHNscXd1dU1iMTY5OUw4SFl5RT0&amp;encodeFailures=1&amp;srcWidth=&amp;srcHeight=&amp;width=579&amp;height=576&amp;action=Access">
            <a:extLst>
              <a:ext uri="{FF2B5EF4-FFF2-40B4-BE49-F238E27FC236}">
                <a16:creationId xmlns:a16="http://schemas.microsoft.com/office/drawing/2014/main" id="{31CFA139-07F8-CCBE-F01F-CE05404626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7570" y="3546341"/>
            <a:ext cx="2410860" cy="295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66256B4-FB76-FE56-647C-73763F8D29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59465" y="1809941"/>
            <a:ext cx="4175225" cy="841375"/>
          </a:xfrm>
        </p:spPr>
        <p:txBody>
          <a:bodyPr>
            <a:noAutofit/>
          </a:bodyPr>
          <a:lstStyle>
            <a:lvl1pPr algn="ctr">
              <a:buNone/>
              <a:defRPr sz="3250" i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/>
              <a:t>Day session</a:t>
            </a:r>
          </a:p>
        </p:txBody>
      </p:sp>
    </p:spTree>
    <p:extLst>
      <p:ext uri="{BB962C8B-B14F-4D97-AF65-F5344CB8AC3E}">
        <p14:creationId xmlns:p14="http://schemas.microsoft.com/office/powerpoint/2010/main" val="4160722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D56006D9-1335-F661-72AA-6B6D0400CC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19" y="125067"/>
            <a:ext cx="792755" cy="746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ounded Rectangle 23">
            <a:extLst>
              <a:ext uri="{FF2B5EF4-FFF2-40B4-BE49-F238E27FC236}">
                <a16:creationId xmlns:a16="http://schemas.microsoft.com/office/drawing/2014/main" id="{F6D42CA6-462B-65A7-9B5B-3C589F700F86}"/>
              </a:ext>
            </a:extLst>
          </p:cNvPr>
          <p:cNvSpPr/>
          <p:nvPr userDrawn="1"/>
        </p:nvSpPr>
        <p:spPr>
          <a:xfrm>
            <a:off x="6924627" y="1018745"/>
            <a:ext cx="282238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3" i="1">
              <a:latin typeface="Twinkl Cursive Looped Light" panose="02000000000000000000" pitchFamily="2" charset="77"/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933816E0-3D73-5ED5-6343-3817A0CE1063}"/>
              </a:ext>
            </a:extLst>
          </p:cNvPr>
          <p:cNvSpPr/>
          <p:nvPr userDrawn="1"/>
        </p:nvSpPr>
        <p:spPr>
          <a:xfrm>
            <a:off x="3583736" y="1052186"/>
            <a:ext cx="282238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3" i="1">
              <a:latin typeface="Twinkl Cursive Looped Light" panose="02000000000000000000" pitchFamily="2" charset="77"/>
            </a:endParaRPr>
          </a:p>
        </p:txBody>
      </p:sp>
      <p:sp>
        <p:nvSpPr>
          <p:cNvPr id="16" name="Rounded Rectangle 21">
            <a:extLst>
              <a:ext uri="{FF2B5EF4-FFF2-40B4-BE49-F238E27FC236}">
                <a16:creationId xmlns:a16="http://schemas.microsoft.com/office/drawing/2014/main" id="{F6937F02-EEC3-C298-0063-EDDE7526730B}"/>
              </a:ext>
            </a:extLst>
          </p:cNvPr>
          <p:cNvSpPr/>
          <p:nvPr userDrawn="1"/>
        </p:nvSpPr>
        <p:spPr>
          <a:xfrm>
            <a:off x="170620" y="1052185"/>
            <a:ext cx="282238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3" i="1">
              <a:latin typeface="Twinkl Cursive Looped Light" panose="02000000000000000000" pitchFamily="2" charset="77"/>
            </a:endParaRPr>
          </a:p>
        </p:txBody>
      </p:sp>
      <p:sp>
        <p:nvSpPr>
          <p:cNvPr id="17" name="Right Arrow 38">
            <a:extLst>
              <a:ext uri="{FF2B5EF4-FFF2-40B4-BE49-F238E27FC236}">
                <a16:creationId xmlns:a16="http://schemas.microsoft.com/office/drawing/2014/main" id="{B1CFD2A5-7039-037E-430B-B80B83385DB6}"/>
              </a:ext>
            </a:extLst>
          </p:cNvPr>
          <p:cNvSpPr/>
          <p:nvPr userDrawn="1"/>
        </p:nvSpPr>
        <p:spPr>
          <a:xfrm>
            <a:off x="3114682" y="4523091"/>
            <a:ext cx="372092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3" i="1">
              <a:latin typeface="Twinkl Cursive Looped Light" panose="02000000000000000000" pitchFamily="2" charset="77"/>
            </a:endParaRPr>
          </a:p>
        </p:txBody>
      </p:sp>
      <p:sp>
        <p:nvSpPr>
          <p:cNvPr id="18" name="Right Arrow 40">
            <a:extLst>
              <a:ext uri="{FF2B5EF4-FFF2-40B4-BE49-F238E27FC236}">
                <a16:creationId xmlns:a16="http://schemas.microsoft.com/office/drawing/2014/main" id="{372AD2D4-1CF6-11D1-3BEA-720CFCFE5006}"/>
              </a:ext>
            </a:extLst>
          </p:cNvPr>
          <p:cNvSpPr/>
          <p:nvPr userDrawn="1"/>
        </p:nvSpPr>
        <p:spPr>
          <a:xfrm>
            <a:off x="6456663" y="4523091"/>
            <a:ext cx="372092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3" i="1">
              <a:latin typeface="Twinkl Cursive Looped Light" panose="02000000000000000000" pitchFamily="2" charset="77"/>
            </a:endParaRPr>
          </a:p>
        </p:txBody>
      </p:sp>
      <p:sp>
        <p:nvSpPr>
          <p:cNvPr id="19" name="Cloud Callout 14">
            <a:extLst>
              <a:ext uri="{FF2B5EF4-FFF2-40B4-BE49-F238E27FC236}">
                <a16:creationId xmlns:a16="http://schemas.microsoft.com/office/drawing/2014/main" id="{72557F44-26CC-ABAB-3E13-3FFF710EA6C6}"/>
              </a:ext>
            </a:extLst>
          </p:cNvPr>
          <p:cNvSpPr/>
          <p:nvPr userDrawn="1"/>
        </p:nvSpPr>
        <p:spPr>
          <a:xfrm>
            <a:off x="1334543" y="1326933"/>
            <a:ext cx="1554863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463" b="1" i="0">
                <a:latin typeface="Twinkl Cursive Looped Light" panose="02000000000000000000" pitchFamily="2" charset="77"/>
              </a:rPr>
              <a:t>What am I learning?</a:t>
            </a:r>
          </a:p>
        </p:txBody>
      </p:sp>
      <p:sp>
        <p:nvSpPr>
          <p:cNvPr id="20" name="Cloud Callout 17">
            <a:extLst>
              <a:ext uri="{FF2B5EF4-FFF2-40B4-BE49-F238E27FC236}">
                <a16:creationId xmlns:a16="http://schemas.microsoft.com/office/drawing/2014/main" id="{99034DEB-EBF2-656E-3440-CC2D10A6A536}"/>
              </a:ext>
            </a:extLst>
          </p:cNvPr>
          <p:cNvSpPr/>
          <p:nvPr userDrawn="1"/>
        </p:nvSpPr>
        <p:spPr>
          <a:xfrm>
            <a:off x="4533158" y="1132776"/>
            <a:ext cx="1780139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463" b="1" i="0">
                <a:latin typeface="Twinkl Cursive Looped Light" panose="02000000000000000000" pitchFamily="2" charset="77"/>
              </a:rPr>
              <a:t>Why am I learning this?</a:t>
            </a:r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C1DBC0FA-BEBC-DB1B-A07D-B992ACFA9B31}"/>
              </a:ext>
            </a:extLst>
          </p:cNvPr>
          <p:cNvSpPr/>
          <p:nvPr userDrawn="1"/>
        </p:nvSpPr>
        <p:spPr>
          <a:xfrm>
            <a:off x="7937251" y="1166215"/>
            <a:ext cx="1780139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463" b="1" i="0">
                <a:latin typeface="Twinkl Cursive Looped Light" panose="02000000000000000000" pitchFamily="2" charset="77"/>
              </a:rPr>
              <a:t>How will I know when I get there?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646F1E1-DCB0-8652-1C01-B27E4DECEB83}"/>
              </a:ext>
            </a:extLst>
          </p:cNvPr>
          <p:cNvSpPr/>
          <p:nvPr userDrawn="1"/>
        </p:nvSpPr>
        <p:spPr>
          <a:xfrm>
            <a:off x="274221" y="3815695"/>
            <a:ext cx="2615184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1950" b="1" i="1">
                <a:solidFill>
                  <a:schemeClr val="tx1"/>
                </a:solidFill>
                <a:latin typeface="Twinkl Cursive Looped Light" panose="02000000000000000000" pitchFamily="2" charset="77"/>
              </a:rPr>
              <a:t>I am learning to…</a:t>
            </a:r>
          </a:p>
          <a:p>
            <a:pPr algn="ctr"/>
            <a:endParaRPr lang="en-GB" sz="2275" i="1">
              <a:solidFill>
                <a:schemeClr val="tx1"/>
              </a:solidFill>
              <a:latin typeface="Twinkl Cursive Looped Light" panose="02000000000000000000" pitchFamily="2" charset="77"/>
            </a:endParaRPr>
          </a:p>
          <a:p>
            <a:pPr algn="ctr"/>
            <a:endParaRPr lang="en-GB" sz="1463" i="1">
              <a:solidFill>
                <a:schemeClr val="tx1"/>
              </a:solidFill>
              <a:latin typeface="Twinkl Cursive Looped Light" panose="02000000000000000000" pitchFamily="2" charset="77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705862-A1AE-7F25-7136-07F0B8B9FD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3515829" y="1652289"/>
            <a:ext cx="1422079" cy="21466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A8159E-6768-ACF9-C38D-6273DAA9B8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01529" y="1618102"/>
            <a:ext cx="1364797" cy="23986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1EE97E-6D16-40A1-3A53-1B671DC671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7147207" y="1484992"/>
            <a:ext cx="1337310" cy="2398601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2CB1FC9-FD58-52C0-23F6-FC4FDB6820AF}"/>
              </a:ext>
            </a:extLst>
          </p:cNvPr>
          <p:cNvSpPr/>
          <p:nvPr userDrawn="1"/>
        </p:nvSpPr>
        <p:spPr>
          <a:xfrm>
            <a:off x="3695067" y="3820473"/>
            <a:ext cx="2615184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1950" b="1" i="1">
                <a:solidFill>
                  <a:schemeClr val="tx1"/>
                </a:solidFill>
                <a:latin typeface="Twinkl Cursive Looped Light" panose="02000000000000000000" pitchFamily="2" charset="77"/>
              </a:rPr>
              <a:t>This is so…</a:t>
            </a:r>
          </a:p>
          <a:p>
            <a:pPr algn="ctr"/>
            <a:endParaRPr lang="en-GB" sz="2275" i="1">
              <a:solidFill>
                <a:schemeClr val="tx1"/>
              </a:solidFill>
              <a:latin typeface="Twinkl Cursive Looped Light" panose="02000000000000000000" pitchFamily="2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4503B1-BD02-EA02-AE0B-AC487CD2AFD0}"/>
              </a:ext>
            </a:extLst>
          </p:cNvPr>
          <p:cNvSpPr/>
          <p:nvPr userDrawn="1"/>
        </p:nvSpPr>
        <p:spPr>
          <a:xfrm>
            <a:off x="7028227" y="3815695"/>
            <a:ext cx="2615184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1950" b="1" i="1">
                <a:solidFill>
                  <a:schemeClr val="tx1"/>
                </a:solidFill>
                <a:latin typeface="Twinkl Cursive Looped Light" panose="02000000000000000000" pitchFamily="2" charset="77"/>
              </a:rPr>
              <a:t>I will show this by…</a:t>
            </a:r>
          </a:p>
          <a:p>
            <a:pPr algn="ctr"/>
            <a:endParaRPr lang="en-GB" sz="2275" i="1">
              <a:solidFill>
                <a:schemeClr val="tx1"/>
              </a:solidFill>
              <a:latin typeface="Twinkl Cursive Looped Light" panose="02000000000000000000" pitchFamily="2" charset="77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3374" y="252727"/>
            <a:ext cx="8543925" cy="587374"/>
          </a:xfrm>
        </p:spPr>
        <p:txBody>
          <a:bodyPr/>
          <a:lstStyle/>
          <a:p>
            <a:r>
              <a:rPr lang="en-GB"/>
              <a:t>Key Question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3B7B291-D52D-95B8-84B9-3312C89477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7531" y="4522789"/>
            <a:ext cx="2079228" cy="1698625"/>
          </a:xfrm>
        </p:spPr>
        <p:txBody>
          <a:bodyPr>
            <a:normAutofit/>
          </a:bodyPr>
          <a:lstStyle>
            <a:lvl1pPr marL="7739" indent="-7739" algn="ctr">
              <a:buNone/>
              <a:tabLst/>
              <a:defRPr sz="195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EC15CAA9-8C92-565C-C8AE-391C0A8CB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63045" y="4522788"/>
            <a:ext cx="2079228" cy="1698625"/>
          </a:xfrm>
        </p:spPr>
        <p:txBody>
          <a:bodyPr>
            <a:normAutofit/>
          </a:bodyPr>
          <a:lstStyle>
            <a:lvl1pPr marL="7739" indent="-7739" algn="ctr">
              <a:buNone/>
              <a:tabLst/>
              <a:defRPr sz="195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E591B14A-DBC9-599B-D8C3-00A1930120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96205" y="4485372"/>
            <a:ext cx="2079228" cy="1698625"/>
          </a:xfrm>
        </p:spPr>
        <p:txBody>
          <a:bodyPr>
            <a:normAutofit/>
          </a:bodyPr>
          <a:lstStyle>
            <a:lvl1pPr marL="7739" indent="-7739" algn="ctr">
              <a:buNone/>
              <a:tabLst/>
              <a:defRPr sz="195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6824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Twinkl Cursive Looped Light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Twinkl Cursive Looped Light" panose="02000000000000000000" pitchFamily="2" charset="77"/>
              </a:defRPr>
            </a:lvl1pPr>
            <a:lvl2pPr>
              <a:defRPr b="0" i="0">
                <a:latin typeface="Twinkl Cursive Looped Light" panose="02000000000000000000" pitchFamily="2" charset="77"/>
              </a:defRPr>
            </a:lvl2pPr>
            <a:lvl3pPr>
              <a:defRPr b="0" i="0">
                <a:latin typeface="Twinkl Cursive Looped Light" panose="02000000000000000000" pitchFamily="2" charset="77"/>
              </a:defRPr>
            </a:lvl3pPr>
            <a:lvl4pPr>
              <a:defRPr b="0" i="0">
                <a:latin typeface="Twinkl Cursive Looped Light" panose="02000000000000000000" pitchFamily="2" charset="77"/>
              </a:defRPr>
            </a:lvl4pPr>
            <a:lvl5pPr>
              <a:defRPr b="0" i="0">
                <a:latin typeface="Twinkl Cursive Looped Light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466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214" y="365126"/>
            <a:ext cx="8543925" cy="1325563"/>
          </a:xfrm>
        </p:spPr>
        <p:txBody>
          <a:bodyPr/>
          <a:lstStyle>
            <a:lvl1pPr>
              <a:defRPr b="0" i="0">
                <a:latin typeface="Twinkl Cursive Looped Light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214" y="1825625"/>
            <a:ext cx="9344517" cy="4351338"/>
          </a:xfrm>
        </p:spPr>
        <p:txBody>
          <a:bodyPr/>
          <a:lstStyle>
            <a:lvl1pPr>
              <a:defRPr b="0" i="0">
                <a:latin typeface="Twinkl Cursive Looped Light" panose="02000000000000000000" pitchFamily="2" charset="77"/>
              </a:defRPr>
            </a:lvl1pPr>
            <a:lvl2pPr>
              <a:defRPr b="0" i="0">
                <a:latin typeface="Twinkl Cursive Looped Light" panose="02000000000000000000" pitchFamily="2" charset="77"/>
              </a:defRPr>
            </a:lvl2pPr>
            <a:lvl3pPr>
              <a:defRPr b="0" i="0">
                <a:latin typeface="Twinkl Cursive Looped Light" panose="02000000000000000000" pitchFamily="2" charset="77"/>
              </a:defRPr>
            </a:lvl3pPr>
            <a:lvl4pPr>
              <a:defRPr b="0" i="0">
                <a:latin typeface="Twinkl Cursive Looped Light" panose="02000000000000000000" pitchFamily="2" charset="77"/>
              </a:defRPr>
            </a:lvl4pPr>
            <a:lvl5pPr>
              <a:defRPr b="0" i="0">
                <a:latin typeface="Twinkl Cursive Looped Light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12" name="Picture 11" descr="A close-up of a card  AI-generated content may be incorrect.">
            <a:extLst>
              <a:ext uri="{FF2B5EF4-FFF2-40B4-BE49-F238E27FC236}">
                <a16:creationId xmlns:a16="http://schemas.microsoft.com/office/drawing/2014/main" id="{19C37659-7358-BC03-60AF-B392A7BB23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9566" y="119675"/>
            <a:ext cx="1275077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270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135" y="365126"/>
            <a:ext cx="8543925" cy="1325563"/>
          </a:xfrm>
        </p:spPr>
        <p:txBody>
          <a:bodyPr/>
          <a:lstStyle>
            <a:lvl1pPr>
              <a:defRPr b="0" i="0">
                <a:latin typeface="Twinkl Cursive Looped Light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135" y="1825625"/>
            <a:ext cx="9438453" cy="4351338"/>
          </a:xfrm>
        </p:spPr>
        <p:txBody>
          <a:bodyPr/>
          <a:lstStyle>
            <a:lvl1pPr>
              <a:defRPr b="0" i="0">
                <a:latin typeface="Twinkl Cursive Looped Light" panose="02000000000000000000" pitchFamily="2" charset="77"/>
              </a:defRPr>
            </a:lvl1pPr>
            <a:lvl2pPr>
              <a:defRPr b="0" i="0">
                <a:latin typeface="Twinkl Cursive Looped Light" panose="02000000000000000000" pitchFamily="2" charset="77"/>
              </a:defRPr>
            </a:lvl2pPr>
            <a:lvl3pPr>
              <a:defRPr b="0" i="0">
                <a:latin typeface="Twinkl Cursive Looped Light" panose="02000000000000000000" pitchFamily="2" charset="77"/>
              </a:defRPr>
            </a:lvl3pPr>
            <a:lvl4pPr>
              <a:defRPr b="0" i="0">
                <a:latin typeface="Twinkl Cursive Looped Light" panose="02000000000000000000" pitchFamily="2" charset="77"/>
              </a:defRPr>
            </a:lvl4pPr>
            <a:lvl5pPr>
              <a:defRPr b="0" i="0">
                <a:latin typeface="Twinkl Cursive Looped Light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5" name="Picture 4" descr="A close-up of a pink sign  AI-generated content may be incorrect.">
            <a:extLst>
              <a:ext uri="{FF2B5EF4-FFF2-40B4-BE49-F238E27FC236}">
                <a16:creationId xmlns:a16="http://schemas.microsoft.com/office/drawing/2014/main" id="{19068DFF-8F6D-50B2-E291-8172C80B0F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255" y="113196"/>
            <a:ext cx="1248569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23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976" y="365126"/>
            <a:ext cx="8543925" cy="1325563"/>
          </a:xfrm>
        </p:spPr>
        <p:txBody>
          <a:bodyPr/>
          <a:lstStyle>
            <a:lvl1pPr>
              <a:defRPr b="0" i="0">
                <a:latin typeface="Twinkl Cursive Looped Light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976" y="1825625"/>
            <a:ext cx="9438453" cy="4351338"/>
          </a:xfrm>
        </p:spPr>
        <p:txBody>
          <a:bodyPr/>
          <a:lstStyle>
            <a:lvl1pPr>
              <a:defRPr b="0" i="0">
                <a:latin typeface="Twinkl Cursive Looped Light" panose="02000000000000000000" pitchFamily="2" charset="77"/>
              </a:defRPr>
            </a:lvl1pPr>
            <a:lvl2pPr>
              <a:defRPr b="0" i="0">
                <a:latin typeface="Twinkl Cursive Looped Light" panose="02000000000000000000" pitchFamily="2" charset="77"/>
              </a:defRPr>
            </a:lvl2pPr>
            <a:lvl3pPr>
              <a:defRPr b="0" i="0">
                <a:latin typeface="Twinkl Cursive Looped Light" panose="02000000000000000000" pitchFamily="2" charset="77"/>
              </a:defRPr>
            </a:lvl3pPr>
            <a:lvl4pPr>
              <a:defRPr b="0" i="0">
                <a:latin typeface="Twinkl Cursive Looped Light" panose="02000000000000000000" pitchFamily="2" charset="77"/>
              </a:defRPr>
            </a:lvl4pPr>
            <a:lvl5pPr>
              <a:defRPr b="0" i="0">
                <a:latin typeface="Twinkl Cursive Looped Light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5" name="Picture 4" descr="A pink background with a cartoon character  AI-generated content may be incorrect.">
            <a:extLst>
              <a:ext uri="{FF2B5EF4-FFF2-40B4-BE49-F238E27FC236}">
                <a16:creationId xmlns:a16="http://schemas.microsoft.com/office/drawing/2014/main" id="{581A9594-F87A-CB36-0ABE-02311C173D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6430" y="120460"/>
            <a:ext cx="1304788" cy="66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544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213" y="428187"/>
            <a:ext cx="8543925" cy="1325563"/>
          </a:xfrm>
        </p:spPr>
        <p:txBody>
          <a:bodyPr/>
          <a:lstStyle>
            <a:lvl1pPr>
              <a:defRPr b="0" i="0">
                <a:latin typeface="Twinkl Cursive Looped Light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213" y="1888687"/>
            <a:ext cx="9387216" cy="4351338"/>
          </a:xfrm>
        </p:spPr>
        <p:txBody>
          <a:bodyPr/>
          <a:lstStyle>
            <a:lvl1pPr>
              <a:defRPr b="0" i="0">
                <a:latin typeface="Twinkl Cursive Looped Light" panose="02000000000000000000" pitchFamily="2" charset="77"/>
              </a:defRPr>
            </a:lvl1pPr>
            <a:lvl2pPr>
              <a:defRPr b="0" i="0">
                <a:latin typeface="Twinkl Cursive Looped Light" panose="02000000000000000000" pitchFamily="2" charset="77"/>
              </a:defRPr>
            </a:lvl2pPr>
            <a:lvl3pPr>
              <a:defRPr b="0" i="0">
                <a:latin typeface="Twinkl Cursive Looped Light" panose="02000000000000000000" pitchFamily="2" charset="77"/>
              </a:defRPr>
            </a:lvl3pPr>
            <a:lvl4pPr>
              <a:defRPr b="0" i="0">
                <a:latin typeface="Twinkl Cursive Looped Light" panose="02000000000000000000" pitchFamily="2" charset="77"/>
              </a:defRPr>
            </a:lvl4pPr>
            <a:lvl5pPr>
              <a:defRPr b="0" i="0">
                <a:latin typeface="Twinkl Cursive Looped Light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5" name="Picture 4" descr="A green background with black text  AI-generated content may be incorrect.">
            <a:extLst>
              <a:ext uri="{FF2B5EF4-FFF2-40B4-BE49-F238E27FC236}">
                <a16:creationId xmlns:a16="http://schemas.microsoft.com/office/drawing/2014/main" id="{CC604806-5D10-E6B9-F493-5B233D154E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5797" y="206432"/>
            <a:ext cx="1227931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589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58A97-A842-41C0-0520-7D688F4F4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Twinkl Cursive Looped Light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7A11D-219E-C3C1-CBA7-FD607AA759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>
            <a:lvl1pPr>
              <a:defRPr b="0" i="0">
                <a:latin typeface="Twinkl Cursive Looped Light" panose="02000000000000000000" pitchFamily="2" charset="77"/>
              </a:defRPr>
            </a:lvl1pPr>
            <a:lvl2pPr>
              <a:defRPr b="0" i="0">
                <a:latin typeface="Twinkl Cursive Looped Light" panose="02000000000000000000" pitchFamily="2" charset="77"/>
              </a:defRPr>
            </a:lvl2pPr>
            <a:lvl3pPr>
              <a:defRPr b="0" i="0">
                <a:latin typeface="Twinkl Cursive Looped Light" panose="02000000000000000000" pitchFamily="2" charset="77"/>
              </a:defRPr>
            </a:lvl3pPr>
            <a:lvl4pPr>
              <a:defRPr b="0" i="0">
                <a:latin typeface="Twinkl Cursive Looped Light" panose="02000000000000000000" pitchFamily="2" charset="77"/>
              </a:defRPr>
            </a:lvl4pPr>
            <a:lvl5pPr>
              <a:defRPr b="0" i="0">
                <a:latin typeface="Twinkl Cursive Looped Light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24A70-FA1A-835D-6CCB-D562CB97C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>
            <a:lvl1pPr>
              <a:defRPr b="0" i="0">
                <a:latin typeface="Twinkl Cursive Looped Light" panose="02000000000000000000" pitchFamily="2" charset="77"/>
              </a:defRPr>
            </a:lvl1pPr>
            <a:lvl2pPr>
              <a:defRPr b="0" i="0">
                <a:latin typeface="Twinkl Cursive Looped Light" panose="02000000000000000000" pitchFamily="2" charset="77"/>
              </a:defRPr>
            </a:lvl2pPr>
            <a:lvl3pPr>
              <a:defRPr b="0" i="0">
                <a:latin typeface="Twinkl Cursive Looped Light" panose="02000000000000000000" pitchFamily="2" charset="77"/>
              </a:defRPr>
            </a:lvl3pPr>
            <a:lvl4pPr>
              <a:defRPr b="0" i="0">
                <a:latin typeface="Twinkl Cursive Looped Light" panose="02000000000000000000" pitchFamily="2" charset="77"/>
              </a:defRPr>
            </a:lvl4pPr>
            <a:lvl5pPr>
              <a:defRPr b="0" i="0">
                <a:latin typeface="Twinkl Cursive Looped Light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9601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1BAA2-823E-F1D3-28F6-5DB0798CD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>
            <a:lvl1pPr>
              <a:defRPr b="0" i="0">
                <a:latin typeface="Twinkl Cursive Looped Light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E0B2E-9D5E-F3ED-F220-8D8FC0519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0" i="0">
                <a:latin typeface="Twinkl Cursive Looped Light" panose="02000000000000000000" pitchFamily="2" charset="77"/>
              </a:defRPr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DABA0-4A48-1735-F3DC-EA381ECA33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>
            <a:lvl1pPr>
              <a:defRPr b="0" i="0">
                <a:latin typeface="Twinkl Cursive Looped Light" panose="02000000000000000000" pitchFamily="2" charset="77"/>
              </a:defRPr>
            </a:lvl1pPr>
            <a:lvl2pPr>
              <a:defRPr b="0" i="0">
                <a:latin typeface="Twinkl Cursive Looped Light" panose="02000000000000000000" pitchFamily="2" charset="77"/>
              </a:defRPr>
            </a:lvl2pPr>
            <a:lvl3pPr>
              <a:defRPr b="0" i="0">
                <a:latin typeface="Twinkl Cursive Looped Light" panose="02000000000000000000" pitchFamily="2" charset="77"/>
              </a:defRPr>
            </a:lvl3pPr>
            <a:lvl4pPr>
              <a:defRPr b="0" i="0">
                <a:latin typeface="Twinkl Cursive Looped Light" panose="02000000000000000000" pitchFamily="2" charset="77"/>
              </a:defRPr>
            </a:lvl4pPr>
            <a:lvl5pPr>
              <a:defRPr b="0" i="0">
                <a:latin typeface="Twinkl Cursive Looped Light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1D479-9003-7BC3-1543-513E17B690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0" i="0">
                <a:latin typeface="Twinkl Cursive Looped Light" panose="02000000000000000000" pitchFamily="2" charset="77"/>
              </a:defRPr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8DB2E2-87B6-D88F-696B-1A9F6E0886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>
            <a:lvl1pPr>
              <a:defRPr b="0" i="0">
                <a:latin typeface="Twinkl Cursive Looped Light" panose="02000000000000000000" pitchFamily="2" charset="77"/>
              </a:defRPr>
            </a:lvl1pPr>
            <a:lvl2pPr>
              <a:defRPr b="0" i="0">
                <a:latin typeface="Twinkl Cursive Looped Light" panose="02000000000000000000" pitchFamily="2" charset="77"/>
              </a:defRPr>
            </a:lvl2pPr>
            <a:lvl3pPr>
              <a:defRPr b="0" i="0">
                <a:latin typeface="Twinkl Cursive Looped Light" panose="02000000000000000000" pitchFamily="2" charset="77"/>
              </a:defRPr>
            </a:lvl3pPr>
            <a:lvl4pPr>
              <a:defRPr b="0" i="0">
                <a:latin typeface="Twinkl Cursive Looped Light" panose="02000000000000000000" pitchFamily="2" charset="77"/>
              </a:defRPr>
            </a:lvl4pPr>
            <a:lvl5pPr>
              <a:defRPr b="0" i="0">
                <a:latin typeface="Twinkl Cursive Looped Light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19974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939136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A8D70D-55A8-11BA-DE55-C14C5FBE2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07E47-679C-A35E-7E3A-96A091E30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3833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61" r:id="rId5"/>
    <p:sldLayoutId id="2147483662" r:id="rId6"/>
    <p:sldLayoutId id="2147483677" r:id="rId7"/>
    <p:sldLayoutId id="2147483676" r:id="rId8"/>
    <p:sldLayoutId id="2147483673" r:id="rId9"/>
    <p:sldLayoutId id="2147483674" r:id="rId10"/>
    <p:sldLayoutId id="2147483675" r:id="rId11"/>
    <p:sldLayoutId id="2147483664" r:id="rId12"/>
    <p:sldLayoutId id="2147483665" r:id="rId13"/>
    <p:sldLayoutId id="2147483667" r:id="rId14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b="0" i="0" kern="1200">
          <a:solidFill>
            <a:schemeClr val="tx1"/>
          </a:solidFill>
          <a:latin typeface="Twinkl Cursive Looped Light" panose="02000000000000000000" pitchFamily="2" charset="77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53F453-3079-D3F9-DF2B-F02C88399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3" y="717292"/>
            <a:ext cx="8143000" cy="2031621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A283EB-A971-7A9D-D48E-8F2A2408C74D}"/>
              </a:ext>
            </a:extLst>
          </p:cNvPr>
          <p:cNvSpPr txBox="1"/>
          <p:nvPr/>
        </p:nvSpPr>
        <p:spPr>
          <a:xfrm>
            <a:off x="149807" y="2949302"/>
            <a:ext cx="8449036" cy="2192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950">
                <a:latin typeface="Twinkl Cursive Looped Light" panose="02000000000000000000" pitchFamily="2" charset="77"/>
              </a:rPr>
              <a:t xml:space="preserve">I will read short parts of the sentence(s) very slowly but not make it clear where sentences end or begin.  </a:t>
            </a:r>
          </a:p>
          <a:p>
            <a:pPr algn="l"/>
            <a:endParaRPr lang="en-GB" sz="1950">
              <a:latin typeface="Twinkl Cursive Looped Light" panose="02000000000000000000" pitchFamily="2" charset="77"/>
            </a:endParaRPr>
          </a:p>
          <a:p>
            <a:pPr algn="l"/>
            <a:r>
              <a:rPr lang="en-GB" sz="1950">
                <a:latin typeface="Twinkl Cursive Looped Light" panose="02000000000000000000" pitchFamily="2" charset="77"/>
              </a:rPr>
              <a:t>I will re-read parts so you will hear the words several times.</a:t>
            </a:r>
          </a:p>
          <a:p>
            <a:pPr algn="l"/>
            <a:endParaRPr lang="en-GB" sz="1950">
              <a:latin typeface="Twinkl Cursive Looped Light" panose="02000000000000000000" pitchFamily="2" charset="77"/>
            </a:endParaRPr>
          </a:p>
          <a:p>
            <a:pPr algn="l"/>
            <a:r>
              <a:rPr lang="en-GB" sz="1950">
                <a:latin typeface="Twinkl Cursive Looped Light" panose="02000000000000000000" pitchFamily="2" charset="77"/>
              </a:rPr>
              <a:t>I won’t tell you any of the punctuation or spelling but you should use Every Time I write to help you while you are writing and when you have finished.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B51457-EBB6-894C-B3E9-DB596E1872E1}"/>
              </a:ext>
            </a:extLst>
          </p:cNvPr>
          <p:cNvSpPr txBox="1"/>
          <p:nvPr/>
        </p:nvSpPr>
        <p:spPr>
          <a:xfrm>
            <a:off x="196594" y="5358095"/>
            <a:ext cx="7466340" cy="54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463">
                <a:latin typeface="Twinkl Cursive Looped Light" panose="02000000000000000000" pitchFamily="2" charset="77"/>
              </a:rPr>
              <a:t>When we have finished, we will come to the home zone to review and edit our writing using our blue pens.</a:t>
            </a:r>
          </a:p>
        </p:txBody>
      </p:sp>
      <p:pic>
        <p:nvPicPr>
          <p:cNvPr id="11" name="Picture 10" descr="A cartoon of a person holding books  AI-generated content may be incorrect.">
            <a:extLst>
              <a:ext uri="{FF2B5EF4-FFF2-40B4-BE49-F238E27FC236}">
                <a16:creationId xmlns:a16="http://schemas.microsoft.com/office/drawing/2014/main" id="{FA918470-5BFE-C1F9-6499-8FFC73735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2527" y="3695211"/>
            <a:ext cx="956880" cy="956880"/>
          </a:xfrm>
          <a:prstGeom prst="rect">
            <a:avLst/>
          </a:prstGeom>
        </p:spPr>
      </p:pic>
      <p:pic>
        <p:nvPicPr>
          <p:cNvPr id="12" name="Picture 11" descr="A cartoon of a child running up a hill  AI-generated content may be incorrect.">
            <a:extLst>
              <a:ext uri="{FF2B5EF4-FFF2-40B4-BE49-F238E27FC236}">
                <a16:creationId xmlns:a16="http://schemas.microsoft.com/office/drawing/2014/main" id="{0055DDE9-6481-C083-F041-463624160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2527" y="2593457"/>
            <a:ext cx="956880" cy="9568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014017-1772-B353-CE99-E63DBF77A25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852" y="4783557"/>
            <a:ext cx="713555" cy="68268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3F253F0-7B31-B653-EEA2-E70D210BFB7B}"/>
              </a:ext>
            </a:extLst>
          </p:cNvPr>
          <p:cNvSpPr/>
          <p:nvPr/>
        </p:nvSpPr>
        <p:spPr>
          <a:xfrm>
            <a:off x="0" y="642938"/>
            <a:ext cx="9906000" cy="5572125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</p:spTree>
    <p:extLst>
      <p:ext uri="{BB962C8B-B14F-4D97-AF65-F5344CB8AC3E}">
        <p14:creationId xmlns:p14="http://schemas.microsoft.com/office/powerpoint/2010/main" val="3129185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FB1B0-52B1-4160-B2BD-0F9CB19C5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94A1A5-640F-4573-EFEB-8DF540FFE0B5}"/>
              </a:ext>
            </a:extLst>
          </p:cNvPr>
          <p:cNvSpPr txBox="1"/>
          <p:nvPr/>
        </p:nvSpPr>
        <p:spPr>
          <a:xfrm>
            <a:off x="427613" y="2198227"/>
            <a:ext cx="8650626" cy="1668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8606" indent="-278606">
              <a:buAutoNum type="arabicPeriod"/>
            </a:pPr>
            <a:r>
              <a:rPr lang="en-GB" sz="1463" dirty="0">
                <a:solidFill>
                  <a:srgbClr val="7030A0"/>
                </a:solidFill>
                <a:latin typeface="Twinkl Cursive Looped Light" panose="02000000000000000000" pitchFamily="2" charset="77"/>
              </a:rPr>
              <a:t>Have you used cursive handwriting and written in pen?</a:t>
            </a:r>
          </a:p>
          <a:p>
            <a:pPr marL="278606" indent="-278606">
              <a:buAutoNum type="arabicPeriod"/>
            </a:pPr>
            <a:r>
              <a:rPr lang="en-GB" sz="1463" dirty="0">
                <a:solidFill>
                  <a:srgbClr val="002060"/>
                </a:solidFill>
                <a:latin typeface="Twinkl Cursive Looped Light" panose="02000000000000000000" pitchFamily="2" charset="77"/>
              </a:rPr>
              <a:t>Have you re-read your writing to check it make sense and spot errors? Did you check that each sentence is a complete idea? Did you check for run-on sentences?</a:t>
            </a:r>
          </a:p>
          <a:p>
            <a:pPr marL="278606" indent="-278606">
              <a:buAutoNum type="arabicPeriod"/>
            </a:pPr>
            <a:r>
              <a:rPr lang="en-GB" sz="1463" dirty="0">
                <a:solidFill>
                  <a:srgbClr val="00B050"/>
                </a:solidFill>
                <a:latin typeface="Twinkl Cursive Looped Light" panose="02000000000000000000" pitchFamily="2" charset="77"/>
              </a:rPr>
              <a:t>Have you identified the sentences with capital letters and full-stops (or other ending punctuation)? Have you used capital letters correctly for names (proper nouns)? Commas after fronted adverbials? Apostrophes for possession?</a:t>
            </a:r>
          </a:p>
          <a:p>
            <a:pPr marL="278606" indent="-278606">
              <a:buAutoNum type="arabicPeriod"/>
            </a:pPr>
            <a:r>
              <a:rPr lang="en-GB" sz="1463" dirty="0">
                <a:solidFill>
                  <a:srgbClr val="FF0000"/>
                </a:solidFill>
                <a:latin typeface="Twinkl Cursive Looped Light" panose="02000000000000000000" pitchFamily="2" charset="77"/>
              </a:rPr>
              <a:t>Have you used all of your spelling strategies and checked words look right?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07E04E-9A80-6C83-BEE3-57239DA21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4994" y="671618"/>
            <a:ext cx="5772631" cy="144023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2023F47A-FC98-09B9-FB25-65AA25ECACBA}"/>
              </a:ext>
            </a:extLst>
          </p:cNvPr>
          <p:cNvSpPr/>
          <p:nvPr/>
        </p:nvSpPr>
        <p:spPr>
          <a:xfrm>
            <a:off x="5520831" y="1158396"/>
            <a:ext cx="834116" cy="834116"/>
          </a:xfrm>
          <a:prstGeom prst="ellipse">
            <a:avLst/>
          </a:prstGeom>
          <a:solidFill>
            <a:srgbClr val="7030A0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3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085BDD5-0C00-C042-9394-96E55C9EAB13}"/>
              </a:ext>
            </a:extLst>
          </p:cNvPr>
          <p:cNvSpPr/>
          <p:nvPr/>
        </p:nvSpPr>
        <p:spPr>
          <a:xfrm>
            <a:off x="8787844" y="1145563"/>
            <a:ext cx="834116" cy="834116"/>
          </a:xfrm>
          <a:prstGeom prst="ellipse">
            <a:avLst/>
          </a:prstGeom>
          <a:solidFill>
            <a:srgbClr val="002060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3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7F57775-6891-A928-18FE-0F3894F7F1F6}"/>
              </a:ext>
            </a:extLst>
          </p:cNvPr>
          <p:cNvSpPr/>
          <p:nvPr/>
        </p:nvSpPr>
        <p:spPr>
          <a:xfrm>
            <a:off x="7958133" y="1154541"/>
            <a:ext cx="834116" cy="834116"/>
          </a:xfrm>
          <a:prstGeom prst="ellipse">
            <a:avLst/>
          </a:prstGeom>
          <a:solidFill>
            <a:srgbClr val="00B050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3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657BBF5-155E-A3D7-AD24-FEEFE8EF02E4}"/>
              </a:ext>
            </a:extLst>
          </p:cNvPr>
          <p:cNvSpPr/>
          <p:nvPr/>
        </p:nvSpPr>
        <p:spPr>
          <a:xfrm>
            <a:off x="3887324" y="1145563"/>
            <a:ext cx="834116" cy="834116"/>
          </a:xfrm>
          <a:prstGeom prst="ellipse">
            <a:avLst/>
          </a:prstGeom>
          <a:solidFill>
            <a:srgbClr val="FF0000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3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04E8937-5E30-1AB0-E1AD-00B9C9C08A7D}"/>
              </a:ext>
            </a:extLst>
          </p:cNvPr>
          <p:cNvSpPr/>
          <p:nvPr/>
        </p:nvSpPr>
        <p:spPr>
          <a:xfrm>
            <a:off x="4688918" y="1145563"/>
            <a:ext cx="834116" cy="834116"/>
          </a:xfrm>
          <a:prstGeom prst="ellipse">
            <a:avLst/>
          </a:prstGeom>
          <a:solidFill>
            <a:srgbClr val="FF0000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3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44ADD8-9A4F-29DD-04BF-D827393A9DC6}"/>
              </a:ext>
            </a:extLst>
          </p:cNvPr>
          <p:cNvSpPr txBox="1"/>
          <p:nvPr/>
        </p:nvSpPr>
        <p:spPr>
          <a:xfrm>
            <a:off x="427613" y="1657301"/>
            <a:ext cx="2084225" cy="317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463">
                <a:latin typeface="Twinkl Cursive Looped Light" panose="02000000000000000000" pitchFamily="2" charset="77"/>
              </a:rPr>
              <a:t>Edit with your blue pen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0FDD82D-ACAB-75B9-54D9-4C8FF6B9D932}"/>
              </a:ext>
            </a:extLst>
          </p:cNvPr>
          <p:cNvSpPr/>
          <p:nvPr/>
        </p:nvSpPr>
        <p:spPr>
          <a:xfrm>
            <a:off x="6334755" y="1157301"/>
            <a:ext cx="834116" cy="834116"/>
          </a:xfrm>
          <a:prstGeom prst="ellipse">
            <a:avLst/>
          </a:prstGeom>
          <a:solidFill>
            <a:srgbClr val="002060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63"/>
          </a:p>
        </p:txBody>
      </p:sp>
      <p:pic>
        <p:nvPicPr>
          <p:cNvPr id="15" name="Picture 14" descr="A close-up of a pink sign  Description automatically generated">
            <a:extLst>
              <a:ext uri="{FF2B5EF4-FFF2-40B4-BE49-F238E27FC236}">
                <a16:creationId xmlns:a16="http://schemas.microsoft.com/office/drawing/2014/main" id="{9AF208EB-9600-726A-394C-63D93468C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5083" y="1357632"/>
            <a:ext cx="953986" cy="40997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C20067C-DE59-5054-03F5-720710FF5D7C}"/>
              </a:ext>
            </a:extLst>
          </p:cNvPr>
          <p:cNvSpPr/>
          <p:nvPr/>
        </p:nvSpPr>
        <p:spPr>
          <a:xfrm>
            <a:off x="0" y="642938"/>
            <a:ext cx="9906000" cy="5572125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F4B5B1C-EEF3-E042-DB0F-BF0162A0FC28}"/>
              </a:ext>
            </a:extLst>
          </p:cNvPr>
          <p:cNvSpPr txBox="1">
            <a:spLocks/>
          </p:cNvSpPr>
          <p:nvPr/>
        </p:nvSpPr>
        <p:spPr>
          <a:xfrm>
            <a:off x="658215" y="4087551"/>
            <a:ext cx="8543925" cy="1843153"/>
          </a:xfrm>
          <a:prstGeom prst="rect">
            <a:avLst/>
          </a:prstGeom>
        </p:spPr>
        <p:txBody>
          <a:bodyPr vert="horz" lIns="74295" tIns="37148" rIns="74295" bIns="37148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Twinkl Cursive Looped Light" panose="02000000000000000000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Twinkl Cursive Looped Light" panose="02000000000000000000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Twinkl Cursive Looped Light" panose="02000000000000000000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Twinkl Cursive Looped Light" panose="02000000000000000000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Twinkl Cursive Looped Light" panose="02000000000000000000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solidFill>
                  <a:srgbClr val="49B949"/>
                </a:solidFill>
              </a:rPr>
              <a:t>Q</a:t>
            </a:r>
            <a:r>
              <a:rPr lang="en-GB" dirty="0"/>
              <a:t>uietly</a:t>
            </a:r>
            <a:r>
              <a:rPr lang="en-GB" dirty="0">
                <a:solidFill>
                  <a:srgbClr val="49B949"/>
                </a:solidFill>
              </a:rPr>
              <a:t>,</a:t>
            </a:r>
            <a:r>
              <a:rPr lang="en-GB" dirty="0"/>
              <a:t xml:space="preserve"> the </a:t>
            </a:r>
            <a:r>
              <a:rPr lang="en-GB" dirty="0">
                <a:solidFill>
                  <a:srgbClr val="49B949"/>
                </a:solidFill>
              </a:rPr>
              <a:t>c</a:t>
            </a:r>
            <a:r>
              <a:rPr lang="en-GB" dirty="0"/>
              <a:t>ity</a:t>
            </a:r>
            <a:r>
              <a:rPr lang="en-GB" dirty="0">
                <a:solidFill>
                  <a:srgbClr val="49B949"/>
                </a:solidFill>
              </a:rPr>
              <a:t>’</a:t>
            </a:r>
            <a:r>
              <a:rPr lang="en-GB" dirty="0"/>
              <a:t>s church bells began to ring out across the valley</a:t>
            </a:r>
            <a:r>
              <a:rPr lang="en-GB" dirty="0">
                <a:solidFill>
                  <a:srgbClr val="49B949"/>
                </a:solidFill>
              </a:rPr>
              <a:t>.</a:t>
            </a:r>
            <a:r>
              <a:rPr lang="en-GB" dirty="0"/>
              <a:t xml:space="preserve"> </a:t>
            </a:r>
            <a:r>
              <a:rPr lang="en-GB" dirty="0">
                <a:solidFill>
                  <a:srgbClr val="49B949"/>
                </a:solidFill>
              </a:rPr>
              <a:t>T</a:t>
            </a:r>
            <a:r>
              <a:rPr lang="en-GB" dirty="0"/>
              <a:t xml:space="preserve">he </a:t>
            </a:r>
            <a:r>
              <a:rPr lang="en-GB" dirty="0">
                <a:solidFill>
                  <a:srgbClr val="49B949"/>
                </a:solidFill>
              </a:rPr>
              <a:t>p</a:t>
            </a:r>
            <a:r>
              <a:rPr lang="en-GB" dirty="0"/>
              <a:t>riest</a:t>
            </a:r>
            <a:r>
              <a:rPr lang="en-GB" dirty="0">
                <a:solidFill>
                  <a:srgbClr val="49B949"/>
                </a:solidFill>
              </a:rPr>
              <a:t>’</a:t>
            </a:r>
            <a:r>
              <a:rPr lang="en-GB" dirty="0"/>
              <a:t xml:space="preserve">s </a:t>
            </a:r>
            <a:r>
              <a:rPr lang="en-GB" dirty="0">
                <a:solidFill>
                  <a:srgbClr val="49B949"/>
                </a:solidFill>
              </a:rPr>
              <a:t>v</a:t>
            </a:r>
            <a:r>
              <a:rPr lang="en-GB" dirty="0"/>
              <a:t>oice carried magically as people gathered to celebrate</a:t>
            </a:r>
            <a:r>
              <a:rPr lang="en-GB" dirty="0">
                <a:solidFill>
                  <a:srgbClr val="49B949"/>
                </a:solidFill>
              </a:rPr>
              <a:t>.</a:t>
            </a:r>
            <a:r>
              <a:rPr lang="en-GB" dirty="0"/>
              <a:t xml:space="preserve"> </a:t>
            </a:r>
            <a:r>
              <a:rPr lang="en-GB" dirty="0">
                <a:solidFill>
                  <a:srgbClr val="49B949"/>
                </a:solidFill>
              </a:rPr>
              <a:t>H</a:t>
            </a:r>
            <a:r>
              <a:rPr lang="en-GB" dirty="0"/>
              <a:t>istorically</a:t>
            </a:r>
            <a:r>
              <a:rPr lang="en-GB" dirty="0">
                <a:solidFill>
                  <a:srgbClr val="49B949"/>
                </a:solidFill>
              </a:rPr>
              <a:t>,</a:t>
            </a:r>
            <a:r>
              <a:rPr lang="en-GB" dirty="0"/>
              <a:t xml:space="preserve"> </a:t>
            </a:r>
            <a:r>
              <a:rPr lang="en-GB" dirty="0">
                <a:solidFill>
                  <a:srgbClr val="49B949"/>
                </a:solidFill>
              </a:rPr>
              <a:t>C</a:t>
            </a:r>
            <a:r>
              <a:rPr lang="en-GB" dirty="0"/>
              <a:t xml:space="preserve">hristians give thanks at </a:t>
            </a:r>
            <a:r>
              <a:rPr lang="en-GB" dirty="0">
                <a:solidFill>
                  <a:srgbClr val="49B949"/>
                </a:solidFill>
              </a:rPr>
              <a:t>E</a:t>
            </a:r>
            <a:r>
              <a:rPr lang="en-GB" dirty="0"/>
              <a:t xml:space="preserve">aster for </a:t>
            </a:r>
            <a:r>
              <a:rPr lang="en-GB" dirty="0">
                <a:solidFill>
                  <a:srgbClr val="49B949"/>
                </a:solidFill>
              </a:rPr>
              <a:t>J</a:t>
            </a:r>
            <a:r>
              <a:rPr lang="en-GB" dirty="0"/>
              <a:t>esus</a:t>
            </a:r>
            <a:r>
              <a:rPr lang="en-GB" dirty="0">
                <a:solidFill>
                  <a:srgbClr val="49B949"/>
                </a:solidFill>
              </a:rPr>
              <a:t>’</a:t>
            </a:r>
            <a:r>
              <a:rPr lang="en-GB" dirty="0"/>
              <a:t>s sacrifice</a:t>
            </a:r>
            <a:r>
              <a:rPr lang="en-GB" dirty="0">
                <a:solidFill>
                  <a:srgbClr val="49B949"/>
                </a:solidFill>
              </a:rPr>
              <a:t>.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BBF92FF-C39E-5E7D-3EF2-FD47D4BE498E}"/>
              </a:ext>
            </a:extLst>
          </p:cNvPr>
          <p:cNvSpPr txBox="1">
            <a:spLocks/>
          </p:cNvSpPr>
          <p:nvPr/>
        </p:nvSpPr>
        <p:spPr>
          <a:xfrm>
            <a:off x="658214" y="4087550"/>
            <a:ext cx="8543925" cy="1843153"/>
          </a:xfrm>
          <a:prstGeom prst="rect">
            <a:avLst/>
          </a:prstGeom>
        </p:spPr>
        <p:txBody>
          <a:bodyPr vert="horz" lIns="74295" tIns="37148" rIns="74295" bIns="37148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Twinkl Cursive Looped Light" panose="02000000000000000000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Twinkl Cursive Looped Light" panose="02000000000000000000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Twinkl Cursive Looped Light" panose="02000000000000000000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Twinkl Cursive Looped Light" panose="02000000000000000000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Twinkl Cursive Looped Light" panose="02000000000000000000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Quietly</a:t>
            </a:r>
            <a:r>
              <a:rPr lang="en-GB" dirty="0"/>
              <a:t>,</a:t>
            </a:r>
            <a:r>
              <a:rPr lang="en-GB" dirty="0"/>
              <a:t xml:space="preserve"> the </a:t>
            </a:r>
            <a:r>
              <a:rPr lang="en-GB" dirty="0">
                <a:solidFill>
                  <a:srgbClr val="FF0000"/>
                </a:solidFill>
              </a:rPr>
              <a:t>city’s</a:t>
            </a:r>
            <a:r>
              <a:rPr lang="en-GB" dirty="0"/>
              <a:t xml:space="preserve"> church bells began to ring out </a:t>
            </a:r>
            <a:r>
              <a:rPr lang="en-GB" dirty="0">
                <a:solidFill>
                  <a:srgbClr val="FF0000"/>
                </a:solidFill>
              </a:rPr>
              <a:t>across</a:t>
            </a:r>
            <a:r>
              <a:rPr lang="en-GB" dirty="0"/>
              <a:t xml:space="preserve"> the </a:t>
            </a:r>
            <a:r>
              <a:rPr lang="en-GB" dirty="0">
                <a:solidFill>
                  <a:srgbClr val="FF0000"/>
                </a:solidFill>
              </a:rPr>
              <a:t>valley</a:t>
            </a:r>
            <a:r>
              <a:rPr lang="en-GB" dirty="0"/>
              <a:t>.</a:t>
            </a:r>
            <a:r>
              <a:rPr lang="en-GB" dirty="0"/>
              <a:t xml:space="preserve"> The </a:t>
            </a:r>
            <a:r>
              <a:rPr lang="en-GB" dirty="0">
                <a:solidFill>
                  <a:srgbClr val="FF0000"/>
                </a:solidFill>
              </a:rPr>
              <a:t>priest’s</a:t>
            </a:r>
            <a:r>
              <a:rPr lang="en-GB" dirty="0"/>
              <a:t xml:space="preserve"> </a:t>
            </a:r>
            <a:r>
              <a:rPr lang="en-GB" dirty="0">
                <a:solidFill>
                  <a:srgbClr val="FF0000"/>
                </a:solidFill>
              </a:rPr>
              <a:t>voice</a:t>
            </a:r>
            <a:r>
              <a:rPr lang="en-GB" dirty="0"/>
              <a:t xml:space="preserve"> carried </a:t>
            </a:r>
            <a:r>
              <a:rPr lang="en-GB" dirty="0">
                <a:solidFill>
                  <a:srgbClr val="FF0000"/>
                </a:solidFill>
              </a:rPr>
              <a:t>magically</a:t>
            </a:r>
            <a:r>
              <a:rPr lang="en-GB" dirty="0"/>
              <a:t xml:space="preserve"> as people gathered to </a:t>
            </a:r>
            <a:r>
              <a:rPr lang="en-GB" dirty="0">
                <a:solidFill>
                  <a:srgbClr val="FF0000"/>
                </a:solidFill>
              </a:rPr>
              <a:t>celebrate</a:t>
            </a:r>
            <a:r>
              <a:rPr lang="en-GB" dirty="0"/>
              <a:t>.</a:t>
            </a:r>
            <a:r>
              <a:rPr lang="en-GB" dirty="0"/>
              <a:t xml:space="preserve"> </a:t>
            </a:r>
            <a:r>
              <a:rPr lang="en-GB" dirty="0">
                <a:solidFill>
                  <a:srgbClr val="FF0000"/>
                </a:solidFill>
              </a:rPr>
              <a:t>Historically</a:t>
            </a:r>
            <a:r>
              <a:rPr lang="en-GB" dirty="0"/>
              <a:t>,</a:t>
            </a:r>
            <a:r>
              <a:rPr lang="en-GB" dirty="0"/>
              <a:t xml:space="preserve"> Christians give thanks at Easter for </a:t>
            </a:r>
            <a:r>
              <a:rPr lang="en-GB" dirty="0">
                <a:solidFill>
                  <a:srgbClr val="FF0000"/>
                </a:solidFill>
              </a:rPr>
              <a:t>Jesus’s</a:t>
            </a:r>
            <a:r>
              <a:rPr lang="en-GB" dirty="0"/>
              <a:t xml:space="preserve"> </a:t>
            </a:r>
            <a:r>
              <a:rPr lang="en-GB" dirty="0">
                <a:solidFill>
                  <a:srgbClr val="FF0000"/>
                </a:solidFill>
              </a:rPr>
              <a:t>sacrifice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1056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3" grpId="0" animBg="1"/>
      <p:bldP spid="20" grpId="0"/>
      <p:bldP spid="18" grpId="0"/>
    </p:bldLst>
  </p:timing>
</p:sld>
</file>

<file path=ppt/slides/slide3.xml><?xml version="1.0" encoding="utf-8"?>
<sld xmlns="http://schemas.openxmlformats.org/presentationml/2006/main" xmlns:a="http://schemas.openxmlformats.org/drawingml/2006/main" xmlns:ns2="http://schemas.microsoft.com/office/drawing/2014/main" xmlns:ns3="http://schemas.microsoft.com/office/powerpoint/2010/main">
  <cSld>
    <bg>
      <bgPr>
        <a:solidFill>
          <a:schemeClr val="bg1"/>
        </a:solidFill>
        <a:effectLst/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grpSp>
        <nvGrpSpPr>
          <cNvPr id="15" name="Group 14">
            <a:extLst>
              <a:ext uri="{FF2B5EF4-FFF2-40B4-BE49-F238E27FC236}">
                <ns2:creationId id="{74D5ABAC-AAF9-CBA3-0429-F15CA84DA654}"/>
              </a:ext>
            </a:extLst>
          </cNvPr>
          <cNvGrpSpPr/>
          <nvPr/>
        </nvGrpSpPr>
        <grpSpPr>
          <a:xfrm>
            <a:off x="48498" y="732092"/>
            <a:ext cx="3108588" cy="4494426"/>
            <a:chOff x="168143" y="732092"/>
            <a:chExt cx="3108588" cy="4494426"/>
          </a:xfrm>
        </grpSpPr>
        <sp>
          <nvSpPr>
            <cNvPr id="4" name="Content Placeholder 2">
              <a:extLst>
                <a:ext uri="{FF2B5EF4-FFF2-40B4-BE49-F238E27FC236}">
                  <ns2:creationId id="{044B5DBC-0DD4-09F9-FCC4-C0CF0CFDD9D5}"/>
                </a:ext>
              </a:extLst>
            </cNvPr>
            <cNvSpPr txBox="1">
              <a:spLocks/>
            </cNvSpPr>
            <nvPr/>
          </nvSpPr>
          <spPr>
            <a:xfrm>
              <a:off x="168143" y="2507423"/>
              <a:ext cx="3108588" cy="2719095"/>
            </a:xfrm>
            <a:prstGeom prst="rect">
              <a:avLst/>
            </a:prstGeom>
          </spPr>
          <txBody>
            <a:bodyPr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1800" dirty="0"/>
                <a:t>Quietly, the city’s church bells began to ring out across the valley. The priest’s voice carried magically as people gathered to celebrate. Historically, Christians give thanks at Easter for Jesus’s sacrifice.</a:t>
              </a:r>
            </a:p>
            <a:p>
              <a:pPr marL="0" indent="0">
                <a:buNone/>
              </a:pPr>
              <a:endParaRPr lang="en-GB" sz="1706" b="1" dirty="0"/>
            </a:p>
          </txBody>
        </sp>
        <sp>
          <nvSpPr>
            <cNvPr id="5" name="TextBox 4">
              <a:extLst>
                <a:ext uri="{FF2B5EF4-FFF2-40B4-BE49-F238E27FC236}">
                  <ns2:creationId id="{DCF4729F-39C0-63EC-AEF1-EA7968C6B153}"/>
                </a:ext>
              </a:extLst>
            </cNvPr>
            <cNvSpPr txBox="1"/>
            <nvPr/>
          </nvSpPr>
          <spPr>
            <a:xfrm>
              <a:off x="222885" y="1191053"/>
              <a:ext cx="2934201" cy="992836"/>
            </a:xfrm>
            <a:prstGeom prst="rect">
              <a:avLst/>
            </a:prstGeom>
            <a:noFill/>
          </spPr>
          <txBody>
            <a:bodyPr wrap="square" rtlCol="0">
              <a:spAutoFit/>
            </a:bodyPr>
            <a:lstStyle/>
            <a:p>
              <a:r>
                <a:rPr lang="en-GB" sz="1463" dirty="0"/>
                <a:t>Read the text, slowly, in chunks, without making it clear where sentences start or end or adding any punctation in your reading.</a:t>
              </a:r>
            </a:p>
          </txBody>
        </sp>
        <sp>
          <nvSpPr>
            <cNvPr id="6" name="TextBox 5">
              <a:extLst>
                <a:ext uri="{FF2B5EF4-FFF2-40B4-BE49-F238E27FC236}">
                  <ns2:creationId id="{AF638FD6-A5F6-1672-FFA4-DF4239B522F6}"/>
                </a:ext>
              </a:extLst>
            </cNvPr>
            <cNvSpPr txBox="1"/>
            <nvPr/>
          </nvSpPr>
          <spPr>
            <a:xfrm>
              <a:off x="222885" y="732092"/>
              <a:ext cx="1562802" cy="317459"/>
            </a:xfrm>
            <a:prstGeom prst="rect">
              <a:avLst/>
            </a:prstGeom>
            <a:noFill/>
          </spPr>
          <txBody>
            <a:bodyPr wrap="square" rtlCol="0">
              <a:spAutoFit/>
            </a:bodyPr>
            <a:lstStyle/>
            <a:p>
              <a:r>
                <a:rPr lang="en-GB" sz="1463" b="1" u="sng" dirty="0"/>
                <a:t>Teacher Copy</a:t>
              </a:r>
            </a:p>
          </txBody>
        </sp>
      </grpSp>
      <grpSp>
        <nvGrpSpPr>
          <cNvPr id="16" name="Group 15">
            <a:extLst>
              <a:ext uri="{FF2B5EF4-FFF2-40B4-BE49-F238E27FC236}">
                <ns2:creationId id="{A758F7D9-AD31-04CE-F055-4C0B3C6B8DE8}"/>
              </a:ext>
            </a:extLst>
          </cNvPr>
          <cNvGrpSpPr/>
          <nvPr/>
        </nvGrpSpPr>
        <grpSpPr>
          <a:xfrm>
            <a:off x="3460860" y="732092"/>
            <a:ext cx="3108588" cy="4494426"/>
            <a:chOff x="3520683" y="732092"/>
            <a:chExt cx="3108588" cy="4494426"/>
          </a:xfrm>
        </grpSpPr>
        <sp>
          <nvSpPr>
            <cNvPr id="2" name="Content Placeholder 2">
              <a:extLst>
                <a:ext uri="{FF2B5EF4-FFF2-40B4-BE49-F238E27FC236}">
                  <ns2:creationId id="{B9990E91-64AD-F738-F8C1-817E34CA206F}"/>
                </a:ext>
              </a:extLst>
            </cNvPr>
            <cNvSpPr txBox="1">
              <a:spLocks/>
            </cNvSpPr>
            <nvPr/>
          </nvSpPr>
          <spPr>
            <a:xfrm>
              <a:off x="3520683" y="2507423"/>
              <a:ext cx="3108588" cy="2719095"/>
            </a:xfrm>
            <a:prstGeom prst="rect">
              <a:avLst/>
            </a:prstGeom>
          </spPr>
          <txBody>
            <a:bodyPr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1800" dirty="0"/>
                <a:t>Quietly, the city’s church bells began to ring out across the valley. The priest’s voice carried magically as people gathered to celebrate. Historically, Christians give thanks at Easter for Jesus’s sacrifice.</a:t>
              </a:r>
            </a:p>
            <a:p>
              <a:pPr marL="0" indent="0">
                <a:buNone/>
              </a:pPr>
              <a:endParaRPr lang="en-GB" sz="1706" b="1" dirty="0"/>
            </a:p>
          </txBody>
        </sp>
        <sp>
          <nvSpPr>
            <cNvPr id="3" name="TextBox 2">
              <a:extLst>
                <a:ext uri="{FF2B5EF4-FFF2-40B4-BE49-F238E27FC236}">
                  <ns2:creationId id="{49CCB030-4718-790A-9002-0B3BC105B62B}"/>
                </a:ext>
              </a:extLst>
            </cNvPr>
            <cNvSpPr txBox="1"/>
            <nvPr/>
          </nvSpPr>
          <spPr>
            <a:xfrm>
              <a:off x="3575425" y="1191053"/>
              <a:ext cx="2934201" cy="992836"/>
            </a:xfrm>
            <a:prstGeom prst="rect">
              <a:avLst/>
            </a:prstGeom>
            <a:noFill/>
          </spPr>
          <txBody>
            <a:bodyPr wrap="square" rtlCol="0">
              <a:spAutoFit/>
            </a:bodyPr>
            <a:lstStyle/>
            <a:p>
              <a:r>
                <a:rPr lang="en-GB" sz="1463" dirty="0"/>
                <a:t>Read the text, slowly, in chunks, without making it clear where sentences start or end or adding any punctation in your reading.</a:t>
              </a:r>
            </a:p>
          </txBody>
        </sp>
        <sp>
          <nvSpPr>
            <cNvPr id="11" name="TextBox 10">
              <a:extLst>
                <a:ext uri="{FF2B5EF4-FFF2-40B4-BE49-F238E27FC236}">
                  <ns2:creationId id="{AB8C2834-539C-787B-91F0-12B2AD961176}"/>
                </a:ext>
              </a:extLst>
            </cNvPr>
            <cNvSpPr txBox="1"/>
            <nvPr/>
          </nvSpPr>
          <spPr>
            <a:xfrm>
              <a:off x="3575425" y="732092"/>
              <a:ext cx="1562802" cy="317459"/>
            </a:xfrm>
            <a:prstGeom prst="rect">
              <a:avLst/>
            </a:prstGeom>
            <a:noFill/>
          </spPr>
          <txBody>
            <a:bodyPr wrap="square" rtlCol="0">
              <a:spAutoFit/>
            </a:bodyPr>
            <a:lstStyle/>
            <a:p>
              <a:r>
                <a:rPr lang="en-GB" sz="1463" b="1" u="sng" dirty="0"/>
                <a:t>Teacher Copy</a:t>
              </a:r>
            </a:p>
          </txBody>
        </sp>
      </grpSp>
      <grpSp>
        <nvGrpSpPr>
          <cNvPr id="17" name="Group 16">
            <a:extLst>
              <a:ext uri="{FF2B5EF4-FFF2-40B4-BE49-F238E27FC236}">
                <ns2:creationId id="{6E09C0B2-B0F5-2694-FB53-4BC58B4CCF57}"/>
              </a:ext>
            </a:extLst>
          </cNvPr>
          <cNvGrpSpPr/>
          <nvPr/>
        </nvGrpSpPr>
        <grpSpPr>
          <a:xfrm>
            <a:off x="6873223" y="732092"/>
            <a:ext cx="3108588" cy="4494426"/>
            <a:chOff x="6873223" y="732092"/>
            <a:chExt cx="3108588" cy="4494426"/>
          </a:xfrm>
        </grpSpPr>
        <sp>
          <nvSpPr>
            <cNvPr id="12" name="Content Placeholder 2">
              <a:extLst>
                <a:ext uri="{FF2B5EF4-FFF2-40B4-BE49-F238E27FC236}">
                  <ns2:creationId id="{EEF804B6-4AC4-EA64-28A9-FA3BBB0A8E17}"/>
                </a:ext>
              </a:extLst>
            </cNvPr>
            <cNvSpPr txBox="1">
              <a:spLocks/>
            </cNvSpPr>
            <nvPr/>
          </nvSpPr>
          <spPr>
            <a:xfrm>
              <a:off x="6873223" y="2507423"/>
              <a:ext cx="3032777" cy="2719095"/>
            </a:xfrm>
            <a:prstGeom prst="rect">
              <a:avLst/>
            </a:prstGeom>
          </spPr>
          <txBody>
            <a:bodyPr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GB" sz="1800" dirty="0"/>
                <a:t>Quietly, the city’s church bells began to ring out across the valley. The priest’s voice carried magically as people gathered to celebrate. Historically, Christians give thanks at Easter for Jesus’s sacrifice.</a:t>
              </a:r>
            </a:p>
            <a:p>
              <a:pPr marL="0" indent="0">
                <a:buNone/>
              </a:pPr>
              <a:endParaRPr lang="en-GB" sz="1706" b="1" dirty="0"/>
            </a:p>
          </txBody>
        </sp>
        <sp>
          <nvSpPr>
            <cNvPr id="13" name="TextBox 12">
              <a:extLst>
                <a:ext uri="{FF2B5EF4-FFF2-40B4-BE49-F238E27FC236}">
                  <ns2:creationId id="{C3BC12BC-248F-F71B-5BBB-CC7A31B32BFF}"/>
                </a:ext>
              </a:extLst>
            </cNvPr>
            <cNvSpPr txBox="1"/>
            <nvPr/>
          </nvSpPr>
          <spPr>
            <a:xfrm>
              <a:off x="6927965" y="1191053"/>
              <a:ext cx="2934201" cy="992836"/>
            </a:xfrm>
            <a:prstGeom prst="rect">
              <a:avLst/>
            </a:prstGeom>
            <a:noFill/>
          </spPr>
          <txBody>
            <a:bodyPr wrap="square" rtlCol="0">
              <a:spAutoFit/>
            </a:bodyPr>
            <a:lstStyle/>
            <a:p>
              <a:r>
                <a:rPr lang="en-GB" sz="1463" dirty="0"/>
                <a:t>Read the text, slowly, in chunks, without making it clear where sentences start or end or adding any punctation in your reading.</a:t>
              </a:r>
            </a:p>
          </txBody>
        </sp>
        <sp>
          <nvSpPr>
            <cNvPr id="14" name="TextBox 13">
              <a:extLst>
                <a:ext uri="{FF2B5EF4-FFF2-40B4-BE49-F238E27FC236}">
                  <ns2:creationId id="{6837CDC1-102A-8A20-0425-5F17B16DE751}"/>
                </a:ext>
              </a:extLst>
            </cNvPr>
            <cNvSpPr txBox="1"/>
            <nvPr/>
          </nvSpPr>
          <spPr>
            <a:xfrm>
              <a:off x="6927965" y="732092"/>
              <a:ext cx="1562802" cy="317459"/>
            </a:xfrm>
            <a:prstGeom prst="rect">
              <a:avLst/>
            </a:prstGeom>
            <a:noFill/>
          </spPr>
          <txBody>
            <a:bodyPr wrap="square" rtlCol="0">
              <a:spAutoFit/>
            </a:bodyPr>
            <a:lstStyle/>
            <a:p>
              <a:r>
                <a:rPr lang="en-GB" sz="1463" b="1" u="sng" dirty="0"/>
                <a:t>Teacher Copy</a:t>
              </a:r>
            </a:p>
          </txBody>
        </sp>
      </grpSp>
    </spTree>
    <extLst>
      <ext uri="{BB962C8B-B14F-4D97-AF65-F5344CB8AC3E}">
        <ns3:creationId val="3781829289"/>
      </ext>
    </extLst>
  </cSld>
  <clrMapOvr>
    <a:masterClrMapping/>
  </clrMapOvr>
</sld>
</file>

<file path=ppt/slides/slide4.xml><?xml version="1.0" encoding="utf-8"?>
<sld xmlns="http://schemas.openxmlformats.org/presentationml/2006/main" xmlns:a="http://schemas.openxmlformats.org/drawingml/2006/main" xmlns:ns2="http://schemas.microsoft.com/office/drawing/2014/main" xmlns:ns3="http://schemas.openxmlformats.org/officeDocument/2006/relationships" xmlns:ns4="http://schemas.microsoft.com/office/powerpoint/2010/main">
  <cSld>
    <bg>
      <bgPr>
        <a:solidFill>
          <a:schemeClr val="bg1"/>
        </a:solidFill>
        <a:effectLst/>
      </bgPr>
    </bg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pic>
        <nvPicPr>
          <cNvPr id="16" name="Picture 15">
            <a:extLst>
              <a:ext uri="{FF2B5EF4-FFF2-40B4-BE49-F238E27FC236}">
                <ns2:creationId id="{EE8A51E4-828C-29CE-E362-9BEF5422A828}"/>
              </a:ext>
            </a:extLst>
          </cNvPr>
          <cNvPicPr>
            <a:picLocks noChangeAspect="1"/>
          </cNvPicPr>
          <nvPr/>
        </nvPicPr>
        <blipFill>
          <a:blip ns3:embed="rId2"/>
          <a:stretch>
            <a:fillRect/>
          </a:stretch>
        </blipFill>
        <spPr>
          <a:xfrm>
            <a:off x="161602" y="5404590"/>
            <a:ext cx="4649549" cy="1160030"/>
          </a:xfrm>
          <a:prstGeom prst="rect">
            <a:avLst/>
          </a:prstGeom>
          <a:solidFill>
            <a:schemeClr val="bg1"/>
          </a:solidFill>
        </spPr>
      </pic>
      <sp>
        <nvSpPr>
          <cNvPr id="19" name="TextBox 18">
            <a:extLst>
              <a:ext uri="{FF2B5EF4-FFF2-40B4-BE49-F238E27FC236}">
                <ns2:creationId id="{F7AB3F45-FE8A-102D-67E8-F6F758098F5A}"/>
              </a:ext>
            </a:extLst>
          </cNvPr>
          <cNvSpPr txBox="1"/>
          <nvPr/>
        </nvSpPr>
        <spPr>
          <a:xfrm>
            <a:off x="111499" y="-34556"/>
            <a:ext cx="2359941" cy="317459"/>
          </a:xfrm>
          <a:prstGeom prst="rect">
            <a:avLst/>
          </a:prstGeom>
          <a:noFill/>
        </spPr>
        <txBody>
          <a:bodyPr wrap="none" rtlCol="0">
            <a:spAutoFit/>
          </a:bodyPr>
          <a:lstStyle/>
          <a:p>
            <a:pPr algn="l"/>
            <a:r>
              <a:rPr lang="en-US" sz="1463" dirty="0">
                <a:latin typeface="Twinkl Cursive Looped Light" panose="02000000000000000000" pitchFamily="2" charset="77"/>
              </a:rPr>
              <a:t xml:space="preserve">Name </a:t>
            </a:r>
            <a:r>
              <a:rPr lang="en-US" sz="1463" dirty="0">
                <a:latin typeface="Aptos" panose="020B0004020202020204" pitchFamily="34" charset="0"/>
              </a:rPr>
              <a:t>___________________</a:t>
            </a:r>
          </a:p>
        </txBody>
      </sp>
      <sp>
        <nvSpPr>
          <cNvPr id="20" name="TextBox 19">
            <a:extLst>
              <a:ext uri="{FF2B5EF4-FFF2-40B4-BE49-F238E27FC236}">
                <ns2:creationId id="{C403BCAE-6903-1B26-3F6D-917F84E733F1}"/>
              </a:ext>
            </a:extLst>
          </cNvPr>
          <cNvSpPr txBox="1"/>
          <nvPr/>
        </nvSpPr>
        <spPr>
          <a:xfrm>
            <a:off x="7617253" y="5751689"/>
            <a:ext cx="2286203" cy="317459"/>
          </a:xfrm>
          <a:prstGeom prst="rect">
            <a:avLst/>
          </a:prstGeom>
          <a:noFill/>
        </spPr>
        <txBody>
          <a:bodyPr wrap="none" rtlCol="0">
            <a:spAutoFit/>
          </a:bodyPr>
          <a:lstStyle/>
          <a:p>
            <a:pPr algn="l"/>
            <a:r>
              <a:rPr lang="en-US" sz="1463" dirty="0">
                <a:latin typeface="Twinkl Cursive Looped Light" panose="02000000000000000000" pitchFamily="2" charset="77"/>
              </a:rPr>
              <a:t>___________________</a:t>
            </a:r>
          </a:p>
        </txBody>
      </sp>
      <sp>
        <nvSpPr>
          <cNvPr id="21" name="TextBox 20">
            <a:extLst>
              <a:ext uri="{FF2B5EF4-FFF2-40B4-BE49-F238E27FC236}">
                <ns2:creationId id="{6662B234-06F4-FB6E-20B4-A504A8287FA0}"/>
              </a:ext>
            </a:extLst>
          </cNvPr>
          <cNvSpPr txBox="1"/>
          <nvPr/>
        </nvSpPr>
        <spPr>
          <a:xfrm>
            <a:off x="8060734" y="5982543"/>
            <a:ext cx="1273105" cy="317459"/>
          </a:xfrm>
          <a:prstGeom prst="rect">
            <a:avLst/>
          </a:prstGeom>
          <a:noFill/>
        </spPr>
        <txBody>
          <a:bodyPr wrap="none" rtlCol="0">
            <a:spAutoFit/>
          </a:bodyPr>
          <a:lstStyle/>
          <a:p>
            <a:pPr algn="l"/>
            <a:r>
              <a:rPr lang="en-US" sz="1463" dirty="0">
                <a:latin typeface="Twinkl Cursive Looped Light" panose="02000000000000000000" pitchFamily="2" charset="77"/>
              </a:rPr>
              <a:t>missing word</a:t>
            </a:r>
          </a:p>
        </txBody>
      </sp>
      <cxnSp>
        <nvCxnSpPr>
          <cNvPr id="34" name="Straight Connector 33">
            <a:extLst>
              <a:ext uri="{FF2B5EF4-FFF2-40B4-BE49-F238E27FC236}">
                <ns2:creationId id="{0499CBFA-1C67-02FF-65DC-C997034DF579}"/>
              </a:ext>
            </a:extLst>
          </cNvPr>
          <cNvCxnSpPr>
            <a:cxnSpLocks/>
          </cNvCxnSpPr>
          <nvPr/>
        </nvCxnSpPr>
        <spPr>
          <a:xfrm>
            <a:off x="6869756" y="-563603"/>
            <a:ext cx="1437442" cy="0"/>
          </a:xfrm>
          <a:prstGeom prst="line">
            <a:avLst/>
          </a:prstGeom>
          <a:ln w="38100">
            <a:solidFill>
              <a:schemeClr val="tx1"/>
            </a:solidFill>
          </a:ln>
        </spPr>
        <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style>
      </cxnSp>
      <sp>
        <nvSpPr>
          <cNvPr id="7" name="Content Placeholder 6">
            <a:extLst>
              <a:ext uri="{FF2B5EF4-FFF2-40B4-BE49-F238E27FC236}">
                <ns2:creationId id="{05ED920F-3BE0-4CA1-F917-664CB2014C38}"/>
              </a:ext>
            </a:extLst>
          </cNvPr>
          <cNvSpPr>
            <a:spLocks noGrp="1"/>
          </cNvSpPr>
          <nvPr>
            <ph idx="1"/>
          </nvPr>
        </nvSpPr>
        <spPr>
          <a:xfrm>
            <a:off x="-50104" y="491210"/>
            <a:ext cx="9906000" cy="4938429"/>
          </a:xfrm>
        </spPr>
        <txBody>
          <a:bodyPr>
            <a:normAutofit lnSpcReduction="1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GB" sz="2800" dirty="0" err="1"/>
              <a:t>Qietly</a:t>
            </a:r>
            <a:r>
              <a:rPr lang="en-GB" sz="2800" dirty="0"/>
              <a:t xml:space="preserve"> the </a:t>
            </a:r>
            <a:r>
              <a:rPr lang="en-GB" sz="2800" dirty="0" err="1"/>
              <a:t>citys</a:t>
            </a:r>
            <a:r>
              <a:rPr lang="en-GB" sz="2800" dirty="0"/>
              <a:t xml:space="preserve"> church bells began to ring out </a:t>
            </a:r>
            <a:r>
              <a:rPr lang="en-GB" sz="2800" dirty="0" err="1"/>
              <a:t>acros</a:t>
            </a:r>
            <a:r>
              <a:rPr lang="en-GB" sz="2800" dirty="0"/>
              <a:t xml:space="preserve"> the _______. The </a:t>
            </a:r>
            <a:r>
              <a:rPr lang="en-GB" sz="2800" dirty="0" err="1"/>
              <a:t>preists</a:t>
            </a:r>
            <a:r>
              <a:rPr lang="en-GB" sz="2800" dirty="0"/>
              <a:t xml:space="preserve"> _______ carried </a:t>
            </a:r>
            <a:r>
              <a:rPr lang="en-GB" sz="2800" dirty="0" err="1"/>
              <a:t>magicaly</a:t>
            </a:r>
            <a:r>
              <a:rPr lang="en-GB" sz="2800" dirty="0"/>
              <a:t xml:space="preserve"> as people gathered to </a:t>
            </a:r>
            <a:r>
              <a:rPr lang="en-GB" sz="2800" dirty="0" err="1"/>
              <a:t>selebrate</a:t>
            </a:r>
            <a:r>
              <a:rPr lang="en-GB" sz="2800" dirty="0"/>
              <a:t xml:space="preserve">. </a:t>
            </a:r>
            <a:r>
              <a:rPr lang="en-GB" sz="2800" dirty="0" err="1"/>
              <a:t>Historicly</a:t>
            </a:r>
            <a:r>
              <a:rPr lang="en-GB" sz="2800" dirty="0"/>
              <a:t xml:space="preserve">, ________ give thanks at Easter for </a:t>
            </a:r>
            <a:r>
              <a:rPr lang="en-GB" sz="2800" dirty="0" err="1"/>
              <a:t>Jesuss</a:t>
            </a:r>
            <a:r>
              <a:rPr lang="en-GB" sz="2800" dirty="0"/>
              <a:t xml:space="preserve"> </a:t>
            </a:r>
            <a:r>
              <a:rPr lang="en-GB" sz="2800" dirty="0" err="1"/>
              <a:t>sacrfice</a:t>
            </a:r>
            <a:r>
              <a:rPr lang="en-GB" sz="2800" dirty="0"/>
              <a:t>.</a:t>
            </a:r>
          </a:p>
        </txBody>
      </sp>
      <sp>
        <nvSpPr>
          <cNvPr id="24" name="Rectangle 23">
            <a:extLst>
              <a:ext uri="{FF2B5EF4-FFF2-40B4-BE49-F238E27FC236}">
                <ns2:creationId id="{2626F6B0-77F5-25CB-9756-AFB02D4CFF92}"/>
              </a:ext>
            </a:extLst>
          </cNvPr>
          <cNvSpPr/>
          <nvPr/>
        </nvSpPr>
        <spPr>
          <a:xfrm>
            <a:off x="-393004" y="862535"/>
            <a:ext cx="10299004" cy="324000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spPr>
        <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  <a:endParaRPr lang="en-GB"/>
          </a:p>
        </txBody>
      </sp>
      <sp>
        <nvSpPr>
          <cNvPr id="30" name="Rectangle 29">
            <a:extLst>
              <a:ext uri="{FF2B5EF4-FFF2-40B4-BE49-F238E27FC236}">
                <ns2:creationId id="{CF2A9127-0A11-4F95-0752-540917BCA6B8}"/>
              </a:ext>
            </a:extLst>
          </cNvPr>
          <cNvSpPr/>
          <nvPr/>
        </nvSpPr>
        <spPr>
          <a:xfrm>
            <a:off x="-393004" y="1660777"/>
            <a:ext cx="10299004" cy="324000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spPr>
        <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  <a:endParaRPr lang="en-GB"/>
          </a:p>
        </txBody>
      </sp>
      <sp>
        <nvSpPr>
          <cNvPr id="35" name="Rectangle 34">
            <a:extLst>
              <a:ext uri="{FF2B5EF4-FFF2-40B4-BE49-F238E27FC236}">
                <ns2:creationId id="{5CC1414F-A78A-C3F4-C7F2-0D1F951F5AEE}"/>
              </a:ext>
            </a:extLst>
          </cNvPr>
          <cNvSpPr/>
          <nvPr/>
        </nvSpPr>
        <spPr>
          <a:xfrm>
            <a:off x="-393004" y="2484071"/>
            <a:ext cx="10299004" cy="324000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spPr>
        <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  <a:endParaRPr lang="en-GB"/>
          </a:p>
        </txBody>
      </sp>
      <sp>
        <nvSpPr>
          <cNvPr id="36" name="Rectangle 35">
            <a:extLst>
              <a:ext uri="{FF2B5EF4-FFF2-40B4-BE49-F238E27FC236}">
                <ns2:creationId id="{CFE571BD-78EB-221E-FDCF-54A9027DE1CF}"/>
              </a:ext>
            </a:extLst>
          </cNvPr>
          <cNvSpPr/>
          <nvPr/>
        </nvSpPr>
        <spPr>
          <a:xfrm>
            <a:off x="-393004" y="3296601"/>
            <a:ext cx="10299004" cy="324000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spPr>
        <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  <a:endParaRPr lang="en-GB"/>
          </a:p>
        </txBody>
      </sp>
      <sp>
        <nvSpPr>
          <cNvPr id="38" name="Rectangle 37">
            <a:extLst>
              <a:ext uri="{FF2B5EF4-FFF2-40B4-BE49-F238E27FC236}">
                <ns2:creationId id="{08B68AF2-5688-E464-BA8B-A136D6930FC9}"/>
              </a:ext>
            </a:extLst>
          </cNvPr>
          <cNvSpPr/>
          <nvPr/>
        </nvSpPr>
        <spPr>
          <a:xfrm>
            <a:off x="-393004" y="4094843"/>
            <a:ext cx="10299004" cy="324000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spPr>
        <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  <a:endParaRPr lang="en-GB"/>
          </a:p>
        </txBody>
      </sp>
      <sp>
        <nvSpPr>
          <cNvPr id="2" name="Rectangle 1">
            <a:extLst>
              <a:ext uri="{FF2B5EF4-FFF2-40B4-BE49-F238E27FC236}">
                <ns2:creationId id="{FE361980-7D06-60FC-19DE-C70CEAFC77DF}"/>
              </a:ext>
            </a:extLst>
          </cNvPr>
          <cNvSpPr/>
          <nvPr/>
        </nvSpPr>
        <spPr>
          <a:xfrm>
            <a:off x="-393004" y="4893085"/>
            <a:ext cx="10299004" cy="324000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spPr>
        <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  <a:endParaRPr lang="en-GB"/>
          </a:p>
        </txBody>
      </sp>
    </spTree>
    <extLst>
      <ext uri="{BB962C8B-B14F-4D97-AF65-F5344CB8AC3E}">
        <ns4:creationId val="969986789"/>
      </ext>
    </extLst>
  </cSld>
  <clrMapOvr>
    <a:masterClrMapping/>
  </clrMapOvr>
</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971759-865D-C685-CC45-55D45B832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733497" y="-1490164"/>
            <a:ext cx="6506678" cy="983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62077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 smtClean="0">
            <a:latin typeface="Twinkl Cursive Looped Light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Writers" id="{A6578C19-ABB1-7C46-B149-6846F31F35F7}" vid="{E4CE8581-1CED-DF47-AD0A-8AC5825896F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6dd442-da5e-411e-833f-0fee7dcd7819">
      <Terms xmlns="http://schemas.microsoft.com/office/infopath/2007/PartnerControls"/>
    </lcf76f155ced4ddcb4097134ff3c332f>
    <TaxCatchAll xmlns="4848fd07-94db-4308-8950-9cb0e230b95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71695694772F44B387615DF8DED97F" ma:contentTypeVersion="16" ma:contentTypeDescription="Create a new document." ma:contentTypeScope="" ma:versionID="6b988a150421d80c99f84aa2bfb3de38">
  <xsd:schema xmlns:xsd="http://www.w3.org/2001/XMLSchema" xmlns:xs="http://www.w3.org/2001/XMLSchema" xmlns:p="http://schemas.microsoft.com/office/2006/metadata/properties" xmlns:ns2="9e6dd442-da5e-411e-833f-0fee7dcd7819" xmlns:ns3="4848fd07-94db-4308-8950-9cb0e230b958" targetNamespace="http://schemas.microsoft.com/office/2006/metadata/properties" ma:root="true" ma:fieldsID="0840e1ae8104f568f88bbc0ee80d0ce2" ns2:_="" ns3:_="">
    <xsd:import namespace="9e6dd442-da5e-411e-833f-0fee7dcd7819"/>
    <xsd:import namespace="4848fd07-94db-4308-8950-9cb0e230b9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dd442-da5e-411e-833f-0fee7dcd78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d08261e-ebf2-489e-9cf5-3c5ddf1ef5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48fd07-94db-4308-8950-9cb0e230b95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0903c9d-9125-4551-886d-abbd3fd64318}" ma:internalName="TaxCatchAll" ma:showField="CatchAllData" ma:web="4848fd07-94db-4308-8950-9cb0e230b9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DB9D6E3-7B6B-42C4-BFBE-DA0ABC98CB10}">
  <ds:schemaRefs>
    <ds:schemaRef ds:uri="http://schemas.microsoft.com/office/2006/metadata/properties"/>
    <ds:schemaRef ds:uri="http://purl.org/dc/elements/1.1/"/>
    <ds:schemaRef ds:uri="4848fd07-94db-4308-8950-9cb0e230b958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9e6dd442-da5e-411e-833f-0fee7dcd7819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79107B9-EC20-44D2-B420-B9A9A3ACC232}">
  <ds:schemaRefs>
    <ds:schemaRef ds:uri="4848fd07-94db-4308-8950-9cb0e230b958"/>
    <ds:schemaRef ds:uri="9e6dd442-da5e-411e-833f-0fee7dcd781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72AF586-B0EC-4134-916D-7D2C3251232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1_Office Theme</Template>
  <TotalTime>146</TotalTime>
  <Words>544</Words>
  <Application>Microsoft Macintosh PowerPoint</Application>
  <PresentationFormat>A4 Paper (210x297 mm)</PresentationFormat>
  <Paragraphs>28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Aptos</vt:lpstr>
      <vt:lpstr>Twinkl Cursive Looped Light</vt:lpstr>
      <vt:lpstr>1_Office Theme</vt:lpstr>
      <vt:lpstr>PowerPoint Presentation</vt:lpstr>
      <vt:lpstr>Review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innes mclean</dc:creator>
  <cp:lastModifiedBy>innes mclean</cp:lastModifiedBy>
  <cp:revision>4</cp:revision>
  <cp:lastPrinted>2026-03-11T07:39:51Z</cp:lastPrinted>
  <dcterms:created xsi:type="dcterms:W3CDTF">2026-01-09T07:02:44Z</dcterms:created>
  <dcterms:modified xsi:type="dcterms:W3CDTF">2026-03-11T11:43:44Z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0x010100AC71695694772F44B387615DF8DED97F</vt:lpwstr>
  </property>
  <property fmtid="{D5CDD505-2E9C-101B-9397-08002B2CF9AE}" pid="3" name="MediaServiceImageTags">
    <vt:lpwstr/>
  </property>
</Properties>
</file>