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68" r:id="rId14"/>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9551"/>
    <a:srgbClr val="FBAB56"/>
    <a:srgbClr val="FFF3CC"/>
    <a:srgbClr val="FFF29F"/>
    <a:srgbClr val="FFAFDC"/>
    <a:srgbClr val="AB8000"/>
    <a:srgbClr val="002C7F"/>
    <a:srgbClr val="003395"/>
    <a:srgbClr val="BDD7F0"/>
    <a:srgbClr val="A2D7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31"/>
    <p:restoredTop sz="85822"/>
  </p:normalViewPr>
  <p:slideViewPr>
    <p:cSldViewPr snapToGrid="0">
      <p:cViewPr varScale="1">
        <p:scale>
          <a:sx n="104" d="100"/>
          <a:sy n="104" d="100"/>
        </p:scale>
        <p:origin x="35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48081D9B-5E24-4A44-A38E-60CF0FCB9C87}" type="datetimeFigureOut">
              <a:rPr lang="en-US" smtClean="0"/>
              <a:t>7/22/26</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C49D36C8-F0F3-6D40-939B-09DEAE02A2F0}" type="slidenum">
              <a:rPr lang="en-US" smtClean="0"/>
              <a:t>‹#›</a:t>
            </a:fld>
            <a:endParaRPr lang="en-US"/>
          </a:p>
        </p:txBody>
      </p:sp>
    </p:spTree>
    <p:extLst>
      <p:ext uri="{BB962C8B-B14F-4D97-AF65-F5344CB8AC3E}">
        <p14:creationId xmlns:p14="http://schemas.microsoft.com/office/powerpoint/2010/main" val="4053483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9BDFD-7496-52CB-480F-F14DEB8E48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213DA0-B7C2-A94E-FB91-05037373F5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1B1A64-FD75-646D-F2C8-5D3D7323BF2F}"/>
              </a:ext>
            </a:extLst>
          </p:cNvPr>
          <p:cNvSpPr>
            <a:spLocks noGrp="1"/>
          </p:cNvSpPr>
          <p:nvPr>
            <p:ph type="body" idx="1"/>
          </p:nvPr>
        </p:nvSpPr>
        <p:spPr/>
        <p:txBody>
          <a:bodyPr/>
          <a:lstStyle/>
          <a:p>
            <a:r>
              <a:rPr lang="en-GB"/>
              <a:t>New enquiry session 1 – look back at the building blocks of learning explored so far for this substantive concept.</a:t>
            </a:r>
          </a:p>
        </p:txBody>
      </p:sp>
      <p:sp>
        <p:nvSpPr>
          <p:cNvPr id="4" name="Slide Number Placeholder 3">
            <a:extLst>
              <a:ext uri="{FF2B5EF4-FFF2-40B4-BE49-F238E27FC236}">
                <a16:creationId xmlns:a16="http://schemas.microsoft.com/office/drawing/2014/main" id="{F68C8686-A21A-4EBB-25D4-BE5E033AED6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E8E8B9-ADA3-45E0-8420-BE5E8FCCF1F7}"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8038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9D36C8-F0F3-6D40-939B-09DEAE02A2F0}" type="slidenum">
              <a:rPr lang="en-US" smtClean="0"/>
              <a:t>13</a:t>
            </a:fld>
            <a:endParaRPr lang="en-US"/>
          </a:p>
        </p:txBody>
      </p:sp>
    </p:spTree>
    <p:extLst>
      <p:ext uri="{BB962C8B-B14F-4D97-AF65-F5344CB8AC3E}">
        <p14:creationId xmlns:p14="http://schemas.microsoft.com/office/powerpoint/2010/main" val="3508607836"/>
      </p:ext>
    </p:extLst>
  </p:cSld>
  <p:clrMapOvr>
    <a:masterClrMapping/>
  </p:clrMapOvr>
</p:notes>
</file>

<file path=ppt/slideLayouts/_rels/slideLayout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8" Type="http://schemas.microsoft.com/office/2007/relationships/hdphoto" Target="../media/hdphoto4.wdp"/><Relationship Id="rId13" Type="http://schemas.openxmlformats.org/officeDocument/2006/relationships/image" Target="../media/image16.png"/><Relationship Id="rId18" Type="http://schemas.openxmlformats.org/officeDocument/2006/relationships/image" Target="../media/image20.png"/><Relationship Id="rId3" Type="http://schemas.openxmlformats.org/officeDocument/2006/relationships/image" Target="../media/image11.png"/><Relationship Id="rId21" Type="http://schemas.openxmlformats.org/officeDocument/2006/relationships/image" Target="../media/image23.png"/><Relationship Id="rId7" Type="http://schemas.openxmlformats.org/officeDocument/2006/relationships/image" Target="../media/image13.png"/><Relationship Id="rId12" Type="http://schemas.microsoft.com/office/2007/relationships/hdphoto" Target="../media/hdphoto6.wdp"/><Relationship Id="rId17" Type="http://schemas.openxmlformats.org/officeDocument/2006/relationships/image" Target="../media/image19.png"/><Relationship Id="rId2" Type="http://schemas.openxmlformats.org/officeDocument/2006/relationships/image" Target="../media/image10.png"/><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Master" Target="../slideMasters/slideMaster1.xml"/><Relationship Id="rId6" Type="http://schemas.microsoft.com/office/2007/relationships/hdphoto" Target="../media/hdphoto3.wdp"/><Relationship Id="rId11" Type="http://schemas.openxmlformats.org/officeDocument/2006/relationships/image" Target="../media/image15.png"/><Relationship Id="rId24" Type="http://schemas.openxmlformats.org/officeDocument/2006/relationships/image" Target="../media/image26.png"/><Relationship Id="rId5" Type="http://schemas.openxmlformats.org/officeDocument/2006/relationships/image" Target="../media/image12.png"/><Relationship Id="rId15" Type="http://schemas.openxmlformats.org/officeDocument/2006/relationships/image" Target="../media/image17.png"/><Relationship Id="rId23" Type="http://schemas.openxmlformats.org/officeDocument/2006/relationships/image" Target="../media/image25.png"/><Relationship Id="rId10" Type="http://schemas.microsoft.com/office/2007/relationships/hdphoto" Target="../media/hdphoto5.wdp"/><Relationship Id="rId19" Type="http://schemas.openxmlformats.org/officeDocument/2006/relationships/image" Target="../media/image21.png"/><Relationship Id="rId4" Type="http://schemas.microsoft.com/office/2007/relationships/hdphoto" Target="../media/hdphoto2.wdp"/><Relationship Id="rId9" Type="http://schemas.openxmlformats.org/officeDocument/2006/relationships/image" Target="../media/image14.png"/><Relationship Id="rId14" Type="http://schemas.microsoft.com/office/2007/relationships/hdphoto" Target="../media/hdphoto7.wdp"/><Relationship Id="rId22" Type="http://schemas.openxmlformats.org/officeDocument/2006/relationships/image" Target="../media/image24.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9.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7.png"/><Relationship Id="rId2" Type="http://schemas.openxmlformats.org/officeDocument/2006/relationships/image" Target="../media/image33.png"/><Relationship Id="rId1" Type="http://schemas.openxmlformats.org/officeDocument/2006/relationships/slideMaster" Target="../slideMasters/slideMaster1.xml"/><Relationship Id="rId6" Type="http://schemas.openxmlformats.org/officeDocument/2006/relationships/image" Target="../media/image34.png"/><Relationship Id="rId5" Type="http://schemas.microsoft.com/office/2007/relationships/hdphoto" Target="../media/hdphoto1.wdp"/><Relationship Id="rId4"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jpeg"/><Relationship Id="rId3" Type="http://schemas.microsoft.com/office/2007/relationships/hdphoto" Target="../media/hdphoto1.wdp"/><Relationship Id="rId7" Type="http://schemas.openxmlformats.org/officeDocument/2006/relationships/image" Target="../media/image36.png"/><Relationship Id="rId12" Type="http://schemas.openxmlformats.org/officeDocument/2006/relationships/image" Target="../media/image41.jpeg"/><Relationship Id="rId2" Type="http://schemas.openxmlformats.org/officeDocument/2006/relationships/image" Target="../media/image6.png"/><Relationship Id="rId16"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8.png"/><Relationship Id="rId15" Type="http://schemas.openxmlformats.org/officeDocument/2006/relationships/image" Target="../media/image44.jpeg"/><Relationship Id="rId10" Type="http://schemas.openxmlformats.org/officeDocument/2006/relationships/image" Target="../media/image39.png"/><Relationship Id="rId4" Type="http://schemas.openxmlformats.org/officeDocument/2006/relationships/image" Target="../media/image7.png"/><Relationship Id="rId9" Type="http://schemas.openxmlformats.org/officeDocument/2006/relationships/image" Target="../media/image38.png"/><Relationship Id="rId14" Type="http://schemas.openxmlformats.org/officeDocument/2006/relationships/image" Target="../media/image43.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ur Key Question is">
    <p:spTree>
      <p:nvGrpSpPr>
        <p:cNvPr id="1" name=""/>
        <p:cNvGrpSpPr/>
        <p:nvPr/>
      </p:nvGrpSpPr>
      <p:grpSpPr>
        <a:xfrm>
          <a:off x="0" y="0"/>
          <a:ext cx="0" cy="0"/>
          <a:chOff x="0" y="0"/>
          <a:chExt cx="0" cy="0"/>
        </a:xfrm>
      </p:grpSpPr>
      <p:sp>
        <p:nvSpPr>
          <p:cNvPr id="7" name="Cloud 6">
            <a:extLst>
              <a:ext uri="{FF2B5EF4-FFF2-40B4-BE49-F238E27FC236}">
                <a16:creationId xmlns:a16="http://schemas.microsoft.com/office/drawing/2014/main" id="{B79B11F8-C457-8B5A-7DB2-A0B3822642CF}"/>
              </a:ext>
            </a:extLst>
          </p:cNvPr>
          <p:cNvSpPr/>
          <p:nvPr userDrawn="1"/>
        </p:nvSpPr>
        <p:spPr>
          <a:xfrm>
            <a:off x="1665866" y="215038"/>
            <a:ext cx="8504851" cy="2763090"/>
          </a:xfrm>
          <a:prstGeom prst="cloud">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winkl Cursive Looped" panose="02000000000000000000" pitchFamily="2" charset="77"/>
            </a:endParaRPr>
          </a:p>
        </p:txBody>
      </p:sp>
      <p:pic>
        <p:nvPicPr>
          <p:cNvPr id="8" name="Picture 7" descr="A picture containing room&#10;&#10;Description automatically generated">
            <a:extLst>
              <a:ext uri="{FF2B5EF4-FFF2-40B4-BE49-F238E27FC236}">
                <a16:creationId xmlns:a16="http://schemas.microsoft.com/office/drawing/2014/main" id="{DC7A9518-C555-4E09-54D1-0E22EFD76AD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359900" y="3256317"/>
            <a:ext cx="1179274" cy="1711658"/>
          </a:xfrm>
          <a:prstGeom prst="rect">
            <a:avLst/>
          </a:prstGeom>
        </p:spPr>
      </p:pic>
      <p:grpSp>
        <p:nvGrpSpPr>
          <p:cNvPr id="9" name="Group 8">
            <a:extLst>
              <a:ext uri="{FF2B5EF4-FFF2-40B4-BE49-F238E27FC236}">
                <a16:creationId xmlns:a16="http://schemas.microsoft.com/office/drawing/2014/main" id="{25DAF98D-1546-11DC-FCBC-99F15C737598}"/>
              </a:ext>
            </a:extLst>
          </p:cNvPr>
          <p:cNvGrpSpPr/>
          <p:nvPr userDrawn="1"/>
        </p:nvGrpSpPr>
        <p:grpSpPr>
          <a:xfrm>
            <a:off x="10357333" y="154065"/>
            <a:ext cx="1648051" cy="1648051"/>
            <a:chOff x="8847786" y="141950"/>
            <a:chExt cx="1362870" cy="1362870"/>
          </a:xfrm>
        </p:grpSpPr>
        <p:pic>
          <p:nvPicPr>
            <p:cNvPr id="10" name="Picture 9">
              <a:extLst>
                <a:ext uri="{FF2B5EF4-FFF2-40B4-BE49-F238E27FC236}">
                  <a16:creationId xmlns:a16="http://schemas.microsoft.com/office/drawing/2014/main" id="{F48D769F-92AA-C62C-CEBF-72ACEE790429}"/>
                </a:ext>
              </a:extLst>
            </p:cNvPr>
            <p:cNvPicPr>
              <a:picLocks noChangeAspect="1"/>
            </p:cNvPicPr>
            <p:nvPr/>
          </p:nvPicPr>
          <p:blipFill>
            <a:blip r:embed="rId3"/>
            <a:stretch>
              <a:fillRect/>
            </a:stretch>
          </p:blipFill>
          <p:spPr>
            <a:xfrm>
              <a:off x="8847786" y="828637"/>
              <a:ext cx="676183" cy="676183"/>
            </a:xfrm>
            <a:prstGeom prst="rect">
              <a:avLst/>
            </a:prstGeom>
          </p:spPr>
        </p:pic>
        <p:pic>
          <p:nvPicPr>
            <p:cNvPr id="11" name="Picture 10">
              <a:extLst>
                <a:ext uri="{FF2B5EF4-FFF2-40B4-BE49-F238E27FC236}">
                  <a16:creationId xmlns:a16="http://schemas.microsoft.com/office/drawing/2014/main" id="{51A96F2E-8EE9-43D4-0408-90BA761340C6}"/>
                </a:ext>
              </a:extLst>
            </p:cNvPr>
            <p:cNvPicPr>
              <a:picLocks noChangeAspect="1"/>
            </p:cNvPicPr>
            <p:nvPr/>
          </p:nvPicPr>
          <p:blipFill>
            <a:blip r:embed="rId4"/>
            <a:stretch>
              <a:fillRect/>
            </a:stretch>
          </p:blipFill>
          <p:spPr>
            <a:xfrm>
              <a:off x="9534473" y="828637"/>
              <a:ext cx="676183" cy="676183"/>
            </a:xfrm>
            <a:prstGeom prst="rect">
              <a:avLst/>
            </a:prstGeom>
          </p:spPr>
        </p:pic>
        <p:pic>
          <p:nvPicPr>
            <p:cNvPr id="12" name="Picture 11">
              <a:extLst>
                <a:ext uri="{FF2B5EF4-FFF2-40B4-BE49-F238E27FC236}">
                  <a16:creationId xmlns:a16="http://schemas.microsoft.com/office/drawing/2014/main" id="{A5AF5C3E-FFA9-5539-5462-C4FDA60381BA}"/>
                </a:ext>
              </a:extLst>
            </p:cNvPr>
            <p:cNvPicPr>
              <a:picLocks noChangeAspect="1"/>
            </p:cNvPicPr>
            <p:nvPr/>
          </p:nvPicPr>
          <p:blipFill>
            <a:blip r:embed="rId5"/>
            <a:stretch>
              <a:fillRect/>
            </a:stretch>
          </p:blipFill>
          <p:spPr>
            <a:xfrm>
              <a:off x="9534472" y="141950"/>
              <a:ext cx="676183" cy="676183"/>
            </a:xfrm>
            <a:prstGeom prst="rect">
              <a:avLst/>
            </a:prstGeom>
          </p:spPr>
        </p:pic>
        <p:pic>
          <p:nvPicPr>
            <p:cNvPr id="13" name="Picture 12">
              <a:extLst>
                <a:ext uri="{FF2B5EF4-FFF2-40B4-BE49-F238E27FC236}">
                  <a16:creationId xmlns:a16="http://schemas.microsoft.com/office/drawing/2014/main" id="{A71642E4-75DE-1766-9E03-1FB909AE28FD}"/>
                </a:ext>
              </a:extLst>
            </p:cNvPr>
            <p:cNvPicPr>
              <a:picLocks noChangeAspect="1"/>
            </p:cNvPicPr>
            <p:nvPr/>
          </p:nvPicPr>
          <p:blipFill>
            <a:blip r:embed="rId6"/>
            <a:stretch>
              <a:fillRect/>
            </a:stretch>
          </p:blipFill>
          <p:spPr>
            <a:xfrm>
              <a:off x="8847786" y="141950"/>
              <a:ext cx="676183" cy="676183"/>
            </a:xfrm>
            <a:prstGeom prst="rect">
              <a:avLst/>
            </a:prstGeom>
          </p:spPr>
        </p:pic>
      </p:grpSp>
      <p:sp>
        <p:nvSpPr>
          <p:cNvPr id="16" name="TextBox 15">
            <a:extLst>
              <a:ext uri="{FF2B5EF4-FFF2-40B4-BE49-F238E27FC236}">
                <a16:creationId xmlns:a16="http://schemas.microsoft.com/office/drawing/2014/main" id="{B51F51B4-AEEF-DCBE-D5E3-959BD4FE0BF1}"/>
              </a:ext>
            </a:extLst>
          </p:cNvPr>
          <p:cNvSpPr txBox="1"/>
          <p:nvPr userDrawn="1"/>
        </p:nvSpPr>
        <p:spPr>
          <a:xfrm>
            <a:off x="10344525" y="1771029"/>
            <a:ext cx="1686365" cy="242374"/>
          </a:xfrm>
          <a:prstGeom prst="rect">
            <a:avLst/>
          </a:prstGeom>
          <a:noFill/>
        </p:spPr>
        <p:txBody>
          <a:bodyPr wrap="square" rtlCol="0">
            <a:spAutoFit/>
          </a:bodyPr>
          <a:lstStyle/>
          <a:p>
            <a:pPr algn="ctr"/>
            <a:r>
              <a:rPr lang="en-GB" sz="975">
                <a:latin typeface="Sassoon Infant Rg" panose="02000503030000020003" pitchFamily="2" charset="0"/>
                <a:ea typeface="Sassoon Infant Rg" panose="02000503030000020003" pitchFamily="2" charset="0"/>
              </a:rPr>
              <a:t>21st Century Learning Skills</a:t>
            </a:r>
          </a:p>
        </p:txBody>
      </p:sp>
      <p:pic>
        <p:nvPicPr>
          <p:cNvPr id="17" name="Picture 16">
            <a:extLst>
              <a:ext uri="{FF2B5EF4-FFF2-40B4-BE49-F238E27FC236}">
                <a16:creationId xmlns:a16="http://schemas.microsoft.com/office/drawing/2014/main" id="{8F3F2A77-4134-EC11-46EB-A7AA627FC014}"/>
              </a:ext>
            </a:extLst>
          </p:cNvPr>
          <p:cNvPicPr>
            <a:picLocks noChangeAspect="1"/>
          </p:cNvPicPr>
          <p:nvPr userDrawn="1"/>
        </p:nvPicPr>
        <p:blipFill rotWithShape="1">
          <a:blip r:embed="rId7">
            <a:extLst>
              <a:ext uri="{BEBA8EAE-BF5A-486C-A8C5-ECC9F3942E4B}">
                <a14:imgProps xmlns:a14="http://schemas.microsoft.com/office/drawing/2010/main">
                  <a14:imgLayer r:embed="rId8">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flipH="1">
            <a:off x="7468236" y="2737060"/>
            <a:ext cx="1750251" cy="2146686"/>
          </a:xfrm>
          <a:prstGeom prst="rect">
            <a:avLst/>
          </a:prstGeom>
        </p:spPr>
      </p:pic>
      <p:pic>
        <p:nvPicPr>
          <p:cNvPr id="18" name="Picture 17">
            <a:extLst>
              <a:ext uri="{FF2B5EF4-FFF2-40B4-BE49-F238E27FC236}">
                <a16:creationId xmlns:a16="http://schemas.microsoft.com/office/drawing/2014/main" id="{99CC78E3-5490-F69B-6984-2E5236E755BD}"/>
              </a:ext>
            </a:extLst>
          </p:cNvPr>
          <p:cNvPicPr>
            <a:picLocks noChangeAspect="1"/>
          </p:cNvPicPr>
          <p:nvPr userDrawn="1"/>
        </p:nvPicPr>
        <p:blipFill rotWithShape="1">
          <a:blip r:embed="rId9">
            <a:extLst>
              <a:ext uri="{BEBA8EAE-BF5A-486C-A8C5-ECC9F3942E4B}">
                <a14:imgProps xmlns:a14="http://schemas.microsoft.com/office/drawing/2010/main">
                  <a14:imgLayer r:embed="rId8">
                    <a14:imgEffect>
                      <a14:backgroundRemoval t="61793" b="81925" l="64809" r="78176">
                        <a14:foregroundMark x1="75238" y1="61799" x2="75238" y2="61799"/>
                      </a14:backgroundRemoval>
                    </a14:imgEffect>
                  </a14:imgLayer>
                </a14:imgProps>
              </a:ext>
            </a:extLst>
          </a:blip>
          <a:srcRect l="63138" t="59276" r="20153" b="15559"/>
          <a:stretch/>
        </p:blipFill>
        <p:spPr>
          <a:xfrm flipH="1">
            <a:off x="3116064" y="2716803"/>
            <a:ext cx="1679750" cy="2398601"/>
          </a:xfrm>
          <a:prstGeom prst="rect">
            <a:avLst/>
          </a:prstGeom>
        </p:spPr>
      </p:pic>
      <p:pic>
        <p:nvPicPr>
          <p:cNvPr id="19" name="Picture 18">
            <a:extLst>
              <a:ext uri="{FF2B5EF4-FFF2-40B4-BE49-F238E27FC236}">
                <a16:creationId xmlns:a16="http://schemas.microsoft.com/office/drawing/2014/main" id="{A70DB80A-87E5-2F1D-E192-CBC17CA7F487}"/>
              </a:ext>
            </a:extLst>
          </p:cNvPr>
          <p:cNvPicPr>
            <a:picLocks noChangeAspect="1"/>
          </p:cNvPicPr>
          <p:nvPr userDrawn="1"/>
        </p:nvPicPr>
        <p:blipFill rotWithShape="1">
          <a:blip r:embed="rId10">
            <a:extLst>
              <a:ext uri="{BEBA8EAE-BF5A-486C-A8C5-ECC9F3942E4B}">
                <a14:imgProps xmlns:a14="http://schemas.microsoft.com/office/drawing/2010/main">
                  <a14:imgLayer r:embed="rId8">
                    <a14:imgEffect>
                      <a14:backgroundRemoval t="61793" b="81925" l="43765" r="56864"/>
                    </a14:imgEffect>
                  </a14:imgLayer>
                </a14:imgProps>
              </a:ext>
            </a:extLst>
          </a:blip>
          <a:srcRect l="42128" t="59276" r="41499" b="15559"/>
          <a:stretch/>
        </p:blipFill>
        <p:spPr>
          <a:xfrm>
            <a:off x="4680150" y="2888780"/>
            <a:ext cx="1645920" cy="2398601"/>
          </a:xfrm>
          <a:prstGeom prst="rect">
            <a:avLst/>
          </a:prstGeom>
        </p:spPr>
      </p:pic>
      <p:pic>
        <p:nvPicPr>
          <p:cNvPr id="21" name="Picture 17">
            <a:extLst>
              <a:ext uri="{FF2B5EF4-FFF2-40B4-BE49-F238E27FC236}">
                <a16:creationId xmlns:a16="http://schemas.microsoft.com/office/drawing/2014/main" id="{8E2B66C8-56E7-D5AC-A43F-D8A64E7DBC70}"/>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2252692" y="1322781"/>
            <a:ext cx="931286" cy="817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 Placeholder 17">
            <a:extLst>
              <a:ext uri="{FF2B5EF4-FFF2-40B4-BE49-F238E27FC236}">
                <a16:creationId xmlns:a16="http://schemas.microsoft.com/office/drawing/2014/main" id="{60FAA345-2F4A-20B9-CC7E-40D118610466}"/>
              </a:ext>
            </a:extLst>
          </p:cNvPr>
          <p:cNvSpPr>
            <a:spLocks noGrp="1"/>
          </p:cNvSpPr>
          <p:nvPr>
            <p:ph type="body" sz="quarter" idx="10" hasCustomPrompt="1"/>
          </p:nvPr>
        </p:nvSpPr>
        <p:spPr>
          <a:xfrm>
            <a:off x="3909252" y="1570619"/>
            <a:ext cx="5940246" cy="1235810"/>
          </a:xfrm>
          <a:prstGeom prst="rect">
            <a:avLst/>
          </a:prstGeom>
        </p:spPr>
        <p:txBody>
          <a:bodyPr>
            <a:normAutofit/>
          </a:bodyPr>
          <a:lstStyle>
            <a:lvl1pPr marL="0" indent="0">
              <a:buNone/>
              <a:defRPr sz="2400">
                <a:latin typeface="Twinkl Cursive Looped" panose="02000000000000000000" pitchFamily="2" charset="77"/>
              </a:defRPr>
            </a:lvl1pPr>
          </a:lstStyle>
          <a:p>
            <a:r>
              <a:rPr lang="en-GB" sz="2800" b="1" dirty="0"/>
              <a:t>Our Challenge is:</a:t>
            </a:r>
            <a:endParaRPr lang="en-GB" sz="2800" dirty="0"/>
          </a:p>
        </p:txBody>
      </p:sp>
      <p:sp>
        <p:nvSpPr>
          <p:cNvPr id="33" name="TextBox 32">
            <a:extLst>
              <a:ext uri="{FF2B5EF4-FFF2-40B4-BE49-F238E27FC236}">
                <a16:creationId xmlns:a16="http://schemas.microsoft.com/office/drawing/2014/main" id="{D06DC673-9376-9EB1-A76B-31A4D4AFF3EB}"/>
              </a:ext>
            </a:extLst>
          </p:cNvPr>
          <p:cNvSpPr txBox="1"/>
          <p:nvPr userDrawn="1"/>
        </p:nvSpPr>
        <p:spPr>
          <a:xfrm>
            <a:off x="4365817" y="6100827"/>
            <a:ext cx="3760390" cy="461665"/>
          </a:xfrm>
          <a:prstGeom prst="rect">
            <a:avLst/>
          </a:prstGeom>
          <a:noFill/>
        </p:spPr>
        <p:txBody>
          <a:bodyPr wrap="square" rtlCol="0">
            <a:spAutoFit/>
          </a:bodyPr>
          <a:lstStyle/>
          <a:p>
            <a:pPr algn="ctr"/>
            <a:r>
              <a:rPr lang="en-GB" sz="2400" b="1">
                <a:latin typeface="Twinkl Cursive Looped" panose="02000000000000000000" pitchFamily="2" charset="77"/>
              </a:rPr>
              <a:t>Being an Historian</a:t>
            </a:r>
          </a:p>
        </p:txBody>
      </p:sp>
      <p:pic>
        <p:nvPicPr>
          <p:cNvPr id="6" name="Picture 5">
            <a:extLst>
              <a:ext uri="{FF2B5EF4-FFF2-40B4-BE49-F238E27FC236}">
                <a16:creationId xmlns:a16="http://schemas.microsoft.com/office/drawing/2014/main" id="{AC80F1F4-C458-C41E-F420-8C967B77E31A}"/>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5481413" y="5002744"/>
            <a:ext cx="1415740" cy="1092480"/>
          </a:xfrm>
          <a:prstGeom prst="rect">
            <a:avLst/>
          </a:prstGeom>
        </p:spPr>
      </p:pic>
      <p:sp>
        <p:nvSpPr>
          <p:cNvPr id="23" name="Text Placeholder 22">
            <a:extLst>
              <a:ext uri="{FF2B5EF4-FFF2-40B4-BE49-F238E27FC236}">
                <a16:creationId xmlns:a16="http://schemas.microsoft.com/office/drawing/2014/main" id="{28BFAE3C-8641-3FDC-C7EB-A4CE7E22293A}"/>
              </a:ext>
            </a:extLst>
          </p:cNvPr>
          <p:cNvSpPr>
            <a:spLocks noGrp="1"/>
          </p:cNvSpPr>
          <p:nvPr>
            <p:ph type="body" sz="quarter" idx="12" hasCustomPrompt="1"/>
          </p:nvPr>
        </p:nvSpPr>
        <p:spPr>
          <a:xfrm>
            <a:off x="2874190" y="599784"/>
            <a:ext cx="6783518" cy="1041890"/>
          </a:xfrm>
        </p:spPr>
        <p:txBody>
          <a:bodyPr/>
          <a:lstStyle>
            <a:lvl1pPr>
              <a:buNone/>
              <a:defRPr b="1" u="sng">
                <a:latin typeface="Twinkl Cursive Looped" panose="02000000000000000000" pitchFamily="2" charset="77"/>
              </a:defRPr>
            </a:lvl1pPr>
          </a:lstStyle>
          <a:p>
            <a:pPr lvl="0"/>
            <a:r>
              <a:rPr lang="en-GB"/>
              <a:t>Key Question</a:t>
            </a:r>
            <a:endParaRPr lang="en-US"/>
          </a:p>
        </p:txBody>
      </p:sp>
      <p:sp>
        <p:nvSpPr>
          <p:cNvPr id="2" name="Frame 1">
            <a:extLst>
              <a:ext uri="{FF2B5EF4-FFF2-40B4-BE49-F238E27FC236}">
                <a16:creationId xmlns:a16="http://schemas.microsoft.com/office/drawing/2014/main" id="{77A36A48-B330-9E8C-5BB0-DD49C16B9962}"/>
              </a:ext>
            </a:extLst>
          </p:cNvPr>
          <p:cNvSpPr/>
          <p:nvPr userDrawn="1"/>
        </p:nvSpPr>
        <p:spPr>
          <a:xfrm>
            <a:off x="0" y="0"/>
            <a:ext cx="12192000" cy="6858000"/>
          </a:xfrm>
          <a:prstGeom prst="frame">
            <a:avLst>
              <a:gd name="adj1" fmla="val 1241"/>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2232416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uilding Blocks">
    <p:spTree>
      <p:nvGrpSpPr>
        <p:cNvPr id="1" name=""/>
        <p:cNvGrpSpPr/>
        <p:nvPr/>
      </p:nvGrpSpPr>
      <p:grpSpPr>
        <a:xfrm>
          <a:off x="0" y="0"/>
          <a:ext cx="0" cy="0"/>
          <a:chOff x="0" y="0"/>
          <a:chExt cx="0" cy="0"/>
        </a:xfrm>
      </p:grpSpPr>
      <p:sp>
        <p:nvSpPr>
          <p:cNvPr id="153" name="Frame 152">
            <a:extLst>
              <a:ext uri="{FF2B5EF4-FFF2-40B4-BE49-F238E27FC236}">
                <a16:creationId xmlns:a16="http://schemas.microsoft.com/office/drawing/2014/main" id="{137D781A-B780-32C3-0D54-7CBA7E2C5F2D}"/>
              </a:ext>
            </a:extLst>
          </p:cNvPr>
          <p:cNvSpPr/>
          <p:nvPr userDrawn="1"/>
        </p:nvSpPr>
        <p:spPr>
          <a:xfrm>
            <a:off x="0" y="0"/>
            <a:ext cx="12192000" cy="6858000"/>
          </a:xfrm>
          <a:prstGeom prst="frame">
            <a:avLst>
              <a:gd name="adj1" fmla="val 1241"/>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54" name="TextBox 153">
            <a:extLst>
              <a:ext uri="{FF2B5EF4-FFF2-40B4-BE49-F238E27FC236}">
                <a16:creationId xmlns:a16="http://schemas.microsoft.com/office/drawing/2014/main" id="{0768F1A1-01C8-2F0D-FD45-8256CA708AD0}"/>
              </a:ext>
            </a:extLst>
          </p:cNvPr>
          <p:cNvSpPr txBox="1"/>
          <p:nvPr userDrawn="1"/>
        </p:nvSpPr>
        <p:spPr>
          <a:xfrm>
            <a:off x="980975" y="254033"/>
            <a:ext cx="3911600" cy="707886"/>
          </a:xfrm>
          <a:prstGeom prst="rect">
            <a:avLst/>
          </a:prstGeom>
          <a:noFill/>
        </p:spPr>
        <p:txBody>
          <a:bodyPr wrap="square" rtlCol="0">
            <a:spAutoFit/>
          </a:bodyPr>
          <a:lstStyle/>
          <a:p>
            <a:r>
              <a:rPr lang="en-GB" sz="4000" b="1">
                <a:solidFill>
                  <a:srgbClr val="F19551"/>
                </a:solidFill>
                <a:latin typeface="Twinkl Cursive Looped" panose="02000000000000000000" pitchFamily="2" charset="77"/>
                <a:ea typeface="Sassoon Infant Rg" panose="02000503030000020003" pitchFamily="2" charset="0"/>
              </a:rPr>
              <a:t>Civilisation</a:t>
            </a:r>
          </a:p>
        </p:txBody>
      </p:sp>
      <p:pic>
        <p:nvPicPr>
          <p:cNvPr id="155" name="Picture 154">
            <a:extLst>
              <a:ext uri="{FF2B5EF4-FFF2-40B4-BE49-F238E27FC236}">
                <a16:creationId xmlns:a16="http://schemas.microsoft.com/office/drawing/2014/main" id="{46E639EE-8DCF-57DE-59C6-F85579DB9A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5093" y="223520"/>
            <a:ext cx="878845" cy="678176"/>
          </a:xfrm>
          <a:prstGeom prst="rect">
            <a:avLst/>
          </a:prstGeom>
        </p:spPr>
      </p:pic>
      <p:sp>
        <p:nvSpPr>
          <p:cNvPr id="156" name="TextBox 155">
            <a:extLst>
              <a:ext uri="{FF2B5EF4-FFF2-40B4-BE49-F238E27FC236}">
                <a16:creationId xmlns:a16="http://schemas.microsoft.com/office/drawing/2014/main" id="{7361F128-A15B-1D55-4F5A-2C17FEEFE846}"/>
              </a:ext>
            </a:extLst>
          </p:cNvPr>
          <p:cNvSpPr txBox="1"/>
          <p:nvPr userDrawn="1"/>
        </p:nvSpPr>
        <p:spPr>
          <a:xfrm>
            <a:off x="144316" y="961919"/>
            <a:ext cx="3205508" cy="954107"/>
          </a:xfrm>
          <a:prstGeom prst="rect">
            <a:avLst/>
          </a:prstGeom>
          <a:noFill/>
        </p:spPr>
        <p:txBody>
          <a:bodyPr wrap="square" rtlCol="0">
            <a:spAutoFit/>
          </a:bodyPr>
          <a:lstStyle/>
          <a:p>
            <a:pPr algn="just"/>
            <a:r>
              <a:rPr lang="en-GB" sz="1400">
                <a:latin typeface="Twinkl Cursive Looped" panose="02000000000000000000" pitchFamily="2" charset="77"/>
                <a:ea typeface="Sassoon Infant Rg" panose="02000503030000020003" pitchFamily="2" charset="0"/>
              </a:rPr>
              <a:t>A group of people with their own languages and way of life. Civilised people live in organised groups like towns. </a:t>
            </a:r>
          </a:p>
        </p:txBody>
      </p:sp>
      <p:grpSp>
        <p:nvGrpSpPr>
          <p:cNvPr id="202" name="Group 201">
            <a:extLst>
              <a:ext uri="{FF2B5EF4-FFF2-40B4-BE49-F238E27FC236}">
                <a16:creationId xmlns:a16="http://schemas.microsoft.com/office/drawing/2014/main" id="{0DFCBA9A-7374-7AF4-159D-FC97443287A9}"/>
              </a:ext>
            </a:extLst>
          </p:cNvPr>
          <p:cNvGrpSpPr/>
          <p:nvPr userDrawn="1"/>
        </p:nvGrpSpPr>
        <p:grpSpPr>
          <a:xfrm>
            <a:off x="272909" y="5585370"/>
            <a:ext cx="1280546" cy="1018597"/>
            <a:chOff x="487294" y="3394800"/>
            <a:chExt cx="1829988" cy="1302126"/>
          </a:xfrm>
        </p:grpSpPr>
        <p:grpSp>
          <p:nvGrpSpPr>
            <p:cNvPr id="203" name="Group 202">
              <a:extLst>
                <a:ext uri="{FF2B5EF4-FFF2-40B4-BE49-F238E27FC236}">
                  <a16:creationId xmlns:a16="http://schemas.microsoft.com/office/drawing/2014/main" id="{C4BF6875-0045-D143-5C4D-201D3F685A06}"/>
                </a:ext>
              </a:extLst>
            </p:cNvPr>
            <p:cNvGrpSpPr/>
            <p:nvPr/>
          </p:nvGrpSpPr>
          <p:grpSpPr>
            <a:xfrm>
              <a:off x="487294" y="4338320"/>
              <a:ext cx="904626" cy="358606"/>
              <a:chOff x="7508240" y="3017520"/>
              <a:chExt cx="3545840" cy="2021840"/>
            </a:xfrm>
          </p:grpSpPr>
          <p:sp>
            <p:nvSpPr>
              <p:cNvPr id="221" name="Rectangle 220">
                <a:extLst>
                  <a:ext uri="{FF2B5EF4-FFF2-40B4-BE49-F238E27FC236}">
                    <a16:creationId xmlns:a16="http://schemas.microsoft.com/office/drawing/2014/main" id="{6BA9AAD1-F581-BE5D-4097-533537424883}"/>
                  </a:ext>
                </a:extLst>
              </p:cNvPr>
              <p:cNvSpPr/>
              <p:nvPr/>
            </p:nvSpPr>
            <p:spPr>
              <a:xfrm>
                <a:off x="7508240" y="3291840"/>
                <a:ext cx="3545840" cy="1747520"/>
              </a:xfrm>
              <a:prstGeom prst="rect">
                <a:avLst/>
              </a:prstGeom>
              <a:solidFill>
                <a:srgbClr val="FFF2CC"/>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latin typeface="Sassoon Infant Rg" panose="02000503030000020003" pitchFamily="2" charset="0"/>
                  <a:ea typeface="Sassoon Infant Rg" panose="02000503030000020003" pitchFamily="2" charset="0"/>
                </a:endParaRPr>
              </a:p>
            </p:txBody>
          </p:sp>
          <p:sp>
            <p:nvSpPr>
              <p:cNvPr id="222" name="Rectangle: Top Corners Rounded 71">
                <a:extLst>
                  <a:ext uri="{FF2B5EF4-FFF2-40B4-BE49-F238E27FC236}">
                    <a16:creationId xmlns:a16="http://schemas.microsoft.com/office/drawing/2014/main" id="{946135A3-5648-C5E9-6C56-015723DF25F2}"/>
                  </a:ext>
                </a:extLst>
              </p:cNvPr>
              <p:cNvSpPr/>
              <p:nvPr/>
            </p:nvSpPr>
            <p:spPr>
              <a:xfrm>
                <a:off x="7843520" y="3017520"/>
                <a:ext cx="589280" cy="274320"/>
              </a:xfrm>
              <a:prstGeom prst="round2Same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3" name="Rectangle: Top Corners Rounded 72">
                <a:extLst>
                  <a:ext uri="{FF2B5EF4-FFF2-40B4-BE49-F238E27FC236}">
                    <a16:creationId xmlns:a16="http://schemas.microsoft.com/office/drawing/2014/main" id="{B71A8068-7FD2-C3F0-5071-9A9F9F4F3256}"/>
                  </a:ext>
                </a:extLst>
              </p:cNvPr>
              <p:cNvSpPr/>
              <p:nvPr/>
            </p:nvSpPr>
            <p:spPr>
              <a:xfrm>
                <a:off x="8986520" y="3017520"/>
                <a:ext cx="589280" cy="274320"/>
              </a:xfrm>
              <a:prstGeom prst="round2Same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4" name="Rectangle: Top Corners Rounded 73">
                <a:extLst>
                  <a:ext uri="{FF2B5EF4-FFF2-40B4-BE49-F238E27FC236}">
                    <a16:creationId xmlns:a16="http://schemas.microsoft.com/office/drawing/2014/main" id="{9A795269-5605-BFDA-8385-730F27F50249}"/>
                  </a:ext>
                </a:extLst>
              </p:cNvPr>
              <p:cNvSpPr/>
              <p:nvPr/>
            </p:nvSpPr>
            <p:spPr>
              <a:xfrm>
                <a:off x="10060940" y="3017520"/>
                <a:ext cx="589280" cy="274320"/>
              </a:xfrm>
              <a:prstGeom prst="round2Same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04" name="Group 203">
              <a:extLst>
                <a:ext uri="{FF2B5EF4-FFF2-40B4-BE49-F238E27FC236}">
                  <a16:creationId xmlns:a16="http://schemas.microsoft.com/office/drawing/2014/main" id="{F7C7F38A-E4DE-095B-6B59-F5B9BF7539A0}"/>
                </a:ext>
              </a:extLst>
            </p:cNvPr>
            <p:cNvGrpSpPr/>
            <p:nvPr/>
          </p:nvGrpSpPr>
          <p:grpSpPr>
            <a:xfrm>
              <a:off x="1412656" y="4338320"/>
              <a:ext cx="904626" cy="358606"/>
              <a:chOff x="7508240" y="3017520"/>
              <a:chExt cx="3545840" cy="2021840"/>
            </a:xfrm>
          </p:grpSpPr>
          <p:sp>
            <p:nvSpPr>
              <p:cNvPr id="217" name="Rectangle 216">
                <a:extLst>
                  <a:ext uri="{FF2B5EF4-FFF2-40B4-BE49-F238E27FC236}">
                    <a16:creationId xmlns:a16="http://schemas.microsoft.com/office/drawing/2014/main" id="{EBFFB16F-5532-077C-5993-97FA755E6054}"/>
                  </a:ext>
                </a:extLst>
              </p:cNvPr>
              <p:cNvSpPr/>
              <p:nvPr/>
            </p:nvSpPr>
            <p:spPr>
              <a:xfrm>
                <a:off x="7508240" y="3291840"/>
                <a:ext cx="3545840" cy="1747520"/>
              </a:xfrm>
              <a:prstGeom prst="rect">
                <a:avLst/>
              </a:prstGeom>
              <a:solidFill>
                <a:srgbClr val="FFF2CC"/>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latin typeface="Sassoon Infant Rg" panose="02000503030000020003" pitchFamily="2" charset="0"/>
                  <a:ea typeface="Sassoon Infant Rg" panose="02000503030000020003" pitchFamily="2" charset="0"/>
                </a:endParaRPr>
              </a:p>
            </p:txBody>
          </p:sp>
          <p:sp>
            <p:nvSpPr>
              <p:cNvPr id="218" name="Rectangle: Top Corners Rounded 76">
                <a:extLst>
                  <a:ext uri="{FF2B5EF4-FFF2-40B4-BE49-F238E27FC236}">
                    <a16:creationId xmlns:a16="http://schemas.microsoft.com/office/drawing/2014/main" id="{DB000274-2EC9-C2C7-EE7A-E39768E4E365}"/>
                  </a:ext>
                </a:extLst>
              </p:cNvPr>
              <p:cNvSpPr/>
              <p:nvPr/>
            </p:nvSpPr>
            <p:spPr>
              <a:xfrm>
                <a:off x="7843520" y="3017520"/>
                <a:ext cx="589280" cy="274320"/>
              </a:xfrm>
              <a:prstGeom prst="round2Same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9" name="Rectangle: Top Corners Rounded 77">
                <a:extLst>
                  <a:ext uri="{FF2B5EF4-FFF2-40B4-BE49-F238E27FC236}">
                    <a16:creationId xmlns:a16="http://schemas.microsoft.com/office/drawing/2014/main" id="{D1045BD4-39B3-AD8B-83A9-252150A57AFC}"/>
                  </a:ext>
                </a:extLst>
              </p:cNvPr>
              <p:cNvSpPr/>
              <p:nvPr/>
            </p:nvSpPr>
            <p:spPr>
              <a:xfrm>
                <a:off x="8986520" y="3017520"/>
                <a:ext cx="589280" cy="274320"/>
              </a:xfrm>
              <a:prstGeom prst="round2Same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0" name="Rectangle: Top Corners Rounded 78">
                <a:extLst>
                  <a:ext uri="{FF2B5EF4-FFF2-40B4-BE49-F238E27FC236}">
                    <a16:creationId xmlns:a16="http://schemas.microsoft.com/office/drawing/2014/main" id="{7B65B96B-F860-D29D-FE53-3B6495BCE9A9}"/>
                  </a:ext>
                </a:extLst>
              </p:cNvPr>
              <p:cNvSpPr/>
              <p:nvPr/>
            </p:nvSpPr>
            <p:spPr>
              <a:xfrm>
                <a:off x="10060940" y="3017520"/>
                <a:ext cx="589280" cy="274320"/>
              </a:xfrm>
              <a:prstGeom prst="round2Same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05" name="Group 204">
              <a:extLst>
                <a:ext uri="{FF2B5EF4-FFF2-40B4-BE49-F238E27FC236}">
                  <a16:creationId xmlns:a16="http://schemas.microsoft.com/office/drawing/2014/main" id="{9A1A9BF2-DFEC-690F-6554-C8F3D3551ABA}"/>
                </a:ext>
              </a:extLst>
            </p:cNvPr>
            <p:cNvGrpSpPr/>
            <p:nvPr/>
          </p:nvGrpSpPr>
          <p:grpSpPr>
            <a:xfrm>
              <a:off x="1045881" y="4007047"/>
              <a:ext cx="904626" cy="358606"/>
              <a:chOff x="7508240" y="3017520"/>
              <a:chExt cx="3545840" cy="2021840"/>
            </a:xfrm>
          </p:grpSpPr>
          <p:sp>
            <p:nvSpPr>
              <p:cNvPr id="213" name="Rectangle 212">
                <a:extLst>
                  <a:ext uri="{FF2B5EF4-FFF2-40B4-BE49-F238E27FC236}">
                    <a16:creationId xmlns:a16="http://schemas.microsoft.com/office/drawing/2014/main" id="{40D3A949-D7FD-4D32-CC4B-F2877B95818D}"/>
                  </a:ext>
                </a:extLst>
              </p:cNvPr>
              <p:cNvSpPr/>
              <p:nvPr/>
            </p:nvSpPr>
            <p:spPr>
              <a:xfrm>
                <a:off x="7508240" y="3291840"/>
                <a:ext cx="3545840" cy="1747520"/>
              </a:xfrm>
              <a:prstGeom prst="rect">
                <a:avLst/>
              </a:prstGeom>
              <a:solidFill>
                <a:srgbClr val="FFF2CC"/>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latin typeface="Sassoon Infant Rg" panose="02000503030000020003" pitchFamily="2" charset="0"/>
                  <a:ea typeface="Sassoon Infant Rg" panose="02000503030000020003" pitchFamily="2" charset="0"/>
                </a:endParaRPr>
              </a:p>
            </p:txBody>
          </p:sp>
          <p:sp>
            <p:nvSpPr>
              <p:cNvPr id="214" name="Rectangle: Top Corners Rounded 81">
                <a:extLst>
                  <a:ext uri="{FF2B5EF4-FFF2-40B4-BE49-F238E27FC236}">
                    <a16:creationId xmlns:a16="http://schemas.microsoft.com/office/drawing/2014/main" id="{0C72DC68-480F-63CF-F884-DE2BC1A3C841}"/>
                  </a:ext>
                </a:extLst>
              </p:cNvPr>
              <p:cNvSpPr/>
              <p:nvPr/>
            </p:nvSpPr>
            <p:spPr>
              <a:xfrm>
                <a:off x="7843520" y="3017520"/>
                <a:ext cx="589280" cy="274320"/>
              </a:xfrm>
              <a:prstGeom prst="round2Same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 name="Rectangle: Top Corners Rounded 82">
                <a:extLst>
                  <a:ext uri="{FF2B5EF4-FFF2-40B4-BE49-F238E27FC236}">
                    <a16:creationId xmlns:a16="http://schemas.microsoft.com/office/drawing/2014/main" id="{7E85F5A0-273C-4C8E-C4F9-580553C553A5}"/>
                  </a:ext>
                </a:extLst>
              </p:cNvPr>
              <p:cNvSpPr/>
              <p:nvPr/>
            </p:nvSpPr>
            <p:spPr>
              <a:xfrm>
                <a:off x="8986520" y="3017520"/>
                <a:ext cx="589280" cy="274320"/>
              </a:xfrm>
              <a:prstGeom prst="round2Same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6" name="Rectangle: Top Corners Rounded 83">
                <a:extLst>
                  <a:ext uri="{FF2B5EF4-FFF2-40B4-BE49-F238E27FC236}">
                    <a16:creationId xmlns:a16="http://schemas.microsoft.com/office/drawing/2014/main" id="{37E77B86-70D2-6A92-A92A-DE07AF643DE1}"/>
                  </a:ext>
                </a:extLst>
              </p:cNvPr>
              <p:cNvSpPr/>
              <p:nvPr/>
            </p:nvSpPr>
            <p:spPr>
              <a:xfrm>
                <a:off x="10060940" y="3017520"/>
                <a:ext cx="589280" cy="274320"/>
              </a:xfrm>
              <a:prstGeom prst="round2Same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06" name="Group 205">
              <a:extLst>
                <a:ext uri="{FF2B5EF4-FFF2-40B4-BE49-F238E27FC236}">
                  <a16:creationId xmlns:a16="http://schemas.microsoft.com/office/drawing/2014/main" id="{BBE3441D-6725-7F34-1695-0CF04E9DA8E9}"/>
                </a:ext>
              </a:extLst>
            </p:cNvPr>
            <p:cNvGrpSpPr/>
            <p:nvPr/>
          </p:nvGrpSpPr>
          <p:grpSpPr>
            <a:xfrm>
              <a:off x="1620945" y="3669763"/>
              <a:ext cx="512234" cy="358606"/>
              <a:chOff x="7508240" y="3017519"/>
              <a:chExt cx="3545840" cy="2021841"/>
            </a:xfrm>
          </p:grpSpPr>
          <p:sp>
            <p:nvSpPr>
              <p:cNvPr id="210" name="Rectangle 209">
                <a:extLst>
                  <a:ext uri="{FF2B5EF4-FFF2-40B4-BE49-F238E27FC236}">
                    <a16:creationId xmlns:a16="http://schemas.microsoft.com/office/drawing/2014/main" id="{282C261B-A3FB-78BF-C0D5-E4CE23C61D98}"/>
                  </a:ext>
                </a:extLst>
              </p:cNvPr>
              <p:cNvSpPr/>
              <p:nvPr/>
            </p:nvSpPr>
            <p:spPr>
              <a:xfrm>
                <a:off x="7508240" y="3291840"/>
                <a:ext cx="3545840" cy="1747520"/>
              </a:xfrm>
              <a:prstGeom prst="rect">
                <a:avLst/>
              </a:prstGeom>
              <a:solidFill>
                <a:srgbClr val="FFF2CC"/>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latin typeface="Sassoon Infant Rg" panose="02000503030000020003" pitchFamily="2" charset="0"/>
                  <a:ea typeface="Sassoon Infant Rg" panose="02000503030000020003" pitchFamily="2" charset="0"/>
                </a:endParaRPr>
              </a:p>
            </p:txBody>
          </p:sp>
          <p:sp>
            <p:nvSpPr>
              <p:cNvPr id="211" name="Rectangle: Top Corners Rounded 86">
                <a:extLst>
                  <a:ext uri="{FF2B5EF4-FFF2-40B4-BE49-F238E27FC236}">
                    <a16:creationId xmlns:a16="http://schemas.microsoft.com/office/drawing/2014/main" id="{69C7A0EE-A11B-607D-5985-B5A4BE44BAFD}"/>
                  </a:ext>
                </a:extLst>
              </p:cNvPr>
              <p:cNvSpPr/>
              <p:nvPr/>
            </p:nvSpPr>
            <p:spPr>
              <a:xfrm>
                <a:off x="8406167" y="3017519"/>
                <a:ext cx="589282" cy="274320"/>
              </a:xfrm>
              <a:prstGeom prst="round2Same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2" name="Rectangle: Top Corners Rounded 87">
                <a:extLst>
                  <a:ext uri="{FF2B5EF4-FFF2-40B4-BE49-F238E27FC236}">
                    <a16:creationId xmlns:a16="http://schemas.microsoft.com/office/drawing/2014/main" id="{3CF1A967-35D6-F5C1-847C-1B710A8F8786}"/>
                  </a:ext>
                </a:extLst>
              </p:cNvPr>
              <p:cNvSpPr/>
              <p:nvPr/>
            </p:nvSpPr>
            <p:spPr>
              <a:xfrm>
                <a:off x="9689825" y="3017519"/>
                <a:ext cx="589282" cy="274320"/>
              </a:xfrm>
              <a:prstGeom prst="round2Same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07" name="Group 206">
              <a:extLst>
                <a:ext uri="{FF2B5EF4-FFF2-40B4-BE49-F238E27FC236}">
                  <a16:creationId xmlns:a16="http://schemas.microsoft.com/office/drawing/2014/main" id="{6AC675BD-9A27-587E-28EC-FDB6E1B7AA4F}"/>
                </a:ext>
              </a:extLst>
            </p:cNvPr>
            <p:cNvGrpSpPr/>
            <p:nvPr/>
          </p:nvGrpSpPr>
          <p:grpSpPr>
            <a:xfrm>
              <a:off x="1520357" y="3394800"/>
              <a:ext cx="338160" cy="309951"/>
              <a:chOff x="7508240" y="3017519"/>
              <a:chExt cx="3545840" cy="2021841"/>
            </a:xfrm>
          </p:grpSpPr>
          <p:sp>
            <p:nvSpPr>
              <p:cNvPr id="208" name="Rectangle 207">
                <a:extLst>
                  <a:ext uri="{FF2B5EF4-FFF2-40B4-BE49-F238E27FC236}">
                    <a16:creationId xmlns:a16="http://schemas.microsoft.com/office/drawing/2014/main" id="{C0C36582-FEC4-B6B2-B95E-C7C0C2E58713}"/>
                  </a:ext>
                </a:extLst>
              </p:cNvPr>
              <p:cNvSpPr/>
              <p:nvPr/>
            </p:nvSpPr>
            <p:spPr>
              <a:xfrm>
                <a:off x="7508240" y="3291840"/>
                <a:ext cx="3545840" cy="1747520"/>
              </a:xfrm>
              <a:prstGeom prst="rect">
                <a:avLst/>
              </a:prstGeom>
              <a:solidFill>
                <a:srgbClr val="FFF2CC"/>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latin typeface="Sassoon Infant Rg" panose="02000503030000020003" pitchFamily="2" charset="0"/>
                  <a:ea typeface="Sassoon Infant Rg" panose="02000503030000020003" pitchFamily="2" charset="0"/>
                </a:endParaRPr>
              </a:p>
            </p:txBody>
          </p:sp>
          <p:sp>
            <p:nvSpPr>
              <p:cNvPr id="209" name="Rectangle: Top Corners Rounded 91">
                <a:extLst>
                  <a:ext uri="{FF2B5EF4-FFF2-40B4-BE49-F238E27FC236}">
                    <a16:creationId xmlns:a16="http://schemas.microsoft.com/office/drawing/2014/main" id="{141D356C-0714-F8C5-67EB-3BB7A062B53D}"/>
                  </a:ext>
                </a:extLst>
              </p:cNvPr>
              <p:cNvSpPr/>
              <p:nvPr/>
            </p:nvSpPr>
            <p:spPr>
              <a:xfrm>
                <a:off x="9045379" y="3017519"/>
                <a:ext cx="589285" cy="274322"/>
              </a:xfrm>
              <a:prstGeom prst="round2Same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25" name="Group 224">
            <a:extLst>
              <a:ext uri="{FF2B5EF4-FFF2-40B4-BE49-F238E27FC236}">
                <a16:creationId xmlns:a16="http://schemas.microsoft.com/office/drawing/2014/main" id="{C7E15217-C74D-91F1-E507-D1A3BBB49876}"/>
              </a:ext>
            </a:extLst>
          </p:cNvPr>
          <p:cNvGrpSpPr/>
          <p:nvPr userDrawn="1"/>
        </p:nvGrpSpPr>
        <p:grpSpPr>
          <a:xfrm>
            <a:off x="3533228" y="5734807"/>
            <a:ext cx="8300638" cy="922462"/>
            <a:chOff x="3533228" y="5734807"/>
            <a:chExt cx="8300638" cy="922462"/>
          </a:xfrm>
        </p:grpSpPr>
        <p:grpSp>
          <p:nvGrpSpPr>
            <p:cNvPr id="226" name="Group 225">
              <a:extLst>
                <a:ext uri="{FF2B5EF4-FFF2-40B4-BE49-F238E27FC236}">
                  <a16:creationId xmlns:a16="http://schemas.microsoft.com/office/drawing/2014/main" id="{8D111910-DBCA-69C8-2A9D-B050FC47CAEB}"/>
                </a:ext>
              </a:extLst>
            </p:cNvPr>
            <p:cNvGrpSpPr/>
            <p:nvPr/>
          </p:nvGrpSpPr>
          <p:grpSpPr>
            <a:xfrm>
              <a:off x="3533228" y="5734807"/>
              <a:ext cx="8300638" cy="922462"/>
              <a:chOff x="3533228" y="5734807"/>
              <a:chExt cx="8300638" cy="922462"/>
            </a:xfrm>
          </p:grpSpPr>
          <p:grpSp>
            <p:nvGrpSpPr>
              <p:cNvPr id="249" name="Group 248">
                <a:extLst>
                  <a:ext uri="{FF2B5EF4-FFF2-40B4-BE49-F238E27FC236}">
                    <a16:creationId xmlns:a16="http://schemas.microsoft.com/office/drawing/2014/main" id="{A5E05120-9ADF-A676-1902-1D821E117523}"/>
                  </a:ext>
                </a:extLst>
              </p:cNvPr>
              <p:cNvGrpSpPr/>
              <p:nvPr/>
            </p:nvGrpSpPr>
            <p:grpSpPr>
              <a:xfrm>
                <a:off x="3533228" y="5734807"/>
                <a:ext cx="8300638" cy="922462"/>
                <a:chOff x="3533228" y="5734807"/>
                <a:chExt cx="8300638" cy="922462"/>
              </a:xfrm>
            </p:grpSpPr>
            <p:grpSp>
              <p:nvGrpSpPr>
                <p:cNvPr id="251" name="Group 250">
                  <a:extLst>
                    <a:ext uri="{FF2B5EF4-FFF2-40B4-BE49-F238E27FC236}">
                      <a16:creationId xmlns:a16="http://schemas.microsoft.com/office/drawing/2014/main" id="{F1AF2B65-3C00-5750-04ED-EEC818EE554C}"/>
                    </a:ext>
                  </a:extLst>
                </p:cNvPr>
                <p:cNvGrpSpPr/>
                <p:nvPr/>
              </p:nvGrpSpPr>
              <p:grpSpPr>
                <a:xfrm>
                  <a:off x="3533228" y="5757269"/>
                  <a:ext cx="8300638" cy="900000"/>
                  <a:chOff x="122069" y="1706877"/>
                  <a:chExt cx="1713901" cy="2905765"/>
                </a:xfrm>
              </p:grpSpPr>
              <p:sp>
                <p:nvSpPr>
                  <p:cNvPr id="255" name="Rectangle: Rounded Corners 3">
                    <a:extLst>
                      <a:ext uri="{FF2B5EF4-FFF2-40B4-BE49-F238E27FC236}">
                        <a16:creationId xmlns:a16="http://schemas.microsoft.com/office/drawing/2014/main" id="{52E89675-D61D-F07A-4E14-332777DD5A66}"/>
                      </a:ext>
                    </a:extLst>
                  </p:cNvPr>
                  <p:cNvSpPr/>
                  <p:nvPr/>
                </p:nvSpPr>
                <p:spPr>
                  <a:xfrm>
                    <a:off x="122069" y="1706877"/>
                    <a:ext cx="1713901" cy="2905765"/>
                  </a:xfrm>
                  <a:prstGeom prst="roundRect">
                    <a:avLst/>
                  </a:prstGeom>
                  <a:solidFill>
                    <a:srgbClr val="F9D2B5"/>
                  </a:solidFill>
                  <a:ln>
                    <a:solidFill>
                      <a:srgbClr val="F9D2B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256" name="Rectangle: Rounded Corners 4">
                    <a:extLst>
                      <a:ext uri="{FF2B5EF4-FFF2-40B4-BE49-F238E27FC236}">
                        <a16:creationId xmlns:a16="http://schemas.microsoft.com/office/drawing/2014/main" id="{96E0DBC4-4045-DDC6-B5AA-EFA9709C3677}"/>
                      </a:ext>
                    </a:extLst>
                  </p:cNvPr>
                  <p:cNvSpPr txBox="1"/>
                  <p:nvPr/>
                </p:nvSpPr>
                <p:spPr>
                  <a:xfrm>
                    <a:off x="205735" y="1790543"/>
                    <a:ext cx="1546569" cy="273843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endParaRPr lang="en-GB" sz="2000" b="1" u="sng" kern="1200">
                      <a:solidFill>
                        <a:schemeClr val="tx1"/>
                      </a:solidFill>
                      <a:latin typeface="Sassoon Infant Rg" panose="02000503030000020003" pitchFamily="2" charset="0"/>
                      <a:ea typeface="Sassoon Infant Rg" panose="02000503030000020003" pitchFamily="2" charset="0"/>
                    </a:endParaRPr>
                  </a:p>
                  <a:p>
                    <a:pPr marL="0" lvl="0" indent="0" algn="ctr" defTabSz="1244600">
                      <a:lnSpc>
                        <a:spcPct val="90000"/>
                      </a:lnSpc>
                      <a:spcBef>
                        <a:spcPct val="0"/>
                      </a:spcBef>
                      <a:spcAft>
                        <a:spcPct val="35000"/>
                      </a:spcAft>
                      <a:buNone/>
                    </a:pPr>
                    <a:endParaRPr lang="en-GB" sz="2800" b="1" u="sng" kern="1200">
                      <a:latin typeface="Sassoon Infant Rg" panose="02000503030000020003" pitchFamily="2" charset="0"/>
                      <a:ea typeface="Sassoon Infant Rg" panose="02000503030000020003" pitchFamily="2" charset="0"/>
                    </a:endParaRPr>
                  </a:p>
                  <a:p>
                    <a:pPr marL="0" lvl="0" indent="0" algn="ctr" defTabSz="1244600">
                      <a:lnSpc>
                        <a:spcPct val="90000"/>
                      </a:lnSpc>
                      <a:spcBef>
                        <a:spcPct val="0"/>
                      </a:spcBef>
                      <a:spcAft>
                        <a:spcPct val="35000"/>
                      </a:spcAft>
                      <a:buNone/>
                    </a:pPr>
                    <a:endParaRPr lang="en-GB" sz="6200" kern="1200"/>
                  </a:p>
                </p:txBody>
              </p:sp>
            </p:grpSp>
            <p:grpSp>
              <p:nvGrpSpPr>
                <p:cNvPr id="252" name="Group 251">
                  <a:extLst>
                    <a:ext uri="{FF2B5EF4-FFF2-40B4-BE49-F238E27FC236}">
                      <a16:creationId xmlns:a16="http://schemas.microsoft.com/office/drawing/2014/main" id="{A094FF4A-D0AD-B9F8-7FF4-31B6F66E7B7C}"/>
                    </a:ext>
                  </a:extLst>
                </p:cNvPr>
                <p:cNvGrpSpPr/>
                <p:nvPr/>
              </p:nvGrpSpPr>
              <p:grpSpPr>
                <a:xfrm>
                  <a:off x="3580299" y="5734807"/>
                  <a:ext cx="801261" cy="903352"/>
                  <a:chOff x="4462145" y="450020"/>
                  <a:chExt cx="801261" cy="903352"/>
                </a:xfrm>
              </p:grpSpPr>
              <p:pic>
                <p:nvPicPr>
                  <p:cNvPr id="253" name="Picture 252">
                    <a:extLst>
                      <a:ext uri="{FF2B5EF4-FFF2-40B4-BE49-F238E27FC236}">
                        <a16:creationId xmlns:a16="http://schemas.microsoft.com/office/drawing/2014/main" id="{A073E7C2-63C0-2750-F9DD-8F6A971D7D39}"/>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254" name="TextBox 253">
                    <a:extLst>
                      <a:ext uri="{FF2B5EF4-FFF2-40B4-BE49-F238E27FC236}">
                        <a16:creationId xmlns:a16="http://schemas.microsoft.com/office/drawing/2014/main" id="{274D2E58-874B-B55C-0EE0-40BAFC8CF391}"/>
                      </a:ext>
                    </a:extLst>
                  </p:cNvPr>
                  <p:cNvSpPr txBox="1"/>
                  <p:nvPr/>
                </p:nvSpPr>
                <p:spPr>
                  <a:xfrm>
                    <a:off x="4704080" y="708024"/>
                    <a:ext cx="375920" cy="461665"/>
                  </a:xfrm>
                  <a:prstGeom prst="rect">
                    <a:avLst/>
                  </a:prstGeom>
                  <a:noFill/>
                </p:spPr>
                <p:txBody>
                  <a:bodyPr wrap="square" rtlCol="0">
                    <a:spAutoFit/>
                  </a:bodyPr>
                  <a:lstStyle/>
                  <a:p>
                    <a:r>
                      <a:rPr lang="en-GB" sz="2400" b="1">
                        <a:latin typeface="Sassoon Infant Rg" panose="02000503030000020003" pitchFamily="2" charset="0"/>
                        <a:ea typeface="Sassoon Infant Rg" panose="02000503030000020003" pitchFamily="2" charset="0"/>
                      </a:rPr>
                      <a:t>1</a:t>
                    </a:r>
                  </a:p>
                </p:txBody>
              </p:sp>
            </p:grpSp>
          </p:grpSp>
          <p:sp>
            <p:nvSpPr>
              <p:cNvPr id="250" name="TextBox 249">
                <a:extLst>
                  <a:ext uri="{FF2B5EF4-FFF2-40B4-BE49-F238E27FC236}">
                    <a16:creationId xmlns:a16="http://schemas.microsoft.com/office/drawing/2014/main" id="{157F6DA8-A3D7-6D2F-7E38-F20102F8DCFF}"/>
                  </a:ext>
                </a:extLst>
              </p:cNvPr>
              <p:cNvSpPr txBox="1"/>
              <p:nvPr/>
            </p:nvSpPr>
            <p:spPr>
              <a:xfrm>
                <a:off x="4439155" y="5839577"/>
                <a:ext cx="2257200" cy="738000"/>
              </a:xfrm>
              <a:prstGeom prst="rect">
                <a:avLst/>
              </a:prstGeom>
              <a:noFill/>
              <a:ln w="28575">
                <a:solidFill>
                  <a:schemeClr val="accent2"/>
                </a:solidFill>
              </a:ln>
            </p:spPr>
            <p:txBody>
              <a:bodyPr wrap="square" rtlCol="0" anchor="ctr">
                <a:spAutoFit/>
              </a:bodyPr>
              <a:lstStyle/>
              <a:p>
                <a:pPr algn="ctr"/>
                <a:r>
                  <a:rPr lang="en-GB" sz="1400" b="1">
                    <a:latin typeface="Sassoon Infant Rg" panose="02000503030000020003" pitchFamily="2" charset="0"/>
                    <a:ea typeface="Sassoon Infant Rg" panose="02000503030000020003" pitchFamily="2" charset="0"/>
                  </a:rPr>
                  <a:t>Within living memory</a:t>
                </a:r>
              </a:p>
            </p:txBody>
          </p:sp>
        </p:grpSp>
        <p:grpSp>
          <p:nvGrpSpPr>
            <p:cNvPr id="227" name="Group 226">
              <a:extLst>
                <a:ext uri="{FF2B5EF4-FFF2-40B4-BE49-F238E27FC236}">
                  <a16:creationId xmlns:a16="http://schemas.microsoft.com/office/drawing/2014/main" id="{6A0EB412-6D45-A5C0-93CE-400CD1A4AE32}"/>
                </a:ext>
              </a:extLst>
            </p:cNvPr>
            <p:cNvGrpSpPr/>
            <p:nvPr/>
          </p:nvGrpSpPr>
          <p:grpSpPr>
            <a:xfrm>
              <a:off x="10346412" y="5853364"/>
              <a:ext cx="1235341" cy="736668"/>
              <a:chOff x="7508240" y="3017520"/>
              <a:chExt cx="3545840" cy="2021840"/>
            </a:xfrm>
          </p:grpSpPr>
          <p:sp>
            <p:nvSpPr>
              <p:cNvPr id="245" name="Rectangle 244">
                <a:extLst>
                  <a:ext uri="{FF2B5EF4-FFF2-40B4-BE49-F238E27FC236}">
                    <a16:creationId xmlns:a16="http://schemas.microsoft.com/office/drawing/2014/main" id="{F3B647EC-2E2C-55D5-1954-21835523E6AB}"/>
                  </a:ext>
                </a:extLst>
              </p:cNvPr>
              <p:cNvSpPr/>
              <p:nvPr/>
            </p:nvSpPr>
            <p:spPr>
              <a:xfrm>
                <a:off x="7508240" y="3291840"/>
                <a:ext cx="3545840" cy="1747520"/>
              </a:xfrm>
              <a:prstGeom prst="rect">
                <a:avLst/>
              </a:prstGeom>
              <a:solidFill>
                <a:srgbClr val="FAD3B5"/>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latin typeface="Sassoon Infant Rg" panose="02000503030000020003" pitchFamily="2" charset="0"/>
                  <a:ea typeface="Sassoon Infant Rg" panose="02000503030000020003" pitchFamily="2" charset="0"/>
                </a:endParaRPr>
              </a:p>
            </p:txBody>
          </p:sp>
          <p:sp>
            <p:nvSpPr>
              <p:cNvPr id="246" name="Rectangle: Top Corners Rounded 112">
                <a:extLst>
                  <a:ext uri="{FF2B5EF4-FFF2-40B4-BE49-F238E27FC236}">
                    <a16:creationId xmlns:a16="http://schemas.microsoft.com/office/drawing/2014/main" id="{F02C2DBF-665D-0667-2C6C-41131F666AB2}"/>
                  </a:ext>
                </a:extLst>
              </p:cNvPr>
              <p:cNvSpPr/>
              <p:nvPr/>
            </p:nvSpPr>
            <p:spPr>
              <a:xfrm>
                <a:off x="7843520" y="3017520"/>
                <a:ext cx="589280" cy="274320"/>
              </a:xfrm>
              <a:prstGeom prst="round2SameRect">
                <a:avLst/>
              </a:prstGeom>
              <a:solidFill>
                <a:srgbClr val="FAD3B5"/>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7" name="Rectangle: Top Corners Rounded 113">
                <a:extLst>
                  <a:ext uri="{FF2B5EF4-FFF2-40B4-BE49-F238E27FC236}">
                    <a16:creationId xmlns:a16="http://schemas.microsoft.com/office/drawing/2014/main" id="{C6E8C221-CC9D-82A0-A4B7-3333414B5C36}"/>
                  </a:ext>
                </a:extLst>
              </p:cNvPr>
              <p:cNvSpPr/>
              <p:nvPr/>
            </p:nvSpPr>
            <p:spPr>
              <a:xfrm>
                <a:off x="8986520" y="3017520"/>
                <a:ext cx="589280" cy="274320"/>
              </a:xfrm>
              <a:prstGeom prst="round2SameRect">
                <a:avLst/>
              </a:prstGeom>
              <a:solidFill>
                <a:srgbClr val="FAD3B5"/>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8" name="Rectangle: Top Corners Rounded 114">
                <a:extLst>
                  <a:ext uri="{FF2B5EF4-FFF2-40B4-BE49-F238E27FC236}">
                    <a16:creationId xmlns:a16="http://schemas.microsoft.com/office/drawing/2014/main" id="{340DB017-B47A-CF86-4D07-671B7F4BECEB}"/>
                  </a:ext>
                </a:extLst>
              </p:cNvPr>
              <p:cNvSpPr/>
              <p:nvPr/>
            </p:nvSpPr>
            <p:spPr>
              <a:xfrm>
                <a:off x="10060940" y="3017520"/>
                <a:ext cx="589280" cy="274320"/>
              </a:xfrm>
              <a:prstGeom prst="round2SameRect">
                <a:avLst/>
              </a:prstGeom>
              <a:solidFill>
                <a:srgbClr val="FAD3B5"/>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8" name="Group 227">
              <a:extLst>
                <a:ext uri="{FF2B5EF4-FFF2-40B4-BE49-F238E27FC236}">
                  <a16:creationId xmlns:a16="http://schemas.microsoft.com/office/drawing/2014/main" id="{0D212CE4-6049-521E-B7BE-D3B60977AD20}"/>
                </a:ext>
              </a:extLst>
            </p:cNvPr>
            <p:cNvGrpSpPr/>
            <p:nvPr/>
          </p:nvGrpSpPr>
          <p:grpSpPr>
            <a:xfrm>
              <a:off x="7052954" y="5853364"/>
              <a:ext cx="1248093" cy="736668"/>
              <a:chOff x="6473834" y="5853364"/>
              <a:chExt cx="1248093" cy="736668"/>
            </a:xfrm>
          </p:grpSpPr>
          <p:grpSp>
            <p:nvGrpSpPr>
              <p:cNvPr id="239" name="Group 238">
                <a:extLst>
                  <a:ext uri="{FF2B5EF4-FFF2-40B4-BE49-F238E27FC236}">
                    <a16:creationId xmlns:a16="http://schemas.microsoft.com/office/drawing/2014/main" id="{4D126C10-0D41-F0FE-4F65-60F8FB64F1B7}"/>
                  </a:ext>
                </a:extLst>
              </p:cNvPr>
              <p:cNvGrpSpPr/>
              <p:nvPr/>
            </p:nvGrpSpPr>
            <p:grpSpPr>
              <a:xfrm>
                <a:off x="6486586" y="5853364"/>
                <a:ext cx="1235341" cy="736668"/>
                <a:chOff x="7508240" y="3017520"/>
                <a:chExt cx="3545840" cy="2021840"/>
              </a:xfrm>
            </p:grpSpPr>
            <p:sp>
              <p:nvSpPr>
                <p:cNvPr id="241" name="Rectangle 240">
                  <a:extLst>
                    <a:ext uri="{FF2B5EF4-FFF2-40B4-BE49-F238E27FC236}">
                      <a16:creationId xmlns:a16="http://schemas.microsoft.com/office/drawing/2014/main" id="{0625C0FD-32A1-3964-185D-90C2D8BA09B1}"/>
                    </a:ext>
                  </a:extLst>
                </p:cNvPr>
                <p:cNvSpPr/>
                <p:nvPr/>
              </p:nvSpPr>
              <p:spPr>
                <a:xfrm>
                  <a:off x="7508240" y="3291840"/>
                  <a:ext cx="3545840" cy="1747520"/>
                </a:xfrm>
                <a:prstGeom prst="rect">
                  <a:avLst/>
                </a:prstGeom>
                <a:solidFill>
                  <a:srgbClr val="FAD3B5"/>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latin typeface="Sassoon Infant Rg" panose="02000503030000020003" pitchFamily="2" charset="0"/>
                    <a:ea typeface="Sassoon Infant Rg" panose="02000503030000020003" pitchFamily="2" charset="0"/>
                  </a:endParaRPr>
                </a:p>
              </p:txBody>
            </p:sp>
            <p:sp>
              <p:nvSpPr>
                <p:cNvPr id="242" name="Rectangle: Top Corners Rounded 107">
                  <a:extLst>
                    <a:ext uri="{FF2B5EF4-FFF2-40B4-BE49-F238E27FC236}">
                      <a16:creationId xmlns:a16="http://schemas.microsoft.com/office/drawing/2014/main" id="{B26C2272-A78E-7046-E392-6E9B462AB3BE}"/>
                    </a:ext>
                  </a:extLst>
                </p:cNvPr>
                <p:cNvSpPr/>
                <p:nvPr/>
              </p:nvSpPr>
              <p:spPr>
                <a:xfrm>
                  <a:off x="7843520" y="3017520"/>
                  <a:ext cx="589280" cy="274320"/>
                </a:xfrm>
                <a:prstGeom prst="round2SameRect">
                  <a:avLst/>
                </a:prstGeom>
                <a:solidFill>
                  <a:srgbClr val="FAD3B5"/>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3" name="Rectangle: Top Corners Rounded 108">
                  <a:extLst>
                    <a:ext uri="{FF2B5EF4-FFF2-40B4-BE49-F238E27FC236}">
                      <a16:creationId xmlns:a16="http://schemas.microsoft.com/office/drawing/2014/main" id="{25DE42E3-EAD2-D9BD-6712-9E529C1BA47A}"/>
                    </a:ext>
                  </a:extLst>
                </p:cNvPr>
                <p:cNvSpPr/>
                <p:nvPr/>
              </p:nvSpPr>
              <p:spPr>
                <a:xfrm>
                  <a:off x="8986520" y="3017520"/>
                  <a:ext cx="589280" cy="274320"/>
                </a:xfrm>
                <a:prstGeom prst="round2SameRect">
                  <a:avLst/>
                </a:prstGeom>
                <a:solidFill>
                  <a:srgbClr val="FAD3B5"/>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4" name="Rectangle: Top Corners Rounded 109">
                  <a:extLst>
                    <a:ext uri="{FF2B5EF4-FFF2-40B4-BE49-F238E27FC236}">
                      <a16:creationId xmlns:a16="http://schemas.microsoft.com/office/drawing/2014/main" id="{E9B32658-0AA5-5354-CC2C-4CFF6AFD7FB4}"/>
                    </a:ext>
                  </a:extLst>
                </p:cNvPr>
                <p:cNvSpPr/>
                <p:nvPr/>
              </p:nvSpPr>
              <p:spPr>
                <a:xfrm>
                  <a:off x="10060940" y="3017520"/>
                  <a:ext cx="589280" cy="274320"/>
                </a:xfrm>
                <a:prstGeom prst="round2SameRect">
                  <a:avLst/>
                </a:prstGeom>
                <a:solidFill>
                  <a:srgbClr val="FAD3B5"/>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40" name="Picture 239">
                <a:extLst>
                  <a:ext uri="{FF2B5EF4-FFF2-40B4-BE49-F238E27FC236}">
                    <a16:creationId xmlns:a16="http://schemas.microsoft.com/office/drawing/2014/main" id="{B3547384-F1BA-AB51-983E-B304D7ADDBFF}"/>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9353" b="89928" l="9946" r="90591">
                            <a14:foregroundMark x1="23387" y1="51799" x2="28763" y2="51799"/>
                            <a14:foregroundMark x1="49731" y1="52518" x2="55645" y2="52518"/>
                            <a14:foregroundMark x1="90591" y1="49640" x2="90591" y2="49640"/>
                            <a14:foregroundMark x1="67473" y1="39568" x2="67473" y2="39568"/>
                            <a14:foregroundMark x1="38978" y1="41727" x2="38978" y2="41727"/>
                            <a14:foregroundMark x1="11828" y1="40288" x2="11828" y2="40288"/>
                          </a14:backgroundRemoval>
                        </a14:imgEffect>
                      </a14:imgLayer>
                    </a14:imgProps>
                  </a:ext>
                </a:extLst>
              </a:blip>
              <a:stretch>
                <a:fillRect/>
              </a:stretch>
            </p:blipFill>
            <p:spPr>
              <a:xfrm>
                <a:off x="6473834" y="6025790"/>
                <a:ext cx="1243330" cy="464578"/>
              </a:xfrm>
              <a:prstGeom prst="rect">
                <a:avLst/>
              </a:prstGeom>
            </p:spPr>
          </p:pic>
        </p:grpSp>
        <p:grpSp>
          <p:nvGrpSpPr>
            <p:cNvPr id="229" name="Group 228">
              <a:extLst>
                <a:ext uri="{FF2B5EF4-FFF2-40B4-BE49-F238E27FC236}">
                  <a16:creationId xmlns:a16="http://schemas.microsoft.com/office/drawing/2014/main" id="{3C6ADB7F-3C3A-96F4-AF84-92F8F6094209}"/>
                </a:ext>
              </a:extLst>
            </p:cNvPr>
            <p:cNvGrpSpPr/>
            <p:nvPr/>
          </p:nvGrpSpPr>
          <p:grpSpPr>
            <a:xfrm>
              <a:off x="8667944" y="5853364"/>
              <a:ext cx="1235341" cy="759130"/>
              <a:chOff x="8302184" y="5853364"/>
              <a:chExt cx="1235341" cy="759130"/>
            </a:xfrm>
          </p:grpSpPr>
          <p:grpSp>
            <p:nvGrpSpPr>
              <p:cNvPr id="232" name="Group 231">
                <a:extLst>
                  <a:ext uri="{FF2B5EF4-FFF2-40B4-BE49-F238E27FC236}">
                    <a16:creationId xmlns:a16="http://schemas.microsoft.com/office/drawing/2014/main" id="{885D5EAD-CE6B-CF59-8BCD-6D4C7A07FDA1}"/>
                  </a:ext>
                </a:extLst>
              </p:cNvPr>
              <p:cNvGrpSpPr/>
              <p:nvPr/>
            </p:nvGrpSpPr>
            <p:grpSpPr>
              <a:xfrm>
                <a:off x="8302184" y="5853364"/>
                <a:ext cx="1235341" cy="736668"/>
                <a:chOff x="7508240" y="3017520"/>
                <a:chExt cx="3545840" cy="2021840"/>
              </a:xfrm>
            </p:grpSpPr>
            <p:sp>
              <p:nvSpPr>
                <p:cNvPr id="235" name="Rectangle 234">
                  <a:extLst>
                    <a:ext uri="{FF2B5EF4-FFF2-40B4-BE49-F238E27FC236}">
                      <a16:creationId xmlns:a16="http://schemas.microsoft.com/office/drawing/2014/main" id="{AA38DE82-DC7D-0FEF-ADE3-5DC20F2F759E}"/>
                    </a:ext>
                  </a:extLst>
                </p:cNvPr>
                <p:cNvSpPr/>
                <p:nvPr/>
              </p:nvSpPr>
              <p:spPr>
                <a:xfrm>
                  <a:off x="7508240" y="3291840"/>
                  <a:ext cx="3545840" cy="1747520"/>
                </a:xfrm>
                <a:prstGeom prst="rect">
                  <a:avLst/>
                </a:prstGeom>
                <a:solidFill>
                  <a:srgbClr val="FAD3B5"/>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latin typeface="Sassoon Infant Rg" panose="02000503030000020003" pitchFamily="2" charset="0"/>
                    <a:ea typeface="Sassoon Infant Rg" panose="02000503030000020003" pitchFamily="2" charset="0"/>
                  </a:endParaRPr>
                </a:p>
              </p:txBody>
            </p:sp>
            <p:sp>
              <p:nvSpPr>
                <p:cNvPr id="236" name="Rectangle: Top Corners Rounded 97">
                  <a:extLst>
                    <a:ext uri="{FF2B5EF4-FFF2-40B4-BE49-F238E27FC236}">
                      <a16:creationId xmlns:a16="http://schemas.microsoft.com/office/drawing/2014/main" id="{63C209C2-08DB-CE19-323D-6C7E3C8DD635}"/>
                    </a:ext>
                  </a:extLst>
                </p:cNvPr>
                <p:cNvSpPr/>
                <p:nvPr/>
              </p:nvSpPr>
              <p:spPr>
                <a:xfrm>
                  <a:off x="7843521" y="3017520"/>
                  <a:ext cx="589279" cy="274320"/>
                </a:xfrm>
                <a:prstGeom prst="round2SameRect">
                  <a:avLst/>
                </a:prstGeom>
                <a:solidFill>
                  <a:srgbClr val="FAD3B5"/>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7" name="Rectangle: Top Corners Rounded 98">
                  <a:extLst>
                    <a:ext uri="{FF2B5EF4-FFF2-40B4-BE49-F238E27FC236}">
                      <a16:creationId xmlns:a16="http://schemas.microsoft.com/office/drawing/2014/main" id="{2C43B80A-2A8E-36CE-D108-5ACC41B3086C}"/>
                    </a:ext>
                  </a:extLst>
                </p:cNvPr>
                <p:cNvSpPr/>
                <p:nvPr/>
              </p:nvSpPr>
              <p:spPr>
                <a:xfrm>
                  <a:off x="8986520" y="3017520"/>
                  <a:ext cx="589280" cy="274320"/>
                </a:xfrm>
                <a:prstGeom prst="round2SameRect">
                  <a:avLst/>
                </a:prstGeom>
                <a:solidFill>
                  <a:srgbClr val="FAD3B5"/>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8" name="Rectangle: Top Corners Rounded 99">
                  <a:extLst>
                    <a:ext uri="{FF2B5EF4-FFF2-40B4-BE49-F238E27FC236}">
                      <a16:creationId xmlns:a16="http://schemas.microsoft.com/office/drawing/2014/main" id="{D8277DEF-2C85-EF49-DA6F-94B567F29F09}"/>
                    </a:ext>
                  </a:extLst>
                </p:cNvPr>
                <p:cNvSpPr/>
                <p:nvPr/>
              </p:nvSpPr>
              <p:spPr>
                <a:xfrm>
                  <a:off x="10060940" y="3017520"/>
                  <a:ext cx="589280" cy="274320"/>
                </a:xfrm>
                <a:prstGeom prst="round2SameRect">
                  <a:avLst/>
                </a:prstGeom>
                <a:solidFill>
                  <a:srgbClr val="FAD3B5"/>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33" name="Picture 232">
                <a:extLst>
                  <a:ext uri="{FF2B5EF4-FFF2-40B4-BE49-F238E27FC236}">
                    <a16:creationId xmlns:a16="http://schemas.microsoft.com/office/drawing/2014/main" id="{2250733D-0EF3-284F-9E84-9FE4BBD665FA}"/>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9877" b="89877" l="9535" r="90233">
                            <a14:foregroundMark x1="90233" y1="52593" x2="90233" y2="52593"/>
                            <a14:foregroundMark x1="75116" y1="44691" x2="75116" y2="44691"/>
                            <a14:foregroundMark x1="19070" y1="30370" x2="19070" y2="30370"/>
                            <a14:foregroundMark x1="9535" y1="29630" x2="9535" y2="29630"/>
                            <a14:foregroundMark x1="36512" y1="54815" x2="36512" y2="54815"/>
                            <a14:foregroundMark x1="39767" y1="64444" x2="39767" y2="64444"/>
                            <a14:foregroundMark x1="41163" y1="70370" x2="41163" y2="70370"/>
                            <a14:foregroundMark x1="43488" y1="79012" x2="43488" y2="79012"/>
                            <a14:foregroundMark x1="46047" y1="85926" x2="46047" y2="85926"/>
                            <a14:foregroundMark x1="57907" y1="87901" x2="57907" y2="87901"/>
                          </a14:backgroundRemoval>
                        </a14:imgEffect>
                      </a14:imgLayer>
                    </a14:imgProps>
                  </a:ext>
                </a:extLst>
              </a:blip>
              <a:stretch>
                <a:fillRect/>
              </a:stretch>
            </p:blipFill>
            <p:spPr>
              <a:xfrm>
                <a:off x="8817204" y="5969908"/>
                <a:ext cx="682252" cy="642586"/>
              </a:xfrm>
              <a:prstGeom prst="rect">
                <a:avLst/>
              </a:prstGeom>
            </p:spPr>
          </p:pic>
          <p:pic>
            <p:nvPicPr>
              <p:cNvPr id="234" name="Picture 233">
                <a:extLst>
                  <a:ext uri="{FF2B5EF4-FFF2-40B4-BE49-F238E27FC236}">
                    <a16:creationId xmlns:a16="http://schemas.microsoft.com/office/drawing/2014/main" id="{B65A660E-F6A6-1679-7EDD-9DBB33C72DB2}"/>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10000" b="90000" l="10000" r="90000">
                            <a14:foregroundMark x1="27273" y1="81492" x2="27273" y2="81492"/>
                            <a14:foregroundMark x1="53147" y1="25138" x2="53147" y2="25138"/>
                          </a14:backgroundRemoval>
                        </a14:imgEffect>
                      </a14:imgLayer>
                    </a14:imgProps>
                  </a:ext>
                </a:extLst>
              </a:blip>
              <a:stretch>
                <a:fillRect/>
              </a:stretch>
            </p:blipFill>
            <p:spPr>
              <a:xfrm>
                <a:off x="8427815" y="5992811"/>
                <a:ext cx="434545" cy="550019"/>
              </a:xfrm>
              <a:prstGeom prst="rect">
                <a:avLst/>
              </a:prstGeom>
            </p:spPr>
          </p:pic>
        </p:grpSp>
        <p:pic>
          <p:nvPicPr>
            <p:cNvPr id="230" name="Picture 229">
              <a:extLst>
                <a:ext uri="{FF2B5EF4-FFF2-40B4-BE49-F238E27FC236}">
                  <a16:creationId xmlns:a16="http://schemas.microsoft.com/office/drawing/2014/main" id="{C9B30DFA-D946-5BE8-BBD4-B1A97ED7EBA8}"/>
                </a:ext>
              </a:extLst>
            </p:cNvPr>
            <p:cNvPicPr>
              <a:picLocks noChangeAspect="1"/>
            </p:cNvPicPr>
            <p:nvPr/>
          </p:nvPicPr>
          <p:blipFill>
            <a:blip r:embed="rId11">
              <a:extLst>
                <a:ext uri="{BEBA8EAE-BF5A-486C-A8C5-ECC9F3942E4B}">
                  <a14:imgProps xmlns:a14="http://schemas.microsoft.com/office/drawing/2010/main">
                    <a14:imgLayer r:embed="rId12">
                      <a14:imgEffect>
                        <a14:backgroundRemoval t="10000" b="90000" l="10000" r="90000">
                          <a14:foregroundMark x1="16121" y1="48169" x2="16121" y2="48169"/>
                          <a14:foregroundMark x1="80374" y1="46761" x2="80374" y2="46761"/>
                          <a14:foregroundMark x1="84112" y1="36056" x2="84112" y2="36056"/>
                        </a14:backgroundRemoval>
                      </a14:imgEffect>
                    </a14:imgLayer>
                  </a14:imgProps>
                </a:ext>
              </a:extLst>
            </a:blip>
            <a:stretch>
              <a:fillRect/>
            </a:stretch>
          </p:blipFill>
          <p:spPr>
            <a:xfrm flipH="1">
              <a:off x="10369687" y="6116204"/>
              <a:ext cx="451105" cy="374164"/>
            </a:xfrm>
            <a:prstGeom prst="rect">
              <a:avLst/>
            </a:prstGeom>
          </p:spPr>
        </p:pic>
        <p:pic>
          <p:nvPicPr>
            <p:cNvPr id="231" name="Picture 230">
              <a:extLst>
                <a:ext uri="{FF2B5EF4-FFF2-40B4-BE49-F238E27FC236}">
                  <a16:creationId xmlns:a16="http://schemas.microsoft.com/office/drawing/2014/main" id="{3A0FA14A-2CE5-1D12-D3CD-814758A0DBD2}"/>
                </a:ext>
              </a:extLst>
            </p:cNvPr>
            <p:cNvPicPr>
              <a:picLocks noChangeAspect="1"/>
            </p:cNvPicPr>
            <p:nvPr/>
          </p:nvPicPr>
          <p:blipFill>
            <a:blip r:embed="rId13">
              <a:extLst>
                <a:ext uri="{BEBA8EAE-BF5A-486C-A8C5-ECC9F3942E4B}">
                  <a14:imgProps xmlns:a14="http://schemas.microsoft.com/office/drawing/2010/main">
                    <a14:imgLayer r:embed="rId14">
                      <a14:imgEffect>
                        <a14:backgroundRemoval t="9122" b="90203" l="6793" r="91304">
                          <a14:foregroundMark x1="36685" y1="90203" x2="36685" y2="90203"/>
                          <a14:foregroundMark x1="91576" y1="66892" x2="91576" y2="66892"/>
                          <a14:foregroundMark x1="6793" y1="22297" x2="6793" y2="22297"/>
                          <a14:foregroundMark x1="72826" y1="45270" x2="72826" y2="45270"/>
                          <a14:foregroundMark x1="30163" y1="34122" x2="30163" y2="34122"/>
                          <a14:foregroundMark x1="41576" y1="34122" x2="41576" y2="34122"/>
                          <a14:foregroundMark x1="56793" y1="34459" x2="56793" y2="34459"/>
                        </a14:backgroundRemoval>
                      </a14:imgEffect>
                    </a14:imgLayer>
                  </a14:imgProps>
                </a:ext>
              </a:extLst>
            </a:blip>
            <a:stretch>
              <a:fillRect/>
            </a:stretch>
          </p:blipFill>
          <p:spPr>
            <a:xfrm>
              <a:off x="10838772" y="6026252"/>
              <a:ext cx="659988" cy="530860"/>
            </a:xfrm>
            <a:prstGeom prst="rect">
              <a:avLst/>
            </a:prstGeom>
          </p:spPr>
        </p:pic>
      </p:grpSp>
      <p:grpSp>
        <p:nvGrpSpPr>
          <p:cNvPr id="257" name="Group 256">
            <a:extLst>
              <a:ext uri="{FF2B5EF4-FFF2-40B4-BE49-F238E27FC236}">
                <a16:creationId xmlns:a16="http://schemas.microsoft.com/office/drawing/2014/main" id="{A926CB1C-3E87-E2A2-1F8E-7809642E9ACB}"/>
              </a:ext>
            </a:extLst>
          </p:cNvPr>
          <p:cNvGrpSpPr/>
          <p:nvPr userDrawn="1"/>
        </p:nvGrpSpPr>
        <p:grpSpPr>
          <a:xfrm>
            <a:off x="7061446" y="5845271"/>
            <a:ext cx="4504715" cy="744680"/>
            <a:chOff x="6200359" y="3620440"/>
            <a:chExt cx="4504715" cy="744680"/>
          </a:xfrm>
        </p:grpSpPr>
        <p:sp>
          <p:nvSpPr>
            <p:cNvPr id="258" name="Rectangle: Top Corners Rounded 51">
              <a:extLst>
                <a:ext uri="{FF2B5EF4-FFF2-40B4-BE49-F238E27FC236}">
                  <a16:creationId xmlns:a16="http://schemas.microsoft.com/office/drawing/2014/main" id="{E5008384-41CC-BC0F-CB6F-03ADCDC36D92}"/>
                </a:ext>
              </a:extLst>
            </p:cNvPr>
            <p:cNvSpPr/>
            <p:nvPr/>
          </p:nvSpPr>
          <p:spPr>
            <a:xfrm>
              <a:off x="7506869" y="3623872"/>
              <a:ext cx="205300" cy="103382"/>
            </a:xfrm>
            <a:prstGeom prst="round2SameRect">
              <a:avLst/>
            </a:prstGeom>
            <a:solidFill>
              <a:srgbClr val="FFC7B3"/>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9" name="Rectangle: Top Corners Rounded 54">
              <a:extLst>
                <a:ext uri="{FF2B5EF4-FFF2-40B4-BE49-F238E27FC236}">
                  <a16:creationId xmlns:a16="http://schemas.microsoft.com/office/drawing/2014/main" id="{4B72B6F9-9625-101E-6C60-D057EBC61B69}"/>
                </a:ext>
              </a:extLst>
            </p:cNvPr>
            <p:cNvSpPr/>
            <p:nvPr/>
          </p:nvSpPr>
          <p:spPr>
            <a:xfrm>
              <a:off x="9138503" y="3620440"/>
              <a:ext cx="205300" cy="103382"/>
            </a:xfrm>
            <a:prstGeom prst="round2SameRect">
              <a:avLst/>
            </a:prstGeom>
            <a:solidFill>
              <a:srgbClr val="FFC7B3"/>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60" name="Group 259">
              <a:extLst>
                <a:ext uri="{FF2B5EF4-FFF2-40B4-BE49-F238E27FC236}">
                  <a16:creationId xmlns:a16="http://schemas.microsoft.com/office/drawing/2014/main" id="{7F684962-0AD7-3C30-C422-2C494D338DA7}"/>
                </a:ext>
              </a:extLst>
            </p:cNvPr>
            <p:cNvGrpSpPr/>
            <p:nvPr/>
          </p:nvGrpSpPr>
          <p:grpSpPr>
            <a:xfrm>
              <a:off x="9600191" y="3623873"/>
              <a:ext cx="977831" cy="99950"/>
              <a:chOff x="7843520" y="3017520"/>
              <a:chExt cx="2806700" cy="274320"/>
            </a:xfrm>
            <a:solidFill>
              <a:srgbClr val="FFC7B3"/>
            </a:solidFill>
          </p:grpSpPr>
          <p:sp>
            <p:nvSpPr>
              <p:cNvPr id="270" name="Rectangle: Top Corners Rounded 103">
                <a:extLst>
                  <a:ext uri="{FF2B5EF4-FFF2-40B4-BE49-F238E27FC236}">
                    <a16:creationId xmlns:a16="http://schemas.microsoft.com/office/drawing/2014/main" id="{97DB33E8-AEF8-5467-EEDA-5DCD20D7278A}"/>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1" name="Rectangle: Top Corners Rounded 104">
                <a:extLst>
                  <a:ext uri="{FF2B5EF4-FFF2-40B4-BE49-F238E27FC236}">
                    <a16:creationId xmlns:a16="http://schemas.microsoft.com/office/drawing/2014/main" id="{B5CE48CF-9DEB-604B-9CE0-88AF596EB9D1}"/>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2" name="Rectangle: Top Corners Rounded 115">
                <a:extLst>
                  <a:ext uri="{FF2B5EF4-FFF2-40B4-BE49-F238E27FC236}">
                    <a16:creationId xmlns:a16="http://schemas.microsoft.com/office/drawing/2014/main" id="{EB41CDA7-3EF0-58F9-D24F-7C410258B756}"/>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61" name="Group 260">
              <a:extLst>
                <a:ext uri="{FF2B5EF4-FFF2-40B4-BE49-F238E27FC236}">
                  <a16:creationId xmlns:a16="http://schemas.microsoft.com/office/drawing/2014/main" id="{CB58D075-CFDE-CB7D-9DAF-FAFBE99E6594}"/>
                </a:ext>
              </a:extLst>
            </p:cNvPr>
            <p:cNvGrpSpPr/>
            <p:nvPr/>
          </p:nvGrpSpPr>
          <p:grpSpPr>
            <a:xfrm>
              <a:off x="6319485" y="3623873"/>
              <a:ext cx="977831" cy="99950"/>
              <a:chOff x="7843520" y="3017520"/>
              <a:chExt cx="2806700" cy="274320"/>
            </a:xfrm>
            <a:solidFill>
              <a:srgbClr val="FFC7B3"/>
            </a:solidFill>
          </p:grpSpPr>
          <p:sp>
            <p:nvSpPr>
              <p:cNvPr id="267" name="Rectangle: Top Corners Rounded 100">
                <a:extLst>
                  <a:ext uri="{FF2B5EF4-FFF2-40B4-BE49-F238E27FC236}">
                    <a16:creationId xmlns:a16="http://schemas.microsoft.com/office/drawing/2014/main" id="{6EE138B3-1FE6-3453-A552-DDF977DB9704}"/>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8" name="Rectangle: Top Corners Rounded 101">
                <a:extLst>
                  <a:ext uri="{FF2B5EF4-FFF2-40B4-BE49-F238E27FC236}">
                    <a16:creationId xmlns:a16="http://schemas.microsoft.com/office/drawing/2014/main" id="{FEF9CB83-16A2-F88B-A327-2CD7A6DE8B6B}"/>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9" name="Rectangle: Top Corners Rounded 102">
                <a:extLst>
                  <a:ext uri="{FF2B5EF4-FFF2-40B4-BE49-F238E27FC236}">
                    <a16:creationId xmlns:a16="http://schemas.microsoft.com/office/drawing/2014/main" id="{E64EF893-29DB-9AA3-C39E-37B383204ABC}"/>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62" name="Group 261">
              <a:extLst>
                <a:ext uri="{FF2B5EF4-FFF2-40B4-BE49-F238E27FC236}">
                  <a16:creationId xmlns:a16="http://schemas.microsoft.com/office/drawing/2014/main" id="{0F1B6EBE-7955-14D7-7017-3DF7D449EA40}"/>
                </a:ext>
              </a:extLst>
            </p:cNvPr>
            <p:cNvGrpSpPr/>
            <p:nvPr/>
          </p:nvGrpSpPr>
          <p:grpSpPr>
            <a:xfrm>
              <a:off x="7921722" y="3623873"/>
              <a:ext cx="977830" cy="99950"/>
              <a:chOff x="7843521" y="3017520"/>
              <a:chExt cx="2806699" cy="274320"/>
            </a:xfrm>
            <a:solidFill>
              <a:srgbClr val="FFC7B3"/>
            </a:solidFill>
          </p:grpSpPr>
          <p:sp>
            <p:nvSpPr>
              <p:cNvPr id="264" name="Rectangle: Top Corners Rounded 88">
                <a:extLst>
                  <a:ext uri="{FF2B5EF4-FFF2-40B4-BE49-F238E27FC236}">
                    <a16:creationId xmlns:a16="http://schemas.microsoft.com/office/drawing/2014/main" id="{4638DC71-A4F0-1488-9433-016D455E8137}"/>
                  </a:ext>
                </a:extLst>
              </p:cNvPr>
              <p:cNvSpPr/>
              <p:nvPr/>
            </p:nvSpPr>
            <p:spPr>
              <a:xfrm>
                <a:off x="7843521" y="3017520"/>
                <a:ext cx="589279"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5" name="Rectangle: Top Corners Rounded 92">
                <a:extLst>
                  <a:ext uri="{FF2B5EF4-FFF2-40B4-BE49-F238E27FC236}">
                    <a16:creationId xmlns:a16="http://schemas.microsoft.com/office/drawing/2014/main" id="{BB9B670A-C5B3-124F-8C6C-83A76388946E}"/>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6" name="Rectangle: Top Corners Rounded 94">
                <a:extLst>
                  <a:ext uri="{FF2B5EF4-FFF2-40B4-BE49-F238E27FC236}">
                    <a16:creationId xmlns:a16="http://schemas.microsoft.com/office/drawing/2014/main" id="{18CC04BF-9CF5-FF91-9340-5A5DE2B94041}"/>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63" name="Rectangle 262">
              <a:extLst>
                <a:ext uri="{FF2B5EF4-FFF2-40B4-BE49-F238E27FC236}">
                  <a16:creationId xmlns:a16="http://schemas.microsoft.com/office/drawing/2014/main" id="{587FD444-DC8B-9C0A-58B9-97FAAA7CD25F}"/>
                </a:ext>
              </a:extLst>
            </p:cNvPr>
            <p:cNvSpPr/>
            <p:nvPr/>
          </p:nvSpPr>
          <p:spPr>
            <a:xfrm>
              <a:off x="6200359" y="3723825"/>
              <a:ext cx="4504715" cy="641295"/>
            </a:xfrm>
            <a:prstGeom prst="rect">
              <a:avLst/>
            </a:prstGeom>
            <a:solidFill>
              <a:srgbClr val="FFC7B3"/>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solidFill>
                    <a:schemeClr val="tx1"/>
                  </a:solidFill>
                  <a:latin typeface="Sassoon Infant Rg" panose="02000503030000020003" pitchFamily="2" charset="0"/>
                  <a:ea typeface="Sassoon Infant Rg" panose="02000503030000020003" pitchFamily="2" charset="0"/>
                </a:rPr>
                <a:t>I live in a community in Great Britain which has changed over time. Great Britain is an advanced civilisation.</a:t>
              </a:r>
              <a:r>
                <a:rPr lang="en-GB">
                  <a:solidFill>
                    <a:schemeClr val="tx1"/>
                  </a:solidFill>
                  <a:latin typeface="Sassoon Infant Rg" panose="02000503030000020003" pitchFamily="2" charset="0"/>
                  <a:ea typeface="Sassoon Infant Rg" panose="02000503030000020003" pitchFamily="2" charset="0"/>
                </a:rPr>
                <a:t> </a:t>
              </a:r>
            </a:p>
          </p:txBody>
        </p:sp>
      </p:grpSp>
      <p:grpSp>
        <p:nvGrpSpPr>
          <p:cNvPr id="458" name="Group 457">
            <a:extLst>
              <a:ext uri="{FF2B5EF4-FFF2-40B4-BE49-F238E27FC236}">
                <a16:creationId xmlns:a16="http://schemas.microsoft.com/office/drawing/2014/main" id="{F6136E4D-6D42-D82D-3160-E599CF2ADC36}"/>
              </a:ext>
            </a:extLst>
          </p:cNvPr>
          <p:cNvGrpSpPr/>
          <p:nvPr userDrawn="1"/>
        </p:nvGrpSpPr>
        <p:grpSpPr>
          <a:xfrm>
            <a:off x="3533229" y="4718397"/>
            <a:ext cx="8300637" cy="920150"/>
            <a:chOff x="3533229" y="4718397"/>
            <a:chExt cx="8300637" cy="920150"/>
          </a:xfrm>
        </p:grpSpPr>
        <p:grpSp>
          <p:nvGrpSpPr>
            <p:cNvPr id="157" name="Group 156">
              <a:extLst>
                <a:ext uri="{FF2B5EF4-FFF2-40B4-BE49-F238E27FC236}">
                  <a16:creationId xmlns:a16="http://schemas.microsoft.com/office/drawing/2014/main" id="{A8FA3185-966F-B147-A738-3D170B453661}"/>
                </a:ext>
              </a:extLst>
            </p:cNvPr>
            <p:cNvGrpSpPr/>
            <p:nvPr userDrawn="1"/>
          </p:nvGrpSpPr>
          <p:grpSpPr>
            <a:xfrm>
              <a:off x="3533229" y="4718397"/>
              <a:ext cx="8300637" cy="920150"/>
              <a:chOff x="3533229" y="4718397"/>
              <a:chExt cx="8300637" cy="920150"/>
            </a:xfrm>
          </p:grpSpPr>
          <p:grpSp>
            <p:nvGrpSpPr>
              <p:cNvPr id="158" name="Group 157">
                <a:extLst>
                  <a:ext uri="{FF2B5EF4-FFF2-40B4-BE49-F238E27FC236}">
                    <a16:creationId xmlns:a16="http://schemas.microsoft.com/office/drawing/2014/main" id="{FA63682A-E3D9-512D-3154-E91ED757BCE5}"/>
                  </a:ext>
                </a:extLst>
              </p:cNvPr>
              <p:cNvGrpSpPr/>
              <p:nvPr/>
            </p:nvGrpSpPr>
            <p:grpSpPr>
              <a:xfrm>
                <a:off x="3533229" y="4718397"/>
                <a:ext cx="8300637" cy="920150"/>
                <a:chOff x="3533229" y="4718397"/>
                <a:chExt cx="8300637" cy="920150"/>
              </a:xfrm>
            </p:grpSpPr>
            <p:grpSp>
              <p:nvGrpSpPr>
                <p:cNvPr id="160" name="Group 159">
                  <a:extLst>
                    <a:ext uri="{FF2B5EF4-FFF2-40B4-BE49-F238E27FC236}">
                      <a16:creationId xmlns:a16="http://schemas.microsoft.com/office/drawing/2014/main" id="{DB409CED-2DEA-509B-CC11-F3FEF77FF4FE}"/>
                    </a:ext>
                  </a:extLst>
                </p:cNvPr>
                <p:cNvGrpSpPr/>
                <p:nvPr/>
              </p:nvGrpSpPr>
              <p:grpSpPr>
                <a:xfrm>
                  <a:off x="3533229" y="4738547"/>
                  <a:ext cx="8300637" cy="900000"/>
                  <a:chOff x="1999694" y="1717038"/>
                  <a:chExt cx="1713901" cy="2885442"/>
                </a:xfrm>
              </p:grpSpPr>
              <p:sp>
                <p:nvSpPr>
                  <p:cNvPr id="164" name="Rectangle: Rounded Corners 9">
                    <a:extLst>
                      <a:ext uri="{FF2B5EF4-FFF2-40B4-BE49-F238E27FC236}">
                        <a16:creationId xmlns:a16="http://schemas.microsoft.com/office/drawing/2014/main" id="{E6557A5A-2174-BE4D-ED29-667A99CEB4F9}"/>
                      </a:ext>
                    </a:extLst>
                  </p:cNvPr>
                  <p:cNvSpPr/>
                  <p:nvPr/>
                </p:nvSpPr>
                <p:spPr>
                  <a:xfrm>
                    <a:off x="1999694" y="1717038"/>
                    <a:ext cx="1713901" cy="2885442"/>
                  </a:xfrm>
                  <a:prstGeom prst="roundRect">
                    <a:avLst/>
                  </a:prstGeom>
                  <a:solidFill>
                    <a:schemeClr val="accent6">
                      <a:lumMod val="40000"/>
                      <a:lumOff val="60000"/>
                    </a:schemeClr>
                  </a:solidFill>
                  <a:ln>
                    <a:solidFill>
                      <a:schemeClr val="accent6">
                        <a:lumMod val="40000"/>
                        <a:lumOff val="6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65" name="Rectangle: Rounded Corners 4">
                    <a:extLst>
                      <a:ext uri="{FF2B5EF4-FFF2-40B4-BE49-F238E27FC236}">
                        <a16:creationId xmlns:a16="http://schemas.microsoft.com/office/drawing/2014/main" id="{F04F1EAA-C84C-7D4E-4EFC-27D9221308CE}"/>
                      </a:ext>
                    </a:extLst>
                  </p:cNvPr>
                  <p:cNvSpPr txBox="1"/>
                  <p:nvPr/>
                </p:nvSpPr>
                <p:spPr>
                  <a:xfrm>
                    <a:off x="2083360" y="1800704"/>
                    <a:ext cx="1546569" cy="271811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endParaRPr lang="en-GB" sz="2000" b="1" u="sng" kern="1200">
                      <a:solidFill>
                        <a:schemeClr val="tx1"/>
                      </a:solidFill>
                      <a:latin typeface="Sassoon Infant Rg" panose="02000503030000020003" pitchFamily="2" charset="0"/>
                      <a:ea typeface="Sassoon Infant Rg" panose="02000503030000020003" pitchFamily="2" charset="0"/>
                    </a:endParaRPr>
                  </a:p>
                </p:txBody>
              </p:sp>
            </p:grpSp>
            <p:grpSp>
              <p:nvGrpSpPr>
                <p:cNvPr id="161" name="Group 160">
                  <a:extLst>
                    <a:ext uri="{FF2B5EF4-FFF2-40B4-BE49-F238E27FC236}">
                      <a16:creationId xmlns:a16="http://schemas.microsoft.com/office/drawing/2014/main" id="{2B0B7721-F37D-D7E1-5824-2A626C69B594}"/>
                    </a:ext>
                  </a:extLst>
                </p:cNvPr>
                <p:cNvGrpSpPr/>
                <p:nvPr/>
              </p:nvGrpSpPr>
              <p:grpSpPr>
                <a:xfrm>
                  <a:off x="3580299" y="4718397"/>
                  <a:ext cx="801261" cy="903352"/>
                  <a:chOff x="4462145" y="450020"/>
                  <a:chExt cx="801261" cy="903352"/>
                </a:xfrm>
              </p:grpSpPr>
              <p:pic>
                <p:nvPicPr>
                  <p:cNvPr id="162" name="Picture 161">
                    <a:extLst>
                      <a:ext uri="{FF2B5EF4-FFF2-40B4-BE49-F238E27FC236}">
                        <a16:creationId xmlns:a16="http://schemas.microsoft.com/office/drawing/2014/main" id="{F538DD89-2BCA-904A-F419-177DD0EDFA14}"/>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163" name="TextBox 162">
                    <a:extLst>
                      <a:ext uri="{FF2B5EF4-FFF2-40B4-BE49-F238E27FC236}">
                        <a16:creationId xmlns:a16="http://schemas.microsoft.com/office/drawing/2014/main" id="{C0D296F3-6B96-6F1C-5A4D-8A19D6742B41}"/>
                      </a:ext>
                    </a:extLst>
                  </p:cNvPr>
                  <p:cNvSpPr txBox="1"/>
                  <p:nvPr/>
                </p:nvSpPr>
                <p:spPr>
                  <a:xfrm>
                    <a:off x="4704080" y="708024"/>
                    <a:ext cx="375920" cy="461665"/>
                  </a:xfrm>
                  <a:prstGeom prst="rect">
                    <a:avLst/>
                  </a:prstGeom>
                  <a:noFill/>
                </p:spPr>
                <p:txBody>
                  <a:bodyPr wrap="square" rtlCol="0">
                    <a:spAutoFit/>
                  </a:bodyPr>
                  <a:lstStyle/>
                  <a:p>
                    <a:r>
                      <a:rPr lang="en-GB" sz="2400" b="1">
                        <a:latin typeface="Sassoon Infant Rg" panose="02000503030000020003" pitchFamily="2" charset="0"/>
                        <a:ea typeface="Sassoon Infant Rg" panose="02000503030000020003" pitchFamily="2" charset="0"/>
                      </a:rPr>
                      <a:t>2</a:t>
                    </a:r>
                  </a:p>
                </p:txBody>
              </p:sp>
            </p:grpSp>
          </p:grpSp>
          <p:sp>
            <p:nvSpPr>
              <p:cNvPr id="159" name="TextBox 158">
                <a:extLst>
                  <a:ext uri="{FF2B5EF4-FFF2-40B4-BE49-F238E27FC236}">
                    <a16:creationId xmlns:a16="http://schemas.microsoft.com/office/drawing/2014/main" id="{BC9D1680-CDDC-4752-BCDD-BB532A592B90}"/>
                  </a:ext>
                </a:extLst>
              </p:cNvPr>
              <p:cNvSpPr txBox="1"/>
              <p:nvPr/>
            </p:nvSpPr>
            <p:spPr>
              <a:xfrm>
                <a:off x="4440089" y="4822548"/>
                <a:ext cx="2257200" cy="738000"/>
              </a:xfrm>
              <a:prstGeom prst="rect">
                <a:avLst/>
              </a:prstGeom>
              <a:noFill/>
              <a:ln w="28575">
                <a:solidFill>
                  <a:schemeClr val="accent6"/>
                </a:solidFill>
              </a:ln>
            </p:spPr>
            <p:txBody>
              <a:bodyPr wrap="square" rtlCol="0" anchor="ctr">
                <a:spAutoFit/>
              </a:bodyPr>
              <a:lstStyle/>
              <a:p>
                <a:pPr algn="ctr"/>
                <a:r>
                  <a:rPr lang="en-GB" sz="1400" b="1">
                    <a:latin typeface="Sassoon Infant Rg" panose="02000503030000020003" pitchFamily="2" charset="0"/>
                    <a:ea typeface="Sassoon Infant Rg" panose="02000503030000020003" pitchFamily="2" charset="0"/>
                  </a:rPr>
                  <a:t>Victorian</a:t>
                </a:r>
              </a:p>
            </p:txBody>
          </p:sp>
        </p:grpSp>
        <p:grpSp>
          <p:nvGrpSpPr>
            <p:cNvPr id="444" name="Group 443">
              <a:extLst>
                <a:ext uri="{FF2B5EF4-FFF2-40B4-BE49-F238E27FC236}">
                  <a16:creationId xmlns:a16="http://schemas.microsoft.com/office/drawing/2014/main" id="{3B6E1D07-1CB8-53F3-F1B3-9FB31DC0CD6E}"/>
                </a:ext>
              </a:extLst>
            </p:cNvPr>
            <p:cNvGrpSpPr/>
            <p:nvPr userDrawn="1"/>
          </p:nvGrpSpPr>
          <p:grpSpPr>
            <a:xfrm>
              <a:off x="7065706" y="4804000"/>
              <a:ext cx="1235341" cy="736668"/>
              <a:chOff x="7065706" y="4804000"/>
              <a:chExt cx="1235341" cy="736668"/>
            </a:xfrm>
          </p:grpSpPr>
          <p:grpSp>
            <p:nvGrpSpPr>
              <p:cNvPr id="371" name="Group 370">
                <a:extLst>
                  <a:ext uri="{FF2B5EF4-FFF2-40B4-BE49-F238E27FC236}">
                    <a16:creationId xmlns:a16="http://schemas.microsoft.com/office/drawing/2014/main" id="{29D5F401-00D8-6395-B174-0343CD995B67}"/>
                  </a:ext>
                </a:extLst>
              </p:cNvPr>
              <p:cNvGrpSpPr/>
              <p:nvPr/>
            </p:nvGrpSpPr>
            <p:grpSpPr>
              <a:xfrm>
                <a:off x="7065706" y="4804000"/>
                <a:ext cx="1235341" cy="736668"/>
                <a:chOff x="7508240" y="3017520"/>
                <a:chExt cx="3545840" cy="2021840"/>
              </a:xfrm>
              <a:solidFill>
                <a:srgbClr val="B4E6A2"/>
              </a:solidFill>
            </p:grpSpPr>
            <p:sp>
              <p:nvSpPr>
                <p:cNvPr id="373" name="Rectangle 372">
                  <a:extLst>
                    <a:ext uri="{FF2B5EF4-FFF2-40B4-BE49-F238E27FC236}">
                      <a16:creationId xmlns:a16="http://schemas.microsoft.com/office/drawing/2014/main" id="{7056DD78-2785-B546-397F-FB33CA23C2A2}"/>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latin typeface="Sassoon Infant Rg" panose="02000503030000020003" pitchFamily="2" charset="0"/>
                    <a:ea typeface="Sassoon Infant Rg" panose="02000503030000020003" pitchFamily="2" charset="0"/>
                  </a:endParaRPr>
                </a:p>
              </p:txBody>
            </p:sp>
            <p:sp>
              <p:nvSpPr>
                <p:cNvPr id="374" name="Rectangle: Top Corners Rounded 107">
                  <a:extLst>
                    <a:ext uri="{FF2B5EF4-FFF2-40B4-BE49-F238E27FC236}">
                      <a16:creationId xmlns:a16="http://schemas.microsoft.com/office/drawing/2014/main" id="{2CCAD4BD-8DFF-A7BF-E531-300D09C0D949}"/>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5" name="Rectangle: Top Corners Rounded 108">
                  <a:extLst>
                    <a:ext uri="{FF2B5EF4-FFF2-40B4-BE49-F238E27FC236}">
                      <a16:creationId xmlns:a16="http://schemas.microsoft.com/office/drawing/2014/main" id="{2FD391F5-FBCB-209E-2E1D-9DEC09D40AF0}"/>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6" name="Rectangle: Top Corners Rounded 109">
                  <a:extLst>
                    <a:ext uri="{FF2B5EF4-FFF2-40B4-BE49-F238E27FC236}">
                      <a16:creationId xmlns:a16="http://schemas.microsoft.com/office/drawing/2014/main" id="{8643B391-29BB-5B3F-FF85-7AEFDD9AE006}"/>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20" name="Picture 419" descr="A black background with a black square&#10;&#10;AI-generated content may be incorrect.">
                <a:extLst>
                  <a:ext uri="{FF2B5EF4-FFF2-40B4-BE49-F238E27FC236}">
                    <a16:creationId xmlns:a16="http://schemas.microsoft.com/office/drawing/2014/main" id="{36BC1D37-BF03-934E-5B20-6E2EADCCBD90}"/>
                  </a:ext>
                </a:extLst>
              </p:cNvPr>
              <p:cNvPicPr>
                <a:picLocks noChangeAspect="1"/>
              </p:cNvPicPr>
              <p:nvPr userDrawn="1"/>
            </p:nvPicPr>
            <p:blipFill>
              <a:blip r:embed="rId15"/>
              <a:srcRect b="18919"/>
              <a:stretch>
                <a:fillRect/>
              </a:stretch>
            </p:blipFill>
            <p:spPr>
              <a:xfrm>
                <a:off x="7361022" y="4922124"/>
                <a:ext cx="689748" cy="559256"/>
              </a:xfrm>
              <a:prstGeom prst="rect">
                <a:avLst/>
              </a:prstGeom>
            </p:spPr>
          </p:pic>
        </p:grpSp>
        <p:grpSp>
          <p:nvGrpSpPr>
            <p:cNvPr id="443" name="Group 442">
              <a:extLst>
                <a:ext uri="{FF2B5EF4-FFF2-40B4-BE49-F238E27FC236}">
                  <a16:creationId xmlns:a16="http://schemas.microsoft.com/office/drawing/2014/main" id="{4233F627-114B-54DC-2111-87EA50A038F6}"/>
                </a:ext>
              </a:extLst>
            </p:cNvPr>
            <p:cNvGrpSpPr/>
            <p:nvPr userDrawn="1"/>
          </p:nvGrpSpPr>
          <p:grpSpPr>
            <a:xfrm>
              <a:off x="8667944" y="4804000"/>
              <a:ext cx="1235341" cy="736668"/>
              <a:chOff x="8667944" y="4804000"/>
              <a:chExt cx="1235341" cy="736668"/>
            </a:xfrm>
          </p:grpSpPr>
          <p:grpSp>
            <p:nvGrpSpPr>
              <p:cNvPr id="364" name="Group 363">
                <a:extLst>
                  <a:ext uri="{FF2B5EF4-FFF2-40B4-BE49-F238E27FC236}">
                    <a16:creationId xmlns:a16="http://schemas.microsoft.com/office/drawing/2014/main" id="{10998376-ACEA-6005-7097-4C1F19B323F2}"/>
                  </a:ext>
                </a:extLst>
              </p:cNvPr>
              <p:cNvGrpSpPr/>
              <p:nvPr/>
            </p:nvGrpSpPr>
            <p:grpSpPr>
              <a:xfrm>
                <a:off x="8667944" y="4804000"/>
                <a:ext cx="1235341" cy="736668"/>
                <a:chOff x="7508240" y="3017520"/>
                <a:chExt cx="3545840" cy="2021840"/>
              </a:xfrm>
              <a:solidFill>
                <a:srgbClr val="B4E6A2"/>
              </a:solidFill>
            </p:grpSpPr>
            <p:sp>
              <p:nvSpPr>
                <p:cNvPr id="367" name="Rectangle 366">
                  <a:extLst>
                    <a:ext uri="{FF2B5EF4-FFF2-40B4-BE49-F238E27FC236}">
                      <a16:creationId xmlns:a16="http://schemas.microsoft.com/office/drawing/2014/main" id="{3C4DD219-D4CB-8989-FC86-DB04F03FF696}"/>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latin typeface="Sassoon Infant Rg" panose="02000503030000020003" pitchFamily="2" charset="0"/>
                    <a:ea typeface="Sassoon Infant Rg" panose="02000503030000020003" pitchFamily="2" charset="0"/>
                  </a:endParaRPr>
                </a:p>
              </p:txBody>
            </p:sp>
            <p:sp>
              <p:nvSpPr>
                <p:cNvPr id="368" name="Rectangle: Top Corners Rounded 97">
                  <a:extLst>
                    <a:ext uri="{FF2B5EF4-FFF2-40B4-BE49-F238E27FC236}">
                      <a16:creationId xmlns:a16="http://schemas.microsoft.com/office/drawing/2014/main" id="{FE774687-9016-C461-E606-4B7E27445DE8}"/>
                    </a:ext>
                  </a:extLst>
                </p:cNvPr>
                <p:cNvSpPr/>
                <p:nvPr/>
              </p:nvSpPr>
              <p:spPr>
                <a:xfrm>
                  <a:off x="7843521" y="3017520"/>
                  <a:ext cx="589279"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9" name="Rectangle: Top Corners Rounded 98">
                  <a:extLst>
                    <a:ext uri="{FF2B5EF4-FFF2-40B4-BE49-F238E27FC236}">
                      <a16:creationId xmlns:a16="http://schemas.microsoft.com/office/drawing/2014/main" id="{B61B7F70-F49D-E169-3702-C6C02A77DBEF}"/>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0" name="Rectangle: Top Corners Rounded 99">
                  <a:extLst>
                    <a:ext uri="{FF2B5EF4-FFF2-40B4-BE49-F238E27FC236}">
                      <a16:creationId xmlns:a16="http://schemas.microsoft.com/office/drawing/2014/main" id="{DB71850B-DC9E-AA28-E33D-82EBFAFEAEF0}"/>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22" name="Picture 421" descr="A black background with a black square&#10;&#10;AI-generated content may be incorrect.">
                <a:extLst>
                  <a:ext uri="{FF2B5EF4-FFF2-40B4-BE49-F238E27FC236}">
                    <a16:creationId xmlns:a16="http://schemas.microsoft.com/office/drawing/2014/main" id="{CDE90D54-D9F1-FD41-4001-91F39A5BE19C}"/>
                  </a:ext>
                </a:extLst>
              </p:cNvPr>
              <p:cNvPicPr>
                <a:picLocks noChangeAspect="1"/>
              </p:cNvPicPr>
              <p:nvPr userDrawn="1"/>
            </p:nvPicPr>
            <p:blipFill>
              <a:blip r:embed="rId16"/>
              <a:srcRect l="22926" t="8300" r="22763" b="27318"/>
              <a:stretch>
                <a:fillRect/>
              </a:stretch>
            </p:blipFill>
            <p:spPr>
              <a:xfrm>
                <a:off x="9039152" y="4927648"/>
                <a:ext cx="488392" cy="578963"/>
              </a:xfrm>
              <a:prstGeom prst="rect">
                <a:avLst/>
              </a:prstGeom>
            </p:spPr>
          </p:pic>
        </p:grpSp>
        <p:grpSp>
          <p:nvGrpSpPr>
            <p:cNvPr id="442" name="Group 441">
              <a:extLst>
                <a:ext uri="{FF2B5EF4-FFF2-40B4-BE49-F238E27FC236}">
                  <a16:creationId xmlns:a16="http://schemas.microsoft.com/office/drawing/2014/main" id="{A210496E-934D-2465-6661-8AC306570ADE}"/>
                </a:ext>
              </a:extLst>
            </p:cNvPr>
            <p:cNvGrpSpPr/>
            <p:nvPr userDrawn="1"/>
          </p:nvGrpSpPr>
          <p:grpSpPr>
            <a:xfrm>
              <a:off x="10346412" y="4804000"/>
              <a:ext cx="1235341" cy="736668"/>
              <a:chOff x="10346412" y="4804000"/>
              <a:chExt cx="1235341" cy="736668"/>
            </a:xfrm>
          </p:grpSpPr>
          <p:grpSp>
            <p:nvGrpSpPr>
              <p:cNvPr id="359" name="Group 358">
                <a:extLst>
                  <a:ext uri="{FF2B5EF4-FFF2-40B4-BE49-F238E27FC236}">
                    <a16:creationId xmlns:a16="http://schemas.microsoft.com/office/drawing/2014/main" id="{42C38AEA-B691-3021-D15A-91465835F8E1}"/>
                  </a:ext>
                </a:extLst>
              </p:cNvPr>
              <p:cNvGrpSpPr/>
              <p:nvPr/>
            </p:nvGrpSpPr>
            <p:grpSpPr>
              <a:xfrm>
                <a:off x="10346412" y="4804000"/>
                <a:ext cx="1235341" cy="736668"/>
                <a:chOff x="7508240" y="3017520"/>
                <a:chExt cx="3545840" cy="2021840"/>
              </a:xfrm>
              <a:solidFill>
                <a:srgbClr val="B4E6A2"/>
              </a:solidFill>
            </p:grpSpPr>
            <p:sp>
              <p:nvSpPr>
                <p:cNvPr id="377" name="Rectangle 376">
                  <a:extLst>
                    <a:ext uri="{FF2B5EF4-FFF2-40B4-BE49-F238E27FC236}">
                      <a16:creationId xmlns:a16="http://schemas.microsoft.com/office/drawing/2014/main" id="{D0B9D8B8-579A-1424-0597-675C52C6C2EC}"/>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latin typeface="Sassoon Infant Rg" panose="02000503030000020003" pitchFamily="2" charset="0"/>
                    <a:ea typeface="Sassoon Infant Rg" panose="02000503030000020003" pitchFamily="2" charset="0"/>
                  </a:endParaRPr>
                </a:p>
              </p:txBody>
            </p:sp>
            <p:sp>
              <p:nvSpPr>
                <p:cNvPr id="378" name="Rectangle: Top Corners Rounded 112">
                  <a:extLst>
                    <a:ext uri="{FF2B5EF4-FFF2-40B4-BE49-F238E27FC236}">
                      <a16:creationId xmlns:a16="http://schemas.microsoft.com/office/drawing/2014/main" id="{C9EC93FB-519C-9182-F03C-6E5F2FEF4267}"/>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9" name="Rectangle: Top Corners Rounded 113">
                  <a:extLst>
                    <a:ext uri="{FF2B5EF4-FFF2-40B4-BE49-F238E27FC236}">
                      <a16:creationId xmlns:a16="http://schemas.microsoft.com/office/drawing/2014/main" id="{F634F133-38AE-1E83-3287-77B7C222DBE4}"/>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0" name="Rectangle: Top Corners Rounded 114">
                  <a:extLst>
                    <a:ext uri="{FF2B5EF4-FFF2-40B4-BE49-F238E27FC236}">
                      <a16:creationId xmlns:a16="http://schemas.microsoft.com/office/drawing/2014/main" id="{D9633C8F-741A-5185-5F92-744F0B7C445E}"/>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24" name="Picture 423" descr="A black background with a black square&#10;&#10;AI-generated content may be incorrect.">
                <a:extLst>
                  <a:ext uri="{FF2B5EF4-FFF2-40B4-BE49-F238E27FC236}">
                    <a16:creationId xmlns:a16="http://schemas.microsoft.com/office/drawing/2014/main" id="{02A3D056-7F31-B65D-B91D-5BA21F2F7AC1}"/>
                  </a:ext>
                </a:extLst>
              </p:cNvPr>
              <p:cNvPicPr>
                <a:picLocks noChangeAspect="1"/>
              </p:cNvPicPr>
              <p:nvPr userDrawn="1"/>
            </p:nvPicPr>
            <p:blipFill>
              <a:blip r:embed="rId17"/>
              <a:srcRect l="10522" t="13075" r="13860" b="22828"/>
              <a:stretch>
                <a:fillRect/>
              </a:stretch>
            </p:blipFill>
            <p:spPr>
              <a:xfrm>
                <a:off x="10632327" y="4945577"/>
                <a:ext cx="663510" cy="562424"/>
              </a:xfrm>
              <a:prstGeom prst="rect">
                <a:avLst/>
              </a:prstGeom>
            </p:spPr>
          </p:pic>
        </p:grpSp>
      </p:grpSp>
      <p:grpSp>
        <p:nvGrpSpPr>
          <p:cNvPr id="459" name="Group 458">
            <a:extLst>
              <a:ext uri="{FF2B5EF4-FFF2-40B4-BE49-F238E27FC236}">
                <a16:creationId xmlns:a16="http://schemas.microsoft.com/office/drawing/2014/main" id="{3E46082C-0C0D-5B8B-3D4A-3BFACF29872C}"/>
              </a:ext>
            </a:extLst>
          </p:cNvPr>
          <p:cNvGrpSpPr/>
          <p:nvPr userDrawn="1"/>
        </p:nvGrpSpPr>
        <p:grpSpPr>
          <a:xfrm>
            <a:off x="3533229" y="3693728"/>
            <a:ext cx="8300637" cy="926097"/>
            <a:chOff x="3533229" y="3693728"/>
            <a:chExt cx="8300637" cy="926097"/>
          </a:xfrm>
        </p:grpSpPr>
        <p:grpSp>
          <p:nvGrpSpPr>
            <p:cNvPr id="166" name="Group 165">
              <a:extLst>
                <a:ext uri="{FF2B5EF4-FFF2-40B4-BE49-F238E27FC236}">
                  <a16:creationId xmlns:a16="http://schemas.microsoft.com/office/drawing/2014/main" id="{F0E926C4-2155-E58A-DEBA-49ECA8446F4C}"/>
                </a:ext>
              </a:extLst>
            </p:cNvPr>
            <p:cNvGrpSpPr/>
            <p:nvPr userDrawn="1"/>
          </p:nvGrpSpPr>
          <p:grpSpPr>
            <a:xfrm>
              <a:off x="3533229" y="3693728"/>
              <a:ext cx="8300637" cy="926097"/>
              <a:chOff x="3533229" y="3693728"/>
              <a:chExt cx="8300637" cy="926097"/>
            </a:xfrm>
          </p:grpSpPr>
          <p:grpSp>
            <p:nvGrpSpPr>
              <p:cNvPr id="167" name="Group 166">
                <a:extLst>
                  <a:ext uri="{FF2B5EF4-FFF2-40B4-BE49-F238E27FC236}">
                    <a16:creationId xmlns:a16="http://schemas.microsoft.com/office/drawing/2014/main" id="{BF4DB8C1-56C3-0D61-0715-937EABFB39FD}"/>
                  </a:ext>
                </a:extLst>
              </p:cNvPr>
              <p:cNvGrpSpPr/>
              <p:nvPr/>
            </p:nvGrpSpPr>
            <p:grpSpPr>
              <a:xfrm>
                <a:off x="3533229" y="3693728"/>
                <a:ext cx="8300637" cy="926097"/>
                <a:chOff x="3533229" y="3693728"/>
                <a:chExt cx="8300637" cy="926097"/>
              </a:xfrm>
            </p:grpSpPr>
            <p:grpSp>
              <p:nvGrpSpPr>
                <p:cNvPr id="169" name="Group 168">
                  <a:extLst>
                    <a:ext uri="{FF2B5EF4-FFF2-40B4-BE49-F238E27FC236}">
                      <a16:creationId xmlns:a16="http://schemas.microsoft.com/office/drawing/2014/main" id="{365D7AF7-79DF-74E4-9BC9-527CF9AA7EC8}"/>
                    </a:ext>
                  </a:extLst>
                </p:cNvPr>
                <p:cNvGrpSpPr/>
                <p:nvPr/>
              </p:nvGrpSpPr>
              <p:grpSpPr>
                <a:xfrm>
                  <a:off x="3533229" y="3719825"/>
                  <a:ext cx="8300637" cy="900000"/>
                  <a:chOff x="3999246" y="1747524"/>
                  <a:chExt cx="1713901" cy="2824471"/>
                </a:xfrm>
              </p:grpSpPr>
              <p:sp>
                <p:nvSpPr>
                  <p:cNvPr id="173" name="Rectangle: Rounded Corners 12">
                    <a:extLst>
                      <a:ext uri="{FF2B5EF4-FFF2-40B4-BE49-F238E27FC236}">
                        <a16:creationId xmlns:a16="http://schemas.microsoft.com/office/drawing/2014/main" id="{A582FC27-9626-C79A-DCF8-BB728999F615}"/>
                      </a:ext>
                    </a:extLst>
                  </p:cNvPr>
                  <p:cNvSpPr/>
                  <p:nvPr/>
                </p:nvSpPr>
                <p:spPr>
                  <a:xfrm>
                    <a:off x="3999246" y="1747524"/>
                    <a:ext cx="1713901" cy="2824471"/>
                  </a:xfrm>
                  <a:prstGeom prst="roundRect">
                    <a:avLst/>
                  </a:prstGeom>
                  <a:solidFill>
                    <a:srgbClr val="F892BB"/>
                  </a:solidFill>
                  <a:ln>
                    <a:solidFill>
                      <a:srgbClr val="F892BB"/>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74" name="Rectangle: Rounded Corners 4">
                    <a:extLst>
                      <a:ext uri="{FF2B5EF4-FFF2-40B4-BE49-F238E27FC236}">
                        <a16:creationId xmlns:a16="http://schemas.microsoft.com/office/drawing/2014/main" id="{1CA1CC36-02AA-D168-4F33-54140B6FEE16}"/>
                      </a:ext>
                    </a:extLst>
                  </p:cNvPr>
                  <p:cNvSpPr txBox="1"/>
                  <p:nvPr/>
                </p:nvSpPr>
                <p:spPr>
                  <a:xfrm>
                    <a:off x="4082912" y="1831190"/>
                    <a:ext cx="1546569" cy="265713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endParaRPr lang="en-GB" sz="2000" b="1" u="sng" kern="1200">
                      <a:solidFill>
                        <a:schemeClr val="tx1"/>
                      </a:solidFill>
                      <a:latin typeface="Sassoon Infant Rg" panose="02000503030000020003" pitchFamily="2" charset="0"/>
                      <a:ea typeface="Sassoon Infant Rg" panose="02000503030000020003" pitchFamily="2" charset="0"/>
                    </a:endParaRPr>
                  </a:p>
                </p:txBody>
              </p:sp>
            </p:grpSp>
            <p:grpSp>
              <p:nvGrpSpPr>
                <p:cNvPr id="170" name="Group 169">
                  <a:extLst>
                    <a:ext uri="{FF2B5EF4-FFF2-40B4-BE49-F238E27FC236}">
                      <a16:creationId xmlns:a16="http://schemas.microsoft.com/office/drawing/2014/main" id="{730F5FA8-5EBE-55C8-6E46-AC5B5D69CD5F}"/>
                    </a:ext>
                  </a:extLst>
                </p:cNvPr>
                <p:cNvGrpSpPr/>
                <p:nvPr/>
              </p:nvGrpSpPr>
              <p:grpSpPr>
                <a:xfrm>
                  <a:off x="3580299" y="3693728"/>
                  <a:ext cx="801261" cy="903352"/>
                  <a:chOff x="4462145" y="450020"/>
                  <a:chExt cx="801261" cy="903352"/>
                </a:xfrm>
              </p:grpSpPr>
              <p:pic>
                <p:nvPicPr>
                  <p:cNvPr id="171" name="Picture 170">
                    <a:extLst>
                      <a:ext uri="{FF2B5EF4-FFF2-40B4-BE49-F238E27FC236}">
                        <a16:creationId xmlns:a16="http://schemas.microsoft.com/office/drawing/2014/main" id="{59E28D89-4BAE-32F2-8640-D09184DEE5CA}"/>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172" name="TextBox 171">
                    <a:extLst>
                      <a:ext uri="{FF2B5EF4-FFF2-40B4-BE49-F238E27FC236}">
                        <a16:creationId xmlns:a16="http://schemas.microsoft.com/office/drawing/2014/main" id="{C9D93667-E78F-421B-36E4-E543B6CB748B}"/>
                      </a:ext>
                    </a:extLst>
                  </p:cNvPr>
                  <p:cNvSpPr txBox="1"/>
                  <p:nvPr/>
                </p:nvSpPr>
                <p:spPr>
                  <a:xfrm>
                    <a:off x="4704080" y="708024"/>
                    <a:ext cx="375920" cy="461665"/>
                  </a:xfrm>
                  <a:prstGeom prst="rect">
                    <a:avLst/>
                  </a:prstGeom>
                  <a:noFill/>
                </p:spPr>
                <p:txBody>
                  <a:bodyPr wrap="square" rtlCol="0">
                    <a:spAutoFit/>
                  </a:bodyPr>
                  <a:lstStyle/>
                  <a:p>
                    <a:r>
                      <a:rPr lang="en-GB" sz="2400" b="1">
                        <a:latin typeface="Sassoon Infant Rg" panose="02000503030000020003" pitchFamily="2" charset="0"/>
                        <a:ea typeface="Sassoon Infant Rg" panose="02000503030000020003" pitchFamily="2" charset="0"/>
                      </a:rPr>
                      <a:t>3</a:t>
                    </a:r>
                  </a:p>
                </p:txBody>
              </p:sp>
            </p:grpSp>
          </p:grpSp>
          <p:sp>
            <p:nvSpPr>
              <p:cNvPr id="168" name="TextBox 167">
                <a:extLst>
                  <a:ext uri="{FF2B5EF4-FFF2-40B4-BE49-F238E27FC236}">
                    <a16:creationId xmlns:a16="http://schemas.microsoft.com/office/drawing/2014/main" id="{3475D06C-3073-5FDE-A280-F6A973C5945D}"/>
                  </a:ext>
                </a:extLst>
              </p:cNvPr>
              <p:cNvSpPr txBox="1"/>
              <p:nvPr/>
            </p:nvSpPr>
            <p:spPr>
              <a:xfrm>
                <a:off x="4434793" y="3914005"/>
                <a:ext cx="2236214" cy="523220"/>
              </a:xfrm>
              <a:prstGeom prst="rect">
                <a:avLst/>
              </a:prstGeom>
              <a:noFill/>
              <a:ln w="28575">
                <a:solidFill>
                  <a:srgbClr val="BA0068"/>
                </a:solidFill>
              </a:ln>
            </p:spPr>
            <p:txBody>
              <a:bodyPr wrap="square" rtlCol="0" anchor="ctr">
                <a:spAutoFit/>
              </a:bodyPr>
              <a:lstStyle/>
              <a:p>
                <a:pPr algn="ctr"/>
                <a:r>
                  <a:rPr lang="en-GB" sz="1400" b="1">
                    <a:latin typeface="Sassoon Infant Rg" panose="02000503030000020003" pitchFamily="2" charset="0"/>
                    <a:ea typeface="Sassoon Infant Rg" panose="02000503030000020003" pitchFamily="2" charset="0"/>
                  </a:rPr>
                  <a:t>Tudors &amp; Stuarts,</a:t>
                </a:r>
              </a:p>
              <a:p>
                <a:pPr algn="ctr"/>
                <a:r>
                  <a:rPr lang="en-GB" sz="1400" b="1">
                    <a:latin typeface="Sassoon Infant Rg" panose="02000503030000020003" pitchFamily="2" charset="0"/>
                    <a:ea typeface="Sassoon Infant Rg" panose="02000503030000020003" pitchFamily="2" charset="0"/>
                  </a:rPr>
                  <a:t>European Explorers</a:t>
                </a:r>
              </a:p>
            </p:txBody>
          </p:sp>
        </p:grpSp>
        <p:grpSp>
          <p:nvGrpSpPr>
            <p:cNvPr id="441" name="Group 440">
              <a:extLst>
                <a:ext uri="{FF2B5EF4-FFF2-40B4-BE49-F238E27FC236}">
                  <a16:creationId xmlns:a16="http://schemas.microsoft.com/office/drawing/2014/main" id="{1D002EA0-3502-669B-4628-0A18EBE579BD}"/>
                </a:ext>
              </a:extLst>
            </p:cNvPr>
            <p:cNvGrpSpPr/>
            <p:nvPr userDrawn="1"/>
          </p:nvGrpSpPr>
          <p:grpSpPr>
            <a:xfrm>
              <a:off x="7065706" y="3814869"/>
              <a:ext cx="1235341" cy="736668"/>
              <a:chOff x="7065706" y="3814869"/>
              <a:chExt cx="1235341" cy="736668"/>
            </a:xfrm>
          </p:grpSpPr>
          <p:grpSp>
            <p:nvGrpSpPr>
              <p:cNvPr id="394" name="Group 393">
                <a:extLst>
                  <a:ext uri="{FF2B5EF4-FFF2-40B4-BE49-F238E27FC236}">
                    <a16:creationId xmlns:a16="http://schemas.microsoft.com/office/drawing/2014/main" id="{129C0749-5C10-3C82-50E1-E4E220583F38}"/>
                  </a:ext>
                </a:extLst>
              </p:cNvPr>
              <p:cNvGrpSpPr/>
              <p:nvPr userDrawn="1"/>
            </p:nvGrpSpPr>
            <p:grpSpPr>
              <a:xfrm>
                <a:off x="7065706" y="3814869"/>
                <a:ext cx="1235341" cy="736668"/>
                <a:chOff x="7508240" y="3017520"/>
                <a:chExt cx="3545840" cy="2021840"/>
              </a:xfrm>
              <a:solidFill>
                <a:srgbClr val="F892BC"/>
              </a:solidFill>
            </p:grpSpPr>
            <p:sp>
              <p:nvSpPr>
                <p:cNvPr id="395" name="Rectangle 394">
                  <a:extLst>
                    <a:ext uri="{FF2B5EF4-FFF2-40B4-BE49-F238E27FC236}">
                      <a16:creationId xmlns:a16="http://schemas.microsoft.com/office/drawing/2014/main" id="{956A17B4-5027-F852-FF1E-2F85A7F5B3DC}"/>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latin typeface="Sassoon Infant Rg" panose="02000503030000020003" pitchFamily="2" charset="0"/>
                    <a:ea typeface="Sassoon Infant Rg" panose="02000503030000020003" pitchFamily="2" charset="0"/>
                  </a:endParaRPr>
                </a:p>
              </p:txBody>
            </p:sp>
            <p:sp>
              <p:nvSpPr>
                <p:cNvPr id="396" name="Rectangle: Top Corners Rounded 107">
                  <a:extLst>
                    <a:ext uri="{FF2B5EF4-FFF2-40B4-BE49-F238E27FC236}">
                      <a16:creationId xmlns:a16="http://schemas.microsoft.com/office/drawing/2014/main" id="{78DC596F-16A5-7F7B-5203-324EA0DBBC3F}"/>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7" name="Rectangle: Top Corners Rounded 108">
                  <a:extLst>
                    <a:ext uri="{FF2B5EF4-FFF2-40B4-BE49-F238E27FC236}">
                      <a16:creationId xmlns:a16="http://schemas.microsoft.com/office/drawing/2014/main" id="{89FAA665-95D7-0745-042E-F947F0450EB7}"/>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8" name="Rectangle: Top Corners Rounded 109">
                  <a:extLst>
                    <a:ext uri="{FF2B5EF4-FFF2-40B4-BE49-F238E27FC236}">
                      <a16:creationId xmlns:a16="http://schemas.microsoft.com/office/drawing/2014/main" id="{EBD0FDA9-17DB-6529-42C9-DA18B8D73EBD}"/>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26" name="Picture 425" descr="A black background with a black square&#10;&#10;AI-generated content may be incorrect.">
                <a:extLst>
                  <a:ext uri="{FF2B5EF4-FFF2-40B4-BE49-F238E27FC236}">
                    <a16:creationId xmlns:a16="http://schemas.microsoft.com/office/drawing/2014/main" id="{9048DBAD-C1C3-3B81-ECA2-33743ED1A3D2}"/>
                  </a:ext>
                </a:extLst>
              </p:cNvPr>
              <p:cNvPicPr>
                <a:picLocks noChangeAspect="1"/>
              </p:cNvPicPr>
              <p:nvPr userDrawn="1"/>
            </p:nvPicPr>
            <p:blipFill>
              <a:blip r:embed="rId18"/>
              <a:srcRect b="14599"/>
              <a:stretch>
                <a:fillRect/>
              </a:stretch>
            </p:blipFill>
            <p:spPr>
              <a:xfrm>
                <a:off x="7344790" y="3966070"/>
                <a:ext cx="665555" cy="568393"/>
              </a:xfrm>
              <a:prstGeom prst="rect">
                <a:avLst/>
              </a:prstGeom>
            </p:spPr>
          </p:pic>
        </p:grpSp>
        <p:grpSp>
          <p:nvGrpSpPr>
            <p:cNvPr id="440" name="Group 439">
              <a:extLst>
                <a:ext uri="{FF2B5EF4-FFF2-40B4-BE49-F238E27FC236}">
                  <a16:creationId xmlns:a16="http://schemas.microsoft.com/office/drawing/2014/main" id="{EDA5C15C-8E9D-E37C-FAA9-028BFA11EC9B}"/>
                </a:ext>
              </a:extLst>
            </p:cNvPr>
            <p:cNvGrpSpPr/>
            <p:nvPr userDrawn="1"/>
          </p:nvGrpSpPr>
          <p:grpSpPr>
            <a:xfrm>
              <a:off x="8667944" y="3814869"/>
              <a:ext cx="1235341" cy="736668"/>
              <a:chOff x="8667944" y="3814869"/>
              <a:chExt cx="1235341" cy="736668"/>
            </a:xfrm>
          </p:grpSpPr>
          <p:grpSp>
            <p:nvGrpSpPr>
              <p:cNvPr id="399" name="Group 398">
                <a:extLst>
                  <a:ext uri="{FF2B5EF4-FFF2-40B4-BE49-F238E27FC236}">
                    <a16:creationId xmlns:a16="http://schemas.microsoft.com/office/drawing/2014/main" id="{7469669D-2406-7E4F-ACA8-BC721CB6DB2C}"/>
                  </a:ext>
                </a:extLst>
              </p:cNvPr>
              <p:cNvGrpSpPr/>
              <p:nvPr userDrawn="1"/>
            </p:nvGrpSpPr>
            <p:grpSpPr>
              <a:xfrm>
                <a:off x="8667944" y="3814869"/>
                <a:ext cx="1235341" cy="736668"/>
                <a:chOff x="7508240" y="3017520"/>
                <a:chExt cx="3545840" cy="2021840"/>
              </a:xfrm>
              <a:solidFill>
                <a:srgbClr val="F892BC"/>
              </a:solidFill>
            </p:grpSpPr>
            <p:sp>
              <p:nvSpPr>
                <p:cNvPr id="400" name="Rectangle 399">
                  <a:extLst>
                    <a:ext uri="{FF2B5EF4-FFF2-40B4-BE49-F238E27FC236}">
                      <a16:creationId xmlns:a16="http://schemas.microsoft.com/office/drawing/2014/main" id="{844C0634-2DE9-E218-4B6E-17FFDEB7A68C}"/>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latin typeface="Sassoon Infant Rg" panose="02000503030000020003" pitchFamily="2" charset="0"/>
                    <a:ea typeface="Sassoon Infant Rg" panose="02000503030000020003" pitchFamily="2" charset="0"/>
                  </a:endParaRPr>
                </a:p>
              </p:txBody>
            </p:sp>
            <p:sp>
              <p:nvSpPr>
                <p:cNvPr id="401" name="Rectangle: Top Corners Rounded 97">
                  <a:extLst>
                    <a:ext uri="{FF2B5EF4-FFF2-40B4-BE49-F238E27FC236}">
                      <a16:creationId xmlns:a16="http://schemas.microsoft.com/office/drawing/2014/main" id="{AA270C0A-A6AD-535B-200E-B4A2C2CFFCD3}"/>
                    </a:ext>
                  </a:extLst>
                </p:cNvPr>
                <p:cNvSpPr/>
                <p:nvPr/>
              </p:nvSpPr>
              <p:spPr>
                <a:xfrm>
                  <a:off x="7843521" y="3017520"/>
                  <a:ext cx="589279"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2" name="Rectangle: Top Corners Rounded 98">
                  <a:extLst>
                    <a:ext uri="{FF2B5EF4-FFF2-40B4-BE49-F238E27FC236}">
                      <a16:creationId xmlns:a16="http://schemas.microsoft.com/office/drawing/2014/main" id="{42D7A5A0-C51E-360A-B01A-44D8D27D89F6}"/>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3" name="Rectangle: Top Corners Rounded 99">
                  <a:extLst>
                    <a:ext uri="{FF2B5EF4-FFF2-40B4-BE49-F238E27FC236}">
                      <a16:creationId xmlns:a16="http://schemas.microsoft.com/office/drawing/2014/main" id="{B0D93F0F-44EA-F49D-B0BA-B6A7BE7E5676}"/>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28" name="Picture 427" descr="A black background with a black square&#10;&#10;AI-generated content may be incorrect.">
                <a:extLst>
                  <a:ext uri="{FF2B5EF4-FFF2-40B4-BE49-F238E27FC236}">
                    <a16:creationId xmlns:a16="http://schemas.microsoft.com/office/drawing/2014/main" id="{738DC154-9A4E-00A2-DD04-6F1CFD5CA379}"/>
                  </a:ext>
                </a:extLst>
              </p:cNvPr>
              <p:cNvPicPr>
                <a:picLocks noChangeAspect="1"/>
              </p:cNvPicPr>
              <p:nvPr userDrawn="1"/>
            </p:nvPicPr>
            <p:blipFill>
              <a:blip r:embed="rId19"/>
              <a:srcRect b="14599"/>
              <a:stretch>
                <a:fillRect/>
              </a:stretch>
            </p:blipFill>
            <p:spPr>
              <a:xfrm>
                <a:off x="8990578" y="3993349"/>
                <a:ext cx="580508" cy="495762"/>
              </a:xfrm>
              <a:prstGeom prst="rect">
                <a:avLst/>
              </a:prstGeom>
            </p:spPr>
          </p:pic>
        </p:grpSp>
        <p:grpSp>
          <p:nvGrpSpPr>
            <p:cNvPr id="439" name="Group 438">
              <a:extLst>
                <a:ext uri="{FF2B5EF4-FFF2-40B4-BE49-F238E27FC236}">
                  <a16:creationId xmlns:a16="http://schemas.microsoft.com/office/drawing/2014/main" id="{A3399638-C911-04BE-0A00-F4A599225360}"/>
                </a:ext>
              </a:extLst>
            </p:cNvPr>
            <p:cNvGrpSpPr/>
            <p:nvPr userDrawn="1"/>
          </p:nvGrpSpPr>
          <p:grpSpPr>
            <a:xfrm>
              <a:off x="10346412" y="3814869"/>
              <a:ext cx="1235341" cy="736668"/>
              <a:chOff x="10346412" y="3814869"/>
              <a:chExt cx="1235341" cy="736668"/>
            </a:xfrm>
          </p:grpSpPr>
          <p:sp>
            <p:nvSpPr>
              <p:cNvPr id="390" name="Rectangle 389">
                <a:extLst>
                  <a:ext uri="{FF2B5EF4-FFF2-40B4-BE49-F238E27FC236}">
                    <a16:creationId xmlns:a16="http://schemas.microsoft.com/office/drawing/2014/main" id="{CB084C27-DDAC-6958-4333-4E9C4148D201}"/>
                  </a:ext>
                </a:extLst>
              </p:cNvPr>
              <p:cNvSpPr/>
              <p:nvPr/>
            </p:nvSpPr>
            <p:spPr>
              <a:xfrm>
                <a:off x="10346412" y="3914819"/>
                <a:ext cx="1235341" cy="636718"/>
              </a:xfrm>
              <a:prstGeom prst="rect">
                <a:avLst/>
              </a:prstGeom>
              <a:solidFill>
                <a:srgbClr val="F892BC"/>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latin typeface="Sassoon Infant Rg" panose="02000503030000020003" pitchFamily="2" charset="0"/>
                  <a:ea typeface="Sassoon Infant Rg" panose="02000503030000020003" pitchFamily="2" charset="0"/>
                </a:endParaRPr>
              </a:p>
            </p:txBody>
          </p:sp>
          <p:sp>
            <p:nvSpPr>
              <p:cNvPr id="391" name="Rectangle: Top Corners Rounded 112">
                <a:extLst>
                  <a:ext uri="{FF2B5EF4-FFF2-40B4-BE49-F238E27FC236}">
                    <a16:creationId xmlns:a16="http://schemas.microsoft.com/office/drawing/2014/main" id="{A2851353-1549-2E2E-EAA8-95DDE9467309}"/>
                  </a:ext>
                </a:extLst>
              </p:cNvPr>
              <p:cNvSpPr/>
              <p:nvPr/>
            </p:nvSpPr>
            <p:spPr>
              <a:xfrm>
                <a:off x="10463221" y="3814869"/>
                <a:ext cx="205300" cy="99950"/>
              </a:xfrm>
              <a:prstGeom prst="round2SameRect">
                <a:avLst/>
              </a:prstGeom>
              <a:solidFill>
                <a:srgbClr val="F892BC"/>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2" name="Rectangle: Top Corners Rounded 113">
                <a:extLst>
                  <a:ext uri="{FF2B5EF4-FFF2-40B4-BE49-F238E27FC236}">
                    <a16:creationId xmlns:a16="http://schemas.microsoft.com/office/drawing/2014/main" id="{D39E8770-F3BE-F41D-0FCC-380A9312F149}"/>
                  </a:ext>
                </a:extLst>
              </p:cNvPr>
              <p:cNvSpPr/>
              <p:nvPr/>
            </p:nvSpPr>
            <p:spPr>
              <a:xfrm>
                <a:off x="10861432" y="3814869"/>
                <a:ext cx="205300" cy="99950"/>
              </a:xfrm>
              <a:prstGeom prst="round2SameRect">
                <a:avLst/>
              </a:prstGeom>
              <a:solidFill>
                <a:srgbClr val="F892BC"/>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3" name="Rectangle: Top Corners Rounded 114">
                <a:extLst>
                  <a:ext uri="{FF2B5EF4-FFF2-40B4-BE49-F238E27FC236}">
                    <a16:creationId xmlns:a16="http://schemas.microsoft.com/office/drawing/2014/main" id="{D51A5DB7-1556-1FA1-70A3-BF77D474D367}"/>
                  </a:ext>
                </a:extLst>
              </p:cNvPr>
              <p:cNvSpPr/>
              <p:nvPr/>
            </p:nvSpPr>
            <p:spPr>
              <a:xfrm>
                <a:off x="11235751" y="3814869"/>
                <a:ext cx="205300" cy="99950"/>
              </a:xfrm>
              <a:prstGeom prst="round2SameRect">
                <a:avLst/>
              </a:prstGeom>
              <a:solidFill>
                <a:srgbClr val="F892BC"/>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35" name="Group 434">
                <a:extLst>
                  <a:ext uri="{FF2B5EF4-FFF2-40B4-BE49-F238E27FC236}">
                    <a16:creationId xmlns:a16="http://schemas.microsoft.com/office/drawing/2014/main" id="{64CFAB36-D4A9-578B-0F9D-A9B812A2E96A}"/>
                  </a:ext>
                </a:extLst>
              </p:cNvPr>
              <p:cNvGrpSpPr/>
              <p:nvPr userDrawn="1"/>
            </p:nvGrpSpPr>
            <p:grpSpPr>
              <a:xfrm>
                <a:off x="10463221" y="3972331"/>
                <a:ext cx="973189" cy="517690"/>
                <a:chOff x="2859370" y="-5825369"/>
                <a:chExt cx="10677358" cy="5679841"/>
              </a:xfrm>
            </p:grpSpPr>
            <p:pic>
              <p:nvPicPr>
                <p:cNvPr id="436" name="Picture 435" descr="A black background with a black square&#10;&#10;AI-generated content may be incorrect.">
                  <a:extLst>
                    <a:ext uri="{FF2B5EF4-FFF2-40B4-BE49-F238E27FC236}">
                      <a16:creationId xmlns:a16="http://schemas.microsoft.com/office/drawing/2014/main" id="{B36A8DF1-1877-6ADE-B20E-D5ED753F9EEB}"/>
                    </a:ext>
                  </a:extLst>
                </p:cNvPr>
                <p:cNvPicPr>
                  <a:picLocks noChangeAspect="1"/>
                </p:cNvPicPr>
                <p:nvPr userDrawn="1"/>
              </p:nvPicPr>
              <p:blipFill>
                <a:blip r:embed="rId20"/>
                <a:srcRect l="2836" t="3619" r="27403" b="14714"/>
                <a:stretch>
                  <a:fillRect/>
                </a:stretch>
              </p:blipFill>
              <p:spPr>
                <a:xfrm>
                  <a:off x="8752456" y="-5825369"/>
                  <a:ext cx="4784272" cy="5600703"/>
                </a:xfrm>
                <a:prstGeom prst="rect">
                  <a:avLst/>
                </a:prstGeom>
              </p:spPr>
            </p:pic>
            <p:pic>
              <p:nvPicPr>
                <p:cNvPr id="437" name="Picture 436" descr="A black background with a black square&#10;&#10;AI-generated content may be incorrect.">
                  <a:extLst>
                    <a:ext uri="{FF2B5EF4-FFF2-40B4-BE49-F238E27FC236}">
                      <a16:creationId xmlns:a16="http://schemas.microsoft.com/office/drawing/2014/main" id="{93F5EF78-EA5A-23E9-C16D-13CC0A4DA5EF}"/>
                    </a:ext>
                  </a:extLst>
                </p:cNvPr>
                <p:cNvPicPr>
                  <a:picLocks noChangeAspect="1"/>
                </p:cNvPicPr>
                <p:nvPr userDrawn="1"/>
              </p:nvPicPr>
              <p:blipFill>
                <a:blip r:embed="rId21"/>
                <a:srcRect l="23035" t="7543" r="22203" b="20791"/>
                <a:stretch>
                  <a:fillRect/>
                </a:stretch>
              </p:blipFill>
              <p:spPr>
                <a:xfrm>
                  <a:off x="2859370" y="-5060429"/>
                  <a:ext cx="3755570" cy="4914901"/>
                </a:xfrm>
                <a:prstGeom prst="rect">
                  <a:avLst/>
                </a:prstGeom>
              </p:spPr>
            </p:pic>
          </p:grpSp>
          <p:sp>
            <p:nvSpPr>
              <p:cNvPr id="438" name="Freeform 437">
                <a:extLst>
                  <a:ext uri="{FF2B5EF4-FFF2-40B4-BE49-F238E27FC236}">
                    <a16:creationId xmlns:a16="http://schemas.microsoft.com/office/drawing/2014/main" id="{A6CD2B11-4E2E-8796-0393-82AFD51D100F}"/>
                  </a:ext>
                </a:extLst>
              </p:cNvPr>
              <p:cNvSpPr/>
              <p:nvPr userDrawn="1"/>
            </p:nvSpPr>
            <p:spPr>
              <a:xfrm>
                <a:off x="10731500" y="4241800"/>
                <a:ext cx="381000" cy="92078"/>
              </a:xfrm>
              <a:custGeom>
                <a:avLst/>
                <a:gdLst>
                  <a:gd name="csX0" fmla="*/ 381000 w 381000"/>
                  <a:gd name="csY0" fmla="*/ 41275 h 92078"/>
                  <a:gd name="csX1" fmla="*/ 358775 w 381000"/>
                  <a:gd name="csY1" fmla="*/ 44450 h 92078"/>
                  <a:gd name="csX2" fmla="*/ 317500 w 381000"/>
                  <a:gd name="csY2" fmla="*/ 31750 h 92078"/>
                  <a:gd name="csX3" fmla="*/ 304800 w 381000"/>
                  <a:gd name="csY3" fmla="*/ 28575 h 92078"/>
                  <a:gd name="csX4" fmla="*/ 292100 w 381000"/>
                  <a:gd name="csY4" fmla="*/ 22225 h 92078"/>
                  <a:gd name="csX5" fmla="*/ 279400 w 381000"/>
                  <a:gd name="csY5" fmla="*/ 19050 h 92078"/>
                  <a:gd name="csX6" fmla="*/ 269875 w 381000"/>
                  <a:gd name="csY6" fmla="*/ 15875 h 92078"/>
                  <a:gd name="csX7" fmla="*/ 254000 w 381000"/>
                  <a:gd name="csY7" fmla="*/ 12700 h 92078"/>
                  <a:gd name="csX8" fmla="*/ 231775 w 381000"/>
                  <a:gd name="csY8" fmla="*/ 6350 h 92078"/>
                  <a:gd name="csX9" fmla="*/ 177800 w 381000"/>
                  <a:gd name="csY9" fmla="*/ 0 h 92078"/>
                  <a:gd name="csX10" fmla="*/ 130175 w 381000"/>
                  <a:gd name="csY10" fmla="*/ 3175 h 92078"/>
                  <a:gd name="csX11" fmla="*/ 104775 w 381000"/>
                  <a:gd name="csY11" fmla="*/ 15875 h 92078"/>
                  <a:gd name="csX12" fmla="*/ 95250 w 381000"/>
                  <a:gd name="csY12" fmla="*/ 19050 h 92078"/>
                  <a:gd name="csX13" fmla="*/ 88900 w 381000"/>
                  <a:gd name="csY13" fmla="*/ 28575 h 92078"/>
                  <a:gd name="csX14" fmla="*/ 79375 w 381000"/>
                  <a:gd name="csY14" fmla="*/ 31750 h 92078"/>
                  <a:gd name="csX15" fmla="*/ 60325 w 381000"/>
                  <a:gd name="csY15" fmla="*/ 41275 h 92078"/>
                  <a:gd name="csX16" fmla="*/ 41275 w 381000"/>
                  <a:gd name="csY16" fmla="*/ 60325 h 92078"/>
                  <a:gd name="csX17" fmla="*/ 22225 w 381000"/>
                  <a:gd name="csY17" fmla="*/ 73025 h 92078"/>
                  <a:gd name="csX18" fmla="*/ 0 w 381000"/>
                  <a:gd name="csY18" fmla="*/ 92075 h 92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81000" h="92078">
                    <a:moveTo>
                      <a:pt x="381000" y="41275"/>
                    </a:moveTo>
                    <a:cubicBezTo>
                      <a:pt x="373592" y="42333"/>
                      <a:pt x="366242" y="44948"/>
                      <a:pt x="358775" y="44450"/>
                    </a:cubicBezTo>
                    <a:cubicBezTo>
                      <a:pt x="339930" y="43194"/>
                      <a:pt x="333586" y="37112"/>
                      <a:pt x="317500" y="31750"/>
                    </a:cubicBezTo>
                    <a:cubicBezTo>
                      <a:pt x="313360" y="30370"/>
                      <a:pt x="308886" y="30107"/>
                      <a:pt x="304800" y="28575"/>
                    </a:cubicBezTo>
                    <a:cubicBezTo>
                      <a:pt x="300368" y="26913"/>
                      <a:pt x="296532" y="23887"/>
                      <a:pt x="292100" y="22225"/>
                    </a:cubicBezTo>
                    <a:cubicBezTo>
                      <a:pt x="288014" y="20693"/>
                      <a:pt x="283596" y="20249"/>
                      <a:pt x="279400" y="19050"/>
                    </a:cubicBezTo>
                    <a:cubicBezTo>
                      <a:pt x="276182" y="18131"/>
                      <a:pt x="273122" y="16687"/>
                      <a:pt x="269875" y="15875"/>
                    </a:cubicBezTo>
                    <a:cubicBezTo>
                      <a:pt x="264640" y="14566"/>
                      <a:pt x="259235" y="14009"/>
                      <a:pt x="254000" y="12700"/>
                    </a:cubicBezTo>
                    <a:cubicBezTo>
                      <a:pt x="235865" y="8166"/>
                      <a:pt x="253551" y="10309"/>
                      <a:pt x="231775" y="6350"/>
                    </a:cubicBezTo>
                    <a:cubicBezTo>
                      <a:pt x="214618" y="3231"/>
                      <a:pt x="194829" y="1703"/>
                      <a:pt x="177800" y="0"/>
                    </a:cubicBezTo>
                    <a:cubicBezTo>
                      <a:pt x="161925" y="1058"/>
                      <a:pt x="145722" y="-205"/>
                      <a:pt x="130175" y="3175"/>
                    </a:cubicBezTo>
                    <a:cubicBezTo>
                      <a:pt x="120925" y="5186"/>
                      <a:pt x="113755" y="12882"/>
                      <a:pt x="104775" y="15875"/>
                    </a:cubicBezTo>
                    <a:lnTo>
                      <a:pt x="95250" y="19050"/>
                    </a:lnTo>
                    <a:cubicBezTo>
                      <a:pt x="93133" y="22225"/>
                      <a:pt x="91880" y="26191"/>
                      <a:pt x="88900" y="28575"/>
                    </a:cubicBezTo>
                    <a:cubicBezTo>
                      <a:pt x="86287" y="30666"/>
                      <a:pt x="82368" y="30253"/>
                      <a:pt x="79375" y="31750"/>
                    </a:cubicBezTo>
                    <a:cubicBezTo>
                      <a:pt x="54756" y="44060"/>
                      <a:pt x="84266" y="33295"/>
                      <a:pt x="60325" y="41275"/>
                    </a:cubicBezTo>
                    <a:cubicBezTo>
                      <a:pt x="53975" y="47625"/>
                      <a:pt x="48747" y="55344"/>
                      <a:pt x="41275" y="60325"/>
                    </a:cubicBezTo>
                    <a:cubicBezTo>
                      <a:pt x="34925" y="64558"/>
                      <a:pt x="27621" y="67629"/>
                      <a:pt x="22225" y="73025"/>
                    </a:cubicBezTo>
                    <a:cubicBezTo>
                      <a:pt x="2427" y="92823"/>
                      <a:pt x="12155" y="92075"/>
                      <a:pt x="0" y="92075"/>
                    </a:cubicBezTo>
                  </a:path>
                </a:pathLst>
              </a:cu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60" name="Group 459">
            <a:extLst>
              <a:ext uri="{FF2B5EF4-FFF2-40B4-BE49-F238E27FC236}">
                <a16:creationId xmlns:a16="http://schemas.microsoft.com/office/drawing/2014/main" id="{4841E7D1-CC97-31B4-4CCA-8E26B4854392}"/>
              </a:ext>
            </a:extLst>
          </p:cNvPr>
          <p:cNvGrpSpPr/>
          <p:nvPr userDrawn="1"/>
        </p:nvGrpSpPr>
        <p:grpSpPr>
          <a:xfrm>
            <a:off x="3525668" y="2709975"/>
            <a:ext cx="8308198" cy="912750"/>
            <a:chOff x="3525668" y="2709975"/>
            <a:chExt cx="8308198" cy="912750"/>
          </a:xfrm>
        </p:grpSpPr>
        <p:grpSp>
          <p:nvGrpSpPr>
            <p:cNvPr id="175" name="Group 174">
              <a:extLst>
                <a:ext uri="{FF2B5EF4-FFF2-40B4-BE49-F238E27FC236}">
                  <a16:creationId xmlns:a16="http://schemas.microsoft.com/office/drawing/2014/main" id="{F60B318B-1B7C-2B29-A428-7E7A9EFCFCE3}"/>
                </a:ext>
              </a:extLst>
            </p:cNvPr>
            <p:cNvGrpSpPr/>
            <p:nvPr userDrawn="1"/>
          </p:nvGrpSpPr>
          <p:grpSpPr>
            <a:xfrm>
              <a:off x="3525668" y="2709975"/>
              <a:ext cx="8308198" cy="912750"/>
              <a:chOff x="3525668" y="2709975"/>
              <a:chExt cx="8308198" cy="912750"/>
            </a:xfrm>
          </p:grpSpPr>
          <p:grpSp>
            <p:nvGrpSpPr>
              <p:cNvPr id="176" name="Group 175">
                <a:extLst>
                  <a:ext uri="{FF2B5EF4-FFF2-40B4-BE49-F238E27FC236}">
                    <a16:creationId xmlns:a16="http://schemas.microsoft.com/office/drawing/2014/main" id="{C672F6CD-F784-4577-32ED-6BC8E3C3FC25}"/>
                  </a:ext>
                </a:extLst>
              </p:cNvPr>
              <p:cNvGrpSpPr/>
              <p:nvPr/>
            </p:nvGrpSpPr>
            <p:grpSpPr>
              <a:xfrm>
                <a:off x="3525668" y="2709975"/>
                <a:ext cx="8308198" cy="912750"/>
                <a:chOff x="3525668" y="2709975"/>
                <a:chExt cx="8308198" cy="912750"/>
              </a:xfrm>
            </p:grpSpPr>
            <p:grpSp>
              <p:nvGrpSpPr>
                <p:cNvPr id="178" name="Group 177">
                  <a:extLst>
                    <a:ext uri="{FF2B5EF4-FFF2-40B4-BE49-F238E27FC236}">
                      <a16:creationId xmlns:a16="http://schemas.microsoft.com/office/drawing/2014/main" id="{648C646D-44CB-FB8D-EF4E-6CC6D5590A6C}"/>
                    </a:ext>
                  </a:extLst>
                </p:cNvPr>
                <p:cNvGrpSpPr/>
                <p:nvPr/>
              </p:nvGrpSpPr>
              <p:grpSpPr>
                <a:xfrm>
                  <a:off x="3533229" y="2722725"/>
                  <a:ext cx="8300637" cy="900000"/>
                  <a:chOff x="5998798" y="1737362"/>
                  <a:chExt cx="1713901" cy="2844795"/>
                </a:xfrm>
              </p:grpSpPr>
              <p:sp>
                <p:nvSpPr>
                  <p:cNvPr id="182" name="Rectangle: Rounded Corners 15">
                    <a:extLst>
                      <a:ext uri="{FF2B5EF4-FFF2-40B4-BE49-F238E27FC236}">
                        <a16:creationId xmlns:a16="http://schemas.microsoft.com/office/drawing/2014/main" id="{3507D94A-D1E1-343A-B1AD-E25D68043E70}"/>
                      </a:ext>
                    </a:extLst>
                  </p:cNvPr>
                  <p:cNvSpPr/>
                  <p:nvPr/>
                </p:nvSpPr>
                <p:spPr>
                  <a:xfrm>
                    <a:off x="5998798" y="1737362"/>
                    <a:ext cx="1713901" cy="2844795"/>
                  </a:xfrm>
                  <a:prstGeom prst="roundRect">
                    <a:avLst/>
                  </a:prstGeom>
                  <a:solidFill>
                    <a:srgbClr val="BDD7EF"/>
                  </a:solidFill>
                  <a:ln>
                    <a:solidFill>
                      <a:srgbClr val="BDD7EF"/>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83" name="Rectangle: Rounded Corners 4">
                    <a:extLst>
                      <a:ext uri="{FF2B5EF4-FFF2-40B4-BE49-F238E27FC236}">
                        <a16:creationId xmlns:a16="http://schemas.microsoft.com/office/drawing/2014/main" id="{CE5D815D-9069-4D5A-2C8F-C3FD0C978D72}"/>
                      </a:ext>
                    </a:extLst>
                  </p:cNvPr>
                  <p:cNvSpPr txBox="1"/>
                  <p:nvPr/>
                </p:nvSpPr>
                <p:spPr>
                  <a:xfrm>
                    <a:off x="6082464" y="1821028"/>
                    <a:ext cx="1546569" cy="234426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endParaRPr lang="en-GB" sz="2000" b="1" u="sng" kern="1200">
                      <a:solidFill>
                        <a:schemeClr val="tx1"/>
                      </a:solidFill>
                      <a:latin typeface="Sassoon Infant Rg" panose="02000503030000020003" pitchFamily="2" charset="0"/>
                      <a:ea typeface="Sassoon Infant Rg" panose="02000503030000020003" pitchFamily="2" charset="0"/>
                    </a:endParaRPr>
                  </a:p>
                </p:txBody>
              </p:sp>
            </p:grpSp>
            <p:grpSp>
              <p:nvGrpSpPr>
                <p:cNvPr id="179" name="Group 178">
                  <a:extLst>
                    <a:ext uri="{FF2B5EF4-FFF2-40B4-BE49-F238E27FC236}">
                      <a16:creationId xmlns:a16="http://schemas.microsoft.com/office/drawing/2014/main" id="{CFCC9173-8718-6C39-2FF0-8F5808600AF4}"/>
                    </a:ext>
                  </a:extLst>
                </p:cNvPr>
                <p:cNvGrpSpPr/>
                <p:nvPr/>
              </p:nvGrpSpPr>
              <p:grpSpPr>
                <a:xfrm>
                  <a:off x="3525668" y="2709975"/>
                  <a:ext cx="801261" cy="903352"/>
                  <a:chOff x="4462145" y="450020"/>
                  <a:chExt cx="801261" cy="903352"/>
                </a:xfrm>
              </p:grpSpPr>
              <p:pic>
                <p:nvPicPr>
                  <p:cNvPr id="180" name="Picture 179">
                    <a:extLst>
                      <a:ext uri="{FF2B5EF4-FFF2-40B4-BE49-F238E27FC236}">
                        <a16:creationId xmlns:a16="http://schemas.microsoft.com/office/drawing/2014/main" id="{9A3FDB78-8252-0346-C69F-502494652916}"/>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181" name="TextBox 180">
                    <a:extLst>
                      <a:ext uri="{FF2B5EF4-FFF2-40B4-BE49-F238E27FC236}">
                        <a16:creationId xmlns:a16="http://schemas.microsoft.com/office/drawing/2014/main" id="{1C38E2DB-9DA3-6C64-9876-80E32CEA420F}"/>
                      </a:ext>
                    </a:extLst>
                  </p:cNvPr>
                  <p:cNvSpPr txBox="1"/>
                  <p:nvPr/>
                </p:nvSpPr>
                <p:spPr>
                  <a:xfrm>
                    <a:off x="4704080" y="708024"/>
                    <a:ext cx="375920" cy="461665"/>
                  </a:xfrm>
                  <a:prstGeom prst="rect">
                    <a:avLst/>
                  </a:prstGeom>
                  <a:noFill/>
                </p:spPr>
                <p:txBody>
                  <a:bodyPr wrap="square" rtlCol="0">
                    <a:spAutoFit/>
                  </a:bodyPr>
                  <a:lstStyle/>
                  <a:p>
                    <a:r>
                      <a:rPr lang="en-GB" sz="2400" b="1">
                        <a:latin typeface="Sassoon Infant Rg" panose="02000503030000020003" pitchFamily="2" charset="0"/>
                        <a:ea typeface="Sassoon Infant Rg" panose="02000503030000020003" pitchFamily="2" charset="0"/>
                      </a:rPr>
                      <a:t>4</a:t>
                    </a:r>
                  </a:p>
                </p:txBody>
              </p:sp>
            </p:grpSp>
          </p:grpSp>
          <p:sp>
            <p:nvSpPr>
              <p:cNvPr id="177" name="TextBox 176">
                <a:extLst>
                  <a:ext uri="{FF2B5EF4-FFF2-40B4-BE49-F238E27FC236}">
                    <a16:creationId xmlns:a16="http://schemas.microsoft.com/office/drawing/2014/main" id="{753DC1B0-4779-CA96-86F0-A46C38355677}"/>
                  </a:ext>
                </a:extLst>
              </p:cNvPr>
              <p:cNvSpPr txBox="1"/>
              <p:nvPr/>
            </p:nvSpPr>
            <p:spPr>
              <a:xfrm>
                <a:off x="4434793" y="2814995"/>
                <a:ext cx="2257200" cy="738664"/>
              </a:xfrm>
              <a:prstGeom prst="rect">
                <a:avLst/>
              </a:prstGeom>
              <a:noFill/>
              <a:ln w="28575">
                <a:solidFill>
                  <a:schemeClr val="accent1"/>
                </a:solidFill>
              </a:ln>
            </p:spPr>
            <p:txBody>
              <a:bodyPr wrap="square" rtlCol="0">
                <a:spAutoFit/>
              </a:bodyPr>
              <a:lstStyle/>
              <a:p>
                <a:pPr algn="ctr"/>
                <a:r>
                  <a:rPr lang="en-GB" sz="1400" b="1">
                    <a:latin typeface="Sassoon Infant Rg" panose="02000503030000020003" pitchFamily="2" charset="0"/>
                    <a:ea typeface="Sassoon Infant Rg" panose="02000503030000020003" pitchFamily="2" charset="0"/>
                  </a:rPr>
                  <a:t>Anglo Saxons &amp; Vikings,</a:t>
                </a:r>
              </a:p>
              <a:p>
                <a:pPr algn="ctr"/>
                <a:r>
                  <a:rPr lang="en-GB" sz="1400" b="1">
                    <a:latin typeface="Sassoon Infant Rg" panose="02000503030000020003" pitchFamily="2" charset="0"/>
                    <a:ea typeface="Sassoon Infant Rg" panose="02000503030000020003" pitchFamily="2" charset="0"/>
                  </a:rPr>
                  <a:t>Mayan Civilisation</a:t>
                </a:r>
              </a:p>
              <a:p>
                <a:pPr algn="ctr"/>
                <a:r>
                  <a:rPr lang="en-GB" sz="1400" b="1">
                    <a:latin typeface="Sassoon Infant Rg" panose="02000503030000020003" pitchFamily="2" charset="0"/>
                    <a:ea typeface="Sassoon Infant Rg" panose="02000503030000020003" pitchFamily="2" charset="0"/>
                  </a:rPr>
                  <a:t>Golden Age of Islam</a:t>
                </a:r>
              </a:p>
            </p:txBody>
          </p:sp>
        </p:grpSp>
        <p:grpSp>
          <p:nvGrpSpPr>
            <p:cNvPr id="457" name="Group 456">
              <a:extLst>
                <a:ext uri="{FF2B5EF4-FFF2-40B4-BE49-F238E27FC236}">
                  <a16:creationId xmlns:a16="http://schemas.microsoft.com/office/drawing/2014/main" id="{4688CDE4-F00E-4647-4159-5019161F4CD9}"/>
                </a:ext>
              </a:extLst>
            </p:cNvPr>
            <p:cNvGrpSpPr/>
            <p:nvPr userDrawn="1"/>
          </p:nvGrpSpPr>
          <p:grpSpPr>
            <a:xfrm>
              <a:off x="8667944" y="2807564"/>
              <a:ext cx="1235341" cy="736668"/>
              <a:chOff x="8667944" y="2807564"/>
              <a:chExt cx="1235341" cy="736668"/>
            </a:xfrm>
          </p:grpSpPr>
          <p:grpSp>
            <p:nvGrpSpPr>
              <p:cNvPr id="414" name="Group 413">
                <a:extLst>
                  <a:ext uri="{FF2B5EF4-FFF2-40B4-BE49-F238E27FC236}">
                    <a16:creationId xmlns:a16="http://schemas.microsoft.com/office/drawing/2014/main" id="{21DBFDFA-AA5A-6243-25B3-E2E4A75B2A87}"/>
                  </a:ext>
                </a:extLst>
              </p:cNvPr>
              <p:cNvGrpSpPr/>
              <p:nvPr userDrawn="1"/>
            </p:nvGrpSpPr>
            <p:grpSpPr>
              <a:xfrm>
                <a:off x="8667944" y="2807564"/>
                <a:ext cx="1235341" cy="736668"/>
                <a:chOff x="7508240" y="3017520"/>
                <a:chExt cx="3545840" cy="2021840"/>
              </a:xfrm>
              <a:solidFill>
                <a:srgbClr val="BDD7EF"/>
              </a:solidFill>
            </p:grpSpPr>
            <p:sp>
              <p:nvSpPr>
                <p:cNvPr id="415" name="Rectangle 414">
                  <a:extLst>
                    <a:ext uri="{FF2B5EF4-FFF2-40B4-BE49-F238E27FC236}">
                      <a16:creationId xmlns:a16="http://schemas.microsoft.com/office/drawing/2014/main" id="{156C828B-6BAD-E31D-0568-6BC621E1817C}"/>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latin typeface="Sassoon Infant Rg" panose="02000503030000020003" pitchFamily="2" charset="0"/>
                    <a:ea typeface="Sassoon Infant Rg" panose="02000503030000020003" pitchFamily="2" charset="0"/>
                  </a:endParaRPr>
                </a:p>
              </p:txBody>
            </p:sp>
            <p:sp>
              <p:nvSpPr>
                <p:cNvPr id="416" name="Rectangle: Top Corners Rounded 97">
                  <a:extLst>
                    <a:ext uri="{FF2B5EF4-FFF2-40B4-BE49-F238E27FC236}">
                      <a16:creationId xmlns:a16="http://schemas.microsoft.com/office/drawing/2014/main" id="{AE27FF17-F11C-F42F-0392-FD018F301B19}"/>
                    </a:ext>
                  </a:extLst>
                </p:cNvPr>
                <p:cNvSpPr/>
                <p:nvPr/>
              </p:nvSpPr>
              <p:spPr>
                <a:xfrm>
                  <a:off x="7843521" y="3017520"/>
                  <a:ext cx="589279"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7" name="Rectangle: Top Corners Rounded 98">
                  <a:extLst>
                    <a:ext uri="{FF2B5EF4-FFF2-40B4-BE49-F238E27FC236}">
                      <a16:creationId xmlns:a16="http://schemas.microsoft.com/office/drawing/2014/main" id="{FCDCE358-5CE3-8F62-9D1E-E1F82D6B7606}"/>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8" name="Rectangle: Top Corners Rounded 99">
                  <a:extLst>
                    <a:ext uri="{FF2B5EF4-FFF2-40B4-BE49-F238E27FC236}">
                      <a16:creationId xmlns:a16="http://schemas.microsoft.com/office/drawing/2014/main" id="{4CEE7C09-72CF-01B4-EC9D-3056B3049AED}"/>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46" name="Picture 445" descr="A black background with a black square&#10;&#10;AI-generated content may be incorrect.">
                <a:extLst>
                  <a:ext uri="{FF2B5EF4-FFF2-40B4-BE49-F238E27FC236}">
                    <a16:creationId xmlns:a16="http://schemas.microsoft.com/office/drawing/2014/main" id="{3EDE316E-0306-8CB0-2004-17F1AE765D16}"/>
                  </a:ext>
                </a:extLst>
              </p:cNvPr>
              <p:cNvPicPr>
                <a:picLocks noChangeAspect="1"/>
              </p:cNvPicPr>
              <p:nvPr userDrawn="1"/>
            </p:nvPicPr>
            <p:blipFill>
              <a:blip r:embed="rId22"/>
              <a:srcRect l="8816" t="3258" r="9445" b="16443"/>
              <a:stretch>
                <a:fillRect/>
              </a:stretch>
            </p:blipFill>
            <p:spPr>
              <a:xfrm>
                <a:off x="9034260" y="2984436"/>
                <a:ext cx="523023" cy="513810"/>
              </a:xfrm>
              <a:prstGeom prst="rect">
                <a:avLst/>
              </a:prstGeom>
            </p:spPr>
          </p:pic>
        </p:grpSp>
        <p:grpSp>
          <p:nvGrpSpPr>
            <p:cNvPr id="456" name="Group 455">
              <a:extLst>
                <a:ext uri="{FF2B5EF4-FFF2-40B4-BE49-F238E27FC236}">
                  <a16:creationId xmlns:a16="http://schemas.microsoft.com/office/drawing/2014/main" id="{5C6D696E-0C58-5EB2-3682-5F91B165BFC7}"/>
                </a:ext>
              </a:extLst>
            </p:cNvPr>
            <p:cNvGrpSpPr/>
            <p:nvPr userDrawn="1"/>
          </p:nvGrpSpPr>
          <p:grpSpPr>
            <a:xfrm>
              <a:off x="10346412" y="2807564"/>
              <a:ext cx="1235341" cy="736668"/>
              <a:chOff x="10346412" y="2807564"/>
              <a:chExt cx="1235341" cy="736668"/>
            </a:xfrm>
          </p:grpSpPr>
          <p:grpSp>
            <p:nvGrpSpPr>
              <p:cNvPr id="404" name="Group 403">
                <a:extLst>
                  <a:ext uri="{FF2B5EF4-FFF2-40B4-BE49-F238E27FC236}">
                    <a16:creationId xmlns:a16="http://schemas.microsoft.com/office/drawing/2014/main" id="{8BE2F97D-535E-B1C8-987F-05AED773D89E}"/>
                  </a:ext>
                </a:extLst>
              </p:cNvPr>
              <p:cNvGrpSpPr/>
              <p:nvPr userDrawn="1"/>
            </p:nvGrpSpPr>
            <p:grpSpPr>
              <a:xfrm>
                <a:off x="10346412" y="2807564"/>
                <a:ext cx="1235341" cy="736668"/>
                <a:chOff x="7508240" y="3017520"/>
                <a:chExt cx="3545840" cy="2021840"/>
              </a:xfrm>
              <a:solidFill>
                <a:srgbClr val="BDD7EF"/>
              </a:solidFill>
            </p:grpSpPr>
            <p:sp>
              <p:nvSpPr>
                <p:cNvPr id="405" name="Rectangle 404">
                  <a:extLst>
                    <a:ext uri="{FF2B5EF4-FFF2-40B4-BE49-F238E27FC236}">
                      <a16:creationId xmlns:a16="http://schemas.microsoft.com/office/drawing/2014/main" id="{2B5365B9-4C48-B3D8-A915-A0E53BA2573D}"/>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latin typeface="Sassoon Infant Rg" panose="02000503030000020003" pitchFamily="2" charset="0"/>
                    <a:ea typeface="Sassoon Infant Rg" panose="02000503030000020003" pitchFamily="2" charset="0"/>
                  </a:endParaRPr>
                </a:p>
              </p:txBody>
            </p:sp>
            <p:sp>
              <p:nvSpPr>
                <p:cNvPr id="406" name="Rectangle: Top Corners Rounded 112">
                  <a:extLst>
                    <a:ext uri="{FF2B5EF4-FFF2-40B4-BE49-F238E27FC236}">
                      <a16:creationId xmlns:a16="http://schemas.microsoft.com/office/drawing/2014/main" id="{FB30D75D-5C2A-8A46-7001-BF3D7180F533}"/>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7" name="Rectangle: Top Corners Rounded 113">
                  <a:extLst>
                    <a:ext uri="{FF2B5EF4-FFF2-40B4-BE49-F238E27FC236}">
                      <a16:creationId xmlns:a16="http://schemas.microsoft.com/office/drawing/2014/main" id="{99700288-E276-4317-4146-783782B7695A}"/>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8" name="Rectangle: Top Corners Rounded 114">
                  <a:extLst>
                    <a:ext uri="{FF2B5EF4-FFF2-40B4-BE49-F238E27FC236}">
                      <a16:creationId xmlns:a16="http://schemas.microsoft.com/office/drawing/2014/main" id="{EA53491E-E827-16AE-5570-FD57F133CE4F}"/>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52" name="Picture 451" descr="A black background with a black square&#10;&#10;AI-generated content may be incorrect.">
                <a:extLst>
                  <a:ext uri="{FF2B5EF4-FFF2-40B4-BE49-F238E27FC236}">
                    <a16:creationId xmlns:a16="http://schemas.microsoft.com/office/drawing/2014/main" id="{8AF632E9-7701-15BB-5402-5DEF8A365E3E}"/>
                  </a:ext>
                </a:extLst>
              </p:cNvPr>
              <p:cNvPicPr>
                <a:picLocks noChangeAspect="1"/>
              </p:cNvPicPr>
              <p:nvPr userDrawn="1"/>
            </p:nvPicPr>
            <p:blipFill>
              <a:blip r:embed="rId23"/>
              <a:srcRect l="9336" t="4385" r="11209" b="19230"/>
              <a:stretch>
                <a:fillRect/>
              </a:stretch>
            </p:blipFill>
            <p:spPr>
              <a:xfrm>
                <a:off x="10710853" y="2953203"/>
                <a:ext cx="555378" cy="533918"/>
              </a:xfrm>
              <a:prstGeom prst="rect">
                <a:avLst/>
              </a:prstGeom>
            </p:spPr>
          </p:pic>
        </p:grpSp>
        <p:grpSp>
          <p:nvGrpSpPr>
            <p:cNvPr id="455" name="Group 454">
              <a:extLst>
                <a:ext uri="{FF2B5EF4-FFF2-40B4-BE49-F238E27FC236}">
                  <a16:creationId xmlns:a16="http://schemas.microsoft.com/office/drawing/2014/main" id="{B34E0565-42CC-F707-2DE9-60E5AE91EBEB}"/>
                </a:ext>
              </a:extLst>
            </p:cNvPr>
            <p:cNvGrpSpPr/>
            <p:nvPr userDrawn="1"/>
          </p:nvGrpSpPr>
          <p:grpSpPr>
            <a:xfrm>
              <a:off x="7065706" y="2807564"/>
              <a:ext cx="1235341" cy="736668"/>
              <a:chOff x="7065706" y="2807564"/>
              <a:chExt cx="1235341" cy="736668"/>
            </a:xfrm>
          </p:grpSpPr>
          <p:grpSp>
            <p:nvGrpSpPr>
              <p:cNvPr id="409" name="Group 408">
                <a:extLst>
                  <a:ext uri="{FF2B5EF4-FFF2-40B4-BE49-F238E27FC236}">
                    <a16:creationId xmlns:a16="http://schemas.microsoft.com/office/drawing/2014/main" id="{1717EBF2-5072-71D2-5DB7-67E183645D47}"/>
                  </a:ext>
                </a:extLst>
              </p:cNvPr>
              <p:cNvGrpSpPr/>
              <p:nvPr userDrawn="1"/>
            </p:nvGrpSpPr>
            <p:grpSpPr>
              <a:xfrm>
                <a:off x="7065706" y="2807564"/>
                <a:ext cx="1235341" cy="736668"/>
                <a:chOff x="7508240" y="3017520"/>
                <a:chExt cx="3545840" cy="2021840"/>
              </a:xfrm>
              <a:solidFill>
                <a:srgbClr val="BDD7EF"/>
              </a:solidFill>
            </p:grpSpPr>
            <p:sp>
              <p:nvSpPr>
                <p:cNvPr id="410" name="Rectangle 409">
                  <a:extLst>
                    <a:ext uri="{FF2B5EF4-FFF2-40B4-BE49-F238E27FC236}">
                      <a16:creationId xmlns:a16="http://schemas.microsoft.com/office/drawing/2014/main" id="{7C6B5FA1-9C39-D26E-B8C5-BE8FCED2967B}"/>
                    </a:ext>
                  </a:extLst>
                </p:cNvPr>
                <p:cNvSpPr/>
                <p:nvPr/>
              </p:nvSpPr>
              <p:spPr>
                <a:xfrm>
                  <a:off x="7508240" y="3291840"/>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latin typeface="Sassoon Infant Rg" panose="02000503030000020003" pitchFamily="2" charset="0"/>
                    <a:ea typeface="Sassoon Infant Rg" panose="02000503030000020003" pitchFamily="2" charset="0"/>
                  </a:endParaRPr>
                </a:p>
              </p:txBody>
            </p:sp>
            <p:sp>
              <p:nvSpPr>
                <p:cNvPr id="411" name="Rectangle: Top Corners Rounded 107">
                  <a:extLst>
                    <a:ext uri="{FF2B5EF4-FFF2-40B4-BE49-F238E27FC236}">
                      <a16:creationId xmlns:a16="http://schemas.microsoft.com/office/drawing/2014/main" id="{8F2F7E38-EE5A-0AE2-F485-12AA33B0F2D3}"/>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2" name="Rectangle: Top Corners Rounded 108">
                  <a:extLst>
                    <a:ext uri="{FF2B5EF4-FFF2-40B4-BE49-F238E27FC236}">
                      <a16:creationId xmlns:a16="http://schemas.microsoft.com/office/drawing/2014/main" id="{22349D01-7EA4-4F0F-AA37-4DE9F6BD2873}"/>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3" name="Rectangle: Top Corners Rounded 109">
                  <a:extLst>
                    <a:ext uri="{FF2B5EF4-FFF2-40B4-BE49-F238E27FC236}">
                      <a16:creationId xmlns:a16="http://schemas.microsoft.com/office/drawing/2014/main" id="{E36E6EAE-96AD-C364-9178-58ACB06AEC67}"/>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54" name="Picture 453" descr="A black background with a black square&#10;&#10;AI-generated content may be incorrect.">
                <a:extLst>
                  <a:ext uri="{FF2B5EF4-FFF2-40B4-BE49-F238E27FC236}">
                    <a16:creationId xmlns:a16="http://schemas.microsoft.com/office/drawing/2014/main" id="{B649CFF9-56B6-CF93-ADB0-02CE94A8E56C}"/>
                  </a:ext>
                </a:extLst>
              </p:cNvPr>
              <p:cNvPicPr>
                <a:picLocks noChangeAspect="1"/>
              </p:cNvPicPr>
              <p:nvPr userDrawn="1"/>
            </p:nvPicPr>
            <p:blipFill>
              <a:blip r:embed="rId24"/>
              <a:srcRect l="5951" t="15158" r="4665" b="28051"/>
              <a:stretch>
                <a:fillRect/>
              </a:stretch>
            </p:blipFill>
            <p:spPr>
              <a:xfrm>
                <a:off x="7271558" y="2981885"/>
                <a:ext cx="827830" cy="525969"/>
              </a:xfrm>
              <a:prstGeom prst="rect">
                <a:avLst/>
              </a:prstGeom>
            </p:spPr>
          </p:pic>
        </p:grpSp>
      </p:grpSp>
      <p:grpSp>
        <p:nvGrpSpPr>
          <p:cNvPr id="273" name="Group 272">
            <a:extLst>
              <a:ext uri="{FF2B5EF4-FFF2-40B4-BE49-F238E27FC236}">
                <a16:creationId xmlns:a16="http://schemas.microsoft.com/office/drawing/2014/main" id="{B5CE050A-A3A8-F762-4CE8-6F898363EDE3}"/>
              </a:ext>
            </a:extLst>
          </p:cNvPr>
          <p:cNvGrpSpPr/>
          <p:nvPr userDrawn="1"/>
        </p:nvGrpSpPr>
        <p:grpSpPr>
          <a:xfrm>
            <a:off x="7062526" y="4797199"/>
            <a:ext cx="4504715" cy="741248"/>
            <a:chOff x="6200359" y="3623872"/>
            <a:chExt cx="4504715" cy="741248"/>
          </a:xfrm>
          <a:solidFill>
            <a:srgbClr val="C5E0B4"/>
          </a:solidFill>
        </p:grpSpPr>
        <p:sp>
          <p:nvSpPr>
            <p:cNvPr id="274" name="Rectangle: Top Corners Rounded 20">
              <a:extLst>
                <a:ext uri="{FF2B5EF4-FFF2-40B4-BE49-F238E27FC236}">
                  <a16:creationId xmlns:a16="http://schemas.microsoft.com/office/drawing/2014/main" id="{6B6494AB-4E3F-0BF7-4657-43516048292F}"/>
                </a:ext>
              </a:extLst>
            </p:cNvPr>
            <p:cNvSpPr/>
            <p:nvPr/>
          </p:nvSpPr>
          <p:spPr>
            <a:xfrm>
              <a:off x="7506869" y="3627304"/>
              <a:ext cx="205300" cy="99950"/>
            </a:xfrm>
            <a:prstGeom prst="round2SameRect">
              <a:avLst/>
            </a:prstGeom>
            <a:solidFill>
              <a:srgbClr val="B4E6A2"/>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75" name="Rectangle: Top Corners Rounded 21">
              <a:extLst>
                <a:ext uri="{FF2B5EF4-FFF2-40B4-BE49-F238E27FC236}">
                  <a16:creationId xmlns:a16="http://schemas.microsoft.com/office/drawing/2014/main" id="{82C87CAE-285E-95D4-8104-C57B610974A3}"/>
                </a:ext>
              </a:extLst>
            </p:cNvPr>
            <p:cNvSpPr/>
            <p:nvPr/>
          </p:nvSpPr>
          <p:spPr>
            <a:xfrm>
              <a:off x="9138503" y="3623872"/>
              <a:ext cx="205300" cy="99950"/>
            </a:xfrm>
            <a:prstGeom prst="round2SameRect">
              <a:avLst/>
            </a:prstGeom>
            <a:solidFill>
              <a:srgbClr val="B4E6A2"/>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276" name="Group 275">
              <a:extLst>
                <a:ext uri="{FF2B5EF4-FFF2-40B4-BE49-F238E27FC236}">
                  <a16:creationId xmlns:a16="http://schemas.microsoft.com/office/drawing/2014/main" id="{0C186AA0-33AA-A1FC-1E21-C0608540DF88}"/>
                </a:ext>
              </a:extLst>
            </p:cNvPr>
            <p:cNvGrpSpPr/>
            <p:nvPr/>
          </p:nvGrpSpPr>
          <p:grpSpPr>
            <a:xfrm>
              <a:off x="9600185" y="3623873"/>
              <a:ext cx="977829" cy="99950"/>
              <a:chOff x="7843520" y="3017520"/>
              <a:chExt cx="2806700" cy="274320"/>
            </a:xfrm>
            <a:grpFill/>
          </p:grpSpPr>
          <p:sp>
            <p:nvSpPr>
              <p:cNvPr id="286" name="Rectangle: Top Corners Rounded 134">
                <a:extLst>
                  <a:ext uri="{FF2B5EF4-FFF2-40B4-BE49-F238E27FC236}">
                    <a16:creationId xmlns:a16="http://schemas.microsoft.com/office/drawing/2014/main" id="{BEED99ED-2054-69C0-C0CF-72A1CB5E3B53}"/>
                  </a:ext>
                </a:extLst>
              </p:cNvPr>
              <p:cNvSpPr/>
              <p:nvPr/>
            </p:nvSpPr>
            <p:spPr>
              <a:xfrm>
                <a:off x="7843520" y="3017520"/>
                <a:ext cx="589280" cy="274320"/>
              </a:xfrm>
              <a:prstGeom prst="round2SameRect">
                <a:avLst/>
              </a:prstGeom>
              <a:solidFill>
                <a:srgbClr val="B4E6A2"/>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87" name="Rectangle: Top Corners Rounded 135">
                <a:extLst>
                  <a:ext uri="{FF2B5EF4-FFF2-40B4-BE49-F238E27FC236}">
                    <a16:creationId xmlns:a16="http://schemas.microsoft.com/office/drawing/2014/main" id="{10956FAD-E467-138A-B28C-BF44ADFFAAF8}"/>
                  </a:ext>
                </a:extLst>
              </p:cNvPr>
              <p:cNvSpPr/>
              <p:nvPr/>
            </p:nvSpPr>
            <p:spPr>
              <a:xfrm>
                <a:off x="8986520" y="3017520"/>
                <a:ext cx="589280" cy="274320"/>
              </a:xfrm>
              <a:prstGeom prst="round2SameRect">
                <a:avLst/>
              </a:prstGeom>
              <a:solidFill>
                <a:srgbClr val="B4E6A2"/>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88" name="Rectangle: Top Corners Rounded 136">
                <a:extLst>
                  <a:ext uri="{FF2B5EF4-FFF2-40B4-BE49-F238E27FC236}">
                    <a16:creationId xmlns:a16="http://schemas.microsoft.com/office/drawing/2014/main" id="{92228D9C-4677-FC62-D1B4-1D9FFFDC5C4A}"/>
                  </a:ext>
                </a:extLst>
              </p:cNvPr>
              <p:cNvSpPr/>
              <p:nvPr/>
            </p:nvSpPr>
            <p:spPr>
              <a:xfrm>
                <a:off x="10060940" y="3017520"/>
                <a:ext cx="589280" cy="274320"/>
              </a:xfrm>
              <a:prstGeom prst="round2SameRect">
                <a:avLst/>
              </a:prstGeom>
              <a:solidFill>
                <a:srgbClr val="B4E6A2"/>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277" name="Group 276">
              <a:extLst>
                <a:ext uri="{FF2B5EF4-FFF2-40B4-BE49-F238E27FC236}">
                  <a16:creationId xmlns:a16="http://schemas.microsoft.com/office/drawing/2014/main" id="{B59AEDA4-B7C0-4459-4B0C-69745E5AA3F8}"/>
                </a:ext>
              </a:extLst>
            </p:cNvPr>
            <p:cNvGrpSpPr/>
            <p:nvPr/>
          </p:nvGrpSpPr>
          <p:grpSpPr>
            <a:xfrm>
              <a:off x="6319479" y="3623873"/>
              <a:ext cx="977829" cy="99950"/>
              <a:chOff x="7843520" y="3017520"/>
              <a:chExt cx="2806700" cy="274320"/>
            </a:xfrm>
            <a:grpFill/>
          </p:grpSpPr>
          <p:sp>
            <p:nvSpPr>
              <p:cNvPr id="283" name="Rectangle: Top Corners Rounded 131">
                <a:extLst>
                  <a:ext uri="{FF2B5EF4-FFF2-40B4-BE49-F238E27FC236}">
                    <a16:creationId xmlns:a16="http://schemas.microsoft.com/office/drawing/2014/main" id="{CA17A6E8-7EA5-0C4A-8859-BCEB36028668}"/>
                  </a:ext>
                </a:extLst>
              </p:cNvPr>
              <p:cNvSpPr/>
              <p:nvPr/>
            </p:nvSpPr>
            <p:spPr>
              <a:xfrm>
                <a:off x="7843520" y="3017520"/>
                <a:ext cx="589280" cy="274320"/>
              </a:xfrm>
              <a:prstGeom prst="round2SameRect">
                <a:avLst/>
              </a:prstGeom>
              <a:solidFill>
                <a:srgbClr val="B4E6A2"/>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84" name="Rectangle: Top Corners Rounded 132">
                <a:extLst>
                  <a:ext uri="{FF2B5EF4-FFF2-40B4-BE49-F238E27FC236}">
                    <a16:creationId xmlns:a16="http://schemas.microsoft.com/office/drawing/2014/main" id="{B7DA4FF4-CC6B-9D69-E1C2-0577432B9080}"/>
                  </a:ext>
                </a:extLst>
              </p:cNvPr>
              <p:cNvSpPr/>
              <p:nvPr/>
            </p:nvSpPr>
            <p:spPr>
              <a:xfrm>
                <a:off x="8986520" y="3017520"/>
                <a:ext cx="589280" cy="274320"/>
              </a:xfrm>
              <a:prstGeom prst="round2SameRect">
                <a:avLst/>
              </a:prstGeom>
              <a:solidFill>
                <a:srgbClr val="B4E6A2"/>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85" name="Rectangle: Top Corners Rounded 133">
                <a:extLst>
                  <a:ext uri="{FF2B5EF4-FFF2-40B4-BE49-F238E27FC236}">
                    <a16:creationId xmlns:a16="http://schemas.microsoft.com/office/drawing/2014/main" id="{C0BA19D6-8393-1ECC-4994-250ECC39C987}"/>
                  </a:ext>
                </a:extLst>
              </p:cNvPr>
              <p:cNvSpPr/>
              <p:nvPr/>
            </p:nvSpPr>
            <p:spPr>
              <a:xfrm>
                <a:off x="10060940" y="3017520"/>
                <a:ext cx="589280" cy="274320"/>
              </a:xfrm>
              <a:prstGeom prst="round2SameRect">
                <a:avLst/>
              </a:prstGeom>
              <a:solidFill>
                <a:srgbClr val="B4E6A2"/>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278" name="Group 277">
              <a:extLst>
                <a:ext uri="{FF2B5EF4-FFF2-40B4-BE49-F238E27FC236}">
                  <a16:creationId xmlns:a16="http://schemas.microsoft.com/office/drawing/2014/main" id="{68573E56-722C-7FDF-43E2-69025FC3274A}"/>
                </a:ext>
              </a:extLst>
            </p:cNvPr>
            <p:cNvGrpSpPr/>
            <p:nvPr/>
          </p:nvGrpSpPr>
          <p:grpSpPr>
            <a:xfrm>
              <a:off x="7921725" y="3623873"/>
              <a:ext cx="977831" cy="99950"/>
              <a:chOff x="7843521" y="3017520"/>
              <a:chExt cx="2806699" cy="274320"/>
            </a:xfrm>
            <a:grpFill/>
          </p:grpSpPr>
          <p:sp>
            <p:nvSpPr>
              <p:cNvPr id="280" name="Rectangle: Top Corners Rounded 125">
                <a:extLst>
                  <a:ext uri="{FF2B5EF4-FFF2-40B4-BE49-F238E27FC236}">
                    <a16:creationId xmlns:a16="http://schemas.microsoft.com/office/drawing/2014/main" id="{6179CA44-0B62-25F1-3C7C-3D63C20AFA7C}"/>
                  </a:ext>
                </a:extLst>
              </p:cNvPr>
              <p:cNvSpPr/>
              <p:nvPr/>
            </p:nvSpPr>
            <p:spPr>
              <a:xfrm>
                <a:off x="7843521" y="3017520"/>
                <a:ext cx="589279" cy="274320"/>
              </a:xfrm>
              <a:prstGeom prst="round2SameRect">
                <a:avLst/>
              </a:prstGeom>
              <a:solidFill>
                <a:srgbClr val="B4E6A2"/>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81" name="Rectangle: Top Corners Rounded 129">
                <a:extLst>
                  <a:ext uri="{FF2B5EF4-FFF2-40B4-BE49-F238E27FC236}">
                    <a16:creationId xmlns:a16="http://schemas.microsoft.com/office/drawing/2014/main" id="{65DA2E94-A1F4-F52A-B4E8-9CBBC7B4683A}"/>
                  </a:ext>
                </a:extLst>
              </p:cNvPr>
              <p:cNvSpPr/>
              <p:nvPr/>
            </p:nvSpPr>
            <p:spPr>
              <a:xfrm>
                <a:off x="8986520" y="3017520"/>
                <a:ext cx="589280" cy="274320"/>
              </a:xfrm>
              <a:prstGeom prst="round2SameRect">
                <a:avLst/>
              </a:prstGeom>
              <a:solidFill>
                <a:srgbClr val="B4E6A2"/>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82" name="Rectangle: Top Corners Rounded 130">
                <a:extLst>
                  <a:ext uri="{FF2B5EF4-FFF2-40B4-BE49-F238E27FC236}">
                    <a16:creationId xmlns:a16="http://schemas.microsoft.com/office/drawing/2014/main" id="{6FFD48AB-FFA2-E573-C172-E041DD8D778F}"/>
                  </a:ext>
                </a:extLst>
              </p:cNvPr>
              <p:cNvSpPr/>
              <p:nvPr/>
            </p:nvSpPr>
            <p:spPr>
              <a:xfrm>
                <a:off x="10060940" y="3017520"/>
                <a:ext cx="589280" cy="274320"/>
              </a:xfrm>
              <a:prstGeom prst="round2SameRect">
                <a:avLst/>
              </a:prstGeom>
              <a:solidFill>
                <a:srgbClr val="B4E6A2"/>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sp>
          <p:nvSpPr>
            <p:cNvPr id="279" name="Rectangle 278">
              <a:extLst>
                <a:ext uri="{FF2B5EF4-FFF2-40B4-BE49-F238E27FC236}">
                  <a16:creationId xmlns:a16="http://schemas.microsoft.com/office/drawing/2014/main" id="{32D41720-1E96-D9B8-E842-4EA3084CEEE8}"/>
                </a:ext>
              </a:extLst>
            </p:cNvPr>
            <p:cNvSpPr/>
            <p:nvPr/>
          </p:nvSpPr>
          <p:spPr>
            <a:xfrm>
              <a:off x="6200359" y="3723825"/>
              <a:ext cx="4504715" cy="641295"/>
            </a:xfrm>
            <a:prstGeom prst="rect">
              <a:avLst/>
            </a:prstGeom>
            <a:solidFill>
              <a:srgbClr val="B4E6A2"/>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solidFill>
                    <a:schemeClr val="tx1"/>
                  </a:solidFill>
                  <a:latin typeface="Sassoon Infant Rg" panose="02000503030000020003" pitchFamily="2" charset="0"/>
                  <a:ea typeface="Sassoon Infant Rg" panose="02000503030000020003" pitchFamily="2" charset="0"/>
                </a:rPr>
                <a:t>The civilisation in Great Britain became more advanced during the Victorian era. The Industrial Revolution changed the way people lived, worked and travelled. </a:t>
              </a:r>
            </a:p>
          </p:txBody>
        </p:sp>
      </p:grpSp>
      <p:grpSp>
        <p:nvGrpSpPr>
          <p:cNvPr id="289" name="Group 288">
            <a:extLst>
              <a:ext uri="{FF2B5EF4-FFF2-40B4-BE49-F238E27FC236}">
                <a16:creationId xmlns:a16="http://schemas.microsoft.com/office/drawing/2014/main" id="{A7DA278C-99D5-E19E-9DBF-BA7E2CED617C}"/>
              </a:ext>
            </a:extLst>
          </p:cNvPr>
          <p:cNvGrpSpPr/>
          <p:nvPr userDrawn="1"/>
        </p:nvGrpSpPr>
        <p:grpSpPr>
          <a:xfrm>
            <a:off x="7071837" y="3811776"/>
            <a:ext cx="4504715" cy="741248"/>
            <a:chOff x="6200359" y="3623872"/>
            <a:chExt cx="4504715" cy="741248"/>
          </a:xfrm>
          <a:solidFill>
            <a:srgbClr val="F892BB"/>
          </a:solidFill>
        </p:grpSpPr>
        <p:sp>
          <p:nvSpPr>
            <p:cNvPr id="290" name="Rectangle: Top Corners Rounded 139">
              <a:extLst>
                <a:ext uri="{FF2B5EF4-FFF2-40B4-BE49-F238E27FC236}">
                  <a16:creationId xmlns:a16="http://schemas.microsoft.com/office/drawing/2014/main" id="{745101AE-E20C-5715-2726-24635A5DC338}"/>
                </a:ext>
              </a:extLst>
            </p:cNvPr>
            <p:cNvSpPr/>
            <p:nvPr/>
          </p:nvSpPr>
          <p:spPr>
            <a:xfrm>
              <a:off x="7506869" y="3627304"/>
              <a:ext cx="205300" cy="9995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1" name="Rectangle: Top Corners Rounded 140">
              <a:extLst>
                <a:ext uri="{FF2B5EF4-FFF2-40B4-BE49-F238E27FC236}">
                  <a16:creationId xmlns:a16="http://schemas.microsoft.com/office/drawing/2014/main" id="{0622B19C-665B-A4F4-EC66-7D3137CBF20B}"/>
                </a:ext>
              </a:extLst>
            </p:cNvPr>
            <p:cNvSpPr/>
            <p:nvPr/>
          </p:nvSpPr>
          <p:spPr>
            <a:xfrm>
              <a:off x="9138503" y="3623872"/>
              <a:ext cx="205300" cy="9995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92" name="Group 291">
              <a:extLst>
                <a:ext uri="{FF2B5EF4-FFF2-40B4-BE49-F238E27FC236}">
                  <a16:creationId xmlns:a16="http://schemas.microsoft.com/office/drawing/2014/main" id="{A2327DBF-D5C7-AB0C-6EF2-28EE8CC9E045}"/>
                </a:ext>
              </a:extLst>
            </p:cNvPr>
            <p:cNvGrpSpPr/>
            <p:nvPr/>
          </p:nvGrpSpPr>
          <p:grpSpPr>
            <a:xfrm>
              <a:off x="9600185" y="3623873"/>
              <a:ext cx="977829" cy="99950"/>
              <a:chOff x="7843520" y="3017520"/>
              <a:chExt cx="2806700" cy="274320"/>
            </a:xfrm>
            <a:grpFill/>
          </p:grpSpPr>
          <p:sp>
            <p:nvSpPr>
              <p:cNvPr id="302" name="Rectangle: Top Corners Rounded 151">
                <a:extLst>
                  <a:ext uri="{FF2B5EF4-FFF2-40B4-BE49-F238E27FC236}">
                    <a16:creationId xmlns:a16="http://schemas.microsoft.com/office/drawing/2014/main" id="{92562A5A-DDFF-D158-A957-F9F1D3964783}"/>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3" name="Rectangle: Top Corners Rounded 152">
                <a:extLst>
                  <a:ext uri="{FF2B5EF4-FFF2-40B4-BE49-F238E27FC236}">
                    <a16:creationId xmlns:a16="http://schemas.microsoft.com/office/drawing/2014/main" id="{42471E05-1161-C4D8-2C5C-4D7D03713194}"/>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 name="Rectangle: Top Corners Rounded 153">
                <a:extLst>
                  <a:ext uri="{FF2B5EF4-FFF2-40B4-BE49-F238E27FC236}">
                    <a16:creationId xmlns:a16="http://schemas.microsoft.com/office/drawing/2014/main" id="{94FE93C7-CEFA-2AAB-C043-1E1C2A400066}"/>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93" name="Group 292">
              <a:extLst>
                <a:ext uri="{FF2B5EF4-FFF2-40B4-BE49-F238E27FC236}">
                  <a16:creationId xmlns:a16="http://schemas.microsoft.com/office/drawing/2014/main" id="{920CA255-9EF3-8A33-868D-57FE3E0E593E}"/>
                </a:ext>
              </a:extLst>
            </p:cNvPr>
            <p:cNvGrpSpPr/>
            <p:nvPr/>
          </p:nvGrpSpPr>
          <p:grpSpPr>
            <a:xfrm>
              <a:off x="6319479" y="3623873"/>
              <a:ext cx="977829" cy="99950"/>
              <a:chOff x="7843520" y="3017520"/>
              <a:chExt cx="2806700" cy="274320"/>
            </a:xfrm>
            <a:grpFill/>
          </p:grpSpPr>
          <p:sp>
            <p:nvSpPr>
              <p:cNvPr id="299" name="Rectangle: Top Corners Rounded 148">
                <a:extLst>
                  <a:ext uri="{FF2B5EF4-FFF2-40B4-BE49-F238E27FC236}">
                    <a16:creationId xmlns:a16="http://schemas.microsoft.com/office/drawing/2014/main" id="{FEC9EDEB-5E37-5BCF-8824-729892FF91E6}"/>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0" name="Rectangle: Top Corners Rounded 149">
                <a:extLst>
                  <a:ext uri="{FF2B5EF4-FFF2-40B4-BE49-F238E27FC236}">
                    <a16:creationId xmlns:a16="http://schemas.microsoft.com/office/drawing/2014/main" id="{E0DCE5C4-BE3A-B3A2-7EE6-F05C509CA6FE}"/>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1" name="Rectangle: Top Corners Rounded 150">
                <a:extLst>
                  <a:ext uri="{FF2B5EF4-FFF2-40B4-BE49-F238E27FC236}">
                    <a16:creationId xmlns:a16="http://schemas.microsoft.com/office/drawing/2014/main" id="{0BAF7764-D5CA-0DAB-D8E5-5194FFBC4D85}"/>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94" name="Group 293">
              <a:extLst>
                <a:ext uri="{FF2B5EF4-FFF2-40B4-BE49-F238E27FC236}">
                  <a16:creationId xmlns:a16="http://schemas.microsoft.com/office/drawing/2014/main" id="{B5D2E39F-8D81-FAF0-472C-42E0C83DB556}"/>
                </a:ext>
              </a:extLst>
            </p:cNvPr>
            <p:cNvGrpSpPr/>
            <p:nvPr/>
          </p:nvGrpSpPr>
          <p:grpSpPr>
            <a:xfrm>
              <a:off x="7921725" y="3623873"/>
              <a:ext cx="977831" cy="99950"/>
              <a:chOff x="7843521" y="3017520"/>
              <a:chExt cx="2806699" cy="274320"/>
            </a:xfrm>
            <a:grpFill/>
          </p:grpSpPr>
          <p:sp>
            <p:nvSpPr>
              <p:cNvPr id="296" name="Rectangle: Top Corners Rounded 145">
                <a:extLst>
                  <a:ext uri="{FF2B5EF4-FFF2-40B4-BE49-F238E27FC236}">
                    <a16:creationId xmlns:a16="http://schemas.microsoft.com/office/drawing/2014/main" id="{018A5EB2-D869-8675-724E-582E72E62627}"/>
                  </a:ext>
                </a:extLst>
              </p:cNvPr>
              <p:cNvSpPr/>
              <p:nvPr/>
            </p:nvSpPr>
            <p:spPr>
              <a:xfrm>
                <a:off x="7843521" y="3017520"/>
                <a:ext cx="589279"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 name="Rectangle: Top Corners Rounded 146">
                <a:extLst>
                  <a:ext uri="{FF2B5EF4-FFF2-40B4-BE49-F238E27FC236}">
                    <a16:creationId xmlns:a16="http://schemas.microsoft.com/office/drawing/2014/main" id="{854F6449-28DD-2FF0-716D-FD9E1A63F788}"/>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8" name="Rectangle: Top Corners Rounded 147">
                <a:extLst>
                  <a:ext uri="{FF2B5EF4-FFF2-40B4-BE49-F238E27FC236}">
                    <a16:creationId xmlns:a16="http://schemas.microsoft.com/office/drawing/2014/main" id="{86D4138E-87D0-F9B8-3FB5-035AF04D2A91}"/>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95" name="Rectangle 294">
              <a:extLst>
                <a:ext uri="{FF2B5EF4-FFF2-40B4-BE49-F238E27FC236}">
                  <a16:creationId xmlns:a16="http://schemas.microsoft.com/office/drawing/2014/main" id="{042BB9B2-A823-F5C5-D0F8-F4B1F45C2C38}"/>
                </a:ext>
              </a:extLst>
            </p:cNvPr>
            <p:cNvSpPr/>
            <p:nvPr/>
          </p:nvSpPr>
          <p:spPr>
            <a:xfrm>
              <a:off x="6200359" y="3723825"/>
              <a:ext cx="4504715" cy="641295"/>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solidFill>
                    <a:schemeClr val="tx1"/>
                  </a:solidFill>
                  <a:latin typeface="Sassoon Infant Rg" panose="02000503030000020003" pitchFamily="2" charset="0"/>
                  <a:ea typeface="Sassoon Infant Rg" panose="02000503030000020003" pitchFamily="2" charset="0"/>
                </a:rPr>
                <a:t>European explorers discovered other civilisations in different lands. </a:t>
              </a:r>
            </a:p>
          </p:txBody>
        </p:sp>
      </p:grpSp>
      <p:grpSp>
        <p:nvGrpSpPr>
          <p:cNvPr id="305" name="Group 304">
            <a:extLst>
              <a:ext uri="{FF2B5EF4-FFF2-40B4-BE49-F238E27FC236}">
                <a16:creationId xmlns:a16="http://schemas.microsoft.com/office/drawing/2014/main" id="{BC030BF5-63C1-02E5-B9E8-5A8975BF7E39}"/>
              </a:ext>
            </a:extLst>
          </p:cNvPr>
          <p:cNvGrpSpPr/>
          <p:nvPr userDrawn="1"/>
        </p:nvGrpSpPr>
        <p:grpSpPr>
          <a:xfrm>
            <a:off x="7065588" y="2799856"/>
            <a:ext cx="4504715" cy="741248"/>
            <a:chOff x="6200359" y="3623872"/>
            <a:chExt cx="4504715" cy="741248"/>
          </a:xfrm>
          <a:solidFill>
            <a:srgbClr val="BDD7EE"/>
          </a:solidFill>
        </p:grpSpPr>
        <p:sp>
          <p:nvSpPr>
            <p:cNvPr id="306" name="Rectangle: Top Corners Rounded 155">
              <a:extLst>
                <a:ext uri="{FF2B5EF4-FFF2-40B4-BE49-F238E27FC236}">
                  <a16:creationId xmlns:a16="http://schemas.microsoft.com/office/drawing/2014/main" id="{EA144885-2BE0-51D9-F615-D7AB636FA777}"/>
                </a:ext>
              </a:extLst>
            </p:cNvPr>
            <p:cNvSpPr/>
            <p:nvPr/>
          </p:nvSpPr>
          <p:spPr>
            <a:xfrm>
              <a:off x="7506869" y="3627304"/>
              <a:ext cx="205300" cy="9995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 name="Rectangle: Top Corners Rounded 156">
              <a:extLst>
                <a:ext uri="{FF2B5EF4-FFF2-40B4-BE49-F238E27FC236}">
                  <a16:creationId xmlns:a16="http://schemas.microsoft.com/office/drawing/2014/main" id="{A787B7D1-C7DB-EAE8-CEE6-37D8FF911C1F}"/>
                </a:ext>
              </a:extLst>
            </p:cNvPr>
            <p:cNvSpPr/>
            <p:nvPr/>
          </p:nvSpPr>
          <p:spPr>
            <a:xfrm>
              <a:off x="9138503" y="3623872"/>
              <a:ext cx="205300" cy="9995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8" name="Group 307">
              <a:extLst>
                <a:ext uri="{FF2B5EF4-FFF2-40B4-BE49-F238E27FC236}">
                  <a16:creationId xmlns:a16="http://schemas.microsoft.com/office/drawing/2014/main" id="{136E773B-653C-41B6-315C-49A999DA39B5}"/>
                </a:ext>
              </a:extLst>
            </p:cNvPr>
            <p:cNvGrpSpPr/>
            <p:nvPr/>
          </p:nvGrpSpPr>
          <p:grpSpPr>
            <a:xfrm>
              <a:off x="9600185" y="3623873"/>
              <a:ext cx="977829" cy="99950"/>
              <a:chOff x="7843520" y="3017520"/>
              <a:chExt cx="2806700" cy="274320"/>
            </a:xfrm>
            <a:grpFill/>
          </p:grpSpPr>
          <p:sp>
            <p:nvSpPr>
              <p:cNvPr id="318" name="Rectangle: Top Corners Rounded 167">
                <a:extLst>
                  <a:ext uri="{FF2B5EF4-FFF2-40B4-BE49-F238E27FC236}">
                    <a16:creationId xmlns:a16="http://schemas.microsoft.com/office/drawing/2014/main" id="{83845219-FC1D-D509-2735-6D533FEE2EEC}"/>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9" name="Rectangle: Top Corners Rounded 168">
                <a:extLst>
                  <a:ext uri="{FF2B5EF4-FFF2-40B4-BE49-F238E27FC236}">
                    <a16:creationId xmlns:a16="http://schemas.microsoft.com/office/drawing/2014/main" id="{4265C21F-1523-EDDE-F357-32962FCC62E4}"/>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0" name="Rectangle: Top Corners Rounded 169">
                <a:extLst>
                  <a:ext uri="{FF2B5EF4-FFF2-40B4-BE49-F238E27FC236}">
                    <a16:creationId xmlns:a16="http://schemas.microsoft.com/office/drawing/2014/main" id="{6BB693F6-7340-C8DB-63AD-F859E7C2309D}"/>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9" name="Group 308">
              <a:extLst>
                <a:ext uri="{FF2B5EF4-FFF2-40B4-BE49-F238E27FC236}">
                  <a16:creationId xmlns:a16="http://schemas.microsoft.com/office/drawing/2014/main" id="{5BA8BCF0-7859-A488-7DC0-A00E4E230B63}"/>
                </a:ext>
              </a:extLst>
            </p:cNvPr>
            <p:cNvGrpSpPr/>
            <p:nvPr/>
          </p:nvGrpSpPr>
          <p:grpSpPr>
            <a:xfrm>
              <a:off x="6319479" y="3623873"/>
              <a:ext cx="977829" cy="99950"/>
              <a:chOff x="7843520" y="3017520"/>
              <a:chExt cx="2806700" cy="274320"/>
            </a:xfrm>
            <a:grpFill/>
          </p:grpSpPr>
          <p:sp>
            <p:nvSpPr>
              <p:cNvPr id="315" name="Rectangle: Top Corners Rounded 164">
                <a:extLst>
                  <a:ext uri="{FF2B5EF4-FFF2-40B4-BE49-F238E27FC236}">
                    <a16:creationId xmlns:a16="http://schemas.microsoft.com/office/drawing/2014/main" id="{935AD2F4-C5DD-F098-9B40-A93413CF7731}"/>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6" name="Rectangle: Top Corners Rounded 165">
                <a:extLst>
                  <a:ext uri="{FF2B5EF4-FFF2-40B4-BE49-F238E27FC236}">
                    <a16:creationId xmlns:a16="http://schemas.microsoft.com/office/drawing/2014/main" id="{579B77E0-C3FC-E922-7851-7A541EDE1929}"/>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7" name="Rectangle: Top Corners Rounded 166">
                <a:extLst>
                  <a:ext uri="{FF2B5EF4-FFF2-40B4-BE49-F238E27FC236}">
                    <a16:creationId xmlns:a16="http://schemas.microsoft.com/office/drawing/2014/main" id="{D572D684-12E0-72F1-F68D-38838872CEB5}"/>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10" name="Group 309">
              <a:extLst>
                <a:ext uri="{FF2B5EF4-FFF2-40B4-BE49-F238E27FC236}">
                  <a16:creationId xmlns:a16="http://schemas.microsoft.com/office/drawing/2014/main" id="{5A77BB97-6E95-8844-0351-214D68316817}"/>
                </a:ext>
              </a:extLst>
            </p:cNvPr>
            <p:cNvGrpSpPr/>
            <p:nvPr/>
          </p:nvGrpSpPr>
          <p:grpSpPr>
            <a:xfrm>
              <a:off x="7921725" y="3623873"/>
              <a:ext cx="977831" cy="99950"/>
              <a:chOff x="7843521" y="3017520"/>
              <a:chExt cx="2806699" cy="274320"/>
            </a:xfrm>
            <a:grpFill/>
          </p:grpSpPr>
          <p:sp>
            <p:nvSpPr>
              <p:cNvPr id="312" name="Rectangle: Top Corners Rounded 161">
                <a:extLst>
                  <a:ext uri="{FF2B5EF4-FFF2-40B4-BE49-F238E27FC236}">
                    <a16:creationId xmlns:a16="http://schemas.microsoft.com/office/drawing/2014/main" id="{703BDB5D-60DA-D799-F5B6-D712FCCFE403}"/>
                  </a:ext>
                </a:extLst>
              </p:cNvPr>
              <p:cNvSpPr/>
              <p:nvPr/>
            </p:nvSpPr>
            <p:spPr>
              <a:xfrm>
                <a:off x="7843521" y="3017520"/>
                <a:ext cx="589279"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3" name="Rectangle: Top Corners Rounded 162">
                <a:extLst>
                  <a:ext uri="{FF2B5EF4-FFF2-40B4-BE49-F238E27FC236}">
                    <a16:creationId xmlns:a16="http://schemas.microsoft.com/office/drawing/2014/main" id="{4FBE8A80-A436-2098-7097-9476750D587D}"/>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4" name="Rectangle: Top Corners Rounded 163">
                <a:extLst>
                  <a:ext uri="{FF2B5EF4-FFF2-40B4-BE49-F238E27FC236}">
                    <a16:creationId xmlns:a16="http://schemas.microsoft.com/office/drawing/2014/main" id="{391BCA7F-87D6-6A45-70F9-D2831906C842}"/>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311" name="Rectangle 310">
              <a:extLst>
                <a:ext uri="{FF2B5EF4-FFF2-40B4-BE49-F238E27FC236}">
                  <a16:creationId xmlns:a16="http://schemas.microsoft.com/office/drawing/2014/main" id="{674E2971-A2D4-A5B9-E75B-326CD5404246}"/>
                </a:ext>
              </a:extLst>
            </p:cNvPr>
            <p:cNvSpPr/>
            <p:nvPr/>
          </p:nvSpPr>
          <p:spPr>
            <a:xfrm>
              <a:off x="6200359" y="3723825"/>
              <a:ext cx="4504715" cy="641295"/>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solidFill>
                    <a:schemeClr val="tx1"/>
                  </a:solidFill>
                  <a:latin typeface="Sassoon Infant Rg" panose="02000503030000020003" pitchFamily="2" charset="0"/>
                  <a:ea typeface="Sassoon Infant Rg" panose="02000503030000020003" pitchFamily="2" charset="0"/>
                </a:rPr>
                <a:t>There were different advanced civilisations around the world at the same time, not just in the West. </a:t>
              </a:r>
            </a:p>
          </p:txBody>
        </p:sp>
      </p:grpSp>
      <p:sp>
        <p:nvSpPr>
          <p:cNvPr id="4" name="TextBox 3">
            <a:extLst>
              <a:ext uri="{FF2B5EF4-FFF2-40B4-BE49-F238E27FC236}">
                <a16:creationId xmlns:a16="http://schemas.microsoft.com/office/drawing/2014/main" id="{14C33135-1F98-451D-2ED9-7C749D490F9C}"/>
              </a:ext>
            </a:extLst>
          </p:cNvPr>
          <p:cNvSpPr txBox="1"/>
          <p:nvPr userDrawn="1"/>
        </p:nvSpPr>
        <p:spPr>
          <a:xfrm>
            <a:off x="11864468" y="6685920"/>
            <a:ext cx="410690" cy="261610"/>
          </a:xfrm>
          <a:prstGeom prst="rect">
            <a:avLst/>
          </a:prstGeom>
          <a:noFill/>
        </p:spPr>
        <p:txBody>
          <a:bodyPr wrap="none" rtlCol="0">
            <a:spAutoFit/>
          </a:bodyPr>
          <a:lstStyle/>
          <a:p>
            <a:r>
              <a:rPr lang="en-US" sz="1100">
                <a:solidFill>
                  <a:srgbClr val="AB8000"/>
                </a:solidFill>
              </a:rPr>
              <a:t>120</a:t>
            </a:r>
          </a:p>
        </p:txBody>
      </p:sp>
    </p:spTree>
    <p:extLst>
      <p:ext uri="{BB962C8B-B14F-4D97-AF65-F5344CB8AC3E}">
        <p14:creationId xmlns:p14="http://schemas.microsoft.com/office/powerpoint/2010/main" val="2606306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225"/>
                                        </p:tgtEl>
                                        <p:attrNameLst>
                                          <p:attrName>style.visibility</p:attrName>
                                        </p:attrNameLst>
                                      </p:cBhvr>
                                      <p:to>
                                        <p:strVal val="visible"/>
                                      </p:to>
                                    </p:set>
                                    <p:anim calcmode="lin" valueType="num">
                                      <p:cBhvr additive="base">
                                        <p:cTn id="7" dur="500" fill="hold"/>
                                        <p:tgtEl>
                                          <p:spTgt spid="225"/>
                                        </p:tgtEl>
                                        <p:attrNameLst>
                                          <p:attrName>ppt_x</p:attrName>
                                        </p:attrNameLst>
                                      </p:cBhvr>
                                      <p:tavLst>
                                        <p:tav tm="0">
                                          <p:val>
                                            <p:strVal val="#ppt_x"/>
                                          </p:val>
                                        </p:tav>
                                        <p:tav tm="100000">
                                          <p:val>
                                            <p:strVal val="#ppt_x"/>
                                          </p:val>
                                        </p:tav>
                                      </p:tavLst>
                                    </p:anim>
                                    <p:anim calcmode="lin" valueType="num">
                                      <p:cBhvr additive="base">
                                        <p:cTn id="8" dur="500" fill="hold"/>
                                        <p:tgtEl>
                                          <p:spTgt spid="225"/>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257"/>
                                        </p:tgtEl>
                                        <p:attrNameLst>
                                          <p:attrName>style.visibility</p:attrName>
                                        </p:attrNameLst>
                                      </p:cBhvr>
                                      <p:to>
                                        <p:strVal val="visible"/>
                                      </p:to>
                                    </p:set>
                                    <p:anim calcmode="lin" valueType="num">
                                      <p:cBhvr additive="base">
                                        <p:cTn id="13" dur="500" fill="hold"/>
                                        <p:tgtEl>
                                          <p:spTgt spid="257"/>
                                        </p:tgtEl>
                                        <p:attrNameLst>
                                          <p:attrName>ppt_x</p:attrName>
                                        </p:attrNameLst>
                                      </p:cBhvr>
                                      <p:tavLst>
                                        <p:tav tm="0">
                                          <p:val>
                                            <p:strVal val="#ppt_x"/>
                                          </p:val>
                                        </p:tav>
                                        <p:tav tm="100000">
                                          <p:val>
                                            <p:strVal val="#ppt_x"/>
                                          </p:val>
                                        </p:tav>
                                      </p:tavLst>
                                    </p:anim>
                                    <p:anim calcmode="lin" valueType="num">
                                      <p:cBhvr additive="base">
                                        <p:cTn id="14" dur="500" fill="hold"/>
                                        <p:tgtEl>
                                          <p:spTgt spid="257"/>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458"/>
                                        </p:tgtEl>
                                        <p:attrNameLst>
                                          <p:attrName>style.visibility</p:attrName>
                                        </p:attrNameLst>
                                      </p:cBhvr>
                                      <p:to>
                                        <p:strVal val="visible"/>
                                      </p:to>
                                    </p:set>
                                    <p:anim calcmode="lin" valueType="num">
                                      <p:cBhvr additive="base">
                                        <p:cTn id="19" dur="500" fill="hold"/>
                                        <p:tgtEl>
                                          <p:spTgt spid="458"/>
                                        </p:tgtEl>
                                        <p:attrNameLst>
                                          <p:attrName>ppt_x</p:attrName>
                                        </p:attrNameLst>
                                      </p:cBhvr>
                                      <p:tavLst>
                                        <p:tav tm="0">
                                          <p:val>
                                            <p:strVal val="#ppt_x"/>
                                          </p:val>
                                        </p:tav>
                                        <p:tav tm="100000">
                                          <p:val>
                                            <p:strVal val="#ppt_x"/>
                                          </p:val>
                                        </p:tav>
                                      </p:tavLst>
                                    </p:anim>
                                    <p:anim calcmode="lin" valueType="num">
                                      <p:cBhvr additive="base">
                                        <p:cTn id="20" dur="500" fill="hold"/>
                                        <p:tgtEl>
                                          <p:spTgt spid="458"/>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nodeType="clickEffect">
                                  <p:stCondLst>
                                    <p:cond delay="0"/>
                                  </p:stCondLst>
                                  <p:childTnLst>
                                    <p:set>
                                      <p:cBhvr>
                                        <p:cTn id="24" dur="1" fill="hold">
                                          <p:stCondLst>
                                            <p:cond delay="0"/>
                                          </p:stCondLst>
                                        </p:cTn>
                                        <p:tgtEl>
                                          <p:spTgt spid="273"/>
                                        </p:tgtEl>
                                        <p:attrNameLst>
                                          <p:attrName>style.visibility</p:attrName>
                                        </p:attrNameLst>
                                      </p:cBhvr>
                                      <p:to>
                                        <p:strVal val="visible"/>
                                      </p:to>
                                    </p:set>
                                    <p:anim calcmode="lin" valueType="num">
                                      <p:cBhvr additive="base">
                                        <p:cTn id="25" dur="500" fill="hold"/>
                                        <p:tgtEl>
                                          <p:spTgt spid="273"/>
                                        </p:tgtEl>
                                        <p:attrNameLst>
                                          <p:attrName>ppt_x</p:attrName>
                                        </p:attrNameLst>
                                      </p:cBhvr>
                                      <p:tavLst>
                                        <p:tav tm="0">
                                          <p:val>
                                            <p:strVal val="#ppt_x"/>
                                          </p:val>
                                        </p:tav>
                                        <p:tav tm="100000">
                                          <p:val>
                                            <p:strVal val="#ppt_x"/>
                                          </p:val>
                                        </p:tav>
                                      </p:tavLst>
                                    </p:anim>
                                    <p:anim calcmode="lin" valueType="num">
                                      <p:cBhvr additive="base">
                                        <p:cTn id="26" dur="500" fill="hold"/>
                                        <p:tgtEl>
                                          <p:spTgt spid="273"/>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1" fill="hold" nodeType="clickEffect">
                                  <p:stCondLst>
                                    <p:cond delay="0"/>
                                  </p:stCondLst>
                                  <p:childTnLst>
                                    <p:set>
                                      <p:cBhvr>
                                        <p:cTn id="30" dur="1" fill="hold">
                                          <p:stCondLst>
                                            <p:cond delay="0"/>
                                          </p:stCondLst>
                                        </p:cTn>
                                        <p:tgtEl>
                                          <p:spTgt spid="459"/>
                                        </p:tgtEl>
                                        <p:attrNameLst>
                                          <p:attrName>style.visibility</p:attrName>
                                        </p:attrNameLst>
                                      </p:cBhvr>
                                      <p:to>
                                        <p:strVal val="visible"/>
                                      </p:to>
                                    </p:set>
                                    <p:anim calcmode="lin" valueType="num">
                                      <p:cBhvr additive="base">
                                        <p:cTn id="31" dur="500" fill="hold"/>
                                        <p:tgtEl>
                                          <p:spTgt spid="459"/>
                                        </p:tgtEl>
                                        <p:attrNameLst>
                                          <p:attrName>ppt_x</p:attrName>
                                        </p:attrNameLst>
                                      </p:cBhvr>
                                      <p:tavLst>
                                        <p:tav tm="0">
                                          <p:val>
                                            <p:strVal val="#ppt_x"/>
                                          </p:val>
                                        </p:tav>
                                        <p:tav tm="100000">
                                          <p:val>
                                            <p:strVal val="#ppt_x"/>
                                          </p:val>
                                        </p:tav>
                                      </p:tavLst>
                                    </p:anim>
                                    <p:anim calcmode="lin" valueType="num">
                                      <p:cBhvr additive="base">
                                        <p:cTn id="32" dur="500" fill="hold"/>
                                        <p:tgtEl>
                                          <p:spTgt spid="459"/>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1" fill="hold" nodeType="clickEffect">
                                  <p:stCondLst>
                                    <p:cond delay="0"/>
                                  </p:stCondLst>
                                  <p:childTnLst>
                                    <p:set>
                                      <p:cBhvr>
                                        <p:cTn id="36" dur="1" fill="hold">
                                          <p:stCondLst>
                                            <p:cond delay="0"/>
                                          </p:stCondLst>
                                        </p:cTn>
                                        <p:tgtEl>
                                          <p:spTgt spid="289"/>
                                        </p:tgtEl>
                                        <p:attrNameLst>
                                          <p:attrName>style.visibility</p:attrName>
                                        </p:attrNameLst>
                                      </p:cBhvr>
                                      <p:to>
                                        <p:strVal val="visible"/>
                                      </p:to>
                                    </p:set>
                                    <p:anim calcmode="lin" valueType="num">
                                      <p:cBhvr additive="base">
                                        <p:cTn id="37" dur="500" fill="hold"/>
                                        <p:tgtEl>
                                          <p:spTgt spid="289"/>
                                        </p:tgtEl>
                                        <p:attrNameLst>
                                          <p:attrName>ppt_x</p:attrName>
                                        </p:attrNameLst>
                                      </p:cBhvr>
                                      <p:tavLst>
                                        <p:tav tm="0">
                                          <p:val>
                                            <p:strVal val="#ppt_x"/>
                                          </p:val>
                                        </p:tav>
                                        <p:tav tm="100000">
                                          <p:val>
                                            <p:strVal val="#ppt_x"/>
                                          </p:val>
                                        </p:tav>
                                      </p:tavLst>
                                    </p:anim>
                                    <p:anim calcmode="lin" valueType="num">
                                      <p:cBhvr additive="base">
                                        <p:cTn id="38" dur="500" fill="hold"/>
                                        <p:tgtEl>
                                          <p:spTgt spid="289"/>
                                        </p:tgtEl>
                                        <p:attrNameLst>
                                          <p:attrName>ppt_y</p:attrName>
                                        </p:attrNameLst>
                                      </p:cBhvr>
                                      <p:tavLst>
                                        <p:tav tm="0">
                                          <p:val>
                                            <p:strVal val="0-#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1" fill="hold" nodeType="clickEffect">
                                  <p:stCondLst>
                                    <p:cond delay="0"/>
                                  </p:stCondLst>
                                  <p:childTnLst>
                                    <p:set>
                                      <p:cBhvr>
                                        <p:cTn id="42" dur="1" fill="hold">
                                          <p:stCondLst>
                                            <p:cond delay="0"/>
                                          </p:stCondLst>
                                        </p:cTn>
                                        <p:tgtEl>
                                          <p:spTgt spid="460"/>
                                        </p:tgtEl>
                                        <p:attrNameLst>
                                          <p:attrName>style.visibility</p:attrName>
                                        </p:attrNameLst>
                                      </p:cBhvr>
                                      <p:to>
                                        <p:strVal val="visible"/>
                                      </p:to>
                                    </p:set>
                                    <p:anim calcmode="lin" valueType="num">
                                      <p:cBhvr additive="base">
                                        <p:cTn id="43" dur="500" fill="hold"/>
                                        <p:tgtEl>
                                          <p:spTgt spid="460"/>
                                        </p:tgtEl>
                                        <p:attrNameLst>
                                          <p:attrName>ppt_x</p:attrName>
                                        </p:attrNameLst>
                                      </p:cBhvr>
                                      <p:tavLst>
                                        <p:tav tm="0">
                                          <p:val>
                                            <p:strVal val="#ppt_x"/>
                                          </p:val>
                                        </p:tav>
                                        <p:tav tm="100000">
                                          <p:val>
                                            <p:strVal val="#ppt_x"/>
                                          </p:val>
                                        </p:tav>
                                      </p:tavLst>
                                    </p:anim>
                                    <p:anim calcmode="lin" valueType="num">
                                      <p:cBhvr additive="base">
                                        <p:cTn id="44" dur="500" fill="hold"/>
                                        <p:tgtEl>
                                          <p:spTgt spid="460"/>
                                        </p:tgtEl>
                                        <p:attrNameLst>
                                          <p:attrName>ppt_y</p:attrName>
                                        </p:attrNameLst>
                                      </p:cBhvr>
                                      <p:tavLst>
                                        <p:tav tm="0">
                                          <p:val>
                                            <p:strVal val="0-#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1" fill="hold" nodeType="clickEffect">
                                  <p:stCondLst>
                                    <p:cond delay="0"/>
                                  </p:stCondLst>
                                  <p:childTnLst>
                                    <p:set>
                                      <p:cBhvr>
                                        <p:cTn id="48" dur="1" fill="hold">
                                          <p:stCondLst>
                                            <p:cond delay="0"/>
                                          </p:stCondLst>
                                        </p:cTn>
                                        <p:tgtEl>
                                          <p:spTgt spid="305"/>
                                        </p:tgtEl>
                                        <p:attrNameLst>
                                          <p:attrName>style.visibility</p:attrName>
                                        </p:attrNameLst>
                                      </p:cBhvr>
                                      <p:to>
                                        <p:strVal val="visible"/>
                                      </p:to>
                                    </p:set>
                                    <p:anim calcmode="lin" valueType="num">
                                      <p:cBhvr additive="base">
                                        <p:cTn id="49" dur="500" fill="hold"/>
                                        <p:tgtEl>
                                          <p:spTgt spid="305"/>
                                        </p:tgtEl>
                                        <p:attrNameLst>
                                          <p:attrName>ppt_x</p:attrName>
                                        </p:attrNameLst>
                                      </p:cBhvr>
                                      <p:tavLst>
                                        <p:tav tm="0">
                                          <p:val>
                                            <p:strVal val="#ppt_x"/>
                                          </p:val>
                                        </p:tav>
                                        <p:tav tm="100000">
                                          <p:val>
                                            <p:strVal val="#ppt_x"/>
                                          </p:val>
                                        </p:tav>
                                      </p:tavLst>
                                    </p:anim>
                                    <p:anim calcmode="lin" valueType="num">
                                      <p:cBhvr additive="base">
                                        <p:cTn id="50" dur="500" fill="hold"/>
                                        <p:tgtEl>
                                          <p:spTgt spid="30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ocabulary">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72586E3-0279-D8B3-F0A0-E5DFE1A120A4}"/>
              </a:ext>
            </a:extLst>
          </p:cNvPr>
          <p:cNvSpPr txBox="1"/>
          <p:nvPr userDrawn="1"/>
        </p:nvSpPr>
        <p:spPr>
          <a:xfrm>
            <a:off x="980975" y="254033"/>
            <a:ext cx="3911600" cy="707886"/>
          </a:xfrm>
          <a:prstGeom prst="rect">
            <a:avLst/>
          </a:prstGeom>
          <a:noFill/>
        </p:spPr>
        <p:txBody>
          <a:bodyPr wrap="square" rtlCol="0">
            <a:spAutoFit/>
          </a:bodyPr>
          <a:lstStyle/>
          <a:p>
            <a:r>
              <a:rPr lang="en-GB" sz="4000" b="1" dirty="0">
                <a:solidFill>
                  <a:srgbClr val="F19551"/>
                </a:solidFill>
                <a:latin typeface="Twinkl Cursive Looped" panose="02000000000000000000" pitchFamily="2" charset="77"/>
                <a:ea typeface="Sassoon Infant Rg" panose="02000503030000020003" pitchFamily="2" charset="0"/>
              </a:rPr>
              <a:t>Vocabulary</a:t>
            </a:r>
          </a:p>
        </p:txBody>
      </p:sp>
      <p:pic>
        <p:nvPicPr>
          <p:cNvPr id="8" name="Picture 7">
            <a:extLst>
              <a:ext uri="{FF2B5EF4-FFF2-40B4-BE49-F238E27FC236}">
                <a16:creationId xmlns:a16="http://schemas.microsoft.com/office/drawing/2014/main" id="{10BCDB96-48D0-CDAC-7A66-90A554DCC7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5093" y="223520"/>
            <a:ext cx="878845" cy="678176"/>
          </a:xfrm>
          <a:prstGeom prst="rect">
            <a:avLst/>
          </a:prstGeom>
        </p:spPr>
      </p:pic>
      <p:sp>
        <p:nvSpPr>
          <p:cNvPr id="10" name="Frame 9">
            <a:extLst>
              <a:ext uri="{FF2B5EF4-FFF2-40B4-BE49-F238E27FC236}">
                <a16:creationId xmlns:a16="http://schemas.microsoft.com/office/drawing/2014/main" id="{C8A279D4-A0F8-91D0-671F-C015D49B427F}"/>
              </a:ext>
            </a:extLst>
          </p:cNvPr>
          <p:cNvSpPr/>
          <p:nvPr userDrawn="1"/>
        </p:nvSpPr>
        <p:spPr>
          <a:xfrm>
            <a:off x="0" y="0"/>
            <a:ext cx="12192000" cy="6858000"/>
          </a:xfrm>
          <a:prstGeom prst="frame">
            <a:avLst>
              <a:gd name="adj1" fmla="val 1241"/>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4022066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cepts &amp; Skills">
    <p:spTree>
      <p:nvGrpSpPr>
        <p:cNvPr id="1" name=""/>
        <p:cNvGrpSpPr/>
        <p:nvPr/>
      </p:nvGrpSpPr>
      <p:grpSpPr>
        <a:xfrm>
          <a:off x="0" y="0"/>
          <a:ext cx="0" cy="0"/>
          <a:chOff x="0" y="0"/>
          <a:chExt cx="0" cy="0"/>
        </a:xfrm>
      </p:grpSpPr>
      <p:sp>
        <p:nvSpPr>
          <p:cNvPr id="5" name="Frame 4">
            <a:extLst>
              <a:ext uri="{FF2B5EF4-FFF2-40B4-BE49-F238E27FC236}">
                <a16:creationId xmlns:a16="http://schemas.microsoft.com/office/drawing/2014/main" id="{F5F4FBF4-44E0-849A-BDDD-60688369171C}"/>
              </a:ext>
            </a:extLst>
          </p:cNvPr>
          <p:cNvSpPr/>
          <p:nvPr userDrawn="1"/>
        </p:nvSpPr>
        <p:spPr>
          <a:xfrm>
            <a:off x="0" y="0"/>
            <a:ext cx="12192000" cy="6858000"/>
          </a:xfrm>
          <a:prstGeom prst="frame">
            <a:avLst>
              <a:gd name="adj1" fmla="val 1241"/>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7" name="Picture 6">
            <a:extLst>
              <a:ext uri="{FF2B5EF4-FFF2-40B4-BE49-F238E27FC236}">
                <a16:creationId xmlns:a16="http://schemas.microsoft.com/office/drawing/2014/main" id="{2878FFA3-28B2-14D5-802D-67D39B29943B}"/>
              </a:ext>
            </a:extLst>
          </p:cNvPr>
          <p:cNvPicPr>
            <a:picLocks noChangeAspect="1"/>
          </p:cNvPicPr>
          <p:nvPr userDrawn="1"/>
        </p:nvPicPr>
        <p:blipFill>
          <a:blip r:embed="rId2"/>
          <a:stretch>
            <a:fillRect/>
          </a:stretch>
        </p:blipFill>
        <p:spPr>
          <a:xfrm>
            <a:off x="349250" y="107620"/>
            <a:ext cx="6388100" cy="6286500"/>
          </a:xfrm>
          <a:prstGeom prst="rect">
            <a:avLst/>
          </a:prstGeom>
        </p:spPr>
      </p:pic>
      <p:pic>
        <p:nvPicPr>
          <p:cNvPr id="9" name="Picture 8">
            <a:extLst>
              <a:ext uri="{FF2B5EF4-FFF2-40B4-BE49-F238E27FC236}">
                <a16:creationId xmlns:a16="http://schemas.microsoft.com/office/drawing/2014/main" id="{955546E6-188D-4C3C-996C-C9152483AECF}"/>
              </a:ext>
            </a:extLst>
          </p:cNvPr>
          <p:cNvPicPr>
            <a:picLocks noChangeAspect="1"/>
          </p:cNvPicPr>
          <p:nvPr userDrawn="1"/>
        </p:nvPicPr>
        <p:blipFill>
          <a:blip r:embed="rId3"/>
          <a:stretch>
            <a:fillRect/>
          </a:stretch>
        </p:blipFill>
        <p:spPr>
          <a:xfrm>
            <a:off x="6737350" y="850900"/>
            <a:ext cx="5105400" cy="5156200"/>
          </a:xfrm>
          <a:prstGeom prst="rect">
            <a:avLst/>
          </a:prstGeom>
        </p:spPr>
      </p:pic>
    </p:spTree>
    <p:extLst>
      <p:ext uri="{BB962C8B-B14F-4D97-AF65-F5344CB8AC3E}">
        <p14:creationId xmlns:p14="http://schemas.microsoft.com/office/powerpoint/2010/main" val="239969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hat, Why, How">
    <p:spTree>
      <p:nvGrpSpPr>
        <p:cNvPr id="1" name=""/>
        <p:cNvGrpSpPr/>
        <p:nvPr/>
      </p:nvGrpSpPr>
      <p:grpSpPr>
        <a:xfrm>
          <a:off x="0" y="0"/>
          <a:ext cx="0" cy="0"/>
          <a:chOff x="0" y="0"/>
          <a:chExt cx="0" cy="0"/>
        </a:xfrm>
      </p:grpSpPr>
      <p:pic>
        <p:nvPicPr>
          <p:cNvPr id="13" name="Picture 2">
            <a:extLst>
              <a:ext uri="{FF2B5EF4-FFF2-40B4-BE49-F238E27FC236}">
                <a16:creationId xmlns:a16="http://schemas.microsoft.com/office/drawing/2014/main" id="{D56006D9-1335-F661-72AA-6B6D0400CC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993" y="125067"/>
            <a:ext cx="975698" cy="746842"/>
          </a:xfrm>
          <a:prstGeom prst="rect">
            <a:avLst/>
          </a:prstGeom>
          <a:noFill/>
          <a:extLst>
            <a:ext uri="{909E8E84-426E-40DD-AFC4-6F175D3DCCD1}">
              <a14:hiddenFill xmlns:a14="http://schemas.microsoft.com/office/drawing/2010/main">
                <a:solidFill>
                  <a:srgbClr val="FFFFFF"/>
                </a:solidFill>
              </a14:hiddenFill>
            </a:ext>
          </a:extLst>
        </p:spPr>
      </p:pic>
      <p:sp>
        <p:nvSpPr>
          <p:cNvPr id="28" name="Title 27">
            <a:extLst>
              <a:ext uri="{FF2B5EF4-FFF2-40B4-BE49-F238E27FC236}">
                <a16:creationId xmlns:a16="http://schemas.microsoft.com/office/drawing/2014/main" id="{AF9E9CD8-FC16-6852-0D5B-1861A37CC444}"/>
              </a:ext>
            </a:extLst>
          </p:cNvPr>
          <p:cNvSpPr>
            <a:spLocks noGrp="1"/>
          </p:cNvSpPr>
          <p:nvPr>
            <p:ph type="title" hasCustomPrompt="1"/>
          </p:nvPr>
        </p:nvSpPr>
        <p:spPr>
          <a:xfrm>
            <a:off x="1185691" y="300288"/>
            <a:ext cx="10515600" cy="587374"/>
          </a:xfrm>
        </p:spPr>
        <p:txBody>
          <a:bodyPr/>
          <a:lstStyle>
            <a:lvl1pPr>
              <a:defRPr b="1" i="0">
                <a:solidFill>
                  <a:srgbClr val="F19551"/>
                </a:solidFill>
                <a:latin typeface="Twinkl Cursive Looped" panose="02000000000000000000" pitchFamily="2" charset="77"/>
              </a:defRPr>
            </a:lvl1pPr>
          </a:lstStyle>
          <a:p>
            <a:r>
              <a:rPr lang="en-GB"/>
              <a:t>Key Question</a:t>
            </a:r>
          </a:p>
        </p:txBody>
      </p:sp>
      <p:pic>
        <p:nvPicPr>
          <p:cNvPr id="2" name="Picture 2">
            <a:extLst>
              <a:ext uri="{FF2B5EF4-FFF2-40B4-BE49-F238E27FC236}">
                <a16:creationId xmlns:a16="http://schemas.microsoft.com/office/drawing/2014/main" id="{D3BDB3CA-16D2-10C2-1B6E-4ED5A497CB3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09993" y="125067"/>
            <a:ext cx="975698" cy="746842"/>
          </a:xfrm>
          <a:prstGeom prst="rect">
            <a:avLst/>
          </a:prstGeom>
          <a:noFill/>
          <a:extLst>
            <a:ext uri="{909E8E84-426E-40DD-AFC4-6F175D3DCCD1}">
              <a14:hiddenFill xmlns:a14="http://schemas.microsoft.com/office/drawing/2010/main">
                <a:solidFill>
                  <a:srgbClr val="FFFFFF"/>
                </a:solidFill>
              </a14:hiddenFill>
            </a:ext>
          </a:extLst>
        </p:spPr>
      </p:pic>
      <p:sp>
        <p:nvSpPr>
          <p:cNvPr id="35" name="Rounded Rectangle 23">
            <a:extLst>
              <a:ext uri="{FF2B5EF4-FFF2-40B4-BE49-F238E27FC236}">
                <a16:creationId xmlns:a16="http://schemas.microsoft.com/office/drawing/2014/main" id="{794DAE5F-C59F-B3F0-3FCE-3EB3B286135E}"/>
              </a:ext>
            </a:extLst>
          </p:cNvPr>
          <p:cNvSpPr/>
          <p:nvPr userDrawn="1"/>
        </p:nvSpPr>
        <p:spPr>
          <a:xfrm>
            <a:off x="8522617" y="1018745"/>
            <a:ext cx="3473707" cy="556046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36" name="Rounded Rectangle 22">
            <a:extLst>
              <a:ext uri="{FF2B5EF4-FFF2-40B4-BE49-F238E27FC236}">
                <a16:creationId xmlns:a16="http://schemas.microsoft.com/office/drawing/2014/main" id="{35A01401-10ED-6F4D-1F1C-0E3FEE734279}"/>
              </a:ext>
            </a:extLst>
          </p:cNvPr>
          <p:cNvSpPr/>
          <p:nvPr userDrawn="1"/>
        </p:nvSpPr>
        <p:spPr>
          <a:xfrm>
            <a:off x="4410752" y="1052185"/>
            <a:ext cx="3473707" cy="552702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39" name="Rounded Rectangle 21">
            <a:extLst>
              <a:ext uri="{FF2B5EF4-FFF2-40B4-BE49-F238E27FC236}">
                <a16:creationId xmlns:a16="http://schemas.microsoft.com/office/drawing/2014/main" id="{1093191D-2864-BFE3-BAC6-FE3078E39402}"/>
              </a:ext>
            </a:extLst>
          </p:cNvPr>
          <p:cNvSpPr/>
          <p:nvPr userDrawn="1"/>
        </p:nvSpPr>
        <p:spPr>
          <a:xfrm>
            <a:off x="209994" y="1052184"/>
            <a:ext cx="3473707" cy="552702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40" name="Right Arrow 38">
            <a:extLst>
              <a:ext uri="{FF2B5EF4-FFF2-40B4-BE49-F238E27FC236}">
                <a16:creationId xmlns:a16="http://schemas.microsoft.com/office/drawing/2014/main" id="{8AA0E372-369C-4941-5057-0E8F5480B183}"/>
              </a:ext>
            </a:extLst>
          </p:cNvPr>
          <p:cNvSpPr/>
          <p:nvPr userDrawn="1"/>
        </p:nvSpPr>
        <p:spPr>
          <a:xfrm>
            <a:off x="3833454" y="4523091"/>
            <a:ext cx="457959" cy="38404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41" name="Right Arrow 40">
            <a:extLst>
              <a:ext uri="{FF2B5EF4-FFF2-40B4-BE49-F238E27FC236}">
                <a16:creationId xmlns:a16="http://schemas.microsoft.com/office/drawing/2014/main" id="{0A8AFB17-4869-9C19-FEA1-1565D67FDFAD}"/>
              </a:ext>
            </a:extLst>
          </p:cNvPr>
          <p:cNvSpPr/>
          <p:nvPr userDrawn="1"/>
        </p:nvSpPr>
        <p:spPr>
          <a:xfrm>
            <a:off x="7946662" y="4523091"/>
            <a:ext cx="457959" cy="38404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42" name="Cloud Callout 14">
            <a:extLst>
              <a:ext uri="{FF2B5EF4-FFF2-40B4-BE49-F238E27FC236}">
                <a16:creationId xmlns:a16="http://schemas.microsoft.com/office/drawing/2014/main" id="{61EF286F-9345-BB0C-4F56-A1F12BAE82D8}"/>
              </a:ext>
            </a:extLst>
          </p:cNvPr>
          <p:cNvSpPr/>
          <p:nvPr userDrawn="1"/>
        </p:nvSpPr>
        <p:spPr>
          <a:xfrm>
            <a:off x="1642514" y="1326933"/>
            <a:ext cx="1913677" cy="1215720"/>
          </a:xfrm>
          <a:prstGeom prst="cloudCallout">
            <a:avLst>
              <a:gd name="adj1" fmla="val -57973"/>
              <a:gd name="adj2" fmla="val 53702"/>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latin typeface="Twinkl Cursive Looped" panose="02000000000000000000" pitchFamily="2" charset="77"/>
              </a:rPr>
              <a:t>What am I learning?</a:t>
            </a:r>
          </a:p>
        </p:txBody>
      </p:sp>
      <p:sp>
        <p:nvSpPr>
          <p:cNvPr id="43" name="Cloud Callout 17">
            <a:extLst>
              <a:ext uri="{FF2B5EF4-FFF2-40B4-BE49-F238E27FC236}">
                <a16:creationId xmlns:a16="http://schemas.microsoft.com/office/drawing/2014/main" id="{C71C66BF-D58B-4831-075C-341ABDCBB6A9}"/>
              </a:ext>
            </a:extLst>
          </p:cNvPr>
          <p:cNvSpPr/>
          <p:nvPr userDrawn="1"/>
        </p:nvSpPr>
        <p:spPr>
          <a:xfrm>
            <a:off x="5579272" y="1132775"/>
            <a:ext cx="2190940" cy="1409879"/>
          </a:xfrm>
          <a:prstGeom prst="cloudCallout">
            <a:avLst>
              <a:gd name="adj1" fmla="val -47544"/>
              <a:gd name="adj2" fmla="val 39152"/>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latin typeface="Twinkl Cursive Looped" panose="02000000000000000000" pitchFamily="2" charset="77"/>
              </a:rPr>
              <a:t>Why am I learning this?</a:t>
            </a:r>
          </a:p>
        </p:txBody>
      </p:sp>
      <p:sp>
        <p:nvSpPr>
          <p:cNvPr id="44" name="Cloud Callout 43">
            <a:extLst>
              <a:ext uri="{FF2B5EF4-FFF2-40B4-BE49-F238E27FC236}">
                <a16:creationId xmlns:a16="http://schemas.microsoft.com/office/drawing/2014/main" id="{5F799D0A-BCB5-0692-9B09-12BF7ECBCFB2}"/>
              </a:ext>
            </a:extLst>
          </p:cNvPr>
          <p:cNvSpPr/>
          <p:nvPr userDrawn="1"/>
        </p:nvSpPr>
        <p:spPr>
          <a:xfrm>
            <a:off x="9768925" y="1166214"/>
            <a:ext cx="2190940" cy="1409879"/>
          </a:xfrm>
          <a:prstGeom prst="cloudCallout">
            <a:avLst>
              <a:gd name="adj1" fmla="val -52552"/>
              <a:gd name="adj2" fmla="val 33963"/>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800" b="0" i="0">
                <a:latin typeface="Twinkl Cursive Looped" panose="02000000000000000000" pitchFamily="2" charset="77"/>
              </a:rPr>
              <a:t>How will I know when I get there?</a:t>
            </a:r>
          </a:p>
        </p:txBody>
      </p:sp>
      <p:sp>
        <p:nvSpPr>
          <p:cNvPr id="45" name="Rounded Rectangle 25">
            <a:extLst>
              <a:ext uri="{FF2B5EF4-FFF2-40B4-BE49-F238E27FC236}">
                <a16:creationId xmlns:a16="http://schemas.microsoft.com/office/drawing/2014/main" id="{986FCAFE-1A47-3A75-E8C0-DF7CFA64906C}"/>
              </a:ext>
            </a:extLst>
          </p:cNvPr>
          <p:cNvSpPr/>
          <p:nvPr userDrawn="1"/>
        </p:nvSpPr>
        <p:spPr>
          <a:xfrm>
            <a:off x="337503" y="3815694"/>
            <a:ext cx="3218688" cy="2629173"/>
          </a:xfrm>
          <a:prstGeom prst="round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I am learning to…</a:t>
            </a:r>
          </a:p>
          <a:p>
            <a:pPr algn="ctr"/>
            <a:endParaRPr lang="en-GB" sz="2800" b="0" i="0">
              <a:solidFill>
                <a:schemeClr val="tx1"/>
              </a:solidFill>
              <a:latin typeface="Twinkl Cursive Looped" panose="02000000000000000000" pitchFamily="2" charset="77"/>
            </a:endParaRPr>
          </a:p>
          <a:p>
            <a:pPr algn="ctr"/>
            <a:endParaRPr lang="en-GB" b="0" i="0">
              <a:solidFill>
                <a:schemeClr val="tx1"/>
              </a:solidFill>
              <a:latin typeface="Twinkl Cursive Looped" panose="02000000000000000000" pitchFamily="2" charset="77"/>
            </a:endParaRPr>
          </a:p>
        </p:txBody>
      </p:sp>
      <p:pic>
        <p:nvPicPr>
          <p:cNvPr id="46" name="Picture 45">
            <a:extLst>
              <a:ext uri="{FF2B5EF4-FFF2-40B4-BE49-F238E27FC236}">
                <a16:creationId xmlns:a16="http://schemas.microsoft.com/office/drawing/2014/main" id="{5D11E385-E30A-306C-46AE-F9458F3B5571}"/>
              </a:ext>
            </a:extLst>
          </p:cNvPr>
          <p:cNvPicPr>
            <a:picLocks noChangeAspect="1"/>
          </p:cNvPicPr>
          <p:nvPr userDrawn="1"/>
        </p:nvPicPr>
        <p:blipFill rotWithShape="1">
          <a:blip r:embed="rId3">
            <a:extLst>
              <a:ext uri="{BEBA8EAE-BF5A-486C-A8C5-ECC9F3942E4B}">
                <a14:imgProps xmlns:a14="http://schemas.microsoft.com/office/drawing/2010/main">
                  <a14:imgLayer r:embed="rId4">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4327174" y="1652289"/>
            <a:ext cx="1750251" cy="2146686"/>
          </a:xfrm>
          <a:prstGeom prst="rect">
            <a:avLst/>
          </a:prstGeom>
        </p:spPr>
      </p:pic>
      <p:pic>
        <p:nvPicPr>
          <p:cNvPr id="47" name="Picture 46">
            <a:extLst>
              <a:ext uri="{FF2B5EF4-FFF2-40B4-BE49-F238E27FC236}">
                <a16:creationId xmlns:a16="http://schemas.microsoft.com/office/drawing/2014/main" id="{4955640E-425C-E065-E469-3F57419A4075}"/>
              </a:ext>
            </a:extLst>
          </p:cNvPr>
          <p:cNvPicPr>
            <a:picLocks noChangeAspect="1"/>
          </p:cNvPicPr>
          <p:nvPr userDrawn="1"/>
        </p:nvPicPr>
        <p:blipFill rotWithShape="1">
          <a:blip r:embed="rId5">
            <a:extLst>
              <a:ext uri="{BEBA8EAE-BF5A-486C-A8C5-ECC9F3942E4B}">
                <a14:imgProps xmlns:a14="http://schemas.microsoft.com/office/drawing/2010/main">
                  <a14:imgLayer r:embed="rId4">
                    <a14:imgEffect>
                      <a14:backgroundRemoval t="61793" b="81925" l="64809" r="78176">
                        <a14:foregroundMark x1="75238" y1="61799" x2="75238" y2="61799"/>
                      </a14:backgroundRemoval>
                    </a14:imgEffect>
                  </a14:imgLayer>
                </a14:imgProps>
              </a:ext>
            </a:extLst>
          </a:blip>
          <a:srcRect l="63138" t="59276" r="20153" b="15559"/>
          <a:stretch/>
        </p:blipFill>
        <p:spPr>
          <a:xfrm>
            <a:off x="124959" y="1618101"/>
            <a:ext cx="1679750" cy="2398601"/>
          </a:xfrm>
          <a:prstGeom prst="rect">
            <a:avLst/>
          </a:prstGeom>
        </p:spPr>
      </p:pic>
      <p:pic>
        <p:nvPicPr>
          <p:cNvPr id="48" name="Picture 47">
            <a:extLst>
              <a:ext uri="{FF2B5EF4-FFF2-40B4-BE49-F238E27FC236}">
                <a16:creationId xmlns:a16="http://schemas.microsoft.com/office/drawing/2014/main" id="{5B63634A-303B-2635-7607-6574B2DFFA24}"/>
              </a:ext>
            </a:extLst>
          </p:cNvPr>
          <p:cNvPicPr>
            <a:picLocks noChangeAspect="1"/>
          </p:cNvPicPr>
          <p:nvPr userDrawn="1"/>
        </p:nvPicPr>
        <p:blipFill rotWithShape="1">
          <a:blip r:embed="rId6">
            <a:extLst>
              <a:ext uri="{BEBA8EAE-BF5A-486C-A8C5-ECC9F3942E4B}">
                <a14:imgProps xmlns:a14="http://schemas.microsoft.com/office/drawing/2010/main">
                  <a14:imgLayer r:embed="rId4">
                    <a14:imgEffect>
                      <a14:backgroundRemoval t="61793" b="81925" l="43765" r="56864"/>
                    </a14:imgEffect>
                  </a14:imgLayer>
                </a14:imgProps>
              </a:ext>
            </a:extLst>
          </a:blip>
          <a:srcRect l="42128" t="59276" r="41499" b="15559"/>
          <a:stretch/>
        </p:blipFill>
        <p:spPr>
          <a:xfrm>
            <a:off x="8796562" y="1484991"/>
            <a:ext cx="1645920" cy="2398601"/>
          </a:xfrm>
          <a:prstGeom prst="rect">
            <a:avLst/>
          </a:prstGeom>
        </p:spPr>
      </p:pic>
      <p:sp>
        <p:nvSpPr>
          <p:cNvPr id="49" name="Rounded Rectangle 48">
            <a:extLst>
              <a:ext uri="{FF2B5EF4-FFF2-40B4-BE49-F238E27FC236}">
                <a16:creationId xmlns:a16="http://schemas.microsoft.com/office/drawing/2014/main" id="{562805B2-74FB-04A4-25AE-B716B092E5EF}"/>
              </a:ext>
            </a:extLst>
          </p:cNvPr>
          <p:cNvSpPr/>
          <p:nvPr userDrawn="1"/>
        </p:nvSpPr>
        <p:spPr>
          <a:xfrm>
            <a:off x="4547775" y="3820472"/>
            <a:ext cx="3218688" cy="2629173"/>
          </a:xfrm>
          <a:prstGeom prst="round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This is so…</a:t>
            </a:r>
          </a:p>
          <a:p>
            <a:pPr algn="ctr"/>
            <a:endParaRPr lang="en-GB" sz="2800" b="0" i="0">
              <a:solidFill>
                <a:schemeClr val="tx1"/>
              </a:solidFill>
              <a:latin typeface="Twinkl Cursive Looped" panose="02000000000000000000" pitchFamily="2" charset="77"/>
            </a:endParaRPr>
          </a:p>
        </p:txBody>
      </p:sp>
      <p:sp>
        <p:nvSpPr>
          <p:cNvPr id="50" name="Rounded Rectangle 49">
            <a:extLst>
              <a:ext uri="{FF2B5EF4-FFF2-40B4-BE49-F238E27FC236}">
                <a16:creationId xmlns:a16="http://schemas.microsoft.com/office/drawing/2014/main" id="{953ACAAF-AE0A-4BDE-AF75-4CF0BCA47856}"/>
              </a:ext>
            </a:extLst>
          </p:cNvPr>
          <p:cNvSpPr/>
          <p:nvPr userDrawn="1"/>
        </p:nvSpPr>
        <p:spPr>
          <a:xfrm>
            <a:off x="8650126" y="3815694"/>
            <a:ext cx="3218688" cy="2629173"/>
          </a:xfrm>
          <a:prstGeom prst="round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400" b="0" i="0">
                <a:solidFill>
                  <a:schemeClr val="tx1"/>
                </a:solidFill>
                <a:latin typeface="Twinkl Cursive Looped" panose="02000000000000000000" pitchFamily="2" charset="77"/>
              </a:rPr>
              <a:t>I will show this by…</a:t>
            </a:r>
          </a:p>
          <a:p>
            <a:pPr algn="ctr"/>
            <a:endParaRPr lang="en-GB" sz="2800" b="0" i="0">
              <a:solidFill>
                <a:schemeClr val="tx1"/>
              </a:solidFill>
              <a:latin typeface="Twinkl Cursive Looped" panose="02000000000000000000" pitchFamily="2" charset="77"/>
            </a:endParaRPr>
          </a:p>
        </p:txBody>
      </p:sp>
      <p:sp>
        <p:nvSpPr>
          <p:cNvPr id="51" name="Text Placeholder 33">
            <a:extLst>
              <a:ext uri="{FF2B5EF4-FFF2-40B4-BE49-F238E27FC236}">
                <a16:creationId xmlns:a16="http://schemas.microsoft.com/office/drawing/2014/main" id="{B3BB70E2-26D2-0B49-D267-7AAB4BF86DB0}"/>
              </a:ext>
            </a:extLst>
          </p:cNvPr>
          <p:cNvSpPr>
            <a:spLocks noGrp="1"/>
          </p:cNvSpPr>
          <p:nvPr>
            <p:ph type="body" sz="quarter" idx="10"/>
          </p:nvPr>
        </p:nvSpPr>
        <p:spPr>
          <a:xfrm>
            <a:off x="698500" y="4522788"/>
            <a:ext cx="2559050" cy="1698625"/>
          </a:xfrm>
        </p:spPr>
        <p:txBody>
          <a:bodyPr>
            <a:normAutofit/>
          </a:bodyPr>
          <a:lstStyle>
            <a:lvl1pPr marL="9525" indent="-9525">
              <a:buNone/>
              <a:tabLst/>
              <a:defRPr sz="2400" i="0">
                <a:latin typeface="Twinkl Cursive Looped" panose="02000000000000000000" pitchFamily="2" charset="77"/>
              </a:defRPr>
            </a:lvl1pPr>
          </a:lstStyle>
          <a:p>
            <a:pPr lvl="0"/>
            <a:r>
              <a:rPr lang="en-GB"/>
              <a:t>Click to edit Master text styles</a:t>
            </a:r>
          </a:p>
        </p:txBody>
      </p:sp>
      <p:sp>
        <p:nvSpPr>
          <p:cNvPr id="52" name="Text Placeholder 33">
            <a:extLst>
              <a:ext uri="{FF2B5EF4-FFF2-40B4-BE49-F238E27FC236}">
                <a16:creationId xmlns:a16="http://schemas.microsoft.com/office/drawing/2014/main" id="{EE674DA5-D366-6FAC-3E19-D83FED4EC98E}"/>
              </a:ext>
            </a:extLst>
          </p:cNvPr>
          <p:cNvSpPr>
            <a:spLocks noGrp="1"/>
          </p:cNvSpPr>
          <p:nvPr>
            <p:ph type="body" sz="quarter" idx="13"/>
          </p:nvPr>
        </p:nvSpPr>
        <p:spPr>
          <a:xfrm>
            <a:off x="4877594" y="4522787"/>
            <a:ext cx="2559050" cy="1698625"/>
          </a:xfrm>
        </p:spPr>
        <p:txBody>
          <a:bodyPr>
            <a:normAutofit/>
          </a:bodyPr>
          <a:lstStyle>
            <a:lvl1pPr marL="9525" indent="-9525">
              <a:buNone/>
              <a:tabLst/>
              <a:defRPr sz="2400" i="0">
                <a:latin typeface="Twinkl Cursive Looped" panose="02000000000000000000" pitchFamily="2" charset="77"/>
              </a:defRPr>
            </a:lvl1pPr>
          </a:lstStyle>
          <a:p>
            <a:pPr lvl="0"/>
            <a:r>
              <a:rPr lang="en-GB"/>
              <a:t>Click to edit Master text styles</a:t>
            </a:r>
          </a:p>
        </p:txBody>
      </p:sp>
      <p:sp>
        <p:nvSpPr>
          <p:cNvPr id="53" name="Text Placeholder 33">
            <a:extLst>
              <a:ext uri="{FF2B5EF4-FFF2-40B4-BE49-F238E27FC236}">
                <a16:creationId xmlns:a16="http://schemas.microsoft.com/office/drawing/2014/main" id="{C20E1614-EA91-9C2C-B7F1-BB4DF8CC1A39}"/>
              </a:ext>
            </a:extLst>
          </p:cNvPr>
          <p:cNvSpPr>
            <a:spLocks noGrp="1"/>
          </p:cNvSpPr>
          <p:nvPr>
            <p:ph type="body" sz="quarter" idx="14"/>
          </p:nvPr>
        </p:nvSpPr>
        <p:spPr>
          <a:xfrm>
            <a:off x="8979945" y="4485371"/>
            <a:ext cx="2559050" cy="1698625"/>
          </a:xfrm>
        </p:spPr>
        <p:txBody>
          <a:bodyPr>
            <a:normAutofit/>
          </a:bodyPr>
          <a:lstStyle>
            <a:lvl1pPr marL="9525" indent="-9525">
              <a:buNone/>
              <a:tabLst/>
              <a:defRPr sz="2400" i="0">
                <a:latin typeface="Twinkl Cursive Looped" panose="02000000000000000000" pitchFamily="2" charset="77"/>
              </a:defRPr>
            </a:lvl1pPr>
          </a:lstStyle>
          <a:p>
            <a:pPr lvl="0"/>
            <a:r>
              <a:rPr lang="en-GB"/>
              <a:t>Click to edit Master text styles</a:t>
            </a:r>
          </a:p>
        </p:txBody>
      </p:sp>
      <p:sp>
        <p:nvSpPr>
          <p:cNvPr id="54" name="Rounded Rectangle 23">
            <a:extLst>
              <a:ext uri="{FF2B5EF4-FFF2-40B4-BE49-F238E27FC236}">
                <a16:creationId xmlns:a16="http://schemas.microsoft.com/office/drawing/2014/main" id="{0D1FC744-3662-3249-1F03-EE193D1872E7}"/>
              </a:ext>
            </a:extLst>
          </p:cNvPr>
          <p:cNvSpPr/>
          <p:nvPr userDrawn="1"/>
        </p:nvSpPr>
        <p:spPr>
          <a:xfrm>
            <a:off x="8522617" y="1018745"/>
            <a:ext cx="3473707" cy="5560461"/>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55" name="Rounded Rectangle 22">
            <a:extLst>
              <a:ext uri="{FF2B5EF4-FFF2-40B4-BE49-F238E27FC236}">
                <a16:creationId xmlns:a16="http://schemas.microsoft.com/office/drawing/2014/main" id="{8867268F-6BC6-CDE0-A54C-C7C7D22A17CE}"/>
              </a:ext>
            </a:extLst>
          </p:cNvPr>
          <p:cNvSpPr/>
          <p:nvPr userDrawn="1"/>
        </p:nvSpPr>
        <p:spPr>
          <a:xfrm>
            <a:off x="4410752" y="1052185"/>
            <a:ext cx="3473707" cy="5527021"/>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56" name="Rounded Rectangle 21">
            <a:extLst>
              <a:ext uri="{FF2B5EF4-FFF2-40B4-BE49-F238E27FC236}">
                <a16:creationId xmlns:a16="http://schemas.microsoft.com/office/drawing/2014/main" id="{DEC8C24A-C2A2-B6FB-CEBC-DB3CFE63E845}"/>
              </a:ext>
            </a:extLst>
          </p:cNvPr>
          <p:cNvSpPr/>
          <p:nvPr userDrawn="1"/>
        </p:nvSpPr>
        <p:spPr>
          <a:xfrm>
            <a:off x="209994" y="1052184"/>
            <a:ext cx="3473707" cy="5527021"/>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57" name="Right Arrow 38">
            <a:extLst>
              <a:ext uri="{FF2B5EF4-FFF2-40B4-BE49-F238E27FC236}">
                <a16:creationId xmlns:a16="http://schemas.microsoft.com/office/drawing/2014/main" id="{24D9F813-6CEE-ED6F-064E-59CDA1216AD8}"/>
              </a:ext>
            </a:extLst>
          </p:cNvPr>
          <p:cNvSpPr/>
          <p:nvPr userDrawn="1"/>
        </p:nvSpPr>
        <p:spPr>
          <a:xfrm>
            <a:off x="3833454" y="4523091"/>
            <a:ext cx="457959" cy="38404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58" name="Right Arrow 40">
            <a:extLst>
              <a:ext uri="{FF2B5EF4-FFF2-40B4-BE49-F238E27FC236}">
                <a16:creationId xmlns:a16="http://schemas.microsoft.com/office/drawing/2014/main" id="{B268B9E1-8800-1738-CE60-9C6C5F486497}"/>
              </a:ext>
            </a:extLst>
          </p:cNvPr>
          <p:cNvSpPr/>
          <p:nvPr userDrawn="1"/>
        </p:nvSpPr>
        <p:spPr>
          <a:xfrm>
            <a:off x="7946662" y="4523091"/>
            <a:ext cx="457959" cy="38404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Twinkl Cursive Looped" panose="02000000000000000000" pitchFamily="2" charset="77"/>
            </a:endParaRPr>
          </a:p>
        </p:txBody>
      </p:sp>
      <p:sp>
        <p:nvSpPr>
          <p:cNvPr id="59" name="Cloud Callout 14">
            <a:extLst>
              <a:ext uri="{FF2B5EF4-FFF2-40B4-BE49-F238E27FC236}">
                <a16:creationId xmlns:a16="http://schemas.microsoft.com/office/drawing/2014/main" id="{3BE98BE1-8756-AA3F-37FC-961A3A117F44}"/>
              </a:ext>
            </a:extLst>
          </p:cNvPr>
          <p:cNvSpPr/>
          <p:nvPr userDrawn="1"/>
        </p:nvSpPr>
        <p:spPr>
          <a:xfrm>
            <a:off x="1642514" y="1326933"/>
            <a:ext cx="1913677" cy="1215720"/>
          </a:xfrm>
          <a:prstGeom prst="cloudCallout">
            <a:avLst>
              <a:gd name="adj1" fmla="val -57973"/>
              <a:gd name="adj2" fmla="val 53702"/>
            </a:avLst>
          </a:prstGeom>
          <a:solidFill>
            <a:srgbClr val="FFF3CC"/>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600" b="0" i="0">
                <a:solidFill>
                  <a:schemeClr val="tx1"/>
                </a:solidFill>
                <a:latin typeface="Twinkl Cursive Looped" panose="02000000000000000000" pitchFamily="2" charset="77"/>
              </a:rPr>
              <a:t>What am I learning?</a:t>
            </a:r>
          </a:p>
        </p:txBody>
      </p:sp>
      <p:sp>
        <p:nvSpPr>
          <p:cNvPr id="60" name="Cloud Callout 17">
            <a:extLst>
              <a:ext uri="{FF2B5EF4-FFF2-40B4-BE49-F238E27FC236}">
                <a16:creationId xmlns:a16="http://schemas.microsoft.com/office/drawing/2014/main" id="{83D62656-6C25-077C-4F80-552A71A1BC63}"/>
              </a:ext>
            </a:extLst>
          </p:cNvPr>
          <p:cNvSpPr/>
          <p:nvPr userDrawn="1"/>
        </p:nvSpPr>
        <p:spPr>
          <a:xfrm>
            <a:off x="5579272" y="1132775"/>
            <a:ext cx="2190940" cy="1409879"/>
          </a:xfrm>
          <a:prstGeom prst="cloudCallout">
            <a:avLst>
              <a:gd name="adj1" fmla="val -47544"/>
              <a:gd name="adj2" fmla="val 39152"/>
            </a:avLst>
          </a:prstGeom>
          <a:solidFill>
            <a:srgbClr val="FFF3CC"/>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600" b="0" i="0">
                <a:solidFill>
                  <a:schemeClr val="tx1"/>
                </a:solidFill>
                <a:latin typeface="Twinkl Cursive Looped" panose="02000000000000000000" pitchFamily="2" charset="77"/>
              </a:rPr>
              <a:t>Why am I learning this?</a:t>
            </a:r>
          </a:p>
        </p:txBody>
      </p:sp>
      <p:sp>
        <p:nvSpPr>
          <p:cNvPr id="61" name="Cloud Callout 60">
            <a:extLst>
              <a:ext uri="{FF2B5EF4-FFF2-40B4-BE49-F238E27FC236}">
                <a16:creationId xmlns:a16="http://schemas.microsoft.com/office/drawing/2014/main" id="{D209243E-CE20-B43A-B229-5E6919A22DBC}"/>
              </a:ext>
            </a:extLst>
          </p:cNvPr>
          <p:cNvSpPr/>
          <p:nvPr userDrawn="1"/>
        </p:nvSpPr>
        <p:spPr>
          <a:xfrm>
            <a:off x="9768925" y="1166214"/>
            <a:ext cx="2190940" cy="1409879"/>
          </a:xfrm>
          <a:prstGeom prst="cloudCallout">
            <a:avLst>
              <a:gd name="adj1" fmla="val -52552"/>
              <a:gd name="adj2" fmla="val 33963"/>
            </a:avLst>
          </a:prstGeom>
          <a:solidFill>
            <a:srgbClr val="FFF3CC"/>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600" b="0" i="0">
                <a:solidFill>
                  <a:schemeClr val="tx1"/>
                </a:solidFill>
                <a:latin typeface="Twinkl Cursive Looped" panose="02000000000000000000" pitchFamily="2" charset="77"/>
              </a:rPr>
              <a:t>How will I know when I</a:t>
            </a:r>
            <a:r>
              <a:rPr lang="en-GB" sz="1600" b="0" i="0" baseline="0">
                <a:solidFill>
                  <a:schemeClr val="tx1"/>
                </a:solidFill>
                <a:latin typeface="Twinkl Cursive Looped" panose="02000000000000000000" pitchFamily="2" charset="77"/>
              </a:rPr>
              <a:t>’m</a:t>
            </a:r>
            <a:r>
              <a:rPr lang="en-GB" sz="1600" b="0" i="0">
                <a:solidFill>
                  <a:schemeClr val="tx1"/>
                </a:solidFill>
                <a:latin typeface="Twinkl Cursive Looped" panose="02000000000000000000" pitchFamily="2" charset="77"/>
              </a:rPr>
              <a:t> successful?</a:t>
            </a:r>
          </a:p>
        </p:txBody>
      </p:sp>
      <p:sp>
        <p:nvSpPr>
          <p:cNvPr id="62" name="Rounded Rectangle 25">
            <a:extLst>
              <a:ext uri="{FF2B5EF4-FFF2-40B4-BE49-F238E27FC236}">
                <a16:creationId xmlns:a16="http://schemas.microsoft.com/office/drawing/2014/main" id="{2EAD39BD-B099-6728-8D13-A4C177B6F805}"/>
              </a:ext>
            </a:extLst>
          </p:cNvPr>
          <p:cNvSpPr/>
          <p:nvPr userDrawn="1"/>
        </p:nvSpPr>
        <p:spPr>
          <a:xfrm>
            <a:off x="337503" y="3815694"/>
            <a:ext cx="3218688" cy="2629173"/>
          </a:xfrm>
          <a:prstGeom prst="roundRect">
            <a:avLst/>
          </a:prstGeom>
          <a:solidFill>
            <a:srgbClr val="FFF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000" b="0" i="0" dirty="0">
                <a:solidFill>
                  <a:schemeClr val="tx1"/>
                </a:solidFill>
                <a:latin typeface="Twinkl Cursive Looped" panose="02000000000000000000" pitchFamily="2" charset="77"/>
              </a:rPr>
              <a:t>I am learning…</a:t>
            </a:r>
          </a:p>
          <a:p>
            <a:pPr algn="ctr"/>
            <a:endParaRPr lang="en-GB" sz="2400" b="0" i="0" dirty="0">
              <a:solidFill>
                <a:schemeClr val="tx1"/>
              </a:solidFill>
              <a:latin typeface="Twinkl Cursive Looped" panose="02000000000000000000" pitchFamily="2" charset="77"/>
            </a:endParaRPr>
          </a:p>
          <a:p>
            <a:pPr algn="ctr"/>
            <a:endParaRPr lang="en-GB" sz="1600" b="0" i="0" dirty="0">
              <a:solidFill>
                <a:schemeClr val="tx1"/>
              </a:solidFill>
              <a:latin typeface="Twinkl Cursive Looped" panose="02000000000000000000" pitchFamily="2" charset="77"/>
            </a:endParaRPr>
          </a:p>
        </p:txBody>
      </p:sp>
      <p:pic>
        <p:nvPicPr>
          <p:cNvPr id="63" name="Picture 62">
            <a:extLst>
              <a:ext uri="{FF2B5EF4-FFF2-40B4-BE49-F238E27FC236}">
                <a16:creationId xmlns:a16="http://schemas.microsoft.com/office/drawing/2014/main" id="{9C9530EB-C903-8086-18DC-0C03544C4594}"/>
              </a:ext>
            </a:extLst>
          </p:cNvPr>
          <p:cNvPicPr>
            <a:picLocks noChangeAspect="1"/>
          </p:cNvPicPr>
          <p:nvPr userDrawn="1"/>
        </p:nvPicPr>
        <p:blipFill rotWithShape="1">
          <a:blip r:embed="rId3">
            <a:extLst>
              <a:ext uri="{BEBA8EAE-BF5A-486C-A8C5-ECC9F3942E4B}">
                <a14:imgProps xmlns:a14="http://schemas.microsoft.com/office/drawing/2010/main">
                  <a14:imgLayer r:embed="rId4">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4327174" y="1652289"/>
            <a:ext cx="1750251" cy="2146686"/>
          </a:xfrm>
          <a:prstGeom prst="rect">
            <a:avLst/>
          </a:prstGeom>
        </p:spPr>
      </p:pic>
      <p:pic>
        <p:nvPicPr>
          <p:cNvPr id="64" name="Picture 63">
            <a:extLst>
              <a:ext uri="{FF2B5EF4-FFF2-40B4-BE49-F238E27FC236}">
                <a16:creationId xmlns:a16="http://schemas.microsoft.com/office/drawing/2014/main" id="{F07629C6-4FFA-FF30-5372-13F87DC076CD}"/>
              </a:ext>
            </a:extLst>
          </p:cNvPr>
          <p:cNvPicPr>
            <a:picLocks noChangeAspect="1"/>
          </p:cNvPicPr>
          <p:nvPr userDrawn="1"/>
        </p:nvPicPr>
        <p:blipFill rotWithShape="1">
          <a:blip r:embed="rId5">
            <a:extLst>
              <a:ext uri="{BEBA8EAE-BF5A-486C-A8C5-ECC9F3942E4B}">
                <a14:imgProps xmlns:a14="http://schemas.microsoft.com/office/drawing/2010/main">
                  <a14:imgLayer r:embed="rId4">
                    <a14:imgEffect>
                      <a14:backgroundRemoval t="61793" b="81925" l="64809" r="78176">
                        <a14:foregroundMark x1="75238" y1="61799" x2="75238" y2="61799"/>
                      </a14:backgroundRemoval>
                    </a14:imgEffect>
                  </a14:imgLayer>
                </a14:imgProps>
              </a:ext>
            </a:extLst>
          </a:blip>
          <a:srcRect l="63138" t="59276" r="20153" b="15559"/>
          <a:stretch/>
        </p:blipFill>
        <p:spPr>
          <a:xfrm>
            <a:off x="124959" y="1618101"/>
            <a:ext cx="1679750" cy="2398601"/>
          </a:xfrm>
          <a:prstGeom prst="rect">
            <a:avLst/>
          </a:prstGeom>
        </p:spPr>
      </p:pic>
      <p:pic>
        <p:nvPicPr>
          <p:cNvPr id="65" name="Picture 64">
            <a:extLst>
              <a:ext uri="{FF2B5EF4-FFF2-40B4-BE49-F238E27FC236}">
                <a16:creationId xmlns:a16="http://schemas.microsoft.com/office/drawing/2014/main" id="{66D0A70B-6C4D-F75B-6A9F-D8FDC6BEEF63}"/>
              </a:ext>
            </a:extLst>
          </p:cNvPr>
          <p:cNvPicPr>
            <a:picLocks noChangeAspect="1"/>
          </p:cNvPicPr>
          <p:nvPr userDrawn="1"/>
        </p:nvPicPr>
        <p:blipFill rotWithShape="1">
          <a:blip r:embed="rId6">
            <a:extLst>
              <a:ext uri="{BEBA8EAE-BF5A-486C-A8C5-ECC9F3942E4B}">
                <a14:imgProps xmlns:a14="http://schemas.microsoft.com/office/drawing/2010/main">
                  <a14:imgLayer r:embed="rId4">
                    <a14:imgEffect>
                      <a14:backgroundRemoval t="61793" b="81925" l="43765" r="56864"/>
                    </a14:imgEffect>
                  </a14:imgLayer>
                </a14:imgProps>
              </a:ext>
            </a:extLst>
          </a:blip>
          <a:srcRect l="42128" t="59276" r="41499" b="15559"/>
          <a:stretch/>
        </p:blipFill>
        <p:spPr>
          <a:xfrm>
            <a:off x="8796562" y="1484991"/>
            <a:ext cx="1645920" cy="2398601"/>
          </a:xfrm>
          <a:prstGeom prst="rect">
            <a:avLst/>
          </a:prstGeom>
        </p:spPr>
      </p:pic>
      <p:sp>
        <p:nvSpPr>
          <p:cNvPr id="66" name="Rounded Rectangle 65">
            <a:extLst>
              <a:ext uri="{FF2B5EF4-FFF2-40B4-BE49-F238E27FC236}">
                <a16:creationId xmlns:a16="http://schemas.microsoft.com/office/drawing/2014/main" id="{E4259EB2-DF36-65F9-FFFF-42FBE54E1CB4}"/>
              </a:ext>
            </a:extLst>
          </p:cNvPr>
          <p:cNvSpPr/>
          <p:nvPr userDrawn="1"/>
        </p:nvSpPr>
        <p:spPr>
          <a:xfrm>
            <a:off x="4547775" y="3820472"/>
            <a:ext cx="3218688" cy="2629173"/>
          </a:xfrm>
          <a:prstGeom prst="roundRect">
            <a:avLst/>
          </a:prstGeom>
          <a:solidFill>
            <a:srgbClr val="FFF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000" b="0" i="0">
                <a:solidFill>
                  <a:schemeClr val="tx1"/>
                </a:solidFill>
                <a:latin typeface="Twinkl Cursive Looped" panose="02000000000000000000" pitchFamily="2" charset="77"/>
              </a:rPr>
              <a:t>This is so…</a:t>
            </a:r>
          </a:p>
          <a:p>
            <a:pPr algn="ctr"/>
            <a:endParaRPr lang="en-GB" sz="2400" b="0" i="0">
              <a:solidFill>
                <a:schemeClr val="tx1"/>
              </a:solidFill>
              <a:latin typeface="Twinkl Cursive Looped" panose="02000000000000000000" pitchFamily="2" charset="77"/>
            </a:endParaRPr>
          </a:p>
        </p:txBody>
      </p:sp>
      <p:sp>
        <p:nvSpPr>
          <p:cNvPr id="67" name="Rounded Rectangle 66">
            <a:extLst>
              <a:ext uri="{FF2B5EF4-FFF2-40B4-BE49-F238E27FC236}">
                <a16:creationId xmlns:a16="http://schemas.microsoft.com/office/drawing/2014/main" id="{D4E77597-DD8E-B80E-CAF9-828893FC90DF}"/>
              </a:ext>
            </a:extLst>
          </p:cNvPr>
          <p:cNvSpPr/>
          <p:nvPr userDrawn="1"/>
        </p:nvSpPr>
        <p:spPr>
          <a:xfrm>
            <a:off x="8650126" y="3815694"/>
            <a:ext cx="3218688" cy="2629173"/>
          </a:xfrm>
          <a:prstGeom prst="roundRect">
            <a:avLst/>
          </a:prstGeom>
          <a:solidFill>
            <a:srgbClr val="FFF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GB" sz="2000" b="0" i="0">
                <a:solidFill>
                  <a:schemeClr val="tx1"/>
                </a:solidFill>
                <a:latin typeface="Twinkl Cursive Looped" panose="02000000000000000000" pitchFamily="2" charset="77"/>
              </a:rPr>
              <a:t>I will be successful by…</a:t>
            </a:r>
          </a:p>
          <a:p>
            <a:pPr algn="ctr"/>
            <a:endParaRPr lang="en-GB" sz="2400" b="0" i="0">
              <a:solidFill>
                <a:schemeClr val="tx1"/>
              </a:solidFill>
              <a:latin typeface="Twinkl Cursive Looped" panose="02000000000000000000" pitchFamily="2" charset="77"/>
            </a:endParaRPr>
          </a:p>
        </p:txBody>
      </p:sp>
      <p:sp>
        <p:nvSpPr>
          <p:cNvPr id="4" name="Frame 3">
            <a:extLst>
              <a:ext uri="{FF2B5EF4-FFF2-40B4-BE49-F238E27FC236}">
                <a16:creationId xmlns:a16="http://schemas.microsoft.com/office/drawing/2014/main" id="{733A7B6A-9986-B44B-965C-F4FEB75A0AB5}"/>
              </a:ext>
            </a:extLst>
          </p:cNvPr>
          <p:cNvSpPr/>
          <p:nvPr userDrawn="1"/>
        </p:nvSpPr>
        <p:spPr>
          <a:xfrm>
            <a:off x="0" y="0"/>
            <a:ext cx="12192000" cy="6858000"/>
          </a:xfrm>
          <a:prstGeom prst="frame">
            <a:avLst>
              <a:gd name="adj1" fmla="val 1241"/>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 name="TextBox 4">
            <a:extLst>
              <a:ext uri="{FF2B5EF4-FFF2-40B4-BE49-F238E27FC236}">
                <a16:creationId xmlns:a16="http://schemas.microsoft.com/office/drawing/2014/main" id="{87F6726C-E838-A211-A104-5E9189108BDD}"/>
              </a:ext>
            </a:extLst>
          </p:cNvPr>
          <p:cNvSpPr txBox="1"/>
          <p:nvPr userDrawn="1"/>
        </p:nvSpPr>
        <p:spPr>
          <a:xfrm>
            <a:off x="11864468" y="6685920"/>
            <a:ext cx="335348" cy="261610"/>
          </a:xfrm>
          <a:prstGeom prst="rect">
            <a:avLst/>
          </a:prstGeom>
          <a:noFill/>
        </p:spPr>
        <p:txBody>
          <a:bodyPr wrap="none" rtlCol="0">
            <a:spAutoFit/>
          </a:bodyPr>
          <a:lstStyle/>
          <a:p>
            <a:r>
              <a:rPr lang="en-US" sz="1100">
                <a:solidFill>
                  <a:srgbClr val="AB8000"/>
                </a:solidFill>
              </a:rPr>
              <a:t>60</a:t>
            </a:r>
          </a:p>
        </p:txBody>
      </p:sp>
    </p:spTree>
    <p:extLst>
      <p:ext uri="{BB962C8B-B14F-4D97-AF65-F5344CB8AC3E}">
        <p14:creationId xmlns:p14="http://schemas.microsoft.com/office/powerpoint/2010/main" val="3356167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
        <p:nvSpPr>
          <p:cNvPr id="2" name="Frame 1">
            <a:extLst>
              <a:ext uri="{FF2B5EF4-FFF2-40B4-BE49-F238E27FC236}">
                <a16:creationId xmlns:a16="http://schemas.microsoft.com/office/drawing/2014/main" id="{9DC8D6E1-66BF-48AB-5A0F-5A8155165EE1}"/>
              </a:ext>
            </a:extLst>
          </p:cNvPr>
          <p:cNvSpPr/>
          <p:nvPr userDrawn="1"/>
        </p:nvSpPr>
        <p:spPr>
          <a:xfrm>
            <a:off x="0" y="0"/>
            <a:ext cx="12192000" cy="6858000"/>
          </a:xfrm>
          <a:prstGeom prst="frame">
            <a:avLst>
              <a:gd name="adj1" fmla="val 1241"/>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1721939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BF554-C9DF-1E20-73BD-9BEBF65F853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C7DEC16-6EFE-8F98-D786-F7FA33F73D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0F50926-EAE1-8CBC-B944-95606793B845}"/>
              </a:ext>
            </a:extLst>
          </p:cNvPr>
          <p:cNvSpPr>
            <a:spLocks noGrp="1"/>
          </p:cNvSpPr>
          <p:nvPr>
            <p:ph type="dt" sz="half" idx="10"/>
          </p:nvPr>
        </p:nvSpPr>
        <p:spPr/>
        <p:txBody>
          <a:bodyPr/>
          <a:lstStyle/>
          <a:p>
            <a:fld id="{8B72D5E0-039A-4068-97A9-A3C4BF080BAA}" type="datetimeFigureOut">
              <a:rPr lang="en-GB" smtClean="0"/>
              <a:t>22/07/2026</a:t>
            </a:fld>
            <a:endParaRPr lang="en-GB"/>
          </a:p>
        </p:txBody>
      </p:sp>
      <p:sp>
        <p:nvSpPr>
          <p:cNvPr id="5" name="Footer Placeholder 4">
            <a:extLst>
              <a:ext uri="{FF2B5EF4-FFF2-40B4-BE49-F238E27FC236}">
                <a16:creationId xmlns:a16="http://schemas.microsoft.com/office/drawing/2014/main" id="{80EDD0ED-4188-0860-8E6D-81E93458E37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AAE27D8-31F7-1112-ED89-AD6BFC9E0107}"/>
              </a:ext>
            </a:extLst>
          </p:cNvPr>
          <p:cNvSpPr>
            <a:spLocks noGrp="1"/>
          </p:cNvSpPr>
          <p:nvPr>
            <p:ph type="sldNum" sz="quarter" idx="12"/>
          </p:nvPr>
        </p:nvSpPr>
        <p:spPr/>
        <p:txBody>
          <a:bodyPr/>
          <a:lstStyle/>
          <a:p>
            <a:fld id="{6AD7094B-D2BC-452F-93E3-9C4A8FC9449E}" type="slidenum">
              <a:rPr lang="en-GB" smtClean="0"/>
              <a:t>‹#›</a:t>
            </a:fld>
            <a:endParaRPr lang="en-GB"/>
          </a:p>
        </p:txBody>
      </p:sp>
      <p:sp>
        <p:nvSpPr>
          <p:cNvPr id="7" name="Frame 6">
            <a:extLst>
              <a:ext uri="{FF2B5EF4-FFF2-40B4-BE49-F238E27FC236}">
                <a16:creationId xmlns:a16="http://schemas.microsoft.com/office/drawing/2014/main" id="{53F08192-20AC-E71E-B828-D9F1BCC26084}"/>
              </a:ext>
            </a:extLst>
          </p:cNvPr>
          <p:cNvSpPr/>
          <p:nvPr userDrawn="1"/>
        </p:nvSpPr>
        <p:spPr>
          <a:xfrm>
            <a:off x="0" y="0"/>
            <a:ext cx="12192000" cy="6858000"/>
          </a:xfrm>
          <a:prstGeom prst="frame">
            <a:avLst>
              <a:gd name="adj1" fmla="val 1241"/>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549226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I D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42BE6-1BBB-6E8F-925B-028A6251E998}"/>
              </a:ext>
            </a:extLst>
          </p:cNvPr>
          <p:cNvSpPr>
            <a:spLocks noGrp="1"/>
          </p:cNvSpPr>
          <p:nvPr>
            <p:ph type="title"/>
          </p:nvPr>
        </p:nvSpPr>
        <p:spPr>
          <a:xfrm>
            <a:off x="246528" y="365125"/>
            <a:ext cx="10071847"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3" name="Content Placeholder 2">
            <a:extLst>
              <a:ext uri="{FF2B5EF4-FFF2-40B4-BE49-F238E27FC236}">
                <a16:creationId xmlns:a16="http://schemas.microsoft.com/office/drawing/2014/main" id="{DE327B21-08A8-373B-5759-CAD129496ABA}"/>
              </a:ext>
            </a:extLst>
          </p:cNvPr>
          <p:cNvSpPr>
            <a:spLocks noGrp="1"/>
          </p:cNvSpPr>
          <p:nvPr>
            <p:ph idx="1"/>
          </p:nvPr>
        </p:nvSpPr>
        <p:spPr>
          <a:xfrm>
            <a:off x="246528" y="1825625"/>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Frame 6">
            <a:extLst>
              <a:ext uri="{FF2B5EF4-FFF2-40B4-BE49-F238E27FC236}">
                <a16:creationId xmlns:a16="http://schemas.microsoft.com/office/drawing/2014/main" id="{20DE9CEA-55F7-EF9D-24CA-8452E61D713D}"/>
              </a:ext>
            </a:extLst>
          </p:cNvPr>
          <p:cNvSpPr/>
          <p:nvPr userDrawn="1"/>
        </p:nvSpPr>
        <p:spPr>
          <a:xfrm>
            <a:off x="0" y="0"/>
            <a:ext cx="12192000" cy="6858000"/>
          </a:xfrm>
          <a:prstGeom prst="frame">
            <a:avLst>
              <a:gd name="adj1" fmla="val 1241"/>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8" name="Picture 7" descr="A close-up of a card&#10;&#10;AI-generated content may be incorrect.">
            <a:extLst>
              <a:ext uri="{FF2B5EF4-FFF2-40B4-BE49-F238E27FC236}">
                <a16:creationId xmlns:a16="http://schemas.microsoft.com/office/drawing/2014/main" id="{293F39AE-E6E3-F111-CDBF-BE2D1EFE14B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06639" y="119675"/>
            <a:ext cx="1569326" cy="773914"/>
          </a:xfrm>
          <a:prstGeom prst="rect">
            <a:avLst/>
          </a:prstGeom>
        </p:spPr>
      </p:pic>
      <p:pic>
        <p:nvPicPr>
          <p:cNvPr id="9" name="Picture 8">
            <a:extLst>
              <a:ext uri="{FF2B5EF4-FFF2-40B4-BE49-F238E27FC236}">
                <a16:creationId xmlns:a16="http://schemas.microsoft.com/office/drawing/2014/main" id="{55C3F53E-D256-4A94-C1E9-40B667BB1CB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97120" y="759747"/>
            <a:ext cx="878845" cy="678176"/>
          </a:xfrm>
          <a:prstGeom prst="rect">
            <a:avLst/>
          </a:prstGeom>
        </p:spPr>
      </p:pic>
    </p:spTree>
    <p:extLst>
      <p:ext uri="{BB962C8B-B14F-4D97-AF65-F5344CB8AC3E}">
        <p14:creationId xmlns:p14="http://schemas.microsoft.com/office/powerpoint/2010/main" val="1706155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We Do">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D5292D3-9B48-D839-900B-BC40E1994024}"/>
              </a:ext>
            </a:extLst>
          </p:cNvPr>
          <p:cNvSpPr>
            <a:spLocks noGrp="1"/>
          </p:cNvSpPr>
          <p:nvPr>
            <p:ph type="title"/>
          </p:nvPr>
        </p:nvSpPr>
        <p:spPr>
          <a:xfrm>
            <a:off x="246528" y="365125"/>
            <a:ext cx="10071847"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7" name="Content Placeholder 2">
            <a:extLst>
              <a:ext uri="{FF2B5EF4-FFF2-40B4-BE49-F238E27FC236}">
                <a16:creationId xmlns:a16="http://schemas.microsoft.com/office/drawing/2014/main" id="{18DC9B51-90C5-910F-0E5E-26C8FCDFE363}"/>
              </a:ext>
            </a:extLst>
          </p:cNvPr>
          <p:cNvSpPr>
            <a:spLocks noGrp="1"/>
          </p:cNvSpPr>
          <p:nvPr>
            <p:ph idx="1"/>
          </p:nvPr>
        </p:nvSpPr>
        <p:spPr>
          <a:xfrm>
            <a:off x="246528" y="1825625"/>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3" name="Picture 2" descr="A close-up of a pink sign&#10;&#10;AI-generated content may be incorrect.">
            <a:extLst>
              <a:ext uri="{FF2B5EF4-FFF2-40B4-BE49-F238E27FC236}">
                <a16:creationId xmlns:a16="http://schemas.microsoft.com/office/drawing/2014/main" id="{0B7F0C43-5A32-058E-34EF-2A306950E5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12590" y="120071"/>
            <a:ext cx="1717539" cy="738116"/>
          </a:xfrm>
          <a:prstGeom prst="rect">
            <a:avLst/>
          </a:prstGeom>
        </p:spPr>
      </p:pic>
      <p:sp>
        <p:nvSpPr>
          <p:cNvPr id="4" name="Frame 3">
            <a:extLst>
              <a:ext uri="{FF2B5EF4-FFF2-40B4-BE49-F238E27FC236}">
                <a16:creationId xmlns:a16="http://schemas.microsoft.com/office/drawing/2014/main" id="{A60EADDE-5F91-3E6C-BE89-53A2128AD4FF}"/>
              </a:ext>
            </a:extLst>
          </p:cNvPr>
          <p:cNvSpPr/>
          <p:nvPr userDrawn="1"/>
        </p:nvSpPr>
        <p:spPr>
          <a:xfrm>
            <a:off x="0" y="0"/>
            <a:ext cx="12192000" cy="6858000"/>
          </a:xfrm>
          <a:prstGeom prst="frame">
            <a:avLst>
              <a:gd name="adj1" fmla="val 1241"/>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8" name="Picture 7">
            <a:extLst>
              <a:ext uri="{FF2B5EF4-FFF2-40B4-BE49-F238E27FC236}">
                <a16:creationId xmlns:a16="http://schemas.microsoft.com/office/drawing/2014/main" id="{3513EDE3-D53A-DDCF-412C-D3EFCEEFD5C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97120" y="759747"/>
            <a:ext cx="878845" cy="678176"/>
          </a:xfrm>
          <a:prstGeom prst="rect">
            <a:avLst/>
          </a:prstGeom>
        </p:spPr>
      </p:pic>
    </p:spTree>
    <p:extLst>
      <p:ext uri="{BB962C8B-B14F-4D97-AF65-F5344CB8AC3E}">
        <p14:creationId xmlns:p14="http://schemas.microsoft.com/office/powerpoint/2010/main" val="191100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You Do Trio">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D5292D3-9B48-D839-900B-BC40E1994024}"/>
              </a:ext>
            </a:extLst>
          </p:cNvPr>
          <p:cNvSpPr>
            <a:spLocks noGrp="1"/>
          </p:cNvSpPr>
          <p:nvPr>
            <p:ph type="title"/>
          </p:nvPr>
        </p:nvSpPr>
        <p:spPr>
          <a:xfrm>
            <a:off x="246528" y="365125"/>
            <a:ext cx="10071847"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7" name="Content Placeholder 2">
            <a:extLst>
              <a:ext uri="{FF2B5EF4-FFF2-40B4-BE49-F238E27FC236}">
                <a16:creationId xmlns:a16="http://schemas.microsoft.com/office/drawing/2014/main" id="{18DC9B51-90C5-910F-0E5E-26C8FCDFE363}"/>
              </a:ext>
            </a:extLst>
          </p:cNvPr>
          <p:cNvSpPr>
            <a:spLocks noGrp="1"/>
          </p:cNvSpPr>
          <p:nvPr>
            <p:ph idx="1"/>
          </p:nvPr>
        </p:nvSpPr>
        <p:spPr>
          <a:xfrm>
            <a:off x="246528" y="1825625"/>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Frame 3">
            <a:extLst>
              <a:ext uri="{FF2B5EF4-FFF2-40B4-BE49-F238E27FC236}">
                <a16:creationId xmlns:a16="http://schemas.microsoft.com/office/drawing/2014/main" id="{A60EADDE-5F91-3E6C-BE89-53A2128AD4FF}"/>
              </a:ext>
            </a:extLst>
          </p:cNvPr>
          <p:cNvSpPr/>
          <p:nvPr userDrawn="1"/>
        </p:nvSpPr>
        <p:spPr>
          <a:xfrm>
            <a:off x="0" y="0"/>
            <a:ext cx="12192000" cy="6858000"/>
          </a:xfrm>
          <a:prstGeom prst="frame">
            <a:avLst>
              <a:gd name="adj1" fmla="val 1241"/>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8" name="Picture 7">
            <a:extLst>
              <a:ext uri="{FF2B5EF4-FFF2-40B4-BE49-F238E27FC236}">
                <a16:creationId xmlns:a16="http://schemas.microsoft.com/office/drawing/2014/main" id="{3513EDE3-D53A-DDCF-412C-D3EFCEEFD5C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7120" y="759747"/>
            <a:ext cx="878845" cy="678176"/>
          </a:xfrm>
          <a:prstGeom prst="rect">
            <a:avLst/>
          </a:prstGeom>
        </p:spPr>
      </p:pic>
      <p:pic>
        <p:nvPicPr>
          <p:cNvPr id="5" name="Picture 4">
            <a:extLst>
              <a:ext uri="{FF2B5EF4-FFF2-40B4-BE49-F238E27FC236}">
                <a16:creationId xmlns:a16="http://schemas.microsoft.com/office/drawing/2014/main" id="{07975211-4831-3ECF-B2F0-488F92A79637}"/>
              </a:ext>
            </a:extLst>
          </p:cNvPr>
          <p:cNvPicPr>
            <a:picLocks noChangeAspect="1"/>
          </p:cNvPicPr>
          <p:nvPr userDrawn="1"/>
        </p:nvPicPr>
        <p:blipFill>
          <a:blip r:embed="rId3"/>
          <a:stretch>
            <a:fillRect/>
          </a:stretch>
        </p:blipFill>
        <p:spPr>
          <a:xfrm>
            <a:off x="10476904" y="113435"/>
            <a:ext cx="1715096" cy="706216"/>
          </a:xfrm>
          <a:prstGeom prst="rect">
            <a:avLst/>
          </a:prstGeom>
        </p:spPr>
      </p:pic>
    </p:spTree>
    <p:extLst>
      <p:ext uri="{BB962C8B-B14F-4D97-AF65-F5344CB8AC3E}">
        <p14:creationId xmlns:p14="http://schemas.microsoft.com/office/powerpoint/2010/main" val="3504147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You Do">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AAEF570-F9F4-B149-BF1A-BEF6DEE603C2}"/>
              </a:ext>
            </a:extLst>
          </p:cNvPr>
          <p:cNvSpPr>
            <a:spLocks noGrp="1"/>
          </p:cNvSpPr>
          <p:nvPr>
            <p:ph type="title"/>
          </p:nvPr>
        </p:nvSpPr>
        <p:spPr>
          <a:xfrm>
            <a:off x="246528" y="365125"/>
            <a:ext cx="10071847" cy="1325563"/>
          </a:xfrm>
        </p:spPr>
        <p:txBody>
          <a:bodyPr/>
          <a:lstStyle>
            <a:lvl1pPr>
              <a:defRPr b="0" i="0">
                <a:latin typeface="Twinkl Cursive Looped" panose="02000000000000000000" pitchFamily="2" charset="77"/>
              </a:defRPr>
            </a:lvl1pPr>
          </a:lstStyle>
          <a:p>
            <a:r>
              <a:rPr lang="en-GB"/>
              <a:t>Click to edit Master title style</a:t>
            </a:r>
          </a:p>
        </p:txBody>
      </p:sp>
      <p:sp>
        <p:nvSpPr>
          <p:cNvPr id="7" name="Content Placeholder 2">
            <a:extLst>
              <a:ext uri="{FF2B5EF4-FFF2-40B4-BE49-F238E27FC236}">
                <a16:creationId xmlns:a16="http://schemas.microsoft.com/office/drawing/2014/main" id="{EFE87AD0-4B3C-76E5-0F15-7F5DFE335D44}"/>
              </a:ext>
            </a:extLst>
          </p:cNvPr>
          <p:cNvSpPr>
            <a:spLocks noGrp="1"/>
          </p:cNvSpPr>
          <p:nvPr>
            <p:ph idx="1"/>
          </p:nvPr>
        </p:nvSpPr>
        <p:spPr>
          <a:xfrm>
            <a:off x="246528" y="1825625"/>
            <a:ext cx="11685495" cy="4351338"/>
          </a:xfrm>
        </p:spPr>
        <p:txBody>
          <a:bodyPr/>
          <a:lstStyle>
            <a:lvl1pPr>
              <a:defRPr b="0" i="0">
                <a:latin typeface="Twinkl Cursive Looped" panose="02000000000000000000" pitchFamily="2" charset="77"/>
              </a:defRPr>
            </a:lvl1pPr>
            <a:lvl2pPr>
              <a:defRPr b="0" i="0">
                <a:latin typeface="Twinkl Cursive Looped" panose="02000000000000000000" pitchFamily="2" charset="77"/>
              </a:defRPr>
            </a:lvl2pPr>
            <a:lvl3pPr>
              <a:defRPr b="0" i="0">
                <a:latin typeface="Twinkl Cursive Looped" panose="02000000000000000000" pitchFamily="2" charset="77"/>
              </a:defRPr>
            </a:lvl3pPr>
            <a:lvl4pPr>
              <a:defRPr b="0" i="0">
                <a:latin typeface="Twinkl Cursive Looped" panose="02000000000000000000" pitchFamily="2" charset="77"/>
              </a:defRPr>
            </a:lvl4pPr>
            <a:lvl5pPr>
              <a:defRPr b="0" i="0">
                <a:latin typeface="Twinkl Cursive Looped" panose="02000000000000000000"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3" name="Picture 2" descr="A green background with black text&#10;&#10;AI-generated content may be incorrect.">
            <a:extLst>
              <a:ext uri="{FF2B5EF4-FFF2-40B4-BE49-F238E27FC236}">
                <a16:creationId xmlns:a16="http://schemas.microsoft.com/office/drawing/2014/main" id="{25F460C6-509E-8D53-E313-AD7B04BB14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11734" y="120459"/>
            <a:ext cx="1691510" cy="703611"/>
          </a:xfrm>
          <a:prstGeom prst="rect">
            <a:avLst/>
          </a:prstGeom>
        </p:spPr>
      </p:pic>
      <p:sp>
        <p:nvSpPr>
          <p:cNvPr id="4" name="Frame 3">
            <a:extLst>
              <a:ext uri="{FF2B5EF4-FFF2-40B4-BE49-F238E27FC236}">
                <a16:creationId xmlns:a16="http://schemas.microsoft.com/office/drawing/2014/main" id="{0643A060-8EFE-9E1A-A4D0-952112D01DFD}"/>
              </a:ext>
            </a:extLst>
          </p:cNvPr>
          <p:cNvSpPr/>
          <p:nvPr userDrawn="1"/>
        </p:nvSpPr>
        <p:spPr>
          <a:xfrm>
            <a:off x="0" y="0"/>
            <a:ext cx="12192000" cy="6858000"/>
          </a:xfrm>
          <a:prstGeom prst="frame">
            <a:avLst>
              <a:gd name="adj1" fmla="val 1241"/>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8" name="Picture 7">
            <a:extLst>
              <a:ext uri="{FF2B5EF4-FFF2-40B4-BE49-F238E27FC236}">
                <a16:creationId xmlns:a16="http://schemas.microsoft.com/office/drawing/2014/main" id="{174BFB22-0C94-37BC-872E-9CA17B5521A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97120" y="759747"/>
            <a:ext cx="878845" cy="678176"/>
          </a:xfrm>
          <a:prstGeom prst="rect">
            <a:avLst/>
          </a:prstGeom>
        </p:spPr>
      </p:pic>
    </p:spTree>
    <p:extLst>
      <p:ext uri="{BB962C8B-B14F-4D97-AF65-F5344CB8AC3E}">
        <p14:creationId xmlns:p14="http://schemas.microsoft.com/office/powerpoint/2010/main" val="21969863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cept-cartoon">
    <p:spTree>
      <p:nvGrpSpPr>
        <p:cNvPr id="1" name=""/>
        <p:cNvGrpSpPr/>
        <p:nvPr/>
      </p:nvGrpSpPr>
      <p:grpSpPr>
        <a:xfrm>
          <a:off x="0" y="0"/>
          <a:ext cx="0" cy="0"/>
          <a:chOff x="0" y="0"/>
          <a:chExt cx="0" cy="0"/>
        </a:xfrm>
      </p:grpSpPr>
      <p:pic>
        <p:nvPicPr>
          <p:cNvPr id="3" name="Picture 2" descr="A green background with black text&#10;&#10;AI-generated content may be incorrect.">
            <a:extLst>
              <a:ext uri="{FF2B5EF4-FFF2-40B4-BE49-F238E27FC236}">
                <a16:creationId xmlns:a16="http://schemas.microsoft.com/office/drawing/2014/main" id="{25F460C6-509E-8D53-E313-AD7B04BB14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11734" y="120459"/>
            <a:ext cx="1691510" cy="703611"/>
          </a:xfrm>
          <a:prstGeom prst="rect">
            <a:avLst/>
          </a:prstGeom>
        </p:spPr>
      </p:pic>
      <p:sp>
        <p:nvSpPr>
          <p:cNvPr id="4" name="Frame 3">
            <a:extLst>
              <a:ext uri="{FF2B5EF4-FFF2-40B4-BE49-F238E27FC236}">
                <a16:creationId xmlns:a16="http://schemas.microsoft.com/office/drawing/2014/main" id="{0643A060-8EFE-9E1A-A4D0-952112D01DFD}"/>
              </a:ext>
            </a:extLst>
          </p:cNvPr>
          <p:cNvSpPr/>
          <p:nvPr userDrawn="1"/>
        </p:nvSpPr>
        <p:spPr>
          <a:xfrm>
            <a:off x="0" y="0"/>
            <a:ext cx="12192000" cy="6858000"/>
          </a:xfrm>
          <a:prstGeom prst="frame">
            <a:avLst>
              <a:gd name="adj1" fmla="val 1241"/>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8" name="Picture 7">
            <a:extLst>
              <a:ext uri="{FF2B5EF4-FFF2-40B4-BE49-F238E27FC236}">
                <a16:creationId xmlns:a16="http://schemas.microsoft.com/office/drawing/2014/main" id="{174BFB22-0C94-37BC-872E-9CA17B5521A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97120" y="759747"/>
            <a:ext cx="878845" cy="678176"/>
          </a:xfrm>
          <a:prstGeom prst="rect">
            <a:avLst/>
          </a:prstGeom>
        </p:spPr>
      </p:pic>
      <p:sp>
        <p:nvSpPr>
          <p:cNvPr id="2" name="Rectangle 1">
            <a:extLst>
              <a:ext uri="{FF2B5EF4-FFF2-40B4-BE49-F238E27FC236}">
                <a16:creationId xmlns:a16="http://schemas.microsoft.com/office/drawing/2014/main" id="{07796619-569A-3A6E-1B61-0504AD26524F}"/>
              </a:ext>
            </a:extLst>
          </p:cNvPr>
          <p:cNvSpPr/>
          <p:nvPr userDrawn="1"/>
        </p:nvSpPr>
        <p:spPr>
          <a:xfrm>
            <a:off x="5098473" y="1874982"/>
            <a:ext cx="3112654" cy="3214338"/>
          </a:xfrm>
          <a:prstGeom prst="rect">
            <a:avLst/>
          </a:prstGeom>
          <a:solidFill>
            <a:schemeClr val="bg1"/>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i="1" dirty="0">
                <a:solidFill>
                  <a:sysClr val="windowText" lastClr="000000"/>
                </a:solidFill>
                <a:latin typeface="Twinkl Cursive Looped Light" panose="02000000000000000000" pitchFamily="2" charset="77"/>
              </a:rPr>
              <a:t>Overlay with image</a:t>
            </a:r>
          </a:p>
        </p:txBody>
      </p:sp>
      <p:pic>
        <p:nvPicPr>
          <p:cNvPr id="5" name="Picture 4">
            <a:extLst>
              <a:ext uri="{FF2B5EF4-FFF2-40B4-BE49-F238E27FC236}">
                <a16:creationId xmlns:a16="http://schemas.microsoft.com/office/drawing/2014/main" id="{3814E3AF-844A-75AC-73D3-3F30CE87087D}"/>
              </a:ext>
            </a:extLst>
          </p:cNvPr>
          <p:cNvPicPr>
            <a:picLocks noChangeAspect="1"/>
          </p:cNvPicPr>
          <p:nvPr userDrawn="1"/>
        </p:nvPicPr>
        <p:blipFill rotWithShape="1">
          <a:blip r:embed="rId4">
            <a:extLst>
              <a:ext uri="{BEBA8EAE-BF5A-486C-A8C5-ECC9F3942E4B}">
                <a14:imgProps xmlns:a14="http://schemas.microsoft.com/office/drawing/2010/main">
                  <a14:imgLayer r:embed="rId5">
                    <a14:imgEffect>
                      <a14:backgroundRemoval t="61793" b="81925" l="43765" r="56864"/>
                    </a14:imgEffect>
                  </a14:imgLayer>
                </a14:imgProps>
              </a:ext>
            </a:extLst>
          </a:blip>
          <a:srcRect l="42128" t="59276" r="41499" b="15559"/>
          <a:stretch/>
        </p:blipFill>
        <p:spPr>
          <a:xfrm>
            <a:off x="121193" y="858967"/>
            <a:ext cx="1645920" cy="2398601"/>
          </a:xfrm>
          <a:prstGeom prst="rect">
            <a:avLst/>
          </a:prstGeom>
        </p:spPr>
      </p:pic>
      <p:pic>
        <p:nvPicPr>
          <p:cNvPr id="9" name="Picture 8">
            <a:extLst>
              <a:ext uri="{FF2B5EF4-FFF2-40B4-BE49-F238E27FC236}">
                <a16:creationId xmlns:a16="http://schemas.microsoft.com/office/drawing/2014/main" id="{A879F25C-ACF1-3BF1-2B3F-455F546FCA4A}"/>
              </a:ext>
            </a:extLst>
          </p:cNvPr>
          <p:cNvPicPr>
            <a:picLocks noChangeAspect="1"/>
          </p:cNvPicPr>
          <p:nvPr userDrawn="1"/>
        </p:nvPicPr>
        <p:blipFill>
          <a:blip r:embed="rId6"/>
          <a:stretch>
            <a:fillRect/>
          </a:stretch>
        </p:blipFill>
        <p:spPr>
          <a:xfrm>
            <a:off x="612053" y="5089320"/>
            <a:ext cx="956012" cy="1391913"/>
          </a:xfrm>
          <a:prstGeom prst="rect">
            <a:avLst/>
          </a:prstGeom>
        </p:spPr>
      </p:pic>
      <p:pic>
        <p:nvPicPr>
          <p:cNvPr id="10" name="Picture 9">
            <a:extLst>
              <a:ext uri="{FF2B5EF4-FFF2-40B4-BE49-F238E27FC236}">
                <a16:creationId xmlns:a16="http://schemas.microsoft.com/office/drawing/2014/main" id="{94706DD6-C525-36D5-1418-D0D8E989E15B}"/>
              </a:ext>
            </a:extLst>
          </p:cNvPr>
          <p:cNvPicPr>
            <a:picLocks noChangeAspect="1"/>
          </p:cNvPicPr>
          <p:nvPr userDrawn="1"/>
        </p:nvPicPr>
        <p:blipFill rotWithShape="1">
          <a:blip r:embed="rId7">
            <a:extLst>
              <a:ext uri="{BEBA8EAE-BF5A-486C-A8C5-ECC9F3942E4B}">
                <a14:imgProps xmlns:a14="http://schemas.microsoft.com/office/drawing/2010/main">
                  <a14:imgLayer r:embed="rId5">
                    <a14:imgEffect>
                      <a14:backgroundRemoval t="61793" b="81925" l="64809" r="78176">
                        <a14:foregroundMark x1="75238" y1="61799" x2="75238" y2="61799"/>
                      </a14:backgroundRemoval>
                    </a14:imgEffect>
                  </a14:imgLayer>
                </a14:imgProps>
              </a:ext>
            </a:extLst>
          </a:blip>
          <a:srcRect l="63138" t="59276" r="20153" b="15559"/>
          <a:stretch/>
        </p:blipFill>
        <p:spPr>
          <a:xfrm>
            <a:off x="10139038" y="858967"/>
            <a:ext cx="1186938" cy="1694889"/>
          </a:xfrm>
          <a:prstGeom prst="rect">
            <a:avLst/>
          </a:prstGeom>
        </p:spPr>
      </p:pic>
      <p:sp>
        <p:nvSpPr>
          <p:cNvPr id="11" name="Speech Bubble: Rectangle with Corners Rounded 20">
            <a:extLst>
              <a:ext uri="{FF2B5EF4-FFF2-40B4-BE49-F238E27FC236}">
                <a16:creationId xmlns:a16="http://schemas.microsoft.com/office/drawing/2014/main" id="{4642E148-55A3-521F-12C6-DCABA6A8F2DB}"/>
              </a:ext>
            </a:extLst>
          </p:cNvPr>
          <p:cNvSpPr/>
          <p:nvPr userDrawn="1"/>
        </p:nvSpPr>
        <p:spPr>
          <a:xfrm>
            <a:off x="2230051" y="5251345"/>
            <a:ext cx="4433639" cy="1229887"/>
          </a:xfrm>
          <a:prstGeom prst="wedgeRoundRectCallout">
            <a:avLst>
              <a:gd name="adj1" fmla="val -65727"/>
              <a:gd name="adj2" fmla="val 8904"/>
              <a:gd name="adj3" fmla="val 16667"/>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GB" sz="2000" dirty="0">
              <a:solidFill>
                <a:schemeClr val="tx1"/>
              </a:solidFill>
              <a:latin typeface="Twinkl Cursive Looped Light" panose="02000000000000000000" pitchFamily="2" charset="77"/>
              <a:ea typeface="Sassoon Infant Rg" panose="02000503030000020003" pitchFamily="2" charset="0"/>
            </a:endParaRPr>
          </a:p>
        </p:txBody>
      </p:sp>
      <p:sp>
        <p:nvSpPr>
          <p:cNvPr id="12" name="Speech Bubble: Rectangle with Corners Rounded 21">
            <a:extLst>
              <a:ext uri="{FF2B5EF4-FFF2-40B4-BE49-F238E27FC236}">
                <a16:creationId xmlns:a16="http://schemas.microsoft.com/office/drawing/2014/main" id="{93E4F441-713C-9271-0241-3330E00EF2BE}"/>
              </a:ext>
            </a:extLst>
          </p:cNvPr>
          <p:cNvSpPr/>
          <p:nvPr userDrawn="1"/>
        </p:nvSpPr>
        <p:spPr>
          <a:xfrm>
            <a:off x="8344733" y="2681662"/>
            <a:ext cx="3543300" cy="1480162"/>
          </a:xfrm>
          <a:prstGeom prst="wedgeRoundRectCallout">
            <a:avLst>
              <a:gd name="adj1" fmla="val -3351"/>
              <a:gd name="adj2" fmla="val -79232"/>
              <a:gd name="adj3" fmla="val 16667"/>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GB" sz="2000" dirty="0">
              <a:solidFill>
                <a:schemeClr val="tx1"/>
              </a:solidFill>
              <a:latin typeface="Twinkl Cursive Looped Light" panose="02000000000000000000" pitchFamily="2" charset="77"/>
              <a:ea typeface="Sassoon Infant Rg" panose="02000503030000020003" pitchFamily="2" charset="0"/>
            </a:endParaRPr>
          </a:p>
        </p:txBody>
      </p:sp>
      <p:sp>
        <p:nvSpPr>
          <p:cNvPr id="13" name="TextBox 12">
            <a:extLst>
              <a:ext uri="{FF2B5EF4-FFF2-40B4-BE49-F238E27FC236}">
                <a16:creationId xmlns:a16="http://schemas.microsoft.com/office/drawing/2014/main" id="{9496A5FA-BB85-2EFB-DFBA-457918FF9AF4}"/>
              </a:ext>
            </a:extLst>
          </p:cNvPr>
          <p:cNvSpPr txBox="1"/>
          <p:nvPr userDrawn="1"/>
        </p:nvSpPr>
        <p:spPr>
          <a:xfrm>
            <a:off x="391135" y="2899399"/>
            <a:ext cx="1131015" cy="369332"/>
          </a:xfrm>
          <a:prstGeom prst="rect">
            <a:avLst/>
          </a:prstGeom>
          <a:noFill/>
        </p:spPr>
        <p:txBody>
          <a:bodyPr wrap="none" rtlCol="0">
            <a:spAutoFit/>
          </a:bodyPr>
          <a:lstStyle/>
          <a:p>
            <a:r>
              <a:rPr lang="en-GB">
                <a:latin typeface="Twinkl Cursive Looped Light" panose="02000000000000000000" pitchFamily="2" charset="77"/>
              </a:rPr>
              <a:t>Learner A</a:t>
            </a:r>
          </a:p>
        </p:txBody>
      </p:sp>
      <p:sp>
        <p:nvSpPr>
          <p:cNvPr id="14" name="TextBox 13">
            <a:extLst>
              <a:ext uri="{FF2B5EF4-FFF2-40B4-BE49-F238E27FC236}">
                <a16:creationId xmlns:a16="http://schemas.microsoft.com/office/drawing/2014/main" id="{F1584113-451F-0AC8-C96F-D21CAF18F9B7}"/>
              </a:ext>
            </a:extLst>
          </p:cNvPr>
          <p:cNvSpPr txBox="1"/>
          <p:nvPr userDrawn="1"/>
        </p:nvSpPr>
        <p:spPr>
          <a:xfrm>
            <a:off x="10267893" y="2280970"/>
            <a:ext cx="1134221" cy="369332"/>
          </a:xfrm>
          <a:prstGeom prst="rect">
            <a:avLst/>
          </a:prstGeom>
          <a:noFill/>
        </p:spPr>
        <p:txBody>
          <a:bodyPr wrap="none" rtlCol="0">
            <a:spAutoFit/>
          </a:bodyPr>
          <a:lstStyle/>
          <a:p>
            <a:r>
              <a:rPr lang="en-GB" dirty="0">
                <a:latin typeface="Twinkl Cursive Looped Light" panose="02000000000000000000" pitchFamily="2" charset="77"/>
              </a:rPr>
              <a:t>Learner B</a:t>
            </a:r>
          </a:p>
        </p:txBody>
      </p:sp>
      <p:sp>
        <p:nvSpPr>
          <p:cNvPr id="15" name="TextBox 14">
            <a:extLst>
              <a:ext uri="{FF2B5EF4-FFF2-40B4-BE49-F238E27FC236}">
                <a16:creationId xmlns:a16="http://schemas.microsoft.com/office/drawing/2014/main" id="{3B0831C7-E0BE-BDB6-55FE-E79E2E008C06}"/>
              </a:ext>
            </a:extLst>
          </p:cNvPr>
          <p:cNvSpPr txBox="1"/>
          <p:nvPr userDrawn="1"/>
        </p:nvSpPr>
        <p:spPr>
          <a:xfrm>
            <a:off x="612053" y="6354223"/>
            <a:ext cx="1155060" cy="369332"/>
          </a:xfrm>
          <a:prstGeom prst="rect">
            <a:avLst/>
          </a:prstGeom>
          <a:noFill/>
        </p:spPr>
        <p:txBody>
          <a:bodyPr wrap="none" rtlCol="0">
            <a:spAutoFit/>
          </a:bodyPr>
          <a:lstStyle/>
          <a:p>
            <a:r>
              <a:rPr lang="en-GB">
                <a:latin typeface="Twinkl Cursive Looped Light" panose="02000000000000000000" pitchFamily="2" charset="77"/>
              </a:rPr>
              <a:t>Learner C</a:t>
            </a:r>
          </a:p>
        </p:txBody>
      </p:sp>
      <p:sp>
        <p:nvSpPr>
          <p:cNvPr id="16" name="Rectangle: Rounded Corners 2">
            <a:extLst>
              <a:ext uri="{FF2B5EF4-FFF2-40B4-BE49-F238E27FC236}">
                <a16:creationId xmlns:a16="http://schemas.microsoft.com/office/drawing/2014/main" id="{6443E800-81C1-A0AB-F9EC-DB03E6C301B3}"/>
              </a:ext>
            </a:extLst>
          </p:cNvPr>
          <p:cNvSpPr/>
          <p:nvPr userDrawn="1"/>
        </p:nvSpPr>
        <p:spPr>
          <a:xfrm>
            <a:off x="612053" y="224176"/>
            <a:ext cx="9655840" cy="81592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solidFill>
                  <a:srgbClr val="002060"/>
                </a:solidFill>
                <a:latin typeface="Twinkl Cursive Looped Light" panose="02000000000000000000" pitchFamily="2" charset="77"/>
                <a:ea typeface="Sassoon Infant Rg" panose="02000503030000020003" pitchFamily="2" charset="0"/>
              </a:rPr>
              <a:t>Who do you agree/disagree with and why?</a:t>
            </a:r>
          </a:p>
        </p:txBody>
      </p:sp>
      <p:sp>
        <p:nvSpPr>
          <p:cNvPr id="18" name="AutoShape 6">
            <a:extLst>
              <a:ext uri="{FF2B5EF4-FFF2-40B4-BE49-F238E27FC236}">
                <a16:creationId xmlns:a16="http://schemas.microsoft.com/office/drawing/2014/main" id="{6C80CDB2-AFA5-B8E9-7E4E-72F76B52AE75}"/>
              </a:ext>
            </a:extLst>
          </p:cNvPr>
          <p:cNvSpPr>
            <a:spLocks noChangeAspect="1" noChangeArrowheads="1"/>
          </p:cNvSpPr>
          <p:nvPr userDrawn="1"/>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latin typeface="Twinkl Cursive Looped Light" panose="02000000000000000000" pitchFamily="2" charset="77"/>
            </a:endParaRPr>
          </a:p>
        </p:txBody>
      </p:sp>
      <p:sp>
        <p:nvSpPr>
          <p:cNvPr id="17" name="Speech Bubble: Rectangle with Corners Rounded 19">
            <a:extLst>
              <a:ext uri="{FF2B5EF4-FFF2-40B4-BE49-F238E27FC236}">
                <a16:creationId xmlns:a16="http://schemas.microsoft.com/office/drawing/2014/main" id="{04A7440B-B906-7EEB-3B5F-D8F1B463EDCB}"/>
              </a:ext>
            </a:extLst>
          </p:cNvPr>
          <p:cNvSpPr/>
          <p:nvPr userDrawn="1"/>
        </p:nvSpPr>
        <p:spPr>
          <a:xfrm>
            <a:off x="1575198" y="1264272"/>
            <a:ext cx="3762612" cy="1341859"/>
          </a:xfrm>
          <a:prstGeom prst="wedgeRoundRectCallout">
            <a:avLst>
              <a:gd name="adj1" fmla="val -56873"/>
              <a:gd name="adj2" fmla="val -7773"/>
              <a:gd name="adj3" fmla="val 16667"/>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GB" sz="2000" dirty="0">
              <a:solidFill>
                <a:schemeClr val="tx1"/>
              </a:solidFill>
              <a:latin typeface="Twinkl Cursive Looped Light" panose="02000000000000000000" pitchFamily="2" charset="77"/>
              <a:ea typeface="Sassoon Infant Rg" panose="02000503030000020003" pitchFamily="2" charset="0"/>
            </a:endParaRPr>
          </a:p>
        </p:txBody>
      </p:sp>
    </p:spTree>
    <p:extLst>
      <p:ext uri="{BB962C8B-B14F-4D97-AF65-F5344CB8AC3E}">
        <p14:creationId xmlns:p14="http://schemas.microsoft.com/office/powerpoint/2010/main" val="24483438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earning_Review">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48A30F-B1A4-B3D4-92EE-2E82C55F1994}"/>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700279" y="2316590"/>
            <a:ext cx="2239115" cy="2746278"/>
          </a:xfrm>
          <a:prstGeom prst="rect">
            <a:avLst/>
          </a:prstGeom>
        </p:spPr>
      </p:pic>
      <p:pic>
        <p:nvPicPr>
          <p:cNvPr id="4" name="Picture 3">
            <a:extLst>
              <a:ext uri="{FF2B5EF4-FFF2-40B4-BE49-F238E27FC236}">
                <a16:creationId xmlns:a16="http://schemas.microsoft.com/office/drawing/2014/main" id="{0A2E3694-BFF0-3321-FC02-4F86816A2053}"/>
              </a:ext>
            </a:extLst>
          </p:cNvPr>
          <p:cNvPicPr>
            <a:picLocks noChangeAspect="1"/>
          </p:cNvPicPr>
          <p:nvPr userDrawn="1"/>
        </p:nvPicPr>
        <p:blipFill rotWithShape="1">
          <a:blip r:embed="rId4">
            <a:extLst>
              <a:ext uri="{BEBA8EAE-BF5A-486C-A8C5-ECC9F3942E4B}">
                <a14:imgProps xmlns:a14="http://schemas.microsoft.com/office/drawing/2010/main">
                  <a14:imgLayer r:embed="rId3">
                    <a14:imgEffect>
                      <a14:backgroundRemoval t="61793" b="81925" l="64809" r="78176">
                        <a14:foregroundMark x1="75238" y1="61799" x2="75238" y2="61799"/>
                      </a14:backgroundRemoval>
                    </a14:imgEffect>
                  </a14:imgLayer>
                </a14:imgProps>
              </a:ext>
            </a:extLst>
          </a:blip>
          <a:srcRect l="63138" t="59276" r="20153" b="15559"/>
          <a:stretch/>
        </p:blipFill>
        <p:spPr>
          <a:xfrm>
            <a:off x="9443522" y="3230880"/>
            <a:ext cx="1994611" cy="2848206"/>
          </a:xfrm>
          <a:prstGeom prst="rect">
            <a:avLst/>
          </a:prstGeom>
        </p:spPr>
      </p:pic>
      <p:pic>
        <p:nvPicPr>
          <p:cNvPr id="5" name="Picture 4">
            <a:extLst>
              <a:ext uri="{FF2B5EF4-FFF2-40B4-BE49-F238E27FC236}">
                <a16:creationId xmlns:a16="http://schemas.microsoft.com/office/drawing/2014/main" id="{418061C2-A7D5-56AB-1C2B-C46C664EB254}"/>
              </a:ext>
            </a:extLst>
          </p:cNvPr>
          <p:cNvPicPr>
            <a:picLocks noChangeAspect="1"/>
          </p:cNvPicPr>
          <p:nvPr userDrawn="1"/>
        </p:nvPicPr>
        <p:blipFill rotWithShape="1">
          <a:blip r:embed="rId5">
            <a:extLst>
              <a:ext uri="{BEBA8EAE-BF5A-486C-A8C5-ECC9F3942E4B}">
                <a14:imgProps xmlns:a14="http://schemas.microsoft.com/office/drawing/2010/main">
                  <a14:imgLayer r:embed="rId3">
                    <a14:imgEffect>
                      <a14:backgroundRemoval t="61793" b="81925" l="43765" r="56864"/>
                    </a14:imgEffect>
                  </a14:imgLayer>
                </a14:imgProps>
              </a:ext>
            </a:extLst>
          </a:blip>
          <a:srcRect l="42128" t="59276" r="41499" b="15559"/>
          <a:stretch/>
        </p:blipFill>
        <p:spPr>
          <a:xfrm>
            <a:off x="5224521" y="2080496"/>
            <a:ext cx="2098966" cy="3058827"/>
          </a:xfrm>
          <a:prstGeom prst="rect">
            <a:avLst/>
          </a:prstGeom>
        </p:spPr>
      </p:pic>
      <p:sp>
        <p:nvSpPr>
          <p:cNvPr id="6" name="TextBox 5">
            <a:extLst>
              <a:ext uri="{FF2B5EF4-FFF2-40B4-BE49-F238E27FC236}">
                <a16:creationId xmlns:a16="http://schemas.microsoft.com/office/drawing/2014/main" id="{28F2AFB9-30A2-1D28-2A3E-13592F9A9950}"/>
              </a:ext>
            </a:extLst>
          </p:cNvPr>
          <p:cNvSpPr txBox="1"/>
          <p:nvPr userDrawn="1"/>
        </p:nvSpPr>
        <p:spPr>
          <a:xfrm>
            <a:off x="331625" y="1054834"/>
            <a:ext cx="3599387" cy="1328023"/>
          </a:xfrm>
          <a:prstGeom prst="wedgeRoundRectCallout">
            <a:avLst>
              <a:gd name="adj1" fmla="val -16346"/>
              <a:gd name="adj2" fmla="val 72094"/>
              <a:gd name="adj3" fmla="val 16667"/>
            </a:avLst>
          </a:prstGeom>
          <a:solidFill>
            <a:schemeClr val="accent2">
              <a:lumMod val="60000"/>
              <a:lumOff val="40000"/>
            </a:schemeClr>
          </a:solidFill>
          <a:ln>
            <a:solidFill>
              <a:schemeClr val="tx1"/>
            </a:solidFill>
          </a:ln>
        </p:spPr>
        <p:txBody>
          <a:bodyPr wrap="square" rtlCol="0">
            <a:spAutoFit/>
          </a:bodyPr>
          <a:lstStyle/>
          <a:p>
            <a:endParaRPr lang="en-US" sz="2400">
              <a:latin typeface="Twinkl Cursive Looped" panose="02000000000000000000" pitchFamily="2" charset="77"/>
            </a:endParaRPr>
          </a:p>
          <a:p>
            <a:endParaRPr lang="en-US" sz="2400">
              <a:latin typeface="Twinkl Cursive Looped" panose="02000000000000000000" pitchFamily="2" charset="77"/>
            </a:endParaRPr>
          </a:p>
          <a:p>
            <a:endParaRPr lang="en-US" sz="2400">
              <a:latin typeface="Twinkl Cursive Looped" panose="02000000000000000000" pitchFamily="2" charset="77"/>
            </a:endParaRPr>
          </a:p>
        </p:txBody>
      </p:sp>
      <p:sp>
        <p:nvSpPr>
          <p:cNvPr id="7" name="TextBox 6">
            <a:extLst>
              <a:ext uri="{FF2B5EF4-FFF2-40B4-BE49-F238E27FC236}">
                <a16:creationId xmlns:a16="http://schemas.microsoft.com/office/drawing/2014/main" id="{6B08EE4E-A446-2828-FE49-83037CDAFD91}"/>
              </a:ext>
            </a:extLst>
          </p:cNvPr>
          <p:cNvSpPr txBox="1"/>
          <p:nvPr userDrawn="1"/>
        </p:nvSpPr>
        <p:spPr>
          <a:xfrm>
            <a:off x="4324958" y="1067463"/>
            <a:ext cx="3599387" cy="1328023"/>
          </a:xfrm>
          <a:prstGeom prst="wedgeRoundRectCallout">
            <a:avLst>
              <a:gd name="adj1" fmla="val -9110"/>
              <a:gd name="adj2" fmla="val 93229"/>
              <a:gd name="adj3" fmla="val 16667"/>
            </a:avLst>
          </a:prstGeom>
          <a:solidFill>
            <a:schemeClr val="accent5">
              <a:lumMod val="40000"/>
              <a:lumOff val="60000"/>
            </a:schemeClr>
          </a:solidFill>
          <a:ln>
            <a:solidFill>
              <a:schemeClr val="tx1"/>
            </a:solidFill>
          </a:ln>
        </p:spPr>
        <p:txBody>
          <a:bodyPr wrap="square" rtlCol="0">
            <a:spAutoFit/>
          </a:bodyPr>
          <a:lstStyle/>
          <a:p>
            <a:endParaRPr lang="en-US" sz="2400">
              <a:latin typeface="Twinkl Cursive Looped" panose="02000000000000000000" pitchFamily="2" charset="77"/>
            </a:endParaRPr>
          </a:p>
          <a:p>
            <a:endParaRPr lang="en-US" sz="2400">
              <a:latin typeface="Twinkl Cursive Looped" panose="02000000000000000000" pitchFamily="2" charset="77"/>
            </a:endParaRPr>
          </a:p>
          <a:p>
            <a:endParaRPr lang="en-US" sz="2400">
              <a:latin typeface="Twinkl Cursive Looped" panose="02000000000000000000" pitchFamily="2" charset="77"/>
            </a:endParaRPr>
          </a:p>
        </p:txBody>
      </p:sp>
      <p:sp>
        <p:nvSpPr>
          <p:cNvPr id="8" name="TextBox 7">
            <a:extLst>
              <a:ext uri="{FF2B5EF4-FFF2-40B4-BE49-F238E27FC236}">
                <a16:creationId xmlns:a16="http://schemas.microsoft.com/office/drawing/2014/main" id="{6C676A77-B81C-04F7-42DB-CC6FCE9CD4E5}"/>
              </a:ext>
            </a:extLst>
          </p:cNvPr>
          <p:cNvSpPr txBox="1"/>
          <p:nvPr userDrawn="1"/>
        </p:nvSpPr>
        <p:spPr>
          <a:xfrm>
            <a:off x="8290560" y="1941004"/>
            <a:ext cx="3596185" cy="1328023"/>
          </a:xfrm>
          <a:prstGeom prst="wedgeRoundRectCallout">
            <a:avLst>
              <a:gd name="adj1" fmla="val -9520"/>
              <a:gd name="adj2" fmla="val 87403"/>
              <a:gd name="adj3" fmla="val 16667"/>
            </a:avLst>
          </a:prstGeom>
          <a:solidFill>
            <a:schemeClr val="accent6">
              <a:lumMod val="40000"/>
              <a:lumOff val="60000"/>
            </a:schemeClr>
          </a:solidFill>
          <a:ln>
            <a:solidFill>
              <a:schemeClr val="tx1"/>
            </a:solidFill>
          </a:ln>
        </p:spPr>
        <p:txBody>
          <a:bodyPr wrap="square" rtlCol="0">
            <a:spAutoFit/>
          </a:bodyPr>
          <a:lstStyle/>
          <a:p>
            <a:endParaRPr lang="en-US" sz="2400">
              <a:latin typeface="Twinkl Cursive Looped" panose="02000000000000000000" pitchFamily="2" charset="77"/>
            </a:endParaRPr>
          </a:p>
          <a:p>
            <a:endParaRPr lang="en-US" sz="2400">
              <a:latin typeface="Twinkl Cursive Looped" panose="02000000000000000000" pitchFamily="2" charset="77"/>
            </a:endParaRPr>
          </a:p>
          <a:p>
            <a:endParaRPr lang="en-US" sz="2400">
              <a:latin typeface="Twinkl Cursive Looped" panose="02000000000000000000" pitchFamily="2" charset="77"/>
            </a:endParaRPr>
          </a:p>
        </p:txBody>
      </p:sp>
      <p:pic>
        <p:nvPicPr>
          <p:cNvPr id="9" name="Picture 8">
            <a:extLst>
              <a:ext uri="{FF2B5EF4-FFF2-40B4-BE49-F238E27FC236}">
                <a16:creationId xmlns:a16="http://schemas.microsoft.com/office/drawing/2014/main" id="{B380C2AC-F6C9-09E3-B8A0-3D895EAF40D4}"/>
              </a:ext>
            </a:extLst>
          </p:cNvPr>
          <p:cNvPicPr>
            <a:picLocks noChangeAspect="1"/>
          </p:cNvPicPr>
          <p:nvPr userDrawn="1"/>
        </p:nvPicPr>
        <p:blipFill>
          <a:blip r:embed="rId6"/>
          <a:srcRect b="1534"/>
          <a:stretch>
            <a:fillRect/>
          </a:stretch>
        </p:blipFill>
        <p:spPr>
          <a:xfrm>
            <a:off x="10708779" y="202937"/>
            <a:ext cx="1325616" cy="1617660"/>
          </a:xfrm>
          <a:prstGeom prst="rect">
            <a:avLst/>
          </a:prstGeom>
        </p:spPr>
      </p:pic>
      <p:grpSp>
        <p:nvGrpSpPr>
          <p:cNvPr id="50" name="Group 49">
            <a:extLst>
              <a:ext uri="{FF2B5EF4-FFF2-40B4-BE49-F238E27FC236}">
                <a16:creationId xmlns:a16="http://schemas.microsoft.com/office/drawing/2014/main" id="{1B915738-DA07-BEA1-0271-4681C9983ABA}"/>
              </a:ext>
            </a:extLst>
          </p:cNvPr>
          <p:cNvGrpSpPr/>
          <p:nvPr userDrawn="1"/>
        </p:nvGrpSpPr>
        <p:grpSpPr>
          <a:xfrm>
            <a:off x="3404085" y="5535343"/>
            <a:ext cx="4886475" cy="1087485"/>
            <a:chOff x="815682" y="5579281"/>
            <a:chExt cx="4886475" cy="1087485"/>
          </a:xfrm>
        </p:grpSpPr>
        <p:sp>
          <p:nvSpPr>
            <p:cNvPr id="12" name="Google Shape;59;p1">
              <a:extLst>
                <a:ext uri="{FF2B5EF4-FFF2-40B4-BE49-F238E27FC236}">
                  <a16:creationId xmlns:a16="http://schemas.microsoft.com/office/drawing/2014/main" id="{95F01BC5-772E-3DC2-DFF7-31D91B68AECE}"/>
                </a:ext>
              </a:extLst>
            </p:cNvPr>
            <p:cNvSpPr/>
            <p:nvPr/>
          </p:nvSpPr>
          <p:spPr>
            <a:xfrm>
              <a:off x="815682" y="6328617"/>
              <a:ext cx="976984" cy="338149"/>
            </a:xfrm>
            <a:custGeom>
              <a:avLst/>
              <a:gdLst/>
              <a:ahLst/>
              <a:cxnLst/>
              <a:rect l="l" t="t" r="r" b="b"/>
              <a:pathLst>
                <a:path w="1904364" h="659129" extrusionOk="0">
                  <a:moveTo>
                    <a:pt x="1574431" y="0"/>
                  </a:moveTo>
                  <a:lnTo>
                    <a:pt x="329336" y="0"/>
                  </a:lnTo>
                  <a:lnTo>
                    <a:pt x="280669" y="3570"/>
                  </a:lnTo>
                  <a:lnTo>
                    <a:pt x="234218" y="13943"/>
                  </a:lnTo>
                  <a:lnTo>
                    <a:pt x="190495" y="30609"/>
                  </a:lnTo>
                  <a:lnTo>
                    <a:pt x="150008" y="53057"/>
                  </a:lnTo>
                  <a:lnTo>
                    <a:pt x="113266" y="80780"/>
                  </a:lnTo>
                  <a:lnTo>
                    <a:pt x="80780" y="113266"/>
                  </a:lnTo>
                  <a:lnTo>
                    <a:pt x="53057" y="150008"/>
                  </a:lnTo>
                  <a:lnTo>
                    <a:pt x="30609" y="190495"/>
                  </a:lnTo>
                  <a:lnTo>
                    <a:pt x="13943" y="234218"/>
                  </a:lnTo>
                  <a:lnTo>
                    <a:pt x="3570" y="280669"/>
                  </a:lnTo>
                  <a:lnTo>
                    <a:pt x="0" y="329336"/>
                  </a:lnTo>
                  <a:lnTo>
                    <a:pt x="3570" y="378003"/>
                  </a:lnTo>
                  <a:lnTo>
                    <a:pt x="13943" y="424453"/>
                  </a:lnTo>
                  <a:lnTo>
                    <a:pt x="30609" y="468177"/>
                  </a:lnTo>
                  <a:lnTo>
                    <a:pt x="53057" y="508664"/>
                  </a:lnTo>
                  <a:lnTo>
                    <a:pt x="80780" y="545406"/>
                  </a:lnTo>
                  <a:lnTo>
                    <a:pt x="113266" y="577892"/>
                  </a:lnTo>
                  <a:lnTo>
                    <a:pt x="150008" y="605615"/>
                  </a:lnTo>
                  <a:lnTo>
                    <a:pt x="190495" y="628063"/>
                  </a:lnTo>
                  <a:lnTo>
                    <a:pt x="234218" y="644729"/>
                  </a:lnTo>
                  <a:lnTo>
                    <a:pt x="280669" y="655101"/>
                  </a:lnTo>
                  <a:lnTo>
                    <a:pt x="329336" y="658672"/>
                  </a:lnTo>
                  <a:lnTo>
                    <a:pt x="1574431" y="658672"/>
                  </a:lnTo>
                  <a:lnTo>
                    <a:pt x="1623099" y="655101"/>
                  </a:lnTo>
                  <a:lnTo>
                    <a:pt x="1669549" y="644729"/>
                  </a:lnTo>
                  <a:lnTo>
                    <a:pt x="1713272" y="628063"/>
                  </a:lnTo>
                  <a:lnTo>
                    <a:pt x="1753759" y="605615"/>
                  </a:lnTo>
                  <a:lnTo>
                    <a:pt x="1790501" y="577892"/>
                  </a:lnTo>
                  <a:lnTo>
                    <a:pt x="1822988" y="545406"/>
                  </a:lnTo>
                  <a:lnTo>
                    <a:pt x="1850710" y="508664"/>
                  </a:lnTo>
                  <a:lnTo>
                    <a:pt x="1873159" y="468177"/>
                  </a:lnTo>
                  <a:lnTo>
                    <a:pt x="1889824" y="424453"/>
                  </a:lnTo>
                  <a:lnTo>
                    <a:pt x="1900197" y="378003"/>
                  </a:lnTo>
                  <a:lnTo>
                    <a:pt x="1903768" y="329336"/>
                  </a:lnTo>
                  <a:lnTo>
                    <a:pt x="1900197" y="280669"/>
                  </a:lnTo>
                  <a:lnTo>
                    <a:pt x="1889824" y="234218"/>
                  </a:lnTo>
                  <a:lnTo>
                    <a:pt x="1873159" y="190495"/>
                  </a:lnTo>
                  <a:lnTo>
                    <a:pt x="1850710" y="150008"/>
                  </a:lnTo>
                  <a:lnTo>
                    <a:pt x="1822988" y="113266"/>
                  </a:lnTo>
                  <a:lnTo>
                    <a:pt x="1790501" y="80780"/>
                  </a:lnTo>
                  <a:lnTo>
                    <a:pt x="1753759" y="53057"/>
                  </a:lnTo>
                  <a:lnTo>
                    <a:pt x="1713272" y="30609"/>
                  </a:lnTo>
                  <a:lnTo>
                    <a:pt x="1669549" y="13943"/>
                  </a:lnTo>
                  <a:lnTo>
                    <a:pt x="1623099" y="3570"/>
                  </a:lnTo>
                  <a:lnTo>
                    <a:pt x="1574431" y="0"/>
                  </a:lnTo>
                  <a:close/>
                </a:path>
              </a:pathLst>
            </a:custGeom>
            <a:solidFill>
              <a:srgbClr val="FFBE66"/>
            </a:solidFill>
            <a:ln>
              <a:noFill/>
            </a:ln>
          </p:spPr>
          <p:txBody>
            <a:bodyPr spcFirstLastPara="1" wrap="square" lIns="0" tIns="0" rIns="0" bIns="0" anchor="t" anchorCtr="0">
              <a:noAutofit/>
            </a:bodyPr>
            <a:lstStyle/>
            <a:p>
              <a:endParaRPr sz="800">
                <a:solidFill>
                  <a:schemeClr val="dk1"/>
                </a:solidFill>
                <a:latin typeface="Calibri"/>
                <a:ea typeface="Calibri"/>
                <a:cs typeface="Calibri"/>
                <a:sym typeface="Calibri"/>
              </a:endParaRPr>
            </a:p>
          </p:txBody>
        </p:sp>
        <p:sp>
          <p:nvSpPr>
            <p:cNvPr id="13" name="Google Shape;60;p1">
              <a:extLst>
                <a:ext uri="{FF2B5EF4-FFF2-40B4-BE49-F238E27FC236}">
                  <a16:creationId xmlns:a16="http://schemas.microsoft.com/office/drawing/2014/main" id="{FC976EED-DCCC-9402-C8DB-0E3DCE803D35}"/>
                </a:ext>
              </a:extLst>
            </p:cNvPr>
            <p:cNvSpPr txBox="1"/>
            <p:nvPr/>
          </p:nvSpPr>
          <p:spPr>
            <a:xfrm>
              <a:off x="1056812" y="6396271"/>
              <a:ext cx="467480" cy="134859"/>
            </a:xfrm>
            <a:prstGeom prst="rect">
              <a:avLst/>
            </a:prstGeom>
            <a:noFill/>
            <a:ln>
              <a:noFill/>
            </a:ln>
          </p:spPr>
          <p:txBody>
            <a:bodyPr spcFirstLastPara="1" wrap="square" lIns="0" tIns="11635" rIns="0" bIns="0" anchor="t" anchorCtr="0">
              <a:spAutoFit/>
            </a:bodyPr>
            <a:lstStyle/>
            <a:p>
              <a:pPr marL="11635"/>
              <a:r>
                <a:rPr lang="en-US" sz="800">
                  <a:solidFill>
                    <a:schemeClr val="dk1"/>
                  </a:solidFill>
                  <a:latin typeface="Arial"/>
                  <a:ea typeface="Arial"/>
                  <a:cs typeface="Arial"/>
                  <a:sym typeface="Arial"/>
                </a:rPr>
                <a:t>Physical</a:t>
              </a:r>
              <a:endParaRPr sz="800">
                <a:solidFill>
                  <a:schemeClr val="dk1"/>
                </a:solidFill>
                <a:latin typeface="Arial"/>
                <a:ea typeface="Arial"/>
                <a:cs typeface="Arial"/>
                <a:sym typeface="Arial"/>
              </a:endParaRPr>
            </a:p>
          </p:txBody>
        </p:sp>
        <p:pic>
          <p:nvPicPr>
            <p:cNvPr id="14" name="Google Shape;65;p1">
              <a:extLst>
                <a:ext uri="{FF2B5EF4-FFF2-40B4-BE49-F238E27FC236}">
                  <a16:creationId xmlns:a16="http://schemas.microsoft.com/office/drawing/2014/main" id="{7071CD88-5E3E-F785-924A-8B2D4903DC59}"/>
                </a:ext>
              </a:extLst>
            </p:cNvPr>
            <p:cNvPicPr preferRelativeResize="0"/>
            <p:nvPr/>
          </p:nvPicPr>
          <p:blipFill rotWithShape="1">
            <a:blip r:embed="rId7">
              <a:alphaModFix/>
            </a:blip>
            <a:srcRect/>
            <a:stretch/>
          </p:blipFill>
          <p:spPr>
            <a:xfrm>
              <a:off x="975535" y="5579281"/>
              <a:ext cx="663593" cy="663587"/>
            </a:xfrm>
            <a:prstGeom prst="rect">
              <a:avLst/>
            </a:prstGeom>
            <a:noFill/>
            <a:ln>
              <a:noFill/>
            </a:ln>
          </p:spPr>
        </p:pic>
        <p:sp>
          <p:nvSpPr>
            <p:cNvPr id="16" name="Google Shape;63;p1">
              <a:extLst>
                <a:ext uri="{FF2B5EF4-FFF2-40B4-BE49-F238E27FC236}">
                  <a16:creationId xmlns:a16="http://schemas.microsoft.com/office/drawing/2014/main" id="{43A1C8AB-C799-7E73-F755-AA5F5FD699A4}"/>
                </a:ext>
              </a:extLst>
            </p:cNvPr>
            <p:cNvSpPr/>
            <p:nvPr/>
          </p:nvSpPr>
          <p:spPr>
            <a:xfrm>
              <a:off x="3355109" y="6318864"/>
              <a:ext cx="991644" cy="338149"/>
            </a:xfrm>
            <a:custGeom>
              <a:avLst/>
              <a:gdLst/>
              <a:ahLst/>
              <a:cxnLst/>
              <a:rect l="l" t="t" r="r" b="b"/>
              <a:pathLst>
                <a:path w="1932940" h="659129" extrusionOk="0">
                  <a:moveTo>
                    <a:pt x="1603451" y="0"/>
                  </a:moveTo>
                  <a:lnTo>
                    <a:pt x="329336" y="0"/>
                  </a:lnTo>
                  <a:lnTo>
                    <a:pt x="280669" y="3570"/>
                  </a:lnTo>
                  <a:lnTo>
                    <a:pt x="234218" y="13943"/>
                  </a:lnTo>
                  <a:lnTo>
                    <a:pt x="190495" y="30609"/>
                  </a:lnTo>
                  <a:lnTo>
                    <a:pt x="150008" y="53057"/>
                  </a:lnTo>
                  <a:lnTo>
                    <a:pt x="113266" y="80780"/>
                  </a:lnTo>
                  <a:lnTo>
                    <a:pt x="80780" y="113266"/>
                  </a:lnTo>
                  <a:lnTo>
                    <a:pt x="53057" y="150008"/>
                  </a:lnTo>
                  <a:lnTo>
                    <a:pt x="30609" y="190495"/>
                  </a:lnTo>
                  <a:lnTo>
                    <a:pt x="13943" y="234218"/>
                  </a:lnTo>
                  <a:lnTo>
                    <a:pt x="3570" y="280669"/>
                  </a:lnTo>
                  <a:lnTo>
                    <a:pt x="0" y="329336"/>
                  </a:lnTo>
                  <a:lnTo>
                    <a:pt x="3570" y="378003"/>
                  </a:lnTo>
                  <a:lnTo>
                    <a:pt x="13943" y="424453"/>
                  </a:lnTo>
                  <a:lnTo>
                    <a:pt x="30609" y="468177"/>
                  </a:lnTo>
                  <a:lnTo>
                    <a:pt x="53057" y="508664"/>
                  </a:lnTo>
                  <a:lnTo>
                    <a:pt x="80780" y="545406"/>
                  </a:lnTo>
                  <a:lnTo>
                    <a:pt x="113266" y="577892"/>
                  </a:lnTo>
                  <a:lnTo>
                    <a:pt x="150008" y="605615"/>
                  </a:lnTo>
                  <a:lnTo>
                    <a:pt x="190495" y="628063"/>
                  </a:lnTo>
                  <a:lnTo>
                    <a:pt x="234218" y="644729"/>
                  </a:lnTo>
                  <a:lnTo>
                    <a:pt x="280669" y="655101"/>
                  </a:lnTo>
                  <a:lnTo>
                    <a:pt x="329336" y="658672"/>
                  </a:lnTo>
                  <a:lnTo>
                    <a:pt x="1603451" y="658672"/>
                  </a:lnTo>
                  <a:lnTo>
                    <a:pt x="1652118" y="655101"/>
                  </a:lnTo>
                  <a:lnTo>
                    <a:pt x="1698569" y="644729"/>
                  </a:lnTo>
                  <a:lnTo>
                    <a:pt x="1742294" y="628063"/>
                  </a:lnTo>
                  <a:lnTo>
                    <a:pt x="1782782" y="605615"/>
                  </a:lnTo>
                  <a:lnTo>
                    <a:pt x="1819526" y="577892"/>
                  </a:lnTo>
                  <a:lnTo>
                    <a:pt x="1852014" y="545406"/>
                  </a:lnTo>
                  <a:lnTo>
                    <a:pt x="1879738" y="508664"/>
                  </a:lnTo>
                  <a:lnTo>
                    <a:pt x="1902188" y="468177"/>
                  </a:lnTo>
                  <a:lnTo>
                    <a:pt x="1918855" y="424453"/>
                  </a:lnTo>
                  <a:lnTo>
                    <a:pt x="1929229" y="378003"/>
                  </a:lnTo>
                  <a:lnTo>
                    <a:pt x="1932800" y="329336"/>
                  </a:lnTo>
                  <a:lnTo>
                    <a:pt x="1929229" y="280669"/>
                  </a:lnTo>
                  <a:lnTo>
                    <a:pt x="1918855" y="234218"/>
                  </a:lnTo>
                  <a:lnTo>
                    <a:pt x="1902188" y="190495"/>
                  </a:lnTo>
                  <a:lnTo>
                    <a:pt x="1879738" y="150008"/>
                  </a:lnTo>
                  <a:lnTo>
                    <a:pt x="1852014" y="113266"/>
                  </a:lnTo>
                  <a:lnTo>
                    <a:pt x="1819526" y="80780"/>
                  </a:lnTo>
                  <a:lnTo>
                    <a:pt x="1782782" y="53057"/>
                  </a:lnTo>
                  <a:lnTo>
                    <a:pt x="1742294" y="30609"/>
                  </a:lnTo>
                  <a:lnTo>
                    <a:pt x="1698569" y="13943"/>
                  </a:lnTo>
                  <a:lnTo>
                    <a:pt x="1652118" y="3570"/>
                  </a:lnTo>
                  <a:lnTo>
                    <a:pt x="1603451" y="0"/>
                  </a:lnTo>
                  <a:close/>
                </a:path>
              </a:pathLst>
            </a:custGeom>
            <a:solidFill>
              <a:srgbClr val="FBE267"/>
            </a:solidFill>
            <a:ln>
              <a:noFill/>
            </a:ln>
          </p:spPr>
          <p:txBody>
            <a:bodyPr spcFirstLastPara="1" wrap="square" lIns="0" tIns="0" rIns="0" bIns="0" anchor="t" anchorCtr="0">
              <a:noAutofit/>
            </a:bodyPr>
            <a:lstStyle/>
            <a:p>
              <a:endParaRPr sz="800">
                <a:solidFill>
                  <a:schemeClr val="dk1"/>
                </a:solidFill>
                <a:latin typeface="Calibri"/>
                <a:ea typeface="Calibri"/>
                <a:cs typeface="Calibri"/>
                <a:sym typeface="Calibri"/>
              </a:endParaRPr>
            </a:p>
          </p:txBody>
        </p:sp>
        <p:sp>
          <p:nvSpPr>
            <p:cNvPr id="17" name="Google Shape;64;p1">
              <a:extLst>
                <a:ext uri="{FF2B5EF4-FFF2-40B4-BE49-F238E27FC236}">
                  <a16:creationId xmlns:a16="http://schemas.microsoft.com/office/drawing/2014/main" id="{F0C03CDB-C499-5727-ADA2-AF2158924293}"/>
                </a:ext>
              </a:extLst>
            </p:cNvPr>
            <p:cNvSpPr txBox="1"/>
            <p:nvPr/>
          </p:nvSpPr>
          <p:spPr>
            <a:xfrm>
              <a:off x="3576471" y="6405028"/>
              <a:ext cx="525793" cy="134859"/>
            </a:xfrm>
            <a:prstGeom prst="rect">
              <a:avLst/>
            </a:prstGeom>
            <a:noFill/>
            <a:ln>
              <a:noFill/>
            </a:ln>
          </p:spPr>
          <p:txBody>
            <a:bodyPr spcFirstLastPara="1" wrap="square" lIns="0" tIns="11635" rIns="0" bIns="0" anchor="t" anchorCtr="0">
              <a:spAutoFit/>
            </a:bodyPr>
            <a:lstStyle/>
            <a:p>
              <a:pPr marL="11635"/>
              <a:r>
                <a:rPr lang="en-US" sz="800">
                  <a:solidFill>
                    <a:schemeClr val="dk1"/>
                  </a:solidFill>
                  <a:latin typeface="Arial"/>
                  <a:ea typeface="Arial"/>
                  <a:cs typeface="Arial"/>
                  <a:sym typeface="Arial"/>
                </a:rPr>
                <a:t>Cognitive</a:t>
              </a:r>
              <a:endParaRPr sz="800">
                <a:solidFill>
                  <a:schemeClr val="dk1"/>
                </a:solidFill>
                <a:latin typeface="Arial"/>
                <a:ea typeface="Arial"/>
                <a:cs typeface="Arial"/>
                <a:sym typeface="Arial"/>
              </a:endParaRPr>
            </a:p>
          </p:txBody>
        </p:sp>
        <p:pic>
          <p:nvPicPr>
            <p:cNvPr id="18" name="Google Shape;66;p1">
              <a:extLst>
                <a:ext uri="{FF2B5EF4-FFF2-40B4-BE49-F238E27FC236}">
                  <a16:creationId xmlns:a16="http://schemas.microsoft.com/office/drawing/2014/main" id="{4DC9EA6D-01E3-781C-AC8B-3A7E42B719CB}"/>
                </a:ext>
              </a:extLst>
            </p:cNvPr>
            <p:cNvPicPr preferRelativeResize="0"/>
            <p:nvPr/>
          </p:nvPicPr>
          <p:blipFill rotWithShape="1">
            <a:blip r:embed="rId8">
              <a:alphaModFix/>
            </a:blip>
            <a:srcRect/>
            <a:stretch/>
          </p:blipFill>
          <p:spPr>
            <a:xfrm>
              <a:off x="3561408" y="5609227"/>
              <a:ext cx="663594" cy="663587"/>
            </a:xfrm>
            <a:prstGeom prst="rect">
              <a:avLst/>
            </a:prstGeom>
            <a:noFill/>
            <a:ln>
              <a:noFill/>
            </a:ln>
          </p:spPr>
        </p:pic>
        <p:sp>
          <p:nvSpPr>
            <p:cNvPr id="20" name="Google Shape;61;p1">
              <a:extLst>
                <a:ext uri="{FF2B5EF4-FFF2-40B4-BE49-F238E27FC236}">
                  <a16:creationId xmlns:a16="http://schemas.microsoft.com/office/drawing/2014/main" id="{19689EDE-7B4F-F701-91E1-1D1C756B03AC}"/>
                </a:ext>
              </a:extLst>
            </p:cNvPr>
            <p:cNvSpPr/>
            <p:nvPr/>
          </p:nvSpPr>
          <p:spPr>
            <a:xfrm>
              <a:off x="2065355" y="6325094"/>
              <a:ext cx="1069828" cy="338149"/>
            </a:xfrm>
            <a:custGeom>
              <a:avLst/>
              <a:gdLst/>
              <a:ahLst/>
              <a:cxnLst/>
              <a:rect l="l" t="t" r="r" b="b"/>
              <a:pathLst>
                <a:path w="2085339" h="659129" extrusionOk="0">
                  <a:moveTo>
                    <a:pt x="1755482" y="0"/>
                  </a:moveTo>
                  <a:lnTo>
                    <a:pt x="329336" y="0"/>
                  </a:lnTo>
                  <a:lnTo>
                    <a:pt x="280669" y="3570"/>
                  </a:lnTo>
                  <a:lnTo>
                    <a:pt x="234218" y="13943"/>
                  </a:lnTo>
                  <a:lnTo>
                    <a:pt x="190495" y="30609"/>
                  </a:lnTo>
                  <a:lnTo>
                    <a:pt x="150008" y="53057"/>
                  </a:lnTo>
                  <a:lnTo>
                    <a:pt x="113266" y="80780"/>
                  </a:lnTo>
                  <a:lnTo>
                    <a:pt x="80780" y="113266"/>
                  </a:lnTo>
                  <a:lnTo>
                    <a:pt x="53057" y="150008"/>
                  </a:lnTo>
                  <a:lnTo>
                    <a:pt x="30609" y="190495"/>
                  </a:lnTo>
                  <a:lnTo>
                    <a:pt x="13943" y="234218"/>
                  </a:lnTo>
                  <a:lnTo>
                    <a:pt x="3570" y="280669"/>
                  </a:lnTo>
                  <a:lnTo>
                    <a:pt x="0" y="329336"/>
                  </a:lnTo>
                  <a:lnTo>
                    <a:pt x="3570" y="378003"/>
                  </a:lnTo>
                  <a:lnTo>
                    <a:pt x="13943" y="424453"/>
                  </a:lnTo>
                  <a:lnTo>
                    <a:pt x="30609" y="468177"/>
                  </a:lnTo>
                  <a:lnTo>
                    <a:pt x="53057" y="508664"/>
                  </a:lnTo>
                  <a:lnTo>
                    <a:pt x="80780" y="545406"/>
                  </a:lnTo>
                  <a:lnTo>
                    <a:pt x="113266" y="577892"/>
                  </a:lnTo>
                  <a:lnTo>
                    <a:pt x="150008" y="605615"/>
                  </a:lnTo>
                  <a:lnTo>
                    <a:pt x="190495" y="628063"/>
                  </a:lnTo>
                  <a:lnTo>
                    <a:pt x="234218" y="644729"/>
                  </a:lnTo>
                  <a:lnTo>
                    <a:pt x="280669" y="655101"/>
                  </a:lnTo>
                  <a:lnTo>
                    <a:pt x="329336" y="658672"/>
                  </a:lnTo>
                  <a:lnTo>
                    <a:pt x="1755482" y="658672"/>
                  </a:lnTo>
                  <a:lnTo>
                    <a:pt x="1804150" y="655101"/>
                  </a:lnTo>
                  <a:lnTo>
                    <a:pt x="1850600" y="644729"/>
                  </a:lnTo>
                  <a:lnTo>
                    <a:pt x="1894323" y="628063"/>
                  </a:lnTo>
                  <a:lnTo>
                    <a:pt x="1934810" y="605615"/>
                  </a:lnTo>
                  <a:lnTo>
                    <a:pt x="1971552" y="577892"/>
                  </a:lnTo>
                  <a:lnTo>
                    <a:pt x="2004039" y="545406"/>
                  </a:lnTo>
                  <a:lnTo>
                    <a:pt x="2031761" y="508664"/>
                  </a:lnTo>
                  <a:lnTo>
                    <a:pt x="2054210" y="468177"/>
                  </a:lnTo>
                  <a:lnTo>
                    <a:pt x="2070875" y="424453"/>
                  </a:lnTo>
                  <a:lnTo>
                    <a:pt x="2081248" y="378003"/>
                  </a:lnTo>
                  <a:lnTo>
                    <a:pt x="2084819" y="329336"/>
                  </a:lnTo>
                  <a:lnTo>
                    <a:pt x="2081248" y="280669"/>
                  </a:lnTo>
                  <a:lnTo>
                    <a:pt x="2070875" y="234218"/>
                  </a:lnTo>
                  <a:lnTo>
                    <a:pt x="2054210" y="190495"/>
                  </a:lnTo>
                  <a:lnTo>
                    <a:pt x="2031761" y="150008"/>
                  </a:lnTo>
                  <a:lnTo>
                    <a:pt x="2004039" y="113266"/>
                  </a:lnTo>
                  <a:lnTo>
                    <a:pt x="1971552" y="80780"/>
                  </a:lnTo>
                  <a:lnTo>
                    <a:pt x="1934810" y="53057"/>
                  </a:lnTo>
                  <a:lnTo>
                    <a:pt x="1894323" y="30609"/>
                  </a:lnTo>
                  <a:lnTo>
                    <a:pt x="1850600" y="13943"/>
                  </a:lnTo>
                  <a:lnTo>
                    <a:pt x="1804150" y="3570"/>
                  </a:lnTo>
                  <a:lnTo>
                    <a:pt x="1755482" y="0"/>
                  </a:lnTo>
                  <a:close/>
                </a:path>
              </a:pathLst>
            </a:custGeom>
            <a:solidFill>
              <a:srgbClr val="EEBED3"/>
            </a:solidFill>
            <a:ln>
              <a:noFill/>
            </a:ln>
          </p:spPr>
          <p:txBody>
            <a:bodyPr spcFirstLastPara="1" wrap="square" lIns="0" tIns="0" rIns="0" bIns="0" anchor="t" anchorCtr="0">
              <a:noAutofit/>
            </a:bodyPr>
            <a:lstStyle/>
            <a:p>
              <a:endParaRPr sz="800">
                <a:solidFill>
                  <a:schemeClr val="dk1"/>
                </a:solidFill>
                <a:latin typeface="Calibri"/>
                <a:ea typeface="Calibri"/>
                <a:cs typeface="Calibri"/>
                <a:sym typeface="Calibri"/>
              </a:endParaRPr>
            </a:p>
          </p:txBody>
        </p:sp>
        <p:sp>
          <p:nvSpPr>
            <p:cNvPr id="21" name="Google Shape;62;p1">
              <a:extLst>
                <a:ext uri="{FF2B5EF4-FFF2-40B4-BE49-F238E27FC236}">
                  <a16:creationId xmlns:a16="http://schemas.microsoft.com/office/drawing/2014/main" id="{E9AC4A42-EEA6-BDD6-870A-099DD34771A0}"/>
                </a:ext>
              </a:extLst>
            </p:cNvPr>
            <p:cNvSpPr txBox="1"/>
            <p:nvPr/>
          </p:nvSpPr>
          <p:spPr>
            <a:xfrm>
              <a:off x="2342404" y="6407567"/>
              <a:ext cx="534589" cy="134859"/>
            </a:xfrm>
            <a:prstGeom prst="rect">
              <a:avLst/>
            </a:prstGeom>
            <a:noFill/>
            <a:ln>
              <a:noFill/>
            </a:ln>
          </p:spPr>
          <p:txBody>
            <a:bodyPr spcFirstLastPara="1" wrap="square" lIns="0" tIns="11635" rIns="0" bIns="0" anchor="t" anchorCtr="0">
              <a:spAutoFit/>
            </a:bodyPr>
            <a:lstStyle/>
            <a:p>
              <a:pPr marL="11635"/>
              <a:r>
                <a:rPr lang="en-US" sz="800">
                  <a:solidFill>
                    <a:schemeClr val="dk1"/>
                  </a:solidFill>
                  <a:latin typeface="Arial"/>
                  <a:ea typeface="Arial"/>
                  <a:cs typeface="Arial"/>
                  <a:sym typeface="Arial"/>
                </a:rPr>
                <a:t>Linguistic</a:t>
              </a:r>
              <a:endParaRPr sz="800">
                <a:solidFill>
                  <a:schemeClr val="dk1"/>
                </a:solidFill>
                <a:latin typeface="Arial"/>
                <a:ea typeface="Arial"/>
                <a:cs typeface="Arial"/>
                <a:sym typeface="Arial"/>
              </a:endParaRPr>
            </a:p>
          </p:txBody>
        </p:sp>
        <p:grpSp>
          <p:nvGrpSpPr>
            <p:cNvPr id="22" name="Google Shape;67;p1">
              <a:extLst>
                <a:ext uri="{FF2B5EF4-FFF2-40B4-BE49-F238E27FC236}">
                  <a16:creationId xmlns:a16="http://schemas.microsoft.com/office/drawing/2014/main" id="{A3F3F08D-DB25-EF94-C080-8929986AA47C}"/>
                </a:ext>
              </a:extLst>
            </p:cNvPr>
            <p:cNvGrpSpPr/>
            <p:nvPr/>
          </p:nvGrpSpPr>
          <p:grpSpPr>
            <a:xfrm>
              <a:off x="2268472" y="5579870"/>
              <a:ext cx="663593" cy="663594"/>
              <a:chOff x="3470752" y="1712208"/>
              <a:chExt cx="1293495" cy="1293495"/>
            </a:xfrm>
          </p:grpSpPr>
          <p:sp>
            <p:nvSpPr>
              <p:cNvPr id="23" name="Google Shape;68;p1">
                <a:extLst>
                  <a:ext uri="{FF2B5EF4-FFF2-40B4-BE49-F238E27FC236}">
                    <a16:creationId xmlns:a16="http://schemas.microsoft.com/office/drawing/2014/main" id="{BB459599-3470-BB4D-63E7-D9E3EC9598A3}"/>
                  </a:ext>
                </a:extLst>
              </p:cNvPr>
              <p:cNvSpPr/>
              <p:nvPr/>
            </p:nvSpPr>
            <p:spPr>
              <a:xfrm>
                <a:off x="3470752" y="1712208"/>
                <a:ext cx="1293495" cy="1293495"/>
              </a:xfrm>
              <a:custGeom>
                <a:avLst/>
                <a:gdLst/>
                <a:ahLst/>
                <a:cxnLst/>
                <a:rect l="l" t="t" r="r" b="b"/>
                <a:pathLst>
                  <a:path w="1293495" h="1293495" extrusionOk="0">
                    <a:moveTo>
                      <a:pt x="646747" y="0"/>
                    </a:moveTo>
                    <a:lnTo>
                      <a:pt x="598480" y="1773"/>
                    </a:lnTo>
                    <a:lnTo>
                      <a:pt x="551176" y="7012"/>
                    </a:lnTo>
                    <a:lnTo>
                      <a:pt x="504960" y="15590"/>
                    </a:lnTo>
                    <a:lnTo>
                      <a:pt x="459958" y="27382"/>
                    </a:lnTo>
                    <a:lnTo>
                      <a:pt x="416295" y="42264"/>
                    </a:lnTo>
                    <a:lnTo>
                      <a:pt x="374095" y="60110"/>
                    </a:lnTo>
                    <a:lnTo>
                      <a:pt x="333484" y="80795"/>
                    </a:lnTo>
                    <a:lnTo>
                      <a:pt x="294587" y="104194"/>
                    </a:lnTo>
                    <a:lnTo>
                      <a:pt x="257528" y="130183"/>
                    </a:lnTo>
                    <a:lnTo>
                      <a:pt x="222434" y="158635"/>
                    </a:lnTo>
                    <a:lnTo>
                      <a:pt x="189428" y="189426"/>
                    </a:lnTo>
                    <a:lnTo>
                      <a:pt x="158636" y="222432"/>
                    </a:lnTo>
                    <a:lnTo>
                      <a:pt x="130183" y="257526"/>
                    </a:lnTo>
                    <a:lnTo>
                      <a:pt x="104195" y="294584"/>
                    </a:lnTo>
                    <a:lnTo>
                      <a:pt x="80795" y="333480"/>
                    </a:lnTo>
                    <a:lnTo>
                      <a:pt x="60110" y="374090"/>
                    </a:lnTo>
                    <a:lnTo>
                      <a:pt x="42264" y="416289"/>
                    </a:lnTo>
                    <a:lnTo>
                      <a:pt x="27382" y="459951"/>
                    </a:lnTo>
                    <a:lnTo>
                      <a:pt x="15590" y="504952"/>
                    </a:lnTo>
                    <a:lnTo>
                      <a:pt x="7012" y="551166"/>
                    </a:lnTo>
                    <a:lnTo>
                      <a:pt x="1773" y="598469"/>
                    </a:lnTo>
                    <a:lnTo>
                      <a:pt x="0" y="646734"/>
                    </a:lnTo>
                    <a:lnTo>
                      <a:pt x="1773" y="695002"/>
                    </a:lnTo>
                    <a:lnTo>
                      <a:pt x="7012" y="742306"/>
                    </a:lnTo>
                    <a:lnTo>
                      <a:pt x="15590" y="788521"/>
                    </a:lnTo>
                    <a:lnTo>
                      <a:pt x="27382" y="833523"/>
                    </a:lnTo>
                    <a:lnTo>
                      <a:pt x="42264" y="877186"/>
                    </a:lnTo>
                    <a:lnTo>
                      <a:pt x="60110" y="919386"/>
                    </a:lnTo>
                    <a:lnTo>
                      <a:pt x="80795" y="959997"/>
                    </a:lnTo>
                    <a:lnTo>
                      <a:pt x="104195" y="998895"/>
                    </a:lnTo>
                    <a:lnTo>
                      <a:pt x="130183" y="1035953"/>
                    </a:lnTo>
                    <a:lnTo>
                      <a:pt x="158636" y="1071048"/>
                    </a:lnTo>
                    <a:lnTo>
                      <a:pt x="189428" y="1104053"/>
                    </a:lnTo>
                    <a:lnTo>
                      <a:pt x="222434" y="1134845"/>
                    </a:lnTo>
                    <a:lnTo>
                      <a:pt x="257528" y="1163298"/>
                    </a:lnTo>
                    <a:lnTo>
                      <a:pt x="294587" y="1189286"/>
                    </a:lnTo>
                    <a:lnTo>
                      <a:pt x="333484" y="1212686"/>
                    </a:lnTo>
                    <a:lnTo>
                      <a:pt x="374095" y="1233371"/>
                    </a:lnTo>
                    <a:lnTo>
                      <a:pt x="416295" y="1251217"/>
                    </a:lnTo>
                    <a:lnTo>
                      <a:pt x="459958" y="1266099"/>
                    </a:lnTo>
                    <a:lnTo>
                      <a:pt x="504960" y="1277891"/>
                    </a:lnTo>
                    <a:lnTo>
                      <a:pt x="551176" y="1286469"/>
                    </a:lnTo>
                    <a:lnTo>
                      <a:pt x="598480" y="1291708"/>
                    </a:lnTo>
                    <a:lnTo>
                      <a:pt x="646747" y="1293482"/>
                    </a:lnTo>
                    <a:lnTo>
                      <a:pt x="695014" y="1291708"/>
                    </a:lnTo>
                    <a:lnTo>
                      <a:pt x="742318" y="1286469"/>
                    </a:lnTo>
                    <a:lnTo>
                      <a:pt x="788534" y="1277891"/>
                    </a:lnTo>
                    <a:lnTo>
                      <a:pt x="833536" y="1266099"/>
                    </a:lnTo>
                    <a:lnTo>
                      <a:pt x="877199" y="1251217"/>
                    </a:lnTo>
                    <a:lnTo>
                      <a:pt x="919399" y="1233371"/>
                    </a:lnTo>
                    <a:lnTo>
                      <a:pt x="960010" y="1212686"/>
                    </a:lnTo>
                    <a:lnTo>
                      <a:pt x="998907" y="1189286"/>
                    </a:lnTo>
                    <a:lnTo>
                      <a:pt x="1035966" y="1163298"/>
                    </a:lnTo>
                    <a:lnTo>
                      <a:pt x="1071060" y="1134845"/>
                    </a:lnTo>
                    <a:lnTo>
                      <a:pt x="1104066" y="1104053"/>
                    </a:lnTo>
                    <a:lnTo>
                      <a:pt x="1134858" y="1071048"/>
                    </a:lnTo>
                    <a:lnTo>
                      <a:pt x="1163311" y="1035953"/>
                    </a:lnTo>
                    <a:lnTo>
                      <a:pt x="1189299" y="998895"/>
                    </a:lnTo>
                    <a:lnTo>
                      <a:pt x="1212699" y="959997"/>
                    </a:lnTo>
                    <a:lnTo>
                      <a:pt x="1233384" y="919386"/>
                    </a:lnTo>
                    <a:lnTo>
                      <a:pt x="1251230" y="877186"/>
                    </a:lnTo>
                    <a:lnTo>
                      <a:pt x="1266112" y="833523"/>
                    </a:lnTo>
                    <a:lnTo>
                      <a:pt x="1277904" y="788521"/>
                    </a:lnTo>
                    <a:lnTo>
                      <a:pt x="1286482" y="742306"/>
                    </a:lnTo>
                    <a:lnTo>
                      <a:pt x="1291721" y="695002"/>
                    </a:lnTo>
                    <a:lnTo>
                      <a:pt x="1293495" y="646734"/>
                    </a:lnTo>
                    <a:lnTo>
                      <a:pt x="1291721" y="598469"/>
                    </a:lnTo>
                    <a:lnTo>
                      <a:pt x="1286482" y="551166"/>
                    </a:lnTo>
                    <a:lnTo>
                      <a:pt x="1277904" y="504952"/>
                    </a:lnTo>
                    <a:lnTo>
                      <a:pt x="1266112" y="459951"/>
                    </a:lnTo>
                    <a:lnTo>
                      <a:pt x="1251230" y="416289"/>
                    </a:lnTo>
                    <a:lnTo>
                      <a:pt x="1233384" y="374090"/>
                    </a:lnTo>
                    <a:lnTo>
                      <a:pt x="1212699" y="333480"/>
                    </a:lnTo>
                    <a:lnTo>
                      <a:pt x="1189299" y="294584"/>
                    </a:lnTo>
                    <a:lnTo>
                      <a:pt x="1163311" y="257526"/>
                    </a:lnTo>
                    <a:lnTo>
                      <a:pt x="1134858" y="222432"/>
                    </a:lnTo>
                    <a:lnTo>
                      <a:pt x="1104066" y="189426"/>
                    </a:lnTo>
                    <a:lnTo>
                      <a:pt x="1071060" y="158635"/>
                    </a:lnTo>
                    <a:lnTo>
                      <a:pt x="1035966" y="130183"/>
                    </a:lnTo>
                    <a:lnTo>
                      <a:pt x="998907" y="104194"/>
                    </a:lnTo>
                    <a:lnTo>
                      <a:pt x="960010" y="80795"/>
                    </a:lnTo>
                    <a:lnTo>
                      <a:pt x="919399" y="60110"/>
                    </a:lnTo>
                    <a:lnTo>
                      <a:pt x="877199" y="42264"/>
                    </a:lnTo>
                    <a:lnTo>
                      <a:pt x="833536" y="27382"/>
                    </a:lnTo>
                    <a:lnTo>
                      <a:pt x="788534" y="15590"/>
                    </a:lnTo>
                    <a:lnTo>
                      <a:pt x="742318" y="7012"/>
                    </a:lnTo>
                    <a:lnTo>
                      <a:pt x="695014" y="1773"/>
                    </a:lnTo>
                    <a:lnTo>
                      <a:pt x="646747" y="0"/>
                    </a:lnTo>
                    <a:close/>
                  </a:path>
                </a:pathLst>
              </a:custGeom>
              <a:solidFill>
                <a:srgbClr val="F4D4E1"/>
              </a:solidFill>
              <a:ln>
                <a:noFill/>
              </a:ln>
            </p:spPr>
            <p:txBody>
              <a:bodyPr spcFirstLastPara="1" wrap="square" lIns="0" tIns="0" rIns="0" bIns="0" anchor="t" anchorCtr="0">
                <a:noAutofit/>
              </a:bodyPr>
              <a:lstStyle/>
              <a:p>
                <a:endParaRPr sz="800">
                  <a:solidFill>
                    <a:schemeClr val="dk1"/>
                  </a:solidFill>
                  <a:latin typeface="Calibri"/>
                  <a:ea typeface="Calibri"/>
                  <a:cs typeface="Calibri"/>
                  <a:sym typeface="Calibri"/>
                </a:endParaRPr>
              </a:p>
            </p:txBody>
          </p:sp>
          <p:sp>
            <p:nvSpPr>
              <p:cNvPr id="24" name="Google Shape;69;p1">
                <a:extLst>
                  <a:ext uri="{FF2B5EF4-FFF2-40B4-BE49-F238E27FC236}">
                    <a16:creationId xmlns:a16="http://schemas.microsoft.com/office/drawing/2014/main" id="{D04166AE-6391-EFE6-9C59-E38ED9BCD3E4}"/>
                  </a:ext>
                </a:extLst>
              </p:cNvPr>
              <p:cNvSpPr/>
              <p:nvPr/>
            </p:nvSpPr>
            <p:spPr>
              <a:xfrm>
                <a:off x="3753736" y="2016171"/>
                <a:ext cx="306705" cy="767080"/>
              </a:xfrm>
              <a:custGeom>
                <a:avLst/>
                <a:gdLst/>
                <a:ahLst/>
                <a:cxnLst/>
                <a:rect l="l" t="t" r="r" b="b"/>
                <a:pathLst>
                  <a:path w="306704" h="767080" extrusionOk="0">
                    <a:moveTo>
                      <a:pt x="73353" y="0"/>
                    </a:moveTo>
                    <a:lnTo>
                      <a:pt x="34790" y="42279"/>
                    </a:lnTo>
                    <a:lnTo>
                      <a:pt x="27369" y="109547"/>
                    </a:lnTo>
                    <a:lnTo>
                      <a:pt x="26913" y="152277"/>
                    </a:lnTo>
                    <a:lnTo>
                      <a:pt x="27635" y="199901"/>
                    </a:lnTo>
                    <a:lnTo>
                      <a:pt x="28789" y="251543"/>
                    </a:lnTo>
                    <a:lnTo>
                      <a:pt x="29633" y="306326"/>
                    </a:lnTo>
                    <a:lnTo>
                      <a:pt x="29422" y="363374"/>
                    </a:lnTo>
                    <a:lnTo>
                      <a:pt x="27412" y="421811"/>
                    </a:lnTo>
                    <a:lnTo>
                      <a:pt x="22859" y="480759"/>
                    </a:lnTo>
                    <a:lnTo>
                      <a:pt x="15019" y="539342"/>
                    </a:lnTo>
                    <a:lnTo>
                      <a:pt x="3147" y="596684"/>
                    </a:lnTo>
                    <a:lnTo>
                      <a:pt x="0" y="641029"/>
                    </a:lnTo>
                    <a:lnTo>
                      <a:pt x="11725" y="681478"/>
                    </a:lnTo>
                    <a:lnTo>
                      <a:pt x="35767" y="716140"/>
                    </a:lnTo>
                    <a:lnTo>
                      <a:pt x="69572" y="743122"/>
                    </a:lnTo>
                    <a:lnTo>
                      <a:pt x="110584" y="760534"/>
                    </a:lnTo>
                    <a:lnTo>
                      <a:pt x="156246" y="766483"/>
                    </a:lnTo>
                    <a:lnTo>
                      <a:pt x="200157" y="759985"/>
                    </a:lnTo>
                    <a:lnTo>
                      <a:pt x="237250" y="742409"/>
                    </a:lnTo>
                    <a:lnTo>
                      <a:pt x="266971" y="715389"/>
                    </a:lnTo>
                    <a:lnTo>
                      <a:pt x="288767" y="680562"/>
                    </a:lnTo>
                    <a:lnTo>
                      <a:pt x="302085" y="639563"/>
                    </a:lnTo>
                    <a:lnTo>
                      <a:pt x="306373" y="594029"/>
                    </a:lnTo>
                    <a:lnTo>
                      <a:pt x="304163" y="567895"/>
                    </a:lnTo>
                    <a:lnTo>
                      <a:pt x="288735" y="486290"/>
                    </a:lnTo>
                    <a:lnTo>
                      <a:pt x="276306" y="434786"/>
                    </a:lnTo>
                    <a:lnTo>
                      <a:pt x="261262" y="378791"/>
                    </a:lnTo>
                    <a:lnTo>
                      <a:pt x="243996" y="320288"/>
                    </a:lnTo>
                    <a:lnTo>
                      <a:pt x="224905" y="261262"/>
                    </a:lnTo>
                    <a:lnTo>
                      <a:pt x="204384" y="203695"/>
                    </a:lnTo>
                    <a:lnTo>
                      <a:pt x="182828" y="149571"/>
                    </a:lnTo>
                    <a:lnTo>
                      <a:pt x="160632" y="100872"/>
                    </a:lnTo>
                    <a:lnTo>
                      <a:pt x="138191" y="59583"/>
                    </a:lnTo>
                    <a:lnTo>
                      <a:pt x="115901" y="27685"/>
                    </a:lnTo>
                    <a:lnTo>
                      <a:pt x="94156" y="7163"/>
                    </a:lnTo>
                    <a:lnTo>
                      <a:pt x="73353" y="0"/>
                    </a:lnTo>
                    <a:close/>
                  </a:path>
                </a:pathLst>
              </a:custGeom>
              <a:solidFill>
                <a:srgbClr val="97593E"/>
              </a:solidFill>
              <a:ln>
                <a:noFill/>
              </a:ln>
            </p:spPr>
            <p:txBody>
              <a:bodyPr spcFirstLastPara="1" wrap="square" lIns="0" tIns="0" rIns="0" bIns="0" anchor="t" anchorCtr="0">
                <a:noAutofit/>
              </a:bodyPr>
              <a:lstStyle/>
              <a:p>
                <a:endParaRPr sz="800">
                  <a:solidFill>
                    <a:schemeClr val="dk1"/>
                  </a:solidFill>
                  <a:latin typeface="Calibri"/>
                  <a:ea typeface="Calibri"/>
                  <a:cs typeface="Calibri"/>
                  <a:sym typeface="Calibri"/>
                </a:endParaRPr>
              </a:p>
            </p:txBody>
          </p:sp>
          <p:sp>
            <p:nvSpPr>
              <p:cNvPr id="25" name="Google Shape;70;p1">
                <a:extLst>
                  <a:ext uri="{FF2B5EF4-FFF2-40B4-BE49-F238E27FC236}">
                    <a16:creationId xmlns:a16="http://schemas.microsoft.com/office/drawing/2014/main" id="{973BA00E-33D5-547E-B4CD-6AC380E5D93D}"/>
                  </a:ext>
                </a:extLst>
              </p:cNvPr>
              <p:cNvSpPr/>
              <p:nvPr/>
            </p:nvSpPr>
            <p:spPr>
              <a:xfrm>
                <a:off x="3753736" y="2016171"/>
                <a:ext cx="306705" cy="767080"/>
              </a:xfrm>
              <a:custGeom>
                <a:avLst/>
                <a:gdLst/>
                <a:ahLst/>
                <a:cxnLst/>
                <a:rect l="l" t="t" r="r" b="b"/>
                <a:pathLst>
                  <a:path w="306704" h="767080" extrusionOk="0">
                    <a:moveTo>
                      <a:pt x="306373" y="594029"/>
                    </a:moveTo>
                    <a:lnTo>
                      <a:pt x="298152" y="531321"/>
                    </a:lnTo>
                    <a:lnTo>
                      <a:pt x="288735" y="486290"/>
                    </a:lnTo>
                    <a:lnTo>
                      <a:pt x="276306" y="434786"/>
                    </a:lnTo>
                    <a:lnTo>
                      <a:pt x="261262" y="378791"/>
                    </a:lnTo>
                    <a:lnTo>
                      <a:pt x="243996" y="320288"/>
                    </a:lnTo>
                    <a:lnTo>
                      <a:pt x="224905" y="261262"/>
                    </a:lnTo>
                    <a:lnTo>
                      <a:pt x="204384" y="203695"/>
                    </a:lnTo>
                    <a:lnTo>
                      <a:pt x="182828" y="149571"/>
                    </a:lnTo>
                    <a:lnTo>
                      <a:pt x="160632" y="100872"/>
                    </a:lnTo>
                    <a:lnTo>
                      <a:pt x="138191" y="59583"/>
                    </a:lnTo>
                    <a:lnTo>
                      <a:pt x="115901" y="27685"/>
                    </a:lnTo>
                    <a:lnTo>
                      <a:pt x="73353" y="0"/>
                    </a:lnTo>
                    <a:lnTo>
                      <a:pt x="55849" y="5107"/>
                    </a:lnTo>
                    <a:lnTo>
                      <a:pt x="34790" y="42279"/>
                    </a:lnTo>
                    <a:lnTo>
                      <a:pt x="27369" y="109547"/>
                    </a:lnTo>
                    <a:lnTo>
                      <a:pt x="26913" y="152277"/>
                    </a:lnTo>
                    <a:lnTo>
                      <a:pt x="27635" y="199901"/>
                    </a:lnTo>
                    <a:lnTo>
                      <a:pt x="28789" y="251543"/>
                    </a:lnTo>
                    <a:lnTo>
                      <a:pt x="29633" y="306326"/>
                    </a:lnTo>
                    <a:lnTo>
                      <a:pt x="29422" y="363374"/>
                    </a:lnTo>
                    <a:lnTo>
                      <a:pt x="27412" y="421811"/>
                    </a:lnTo>
                    <a:lnTo>
                      <a:pt x="22859" y="480759"/>
                    </a:lnTo>
                    <a:lnTo>
                      <a:pt x="15019" y="539342"/>
                    </a:lnTo>
                    <a:lnTo>
                      <a:pt x="3147" y="596684"/>
                    </a:lnTo>
                    <a:lnTo>
                      <a:pt x="0" y="641029"/>
                    </a:lnTo>
                    <a:lnTo>
                      <a:pt x="11725" y="681478"/>
                    </a:lnTo>
                    <a:lnTo>
                      <a:pt x="35767" y="716140"/>
                    </a:lnTo>
                    <a:lnTo>
                      <a:pt x="69572" y="743122"/>
                    </a:lnTo>
                    <a:lnTo>
                      <a:pt x="110584" y="760534"/>
                    </a:lnTo>
                    <a:lnTo>
                      <a:pt x="156246" y="766483"/>
                    </a:lnTo>
                    <a:lnTo>
                      <a:pt x="200157" y="759985"/>
                    </a:lnTo>
                    <a:lnTo>
                      <a:pt x="237250" y="742409"/>
                    </a:lnTo>
                    <a:lnTo>
                      <a:pt x="266971" y="715389"/>
                    </a:lnTo>
                    <a:lnTo>
                      <a:pt x="288767" y="680562"/>
                    </a:lnTo>
                    <a:lnTo>
                      <a:pt x="302085" y="639563"/>
                    </a:lnTo>
                    <a:lnTo>
                      <a:pt x="306373" y="594029"/>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800">
                  <a:solidFill>
                    <a:schemeClr val="dk1"/>
                  </a:solidFill>
                  <a:latin typeface="Calibri"/>
                  <a:ea typeface="Calibri"/>
                  <a:cs typeface="Calibri"/>
                  <a:sym typeface="Calibri"/>
                </a:endParaRPr>
              </a:p>
            </p:txBody>
          </p:sp>
          <p:sp>
            <p:nvSpPr>
              <p:cNvPr id="26" name="Google Shape;71;p1">
                <a:extLst>
                  <a:ext uri="{FF2B5EF4-FFF2-40B4-BE49-F238E27FC236}">
                    <a16:creationId xmlns:a16="http://schemas.microsoft.com/office/drawing/2014/main" id="{D75A1212-544C-731B-D15D-89F16E2BBD6E}"/>
                  </a:ext>
                </a:extLst>
              </p:cNvPr>
              <p:cNvSpPr/>
              <p:nvPr/>
            </p:nvSpPr>
            <p:spPr>
              <a:xfrm>
                <a:off x="3710126" y="1935278"/>
                <a:ext cx="527050" cy="635635"/>
              </a:xfrm>
              <a:custGeom>
                <a:avLst/>
                <a:gdLst/>
                <a:ahLst/>
                <a:cxnLst/>
                <a:rect l="l" t="t" r="r" b="b"/>
                <a:pathLst>
                  <a:path w="527050" h="635635" extrusionOk="0">
                    <a:moveTo>
                      <a:pt x="218759" y="0"/>
                    </a:moveTo>
                    <a:lnTo>
                      <a:pt x="174119" y="1947"/>
                    </a:lnTo>
                    <a:lnTo>
                      <a:pt x="127754" y="12148"/>
                    </a:lnTo>
                    <a:lnTo>
                      <a:pt x="72488" y="49555"/>
                    </a:lnTo>
                    <a:lnTo>
                      <a:pt x="32524" y="116275"/>
                    </a:lnTo>
                    <a:lnTo>
                      <a:pt x="18398" y="157420"/>
                    </a:lnTo>
                    <a:lnTo>
                      <a:pt x="8237" y="202045"/>
                    </a:lnTo>
                    <a:lnTo>
                      <a:pt x="2089" y="248866"/>
                    </a:lnTo>
                    <a:lnTo>
                      <a:pt x="0" y="296601"/>
                    </a:lnTo>
                    <a:lnTo>
                      <a:pt x="2016" y="343966"/>
                    </a:lnTo>
                    <a:lnTo>
                      <a:pt x="8185" y="389679"/>
                    </a:lnTo>
                    <a:lnTo>
                      <a:pt x="18554" y="432457"/>
                    </a:lnTo>
                    <a:lnTo>
                      <a:pt x="33168" y="471017"/>
                    </a:lnTo>
                    <a:lnTo>
                      <a:pt x="75320" y="530350"/>
                    </a:lnTo>
                    <a:lnTo>
                      <a:pt x="132090" y="564043"/>
                    </a:lnTo>
                    <a:lnTo>
                      <a:pt x="168523" y="584629"/>
                    </a:lnTo>
                    <a:lnTo>
                      <a:pt x="211022" y="606168"/>
                    </a:lnTo>
                    <a:lnTo>
                      <a:pt x="258360" y="624508"/>
                    </a:lnTo>
                    <a:lnTo>
                      <a:pt x="309309" y="635500"/>
                    </a:lnTo>
                    <a:lnTo>
                      <a:pt x="362641" y="634994"/>
                    </a:lnTo>
                    <a:lnTo>
                      <a:pt x="401083" y="624433"/>
                    </a:lnTo>
                    <a:lnTo>
                      <a:pt x="432310" y="605420"/>
                    </a:lnTo>
                    <a:lnTo>
                      <a:pt x="456846" y="579099"/>
                    </a:lnTo>
                    <a:lnTo>
                      <a:pt x="475366" y="546284"/>
                    </a:lnTo>
                    <a:lnTo>
                      <a:pt x="475138" y="545903"/>
                    </a:lnTo>
                    <a:lnTo>
                      <a:pt x="447417" y="538790"/>
                    </a:lnTo>
                    <a:lnTo>
                      <a:pt x="424401" y="523277"/>
                    </a:lnTo>
                    <a:lnTo>
                      <a:pt x="407700" y="500903"/>
                    </a:lnTo>
                    <a:lnTo>
                      <a:pt x="399268" y="472929"/>
                    </a:lnTo>
                    <a:lnTo>
                      <a:pt x="399484" y="472637"/>
                    </a:lnTo>
                    <a:lnTo>
                      <a:pt x="490162" y="477768"/>
                    </a:lnTo>
                    <a:lnTo>
                      <a:pt x="497998" y="476701"/>
                    </a:lnTo>
                    <a:lnTo>
                      <a:pt x="499000" y="459310"/>
                    </a:lnTo>
                    <a:lnTo>
                      <a:pt x="499155" y="439060"/>
                    </a:lnTo>
                    <a:lnTo>
                      <a:pt x="498379" y="400565"/>
                    </a:lnTo>
                    <a:lnTo>
                      <a:pt x="498861" y="400311"/>
                    </a:lnTo>
                    <a:lnTo>
                      <a:pt x="526711" y="370316"/>
                    </a:lnTo>
                    <a:lnTo>
                      <a:pt x="524321" y="355846"/>
                    </a:lnTo>
                    <a:lnTo>
                      <a:pt x="514889" y="344011"/>
                    </a:lnTo>
                    <a:lnTo>
                      <a:pt x="511879" y="341814"/>
                    </a:lnTo>
                    <a:lnTo>
                      <a:pt x="508500" y="340151"/>
                    </a:lnTo>
                    <a:lnTo>
                      <a:pt x="497794" y="337115"/>
                    </a:lnTo>
                    <a:lnTo>
                      <a:pt x="492587" y="331172"/>
                    </a:lnTo>
                    <a:lnTo>
                      <a:pt x="481297" y="269756"/>
                    </a:lnTo>
                    <a:lnTo>
                      <a:pt x="467708" y="218789"/>
                    </a:lnTo>
                    <a:lnTo>
                      <a:pt x="450689" y="173533"/>
                    </a:lnTo>
                    <a:lnTo>
                      <a:pt x="428873" y="132347"/>
                    </a:lnTo>
                    <a:lnTo>
                      <a:pt x="402645" y="95755"/>
                    </a:lnTo>
                    <a:lnTo>
                      <a:pt x="372389" y="64280"/>
                    </a:lnTo>
                    <a:lnTo>
                      <a:pt x="338489" y="38445"/>
                    </a:lnTo>
                    <a:lnTo>
                      <a:pt x="301327" y="18771"/>
                    </a:lnTo>
                    <a:lnTo>
                      <a:pt x="261290" y="5782"/>
                    </a:lnTo>
                    <a:lnTo>
                      <a:pt x="218759" y="0"/>
                    </a:lnTo>
                    <a:close/>
                  </a:path>
                </a:pathLst>
              </a:custGeom>
              <a:solidFill>
                <a:srgbClr val="97593E"/>
              </a:solidFill>
              <a:ln>
                <a:noFill/>
              </a:ln>
            </p:spPr>
            <p:txBody>
              <a:bodyPr spcFirstLastPara="1" wrap="square" lIns="0" tIns="0" rIns="0" bIns="0" anchor="t" anchorCtr="0">
                <a:noAutofit/>
              </a:bodyPr>
              <a:lstStyle/>
              <a:p>
                <a:endParaRPr sz="800">
                  <a:solidFill>
                    <a:schemeClr val="dk1"/>
                  </a:solidFill>
                  <a:latin typeface="Calibri"/>
                  <a:ea typeface="Calibri"/>
                  <a:cs typeface="Calibri"/>
                  <a:sym typeface="Calibri"/>
                </a:endParaRPr>
              </a:p>
            </p:txBody>
          </p:sp>
          <p:sp>
            <p:nvSpPr>
              <p:cNvPr id="27" name="Google Shape;72;p1">
                <a:extLst>
                  <a:ext uri="{FF2B5EF4-FFF2-40B4-BE49-F238E27FC236}">
                    <a16:creationId xmlns:a16="http://schemas.microsoft.com/office/drawing/2014/main" id="{6CA880F0-9C05-3D6E-7ECB-FD4800CBC4E7}"/>
                  </a:ext>
                </a:extLst>
              </p:cNvPr>
              <p:cNvSpPr/>
              <p:nvPr/>
            </p:nvSpPr>
            <p:spPr>
              <a:xfrm>
                <a:off x="3710126" y="1935278"/>
                <a:ext cx="527050" cy="635635"/>
              </a:xfrm>
              <a:custGeom>
                <a:avLst/>
                <a:gdLst/>
                <a:ahLst/>
                <a:cxnLst/>
                <a:rect l="l" t="t" r="r" b="b"/>
                <a:pathLst>
                  <a:path w="527050" h="635635" extrusionOk="0">
                    <a:moveTo>
                      <a:pt x="514889" y="344011"/>
                    </a:moveTo>
                    <a:lnTo>
                      <a:pt x="511879" y="341814"/>
                    </a:lnTo>
                    <a:lnTo>
                      <a:pt x="508500" y="340151"/>
                    </a:lnTo>
                    <a:lnTo>
                      <a:pt x="504906" y="339135"/>
                    </a:lnTo>
                    <a:lnTo>
                      <a:pt x="497794" y="337115"/>
                    </a:lnTo>
                    <a:lnTo>
                      <a:pt x="492587" y="331172"/>
                    </a:lnTo>
                    <a:lnTo>
                      <a:pt x="491495" y="323857"/>
                    </a:lnTo>
                    <a:lnTo>
                      <a:pt x="486875" y="296537"/>
                    </a:lnTo>
                    <a:lnTo>
                      <a:pt x="474872" y="243759"/>
                    </a:lnTo>
                    <a:lnTo>
                      <a:pt x="450689" y="173533"/>
                    </a:lnTo>
                    <a:lnTo>
                      <a:pt x="428873" y="132347"/>
                    </a:lnTo>
                    <a:lnTo>
                      <a:pt x="402645" y="95755"/>
                    </a:lnTo>
                    <a:lnTo>
                      <a:pt x="372389" y="64280"/>
                    </a:lnTo>
                    <a:lnTo>
                      <a:pt x="338489" y="38445"/>
                    </a:lnTo>
                    <a:lnTo>
                      <a:pt x="301327" y="18771"/>
                    </a:lnTo>
                    <a:lnTo>
                      <a:pt x="261290" y="5782"/>
                    </a:lnTo>
                    <a:lnTo>
                      <a:pt x="218759" y="0"/>
                    </a:lnTo>
                    <a:lnTo>
                      <a:pt x="174119" y="1947"/>
                    </a:lnTo>
                    <a:lnTo>
                      <a:pt x="127754" y="12148"/>
                    </a:lnTo>
                    <a:lnTo>
                      <a:pt x="72488" y="49555"/>
                    </a:lnTo>
                    <a:lnTo>
                      <a:pt x="32524" y="116275"/>
                    </a:lnTo>
                    <a:lnTo>
                      <a:pt x="18398" y="157420"/>
                    </a:lnTo>
                    <a:lnTo>
                      <a:pt x="8237" y="202045"/>
                    </a:lnTo>
                    <a:lnTo>
                      <a:pt x="2089" y="248866"/>
                    </a:lnTo>
                    <a:lnTo>
                      <a:pt x="0" y="296601"/>
                    </a:lnTo>
                    <a:lnTo>
                      <a:pt x="2016" y="343966"/>
                    </a:lnTo>
                    <a:lnTo>
                      <a:pt x="8185" y="389679"/>
                    </a:lnTo>
                    <a:lnTo>
                      <a:pt x="18554" y="432457"/>
                    </a:lnTo>
                    <a:lnTo>
                      <a:pt x="33168" y="471017"/>
                    </a:lnTo>
                    <a:lnTo>
                      <a:pt x="75320" y="530350"/>
                    </a:lnTo>
                    <a:lnTo>
                      <a:pt x="132090" y="564043"/>
                    </a:lnTo>
                    <a:lnTo>
                      <a:pt x="168523" y="584629"/>
                    </a:lnTo>
                    <a:lnTo>
                      <a:pt x="211022" y="606168"/>
                    </a:lnTo>
                    <a:lnTo>
                      <a:pt x="258360" y="624508"/>
                    </a:lnTo>
                    <a:lnTo>
                      <a:pt x="309309" y="635500"/>
                    </a:lnTo>
                    <a:lnTo>
                      <a:pt x="362641" y="634994"/>
                    </a:lnTo>
                    <a:lnTo>
                      <a:pt x="401083" y="624433"/>
                    </a:lnTo>
                    <a:lnTo>
                      <a:pt x="456846" y="579099"/>
                    </a:lnTo>
                    <a:lnTo>
                      <a:pt x="475366" y="546284"/>
                    </a:lnTo>
                    <a:lnTo>
                      <a:pt x="475138" y="545903"/>
                    </a:lnTo>
                    <a:lnTo>
                      <a:pt x="474769" y="545878"/>
                    </a:lnTo>
                    <a:lnTo>
                      <a:pt x="447417" y="538790"/>
                    </a:lnTo>
                    <a:lnTo>
                      <a:pt x="424401" y="523277"/>
                    </a:lnTo>
                    <a:lnTo>
                      <a:pt x="407700" y="500903"/>
                    </a:lnTo>
                    <a:lnTo>
                      <a:pt x="399293" y="473234"/>
                    </a:lnTo>
                    <a:lnTo>
                      <a:pt x="399268" y="472929"/>
                    </a:lnTo>
                    <a:lnTo>
                      <a:pt x="399484" y="472637"/>
                    </a:lnTo>
                    <a:lnTo>
                      <a:pt x="399788" y="472612"/>
                    </a:lnTo>
                    <a:lnTo>
                      <a:pt x="489908" y="477806"/>
                    </a:lnTo>
                    <a:lnTo>
                      <a:pt x="490162" y="477768"/>
                    </a:lnTo>
                    <a:lnTo>
                      <a:pt x="497998" y="476701"/>
                    </a:lnTo>
                    <a:lnTo>
                      <a:pt x="498023" y="476447"/>
                    </a:lnTo>
                    <a:lnTo>
                      <a:pt x="499000" y="459310"/>
                    </a:lnTo>
                    <a:lnTo>
                      <a:pt x="499155" y="439060"/>
                    </a:lnTo>
                    <a:lnTo>
                      <a:pt x="498836" y="418602"/>
                    </a:lnTo>
                    <a:lnTo>
                      <a:pt x="498391" y="400844"/>
                    </a:lnTo>
                    <a:lnTo>
                      <a:pt x="498379" y="400565"/>
                    </a:lnTo>
                    <a:lnTo>
                      <a:pt x="498582" y="400336"/>
                    </a:lnTo>
                    <a:lnTo>
                      <a:pt x="498861" y="400311"/>
                    </a:lnTo>
                    <a:lnTo>
                      <a:pt x="503243" y="399980"/>
                    </a:lnTo>
                    <a:lnTo>
                      <a:pt x="507662" y="398952"/>
                    </a:lnTo>
                    <a:lnTo>
                      <a:pt x="511968" y="396069"/>
                    </a:lnTo>
                    <a:lnTo>
                      <a:pt x="522459" y="384649"/>
                    </a:lnTo>
                    <a:lnTo>
                      <a:pt x="526711" y="370316"/>
                    </a:lnTo>
                    <a:lnTo>
                      <a:pt x="524321" y="355846"/>
                    </a:lnTo>
                    <a:lnTo>
                      <a:pt x="514889" y="344011"/>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800">
                  <a:solidFill>
                    <a:schemeClr val="dk1"/>
                  </a:solidFill>
                  <a:latin typeface="Calibri"/>
                  <a:ea typeface="Calibri"/>
                  <a:cs typeface="Calibri"/>
                  <a:sym typeface="Calibri"/>
                </a:endParaRPr>
              </a:p>
            </p:txBody>
          </p:sp>
          <p:sp>
            <p:nvSpPr>
              <p:cNvPr id="28" name="Google Shape;73;p1">
                <a:extLst>
                  <a:ext uri="{FF2B5EF4-FFF2-40B4-BE49-F238E27FC236}">
                    <a16:creationId xmlns:a16="http://schemas.microsoft.com/office/drawing/2014/main" id="{E2EC5F33-DCD9-991B-CB00-EBE6242A8BCD}"/>
                  </a:ext>
                </a:extLst>
              </p:cNvPr>
              <p:cNvSpPr/>
              <p:nvPr/>
            </p:nvSpPr>
            <p:spPr>
              <a:xfrm>
                <a:off x="3642518" y="1934728"/>
                <a:ext cx="455295" cy="561340"/>
              </a:xfrm>
              <a:custGeom>
                <a:avLst/>
                <a:gdLst/>
                <a:ahLst/>
                <a:cxnLst/>
                <a:rect l="l" t="t" r="r" b="b"/>
                <a:pathLst>
                  <a:path w="455295" h="561339" extrusionOk="0">
                    <a:moveTo>
                      <a:pt x="308014" y="0"/>
                    </a:moveTo>
                    <a:lnTo>
                      <a:pt x="254703" y="132"/>
                    </a:lnTo>
                    <a:lnTo>
                      <a:pt x="194800" y="12684"/>
                    </a:lnTo>
                    <a:lnTo>
                      <a:pt x="157416" y="28838"/>
                    </a:lnTo>
                    <a:lnTo>
                      <a:pt x="123679" y="52451"/>
                    </a:lnTo>
                    <a:lnTo>
                      <a:pt x="93715" y="82486"/>
                    </a:lnTo>
                    <a:lnTo>
                      <a:pt x="67646" y="117903"/>
                    </a:lnTo>
                    <a:lnTo>
                      <a:pt x="45598" y="157662"/>
                    </a:lnTo>
                    <a:lnTo>
                      <a:pt x="27693" y="200724"/>
                    </a:lnTo>
                    <a:lnTo>
                      <a:pt x="14057" y="246052"/>
                    </a:lnTo>
                    <a:lnTo>
                      <a:pt x="4814" y="292605"/>
                    </a:lnTo>
                    <a:lnTo>
                      <a:pt x="86" y="339344"/>
                    </a:lnTo>
                    <a:lnTo>
                      <a:pt x="0" y="385231"/>
                    </a:lnTo>
                    <a:lnTo>
                      <a:pt x="4677" y="429226"/>
                    </a:lnTo>
                    <a:lnTo>
                      <a:pt x="14244" y="470290"/>
                    </a:lnTo>
                    <a:lnTo>
                      <a:pt x="17487" y="486959"/>
                    </a:lnTo>
                    <a:lnTo>
                      <a:pt x="27103" y="544372"/>
                    </a:lnTo>
                    <a:lnTo>
                      <a:pt x="30703" y="560892"/>
                    </a:lnTo>
                    <a:lnTo>
                      <a:pt x="141206" y="548281"/>
                    </a:lnTo>
                    <a:lnTo>
                      <a:pt x="149028" y="499262"/>
                    </a:lnTo>
                    <a:lnTo>
                      <a:pt x="154654" y="453044"/>
                    </a:lnTo>
                    <a:lnTo>
                      <a:pt x="160206" y="409983"/>
                    </a:lnTo>
                    <a:lnTo>
                      <a:pt x="167805" y="370438"/>
                    </a:lnTo>
                    <a:lnTo>
                      <a:pt x="197631" y="303317"/>
                    </a:lnTo>
                    <a:lnTo>
                      <a:pt x="261105" y="254538"/>
                    </a:lnTo>
                    <a:lnTo>
                      <a:pt x="310764" y="237918"/>
                    </a:lnTo>
                    <a:lnTo>
                      <a:pt x="338671" y="217151"/>
                    </a:lnTo>
                    <a:lnTo>
                      <a:pt x="368870" y="176966"/>
                    </a:lnTo>
                    <a:lnTo>
                      <a:pt x="399505" y="131382"/>
                    </a:lnTo>
                    <a:lnTo>
                      <a:pt x="428722" y="94419"/>
                    </a:lnTo>
                    <a:lnTo>
                      <a:pt x="454667" y="80095"/>
                    </a:lnTo>
                    <a:lnTo>
                      <a:pt x="428059" y="52335"/>
                    </a:lnTo>
                    <a:lnTo>
                      <a:pt x="394725" y="28280"/>
                    </a:lnTo>
                    <a:lnTo>
                      <a:pt x="354699" y="10109"/>
                    </a:lnTo>
                    <a:lnTo>
                      <a:pt x="308014" y="0"/>
                    </a:lnTo>
                    <a:close/>
                  </a:path>
                </a:pathLst>
              </a:custGeom>
              <a:solidFill>
                <a:srgbClr val="E393B5"/>
              </a:solidFill>
              <a:ln>
                <a:noFill/>
              </a:ln>
            </p:spPr>
            <p:txBody>
              <a:bodyPr spcFirstLastPara="1" wrap="square" lIns="0" tIns="0" rIns="0" bIns="0" anchor="t" anchorCtr="0">
                <a:noAutofit/>
              </a:bodyPr>
              <a:lstStyle/>
              <a:p>
                <a:endParaRPr sz="800">
                  <a:solidFill>
                    <a:schemeClr val="dk1"/>
                  </a:solidFill>
                  <a:latin typeface="Calibri"/>
                  <a:ea typeface="Calibri"/>
                  <a:cs typeface="Calibri"/>
                  <a:sym typeface="Calibri"/>
                </a:endParaRPr>
              </a:p>
            </p:txBody>
          </p:sp>
          <p:sp>
            <p:nvSpPr>
              <p:cNvPr id="29" name="Google Shape;74;p1">
                <a:extLst>
                  <a:ext uri="{FF2B5EF4-FFF2-40B4-BE49-F238E27FC236}">
                    <a16:creationId xmlns:a16="http://schemas.microsoft.com/office/drawing/2014/main" id="{C4222299-1D56-A87D-145C-DF60638C7EFC}"/>
                  </a:ext>
                </a:extLst>
              </p:cNvPr>
              <p:cNvSpPr/>
              <p:nvPr/>
            </p:nvSpPr>
            <p:spPr>
              <a:xfrm>
                <a:off x="3642518" y="1934728"/>
                <a:ext cx="455295" cy="561340"/>
              </a:xfrm>
              <a:custGeom>
                <a:avLst/>
                <a:gdLst/>
                <a:ahLst/>
                <a:cxnLst/>
                <a:rect l="l" t="t" r="r" b="b"/>
                <a:pathLst>
                  <a:path w="455295" h="561339" extrusionOk="0">
                    <a:moveTo>
                      <a:pt x="194800" y="12684"/>
                    </a:moveTo>
                    <a:lnTo>
                      <a:pt x="157416" y="28838"/>
                    </a:lnTo>
                    <a:lnTo>
                      <a:pt x="123679" y="52451"/>
                    </a:lnTo>
                    <a:lnTo>
                      <a:pt x="93715" y="82486"/>
                    </a:lnTo>
                    <a:lnTo>
                      <a:pt x="67646" y="117903"/>
                    </a:lnTo>
                    <a:lnTo>
                      <a:pt x="45598" y="157662"/>
                    </a:lnTo>
                    <a:lnTo>
                      <a:pt x="27693" y="200724"/>
                    </a:lnTo>
                    <a:lnTo>
                      <a:pt x="14057" y="246052"/>
                    </a:lnTo>
                    <a:lnTo>
                      <a:pt x="4814" y="292605"/>
                    </a:lnTo>
                    <a:lnTo>
                      <a:pt x="86" y="339344"/>
                    </a:lnTo>
                    <a:lnTo>
                      <a:pt x="0" y="385231"/>
                    </a:lnTo>
                    <a:lnTo>
                      <a:pt x="4677" y="429226"/>
                    </a:lnTo>
                    <a:lnTo>
                      <a:pt x="14244" y="470290"/>
                    </a:lnTo>
                    <a:lnTo>
                      <a:pt x="17487" y="486959"/>
                    </a:lnTo>
                    <a:lnTo>
                      <a:pt x="22235" y="515691"/>
                    </a:lnTo>
                    <a:lnTo>
                      <a:pt x="27103" y="544372"/>
                    </a:lnTo>
                    <a:lnTo>
                      <a:pt x="30703" y="560892"/>
                    </a:lnTo>
                    <a:lnTo>
                      <a:pt x="141206" y="548281"/>
                    </a:lnTo>
                    <a:lnTo>
                      <a:pt x="149028" y="499262"/>
                    </a:lnTo>
                    <a:lnTo>
                      <a:pt x="154654" y="453044"/>
                    </a:lnTo>
                    <a:lnTo>
                      <a:pt x="160206" y="409983"/>
                    </a:lnTo>
                    <a:lnTo>
                      <a:pt x="167805" y="370438"/>
                    </a:lnTo>
                    <a:lnTo>
                      <a:pt x="197631" y="303317"/>
                    </a:lnTo>
                    <a:lnTo>
                      <a:pt x="261105" y="254538"/>
                    </a:lnTo>
                    <a:lnTo>
                      <a:pt x="310764" y="237918"/>
                    </a:lnTo>
                    <a:lnTo>
                      <a:pt x="338671" y="217151"/>
                    </a:lnTo>
                    <a:lnTo>
                      <a:pt x="368870" y="176966"/>
                    </a:lnTo>
                    <a:lnTo>
                      <a:pt x="399505" y="131382"/>
                    </a:lnTo>
                    <a:lnTo>
                      <a:pt x="428722" y="94419"/>
                    </a:lnTo>
                    <a:lnTo>
                      <a:pt x="428059" y="52335"/>
                    </a:lnTo>
                    <a:lnTo>
                      <a:pt x="394725" y="28280"/>
                    </a:lnTo>
                    <a:lnTo>
                      <a:pt x="354699" y="10109"/>
                    </a:lnTo>
                    <a:lnTo>
                      <a:pt x="308014" y="0"/>
                    </a:lnTo>
                    <a:lnTo>
                      <a:pt x="254703" y="132"/>
                    </a:lnTo>
                    <a:lnTo>
                      <a:pt x="194800" y="12684"/>
                    </a:lnTo>
                    <a:close/>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800">
                  <a:solidFill>
                    <a:schemeClr val="dk1"/>
                  </a:solidFill>
                  <a:latin typeface="Calibri"/>
                  <a:ea typeface="Calibri"/>
                  <a:cs typeface="Calibri"/>
                  <a:sym typeface="Calibri"/>
                </a:endParaRPr>
              </a:p>
            </p:txBody>
          </p:sp>
          <p:pic>
            <p:nvPicPr>
              <p:cNvPr id="30" name="Google Shape;75;p1">
                <a:extLst>
                  <a:ext uri="{FF2B5EF4-FFF2-40B4-BE49-F238E27FC236}">
                    <a16:creationId xmlns:a16="http://schemas.microsoft.com/office/drawing/2014/main" id="{4BAC8DF8-1F2E-636C-ABC0-0A1644A239AB}"/>
                  </a:ext>
                </a:extLst>
              </p:cNvPr>
              <p:cNvPicPr preferRelativeResize="0"/>
              <p:nvPr/>
            </p:nvPicPr>
            <p:blipFill rotWithShape="1">
              <a:blip r:embed="rId9">
                <a:alphaModFix/>
              </a:blip>
              <a:srcRect/>
              <a:stretch/>
            </p:blipFill>
            <p:spPr>
              <a:xfrm>
                <a:off x="4039187" y="2189150"/>
                <a:ext cx="93906" cy="72043"/>
              </a:xfrm>
              <a:prstGeom prst="rect">
                <a:avLst/>
              </a:prstGeom>
              <a:noFill/>
              <a:ln>
                <a:noFill/>
              </a:ln>
            </p:spPr>
          </p:pic>
          <p:pic>
            <p:nvPicPr>
              <p:cNvPr id="31" name="Google Shape;76;p1">
                <a:extLst>
                  <a:ext uri="{FF2B5EF4-FFF2-40B4-BE49-F238E27FC236}">
                    <a16:creationId xmlns:a16="http://schemas.microsoft.com/office/drawing/2014/main" id="{CFB54878-3425-5C29-AABF-9F5DFC8EE5AD}"/>
                  </a:ext>
                </a:extLst>
              </p:cNvPr>
              <p:cNvPicPr preferRelativeResize="0"/>
              <p:nvPr/>
            </p:nvPicPr>
            <p:blipFill rotWithShape="1">
              <a:blip r:embed="rId10">
                <a:alphaModFix/>
              </a:blip>
              <a:srcRect/>
              <a:stretch/>
            </p:blipFill>
            <p:spPr>
              <a:xfrm>
                <a:off x="3727457" y="2243477"/>
                <a:ext cx="130949" cy="173955"/>
              </a:xfrm>
              <a:prstGeom prst="rect">
                <a:avLst/>
              </a:prstGeom>
              <a:noFill/>
              <a:ln>
                <a:noFill/>
              </a:ln>
            </p:spPr>
          </p:pic>
          <p:sp>
            <p:nvSpPr>
              <p:cNvPr id="32" name="Google Shape;77;p1">
                <a:extLst>
                  <a:ext uri="{FF2B5EF4-FFF2-40B4-BE49-F238E27FC236}">
                    <a16:creationId xmlns:a16="http://schemas.microsoft.com/office/drawing/2014/main" id="{7F90AB54-4464-486F-C38E-AB0AB27A0B3B}"/>
                  </a:ext>
                </a:extLst>
              </p:cNvPr>
              <p:cNvSpPr/>
              <p:nvPr/>
            </p:nvSpPr>
            <p:spPr>
              <a:xfrm>
                <a:off x="4454686" y="2254818"/>
                <a:ext cx="74295" cy="368300"/>
              </a:xfrm>
              <a:custGeom>
                <a:avLst/>
                <a:gdLst/>
                <a:ahLst/>
                <a:cxnLst/>
                <a:rect l="l" t="t" r="r" b="b"/>
                <a:pathLst>
                  <a:path w="74295" h="368300" extrusionOk="0">
                    <a:moveTo>
                      <a:pt x="0" y="368160"/>
                    </a:moveTo>
                    <a:lnTo>
                      <a:pt x="29719" y="332106"/>
                    </a:lnTo>
                    <a:lnTo>
                      <a:pt x="52009" y="292412"/>
                    </a:lnTo>
                    <a:lnTo>
                      <a:pt x="66869" y="250119"/>
                    </a:lnTo>
                    <a:lnTo>
                      <a:pt x="74299" y="206266"/>
                    </a:lnTo>
                    <a:lnTo>
                      <a:pt x="74299" y="161893"/>
                    </a:lnTo>
                    <a:lnTo>
                      <a:pt x="66869" y="118040"/>
                    </a:lnTo>
                    <a:lnTo>
                      <a:pt x="52009" y="75747"/>
                    </a:lnTo>
                    <a:lnTo>
                      <a:pt x="29719" y="36054"/>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800">
                  <a:solidFill>
                    <a:schemeClr val="dk1"/>
                  </a:solidFill>
                  <a:latin typeface="Calibri"/>
                  <a:ea typeface="Calibri"/>
                  <a:cs typeface="Calibri"/>
                  <a:sym typeface="Calibri"/>
                </a:endParaRPr>
              </a:p>
            </p:txBody>
          </p:sp>
          <p:sp>
            <p:nvSpPr>
              <p:cNvPr id="33" name="Google Shape;78;p1">
                <a:extLst>
                  <a:ext uri="{FF2B5EF4-FFF2-40B4-BE49-F238E27FC236}">
                    <a16:creationId xmlns:a16="http://schemas.microsoft.com/office/drawing/2014/main" id="{525BE291-E7DC-655D-2331-6C75DF34816F}"/>
                  </a:ext>
                </a:extLst>
              </p:cNvPr>
              <p:cNvSpPr/>
              <p:nvPr/>
            </p:nvSpPr>
            <p:spPr>
              <a:xfrm>
                <a:off x="4378455" y="2331054"/>
                <a:ext cx="41910" cy="215900"/>
              </a:xfrm>
              <a:custGeom>
                <a:avLst/>
                <a:gdLst/>
                <a:ahLst/>
                <a:cxnLst/>
                <a:rect l="l" t="t" r="r" b="b"/>
                <a:pathLst>
                  <a:path w="41910" h="215900" extrusionOk="0">
                    <a:moveTo>
                      <a:pt x="0" y="215696"/>
                    </a:moveTo>
                    <a:lnTo>
                      <a:pt x="27937" y="176110"/>
                    </a:lnTo>
                    <a:lnTo>
                      <a:pt x="41906" y="131194"/>
                    </a:lnTo>
                    <a:lnTo>
                      <a:pt x="41906" y="84502"/>
                    </a:lnTo>
                    <a:lnTo>
                      <a:pt x="27937" y="39586"/>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800">
                  <a:solidFill>
                    <a:schemeClr val="dk1"/>
                  </a:solidFill>
                  <a:latin typeface="Calibri"/>
                  <a:ea typeface="Calibri"/>
                  <a:cs typeface="Calibri"/>
                  <a:sym typeface="Calibri"/>
                </a:endParaRPr>
              </a:p>
            </p:txBody>
          </p:sp>
          <p:sp>
            <p:nvSpPr>
              <p:cNvPr id="34" name="Google Shape;79;p1">
                <a:extLst>
                  <a:ext uri="{FF2B5EF4-FFF2-40B4-BE49-F238E27FC236}">
                    <a16:creationId xmlns:a16="http://schemas.microsoft.com/office/drawing/2014/main" id="{278B9D9D-7ED0-CB26-A2A4-7D1B0CDD9738}"/>
                  </a:ext>
                </a:extLst>
              </p:cNvPr>
              <p:cNvSpPr/>
              <p:nvPr/>
            </p:nvSpPr>
            <p:spPr>
              <a:xfrm>
                <a:off x="4311752" y="2397752"/>
                <a:ext cx="16510" cy="82550"/>
              </a:xfrm>
              <a:custGeom>
                <a:avLst/>
                <a:gdLst/>
                <a:ahLst/>
                <a:cxnLst/>
                <a:rect l="l" t="t" r="r" b="b"/>
                <a:pathLst>
                  <a:path w="16510" h="82550" extrusionOk="0">
                    <a:moveTo>
                      <a:pt x="0" y="82296"/>
                    </a:moveTo>
                    <a:lnTo>
                      <a:pt x="12015" y="63048"/>
                    </a:lnTo>
                    <a:lnTo>
                      <a:pt x="16021" y="41152"/>
                    </a:lnTo>
                    <a:lnTo>
                      <a:pt x="12015" y="19254"/>
                    </a:lnTo>
                    <a:lnTo>
                      <a:pt x="0"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800">
                  <a:solidFill>
                    <a:schemeClr val="dk1"/>
                  </a:solidFill>
                  <a:latin typeface="Calibri"/>
                  <a:ea typeface="Calibri"/>
                  <a:cs typeface="Calibri"/>
                  <a:sym typeface="Calibri"/>
                </a:endParaRPr>
              </a:p>
            </p:txBody>
          </p:sp>
          <p:sp>
            <p:nvSpPr>
              <p:cNvPr id="35" name="Google Shape;80;p1">
                <a:extLst>
                  <a:ext uri="{FF2B5EF4-FFF2-40B4-BE49-F238E27FC236}">
                    <a16:creationId xmlns:a16="http://schemas.microsoft.com/office/drawing/2014/main" id="{FBFC10D7-CCC7-E4A6-54D8-4A6EAB66094C}"/>
                  </a:ext>
                </a:extLst>
              </p:cNvPr>
              <p:cNvSpPr/>
              <p:nvPr/>
            </p:nvSpPr>
            <p:spPr>
              <a:xfrm>
                <a:off x="4241333" y="2438900"/>
                <a:ext cx="393700" cy="0"/>
              </a:xfrm>
              <a:custGeom>
                <a:avLst/>
                <a:gdLst/>
                <a:ahLst/>
                <a:cxnLst/>
                <a:rect l="l" t="t" r="r" b="b"/>
                <a:pathLst>
                  <a:path w="393700" h="120000" extrusionOk="0">
                    <a:moveTo>
                      <a:pt x="0" y="0"/>
                    </a:moveTo>
                    <a:lnTo>
                      <a:pt x="393573" y="0"/>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800">
                  <a:solidFill>
                    <a:schemeClr val="dk1"/>
                  </a:solidFill>
                  <a:latin typeface="Calibri"/>
                  <a:ea typeface="Calibri"/>
                  <a:cs typeface="Calibri"/>
                  <a:sym typeface="Calibri"/>
                </a:endParaRPr>
              </a:p>
            </p:txBody>
          </p:sp>
          <p:sp>
            <p:nvSpPr>
              <p:cNvPr id="36" name="Google Shape;81;p1">
                <a:extLst>
                  <a:ext uri="{FF2B5EF4-FFF2-40B4-BE49-F238E27FC236}">
                    <a16:creationId xmlns:a16="http://schemas.microsoft.com/office/drawing/2014/main" id="{80C674FF-5786-C622-9FC2-3BA41E901935}"/>
                  </a:ext>
                </a:extLst>
              </p:cNvPr>
              <p:cNvSpPr/>
              <p:nvPr/>
            </p:nvSpPr>
            <p:spPr>
              <a:xfrm>
                <a:off x="4583069" y="2390702"/>
                <a:ext cx="52069" cy="96520"/>
              </a:xfrm>
              <a:custGeom>
                <a:avLst/>
                <a:gdLst/>
                <a:ahLst/>
                <a:cxnLst/>
                <a:rect l="l" t="t" r="r" b="b"/>
                <a:pathLst>
                  <a:path w="52070" h="96519" extrusionOk="0">
                    <a:moveTo>
                      <a:pt x="0" y="0"/>
                    </a:moveTo>
                    <a:lnTo>
                      <a:pt x="51841" y="48196"/>
                    </a:lnTo>
                    <a:lnTo>
                      <a:pt x="0" y="96393"/>
                    </a:lnTo>
                  </a:path>
                </a:pathLst>
              </a:custGeom>
              <a:noFill/>
              <a:ln w="1360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800">
                  <a:solidFill>
                    <a:schemeClr val="dk1"/>
                  </a:solidFill>
                  <a:latin typeface="Calibri"/>
                  <a:ea typeface="Calibri"/>
                  <a:cs typeface="Calibri"/>
                  <a:sym typeface="Calibri"/>
                </a:endParaRPr>
              </a:p>
            </p:txBody>
          </p:sp>
          <p:sp>
            <p:nvSpPr>
              <p:cNvPr id="37" name="Google Shape;82;p1">
                <a:extLst>
                  <a:ext uri="{FF2B5EF4-FFF2-40B4-BE49-F238E27FC236}">
                    <a16:creationId xmlns:a16="http://schemas.microsoft.com/office/drawing/2014/main" id="{AC6D866B-47A1-A177-89CF-6354AF1CC23D}"/>
                  </a:ext>
                </a:extLst>
              </p:cNvPr>
              <p:cNvSpPr/>
              <p:nvPr/>
            </p:nvSpPr>
            <p:spPr>
              <a:xfrm>
                <a:off x="4071449" y="2195248"/>
                <a:ext cx="57785" cy="57785"/>
              </a:xfrm>
              <a:custGeom>
                <a:avLst/>
                <a:gdLst/>
                <a:ahLst/>
                <a:cxnLst/>
                <a:rect l="l" t="t" r="r" b="b"/>
                <a:pathLst>
                  <a:path w="57785" h="57785" extrusionOk="0">
                    <a:moveTo>
                      <a:pt x="31740" y="0"/>
                    </a:moveTo>
                    <a:lnTo>
                      <a:pt x="20302" y="1143"/>
                    </a:lnTo>
                    <a:lnTo>
                      <a:pt x="10196" y="6631"/>
                    </a:lnTo>
                    <a:lnTo>
                      <a:pt x="3224" y="15267"/>
                    </a:lnTo>
                    <a:lnTo>
                      <a:pt x="0" y="25887"/>
                    </a:lnTo>
                    <a:lnTo>
                      <a:pt x="1138" y="37326"/>
                    </a:lnTo>
                    <a:lnTo>
                      <a:pt x="6631" y="47426"/>
                    </a:lnTo>
                    <a:lnTo>
                      <a:pt x="15268" y="54398"/>
                    </a:lnTo>
                    <a:lnTo>
                      <a:pt x="25889" y="57621"/>
                    </a:lnTo>
                    <a:lnTo>
                      <a:pt x="37333" y="56477"/>
                    </a:lnTo>
                    <a:lnTo>
                      <a:pt x="47431" y="50990"/>
                    </a:lnTo>
                    <a:lnTo>
                      <a:pt x="54400" y="42353"/>
                    </a:lnTo>
                    <a:lnTo>
                      <a:pt x="57623" y="31733"/>
                    </a:lnTo>
                    <a:lnTo>
                      <a:pt x="56484" y="20295"/>
                    </a:lnTo>
                    <a:lnTo>
                      <a:pt x="50997" y="10194"/>
                    </a:lnTo>
                    <a:lnTo>
                      <a:pt x="42360" y="3223"/>
                    </a:lnTo>
                    <a:lnTo>
                      <a:pt x="31740" y="0"/>
                    </a:lnTo>
                    <a:close/>
                  </a:path>
                </a:pathLst>
              </a:custGeom>
              <a:solidFill>
                <a:srgbClr val="000000"/>
              </a:solidFill>
              <a:ln>
                <a:noFill/>
              </a:ln>
            </p:spPr>
            <p:txBody>
              <a:bodyPr spcFirstLastPara="1" wrap="square" lIns="0" tIns="0" rIns="0" bIns="0" anchor="t" anchorCtr="0">
                <a:noAutofit/>
              </a:bodyPr>
              <a:lstStyle/>
              <a:p>
                <a:endParaRPr sz="800">
                  <a:solidFill>
                    <a:schemeClr val="dk1"/>
                  </a:solidFill>
                  <a:latin typeface="Calibri"/>
                  <a:ea typeface="Calibri"/>
                  <a:cs typeface="Calibri"/>
                  <a:sym typeface="Calibri"/>
                </a:endParaRPr>
              </a:p>
            </p:txBody>
          </p:sp>
        </p:grpSp>
        <p:pic>
          <p:nvPicPr>
            <p:cNvPr id="39" name="Google Shape;83;p1">
              <a:extLst>
                <a:ext uri="{FF2B5EF4-FFF2-40B4-BE49-F238E27FC236}">
                  <a16:creationId xmlns:a16="http://schemas.microsoft.com/office/drawing/2014/main" id="{0537E76A-7E34-E768-B29B-5CF66FEA37BC}"/>
                </a:ext>
              </a:extLst>
            </p:cNvPr>
            <p:cNvPicPr preferRelativeResize="0"/>
            <p:nvPr/>
          </p:nvPicPr>
          <p:blipFill rotWithShape="1">
            <a:blip r:embed="rId11">
              <a:alphaModFix/>
            </a:blip>
            <a:srcRect/>
            <a:stretch/>
          </p:blipFill>
          <p:spPr>
            <a:xfrm>
              <a:off x="4813945" y="5579878"/>
              <a:ext cx="663593" cy="663588"/>
            </a:xfrm>
            <a:prstGeom prst="rect">
              <a:avLst/>
            </a:prstGeom>
            <a:noFill/>
            <a:ln>
              <a:noFill/>
            </a:ln>
          </p:spPr>
        </p:pic>
        <p:sp>
          <p:nvSpPr>
            <p:cNvPr id="40" name="Google Shape;84;p1">
              <a:extLst>
                <a:ext uri="{FF2B5EF4-FFF2-40B4-BE49-F238E27FC236}">
                  <a16:creationId xmlns:a16="http://schemas.microsoft.com/office/drawing/2014/main" id="{095D1472-B014-74F3-77CF-03465DD5FAB6}"/>
                </a:ext>
              </a:extLst>
            </p:cNvPr>
            <p:cNvSpPr/>
            <p:nvPr/>
          </p:nvSpPr>
          <p:spPr>
            <a:xfrm>
              <a:off x="4589326" y="6318865"/>
              <a:ext cx="1112831" cy="338149"/>
            </a:xfrm>
            <a:custGeom>
              <a:avLst/>
              <a:gdLst/>
              <a:ahLst/>
              <a:cxnLst/>
              <a:rect l="l" t="t" r="r" b="b"/>
              <a:pathLst>
                <a:path w="2169159" h="909320" extrusionOk="0">
                  <a:moveTo>
                    <a:pt x="1714563" y="0"/>
                  </a:moveTo>
                  <a:lnTo>
                    <a:pt x="454444" y="0"/>
                  </a:lnTo>
                  <a:lnTo>
                    <a:pt x="407980" y="2346"/>
                  </a:lnTo>
                  <a:lnTo>
                    <a:pt x="362859" y="9232"/>
                  </a:lnTo>
                  <a:lnTo>
                    <a:pt x="319308" y="20431"/>
                  </a:lnTo>
                  <a:lnTo>
                    <a:pt x="277556" y="35713"/>
                  </a:lnTo>
                  <a:lnTo>
                    <a:pt x="237831" y="54849"/>
                  </a:lnTo>
                  <a:lnTo>
                    <a:pt x="200362" y="77613"/>
                  </a:lnTo>
                  <a:lnTo>
                    <a:pt x="165377" y="103774"/>
                  </a:lnTo>
                  <a:lnTo>
                    <a:pt x="133105" y="133105"/>
                  </a:lnTo>
                  <a:lnTo>
                    <a:pt x="103774" y="165377"/>
                  </a:lnTo>
                  <a:lnTo>
                    <a:pt x="77613" y="200362"/>
                  </a:lnTo>
                  <a:lnTo>
                    <a:pt x="54849" y="237831"/>
                  </a:lnTo>
                  <a:lnTo>
                    <a:pt x="35713" y="277556"/>
                  </a:lnTo>
                  <a:lnTo>
                    <a:pt x="20431" y="319308"/>
                  </a:lnTo>
                  <a:lnTo>
                    <a:pt x="9232" y="362859"/>
                  </a:lnTo>
                  <a:lnTo>
                    <a:pt x="2346" y="407980"/>
                  </a:lnTo>
                  <a:lnTo>
                    <a:pt x="0" y="454444"/>
                  </a:lnTo>
                  <a:lnTo>
                    <a:pt x="2346" y="500907"/>
                  </a:lnTo>
                  <a:lnTo>
                    <a:pt x="9232" y="546028"/>
                  </a:lnTo>
                  <a:lnTo>
                    <a:pt x="20431" y="589579"/>
                  </a:lnTo>
                  <a:lnTo>
                    <a:pt x="35713" y="631332"/>
                  </a:lnTo>
                  <a:lnTo>
                    <a:pt x="54849" y="671056"/>
                  </a:lnTo>
                  <a:lnTo>
                    <a:pt x="77613" y="708525"/>
                  </a:lnTo>
                  <a:lnTo>
                    <a:pt x="103774" y="743510"/>
                  </a:lnTo>
                  <a:lnTo>
                    <a:pt x="133105" y="775782"/>
                  </a:lnTo>
                  <a:lnTo>
                    <a:pt x="165377" y="805113"/>
                  </a:lnTo>
                  <a:lnTo>
                    <a:pt x="200362" y="831274"/>
                  </a:lnTo>
                  <a:lnTo>
                    <a:pt x="237831" y="854038"/>
                  </a:lnTo>
                  <a:lnTo>
                    <a:pt x="277556" y="873175"/>
                  </a:lnTo>
                  <a:lnTo>
                    <a:pt x="319308" y="888456"/>
                  </a:lnTo>
                  <a:lnTo>
                    <a:pt x="362859" y="899655"/>
                  </a:lnTo>
                  <a:lnTo>
                    <a:pt x="407980" y="906541"/>
                  </a:lnTo>
                  <a:lnTo>
                    <a:pt x="454444" y="908888"/>
                  </a:lnTo>
                  <a:lnTo>
                    <a:pt x="1714563" y="908888"/>
                  </a:lnTo>
                  <a:lnTo>
                    <a:pt x="1761026" y="906541"/>
                  </a:lnTo>
                  <a:lnTo>
                    <a:pt x="1806148" y="899655"/>
                  </a:lnTo>
                  <a:lnTo>
                    <a:pt x="1849699" y="888456"/>
                  </a:lnTo>
                  <a:lnTo>
                    <a:pt x="1891451" y="873175"/>
                  </a:lnTo>
                  <a:lnTo>
                    <a:pt x="1931176" y="854038"/>
                  </a:lnTo>
                  <a:lnTo>
                    <a:pt x="1968645" y="831274"/>
                  </a:lnTo>
                  <a:lnTo>
                    <a:pt x="2003630" y="805113"/>
                  </a:lnTo>
                  <a:lnTo>
                    <a:pt x="2035902" y="775782"/>
                  </a:lnTo>
                  <a:lnTo>
                    <a:pt x="2065232" y="743510"/>
                  </a:lnTo>
                  <a:lnTo>
                    <a:pt x="2091394" y="708525"/>
                  </a:lnTo>
                  <a:lnTo>
                    <a:pt x="2114157" y="671056"/>
                  </a:lnTo>
                  <a:lnTo>
                    <a:pt x="2133294" y="631332"/>
                  </a:lnTo>
                  <a:lnTo>
                    <a:pt x="2148576" y="589579"/>
                  </a:lnTo>
                  <a:lnTo>
                    <a:pt x="2159774" y="546028"/>
                  </a:lnTo>
                  <a:lnTo>
                    <a:pt x="2166661" y="500907"/>
                  </a:lnTo>
                  <a:lnTo>
                    <a:pt x="2169007" y="454444"/>
                  </a:lnTo>
                  <a:lnTo>
                    <a:pt x="2166661" y="407980"/>
                  </a:lnTo>
                  <a:lnTo>
                    <a:pt x="2159774" y="362859"/>
                  </a:lnTo>
                  <a:lnTo>
                    <a:pt x="2148576" y="319308"/>
                  </a:lnTo>
                  <a:lnTo>
                    <a:pt x="2133294" y="277556"/>
                  </a:lnTo>
                  <a:lnTo>
                    <a:pt x="2114157" y="237831"/>
                  </a:lnTo>
                  <a:lnTo>
                    <a:pt x="2091394" y="200362"/>
                  </a:lnTo>
                  <a:lnTo>
                    <a:pt x="2065232" y="165377"/>
                  </a:lnTo>
                  <a:lnTo>
                    <a:pt x="2035902" y="133105"/>
                  </a:lnTo>
                  <a:lnTo>
                    <a:pt x="2003630" y="103774"/>
                  </a:lnTo>
                  <a:lnTo>
                    <a:pt x="1968645" y="77613"/>
                  </a:lnTo>
                  <a:lnTo>
                    <a:pt x="1931176" y="54849"/>
                  </a:lnTo>
                  <a:lnTo>
                    <a:pt x="1891451" y="35713"/>
                  </a:lnTo>
                  <a:lnTo>
                    <a:pt x="1849699" y="20431"/>
                  </a:lnTo>
                  <a:lnTo>
                    <a:pt x="1806148" y="9232"/>
                  </a:lnTo>
                  <a:lnTo>
                    <a:pt x="1761026" y="2346"/>
                  </a:lnTo>
                  <a:lnTo>
                    <a:pt x="1714563" y="0"/>
                  </a:lnTo>
                  <a:close/>
                </a:path>
              </a:pathLst>
            </a:custGeom>
            <a:solidFill>
              <a:srgbClr val="8BDFC5"/>
            </a:solidFill>
            <a:ln>
              <a:noFill/>
            </a:ln>
          </p:spPr>
          <p:txBody>
            <a:bodyPr spcFirstLastPara="1" wrap="square" lIns="0" tIns="0" rIns="0" bIns="0" anchor="t" anchorCtr="0">
              <a:noAutofit/>
            </a:bodyPr>
            <a:lstStyle/>
            <a:p>
              <a:endParaRPr sz="800">
                <a:solidFill>
                  <a:schemeClr val="dk1"/>
                </a:solidFill>
                <a:latin typeface="Calibri"/>
                <a:ea typeface="Calibri"/>
                <a:cs typeface="Calibri"/>
                <a:sym typeface="Calibri"/>
              </a:endParaRPr>
            </a:p>
          </p:txBody>
        </p:sp>
        <p:sp>
          <p:nvSpPr>
            <p:cNvPr id="41" name="Google Shape;85;p1">
              <a:extLst>
                <a:ext uri="{FF2B5EF4-FFF2-40B4-BE49-F238E27FC236}">
                  <a16:creationId xmlns:a16="http://schemas.microsoft.com/office/drawing/2014/main" id="{2B21AFC4-29A4-08E5-C56D-ABF4508675E6}"/>
                </a:ext>
              </a:extLst>
            </p:cNvPr>
            <p:cNvSpPr txBox="1"/>
            <p:nvPr/>
          </p:nvSpPr>
          <p:spPr>
            <a:xfrm>
              <a:off x="4603825" y="6395317"/>
              <a:ext cx="1069828" cy="154829"/>
            </a:xfrm>
            <a:prstGeom prst="rect">
              <a:avLst/>
            </a:prstGeom>
            <a:noFill/>
            <a:ln>
              <a:noFill/>
            </a:ln>
          </p:spPr>
          <p:txBody>
            <a:bodyPr spcFirstLastPara="1" wrap="square" lIns="0" tIns="34904" rIns="0" bIns="0" anchor="t" anchorCtr="0">
              <a:spAutoFit/>
            </a:bodyPr>
            <a:lstStyle/>
            <a:p>
              <a:pPr marL="11635" marR="4653" indent="84932">
                <a:lnSpc>
                  <a:spcPct val="111172"/>
                </a:lnSpc>
              </a:pPr>
              <a:r>
                <a:rPr lang="en-US" sz="700" dirty="0">
                  <a:solidFill>
                    <a:schemeClr val="dk1"/>
                  </a:solidFill>
                  <a:latin typeface="Arial"/>
                  <a:ea typeface="Arial"/>
                  <a:cs typeface="Arial"/>
                  <a:sym typeface="Arial"/>
                </a:rPr>
                <a:t>Social &amp;  Emotional</a:t>
              </a:r>
              <a:endParaRPr sz="700" dirty="0">
                <a:solidFill>
                  <a:schemeClr val="dk1"/>
                </a:solidFill>
                <a:latin typeface="Arial"/>
                <a:ea typeface="Arial"/>
                <a:cs typeface="Arial"/>
                <a:sym typeface="Arial"/>
              </a:endParaRPr>
            </a:p>
          </p:txBody>
        </p:sp>
      </p:grpSp>
      <p:grpSp>
        <p:nvGrpSpPr>
          <p:cNvPr id="42" name="Group 41">
            <a:extLst>
              <a:ext uri="{FF2B5EF4-FFF2-40B4-BE49-F238E27FC236}">
                <a16:creationId xmlns:a16="http://schemas.microsoft.com/office/drawing/2014/main" id="{C33C7AEF-C65E-9E90-E1B9-810236639B27}"/>
              </a:ext>
            </a:extLst>
          </p:cNvPr>
          <p:cNvGrpSpPr/>
          <p:nvPr userDrawn="1"/>
        </p:nvGrpSpPr>
        <p:grpSpPr>
          <a:xfrm>
            <a:off x="9059046" y="250856"/>
            <a:ext cx="1569741" cy="1569741"/>
            <a:chOff x="7956409" y="9675304"/>
            <a:chExt cx="4089004" cy="4089004"/>
          </a:xfrm>
        </p:grpSpPr>
        <p:pic>
          <p:nvPicPr>
            <p:cNvPr id="43" name="Picture 42" descr="C:\Users\Jon\Downloads\Learning_Behaviours_Collaboration.jpg">
              <a:extLst>
                <a:ext uri="{FF2B5EF4-FFF2-40B4-BE49-F238E27FC236}">
                  <a16:creationId xmlns:a16="http://schemas.microsoft.com/office/drawing/2014/main" id="{74F8C545-560F-8222-9609-3C8522985DF0}"/>
                </a:ext>
              </a:extLst>
            </p:cNvPr>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7956409" y="11719806"/>
              <a:ext cx="2044502" cy="2044502"/>
            </a:xfrm>
            <a:prstGeom prst="rect">
              <a:avLst/>
            </a:prstGeom>
            <a:noFill/>
            <a:ln>
              <a:noFill/>
            </a:ln>
          </p:spPr>
        </p:pic>
        <p:pic>
          <p:nvPicPr>
            <p:cNvPr id="44" name="Picture 43" descr="C:\Users\Jon\Downloads\Learning_Behaviours_CuriosityAndImagination.jpg">
              <a:extLst>
                <a:ext uri="{FF2B5EF4-FFF2-40B4-BE49-F238E27FC236}">
                  <a16:creationId xmlns:a16="http://schemas.microsoft.com/office/drawing/2014/main" id="{C68A3E44-81B4-D021-CB29-171C71585D00}"/>
                </a:ext>
              </a:extLst>
            </p:cNvPr>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0000911" y="11719806"/>
              <a:ext cx="2044502" cy="2044502"/>
            </a:xfrm>
            <a:prstGeom prst="rect">
              <a:avLst/>
            </a:prstGeom>
            <a:noFill/>
            <a:ln>
              <a:noFill/>
            </a:ln>
          </p:spPr>
        </p:pic>
        <p:pic>
          <p:nvPicPr>
            <p:cNvPr id="45" name="Picture 44" descr="C:\Users\Jon\Downloads\Learning_Behaviours_Independence.jpg">
              <a:extLst>
                <a:ext uri="{FF2B5EF4-FFF2-40B4-BE49-F238E27FC236}">
                  <a16:creationId xmlns:a16="http://schemas.microsoft.com/office/drawing/2014/main" id="{549D16C1-E994-89A4-7C36-D258D0692668}"/>
                </a:ext>
              </a:extLst>
            </p:cNvPr>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0000911" y="9675304"/>
              <a:ext cx="2044502" cy="2044502"/>
            </a:xfrm>
            <a:prstGeom prst="rect">
              <a:avLst/>
            </a:prstGeom>
            <a:noFill/>
            <a:ln>
              <a:noFill/>
            </a:ln>
          </p:spPr>
        </p:pic>
        <p:pic>
          <p:nvPicPr>
            <p:cNvPr id="46" name="Picture 45" descr="C:\Users\Jon\Downloads\Learning_Behaviours_Resilience.jpg">
              <a:extLst>
                <a:ext uri="{FF2B5EF4-FFF2-40B4-BE49-F238E27FC236}">
                  <a16:creationId xmlns:a16="http://schemas.microsoft.com/office/drawing/2014/main" id="{6E463C19-82EA-0E4A-CC54-3A2B48E7BCF6}"/>
                </a:ext>
              </a:extLst>
            </p:cNvPr>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7956409" y="9675304"/>
              <a:ext cx="2044502" cy="2044502"/>
            </a:xfrm>
            <a:prstGeom prst="rect">
              <a:avLst/>
            </a:prstGeom>
            <a:noFill/>
            <a:ln>
              <a:noFill/>
            </a:ln>
          </p:spPr>
        </p:pic>
      </p:grpSp>
      <p:sp>
        <p:nvSpPr>
          <p:cNvPr id="47" name="Content Placeholder 5">
            <a:extLst>
              <a:ext uri="{FF2B5EF4-FFF2-40B4-BE49-F238E27FC236}">
                <a16:creationId xmlns:a16="http://schemas.microsoft.com/office/drawing/2014/main" id="{52FC8FA8-BC9B-B7B9-F0AF-6B11F9E1839F}"/>
              </a:ext>
            </a:extLst>
          </p:cNvPr>
          <p:cNvSpPr>
            <a:spLocks noGrp="1"/>
          </p:cNvSpPr>
          <p:nvPr>
            <p:ph sz="quarter" idx="13" hasCustomPrompt="1"/>
          </p:nvPr>
        </p:nvSpPr>
        <p:spPr>
          <a:xfrm>
            <a:off x="10948086" y="6299573"/>
            <a:ext cx="1111992" cy="404362"/>
          </a:xfrm>
        </p:spPr>
        <p:txBody>
          <a:bodyPr>
            <a:noAutofit/>
          </a:bodyPr>
          <a:lstStyle>
            <a:lvl1pPr>
              <a:buNone/>
              <a:defRPr sz="1800"/>
            </a:lvl1pPr>
          </a:lstStyle>
          <a:p>
            <a:pPr lvl="0"/>
            <a:r>
              <a:rPr lang="en-GB"/>
              <a:t>Timer</a:t>
            </a:r>
            <a:endParaRPr lang="en-US"/>
          </a:p>
        </p:txBody>
      </p:sp>
      <p:sp>
        <p:nvSpPr>
          <p:cNvPr id="48" name="TextBox 47">
            <a:extLst>
              <a:ext uri="{FF2B5EF4-FFF2-40B4-BE49-F238E27FC236}">
                <a16:creationId xmlns:a16="http://schemas.microsoft.com/office/drawing/2014/main" id="{E7BE5F03-DD0B-9D96-90BA-6FA261308CD2}"/>
              </a:ext>
            </a:extLst>
          </p:cNvPr>
          <p:cNvSpPr txBox="1"/>
          <p:nvPr userDrawn="1"/>
        </p:nvSpPr>
        <p:spPr>
          <a:xfrm>
            <a:off x="980975" y="254033"/>
            <a:ext cx="3911600" cy="707886"/>
          </a:xfrm>
          <a:prstGeom prst="rect">
            <a:avLst/>
          </a:prstGeom>
          <a:noFill/>
        </p:spPr>
        <p:txBody>
          <a:bodyPr wrap="square" rtlCol="0">
            <a:spAutoFit/>
          </a:bodyPr>
          <a:lstStyle/>
          <a:p>
            <a:r>
              <a:rPr lang="en-GB" sz="4000" b="1">
                <a:solidFill>
                  <a:srgbClr val="F19551"/>
                </a:solidFill>
                <a:latin typeface="Twinkl Cursive Looped" panose="02000000000000000000" pitchFamily="2" charset="77"/>
                <a:ea typeface="Sassoon Infant Rg" panose="02000503030000020003" pitchFamily="2" charset="0"/>
              </a:rPr>
              <a:t>Learning Review</a:t>
            </a:r>
          </a:p>
        </p:txBody>
      </p:sp>
      <p:pic>
        <p:nvPicPr>
          <p:cNvPr id="49" name="Picture 48">
            <a:extLst>
              <a:ext uri="{FF2B5EF4-FFF2-40B4-BE49-F238E27FC236}">
                <a16:creationId xmlns:a16="http://schemas.microsoft.com/office/drawing/2014/main" id="{B30BF399-9B00-64F3-24E7-37E2A6CB7672}"/>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65093" y="223520"/>
            <a:ext cx="878845" cy="678176"/>
          </a:xfrm>
          <a:prstGeom prst="rect">
            <a:avLst/>
          </a:prstGeom>
        </p:spPr>
      </p:pic>
      <p:sp>
        <p:nvSpPr>
          <p:cNvPr id="2" name="Frame 1">
            <a:extLst>
              <a:ext uri="{FF2B5EF4-FFF2-40B4-BE49-F238E27FC236}">
                <a16:creationId xmlns:a16="http://schemas.microsoft.com/office/drawing/2014/main" id="{5C53E682-4C5F-5C0E-4DA6-4EF775773F6B}"/>
              </a:ext>
            </a:extLst>
          </p:cNvPr>
          <p:cNvSpPr/>
          <p:nvPr userDrawn="1"/>
        </p:nvSpPr>
        <p:spPr>
          <a:xfrm>
            <a:off x="0" y="0"/>
            <a:ext cx="12192000" cy="6858000"/>
          </a:xfrm>
          <a:prstGeom prst="frame">
            <a:avLst>
              <a:gd name="adj1" fmla="val 1241"/>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660388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3C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30F56E-FE65-F3F1-9FAC-DB93F1565D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289DE58-64FF-3948-39DF-734AF3C456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EE9CB98-5757-3839-A7C0-D2C85F0636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FE44AB8-700B-C141-9852-6FF3C722C54D}" type="datetimeFigureOut">
              <a:rPr lang="en-US" smtClean="0"/>
              <a:t>7/22/26</a:t>
            </a:fld>
            <a:endParaRPr lang="en-US"/>
          </a:p>
        </p:txBody>
      </p:sp>
      <p:sp>
        <p:nvSpPr>
          <p:cNvPr id="5" name="Footer Placeholder 4">
            <a:extLst>
              <a:ext uri="{FF2B5EF4-FFF2-40B4-BE49-F238E27FC236}">
                <a16:creationId xmlns:a16="http://schemas.microsoft.com/office/drawing/2014/main" id="{DF4D89FE-E21F-55B3-2929-A51FD86C0A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42B86D3-F974-31AE-72A2-76BAF8DF7C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F32073-090B-5244-8DDA-E3F362023849}" type="slidenum">
              <a:rPr lang="en-US" smtClean="0"/>
              <a:t>‹#›</a:t>
            </a:fld>
            <a:endParaRPr lang="en-US"/>
          </a:p>
        </p:txBody>
      </p:sp>
    </p:spTree>
    <p:extLst>
      <p:ext uri="{BB962C8B-B14F-4D97-AF65-F5344CB8AC3E}">
        <p14:creationId xmlns:p14="http://schemas.microsoft.com/office/powerpoint/2010/main" val="3445069587"/>
      </p:ext>
    </p:extLst>
  </p:cSld>
  <p:clrMap bg1="lt1" tx1="dk1" bg2="lt2" tx2="dk2" accent1="accent1" accent2="accent2" accent3="accent3" accent4="accent4" accent5="accent5" accent6="accent6" hlink="hlink" folHlink="folHlink"/>
  <p:sldLayoutIdLst>
    <p:sldLayoutId id="2147483760" r:id="rId1"/>
    <p:sldLayoutId id="2147483653" r:id="rId2"/>
    <p:sldLayoutId id="2147483787" r:id="rId3"/>
    <p:sldLayoutId id="2147483761" r:id="rId4"/>
    <p:sldLayoutId id="2147483763" r:id="rId5"/>
    <p:sldLayoutId id="2147483875" r:id="rId6"/>
    <p:sldLayoutId id="2147483876" r:id="rId7"/>
    <p:sldLayoutId id="2147483881" r:id="rId8"/>
    <p:sldLayoutId id="2147483882" r:id="rId9"/>
    <p:sldLayoutId id="2147483879" r:id="rId10"/>
    <p:sldLayoutId id="2147483878" r:id="rId11"/>
    <p:sldLayoutId id="2147483884" r:id="rId12"/>
    <p:sldLayoutId id="214748386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microsoft.com/office/2007/relationships/hdphoto" Target="../media/hdphoto2.wdp"/><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99EF5-8D4E-BB14-FD55-BE87340C1062}"/>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919C0809-7F5E-44AD-A203-8F5E4C6601AE}"/>
              </a:ext>
            </a:extLst>
          </p:cNvPr>
          <p:cNvSpPr>
            <a:spLocks noGrp="1"/>
          </p:cNvSpPr>
          <p:nvPr>
            <p:ph type="body" sz="quarter" idx="12"/>
          </p:nvPr>
        </p:nvSpPr>
        <p:spPr>
          <a:xfrm>
            <a:off x="3007527" y="652297"/>
            <a:ext cx="6344297" cy="1041890"/>
          </a:xfrm>
        </p:spPr>
        <p:txBody>
          <a:bodyPr>
            <a:normAutofit/>
          </a:bodyPr>
          <a:lstStyle/>
          <a:p>
            <a:r>
              <a:rPr lang="en-GB" noProof="1"/>
              <a:t>How did Egyptian civilisation shape the ancient world?</a:t>
            </a:r>
          </a:p>
        </p:txBody>
      </p:sp>
      <p:sp>
        <p:nvSpPr>
          <p:cNvPr id="11" name="Text Placeholder 7">
            <a:extLst>
              <a:ext uri="{FF2B5EF4-FFF2-40B4-BE49-F238E27FC236}">
                <a16:creationId xmlns:a16="http://schemas.microsoft.com/office/drawing/2014/main" id="{46AAE32F-EFD5-87C4-5931-5B5A11549A24}"/>
              </a:ext>
            </a:extLst>
          </p:cNvPr>
          <p:cNvSpPr>
            <a:spLocks noGrp="1"/>
          </p:cNvSpPr>
          <p:nvPr>
            <p:ph type="body" sz="quarter" idx="10"/>
          </p:nvPr>
        </p:nvSpPr>
        <p:spPr>
          <a:xfrm>
            <a:off x="3351947" y="1582976"/>
            <a:ext cx="5251759" cy="1235810"/>
          </a:xfrm>
        </p:spPr>
        <p:txBody>
          <a:bodyPr/>
          <a:lstStyle/>
          <a:p>
            <a:r>
              <a:rPr lang="en-GB" noProof="1"/>
              <a:t>Create a museum exhibit that shows why Egyptian civilisation mattered.</a:t>
            </a:r>
          </a:p>
        </p:txBody>
      </p:sp>
    </p:spTree>
    <p:extLst>
      <p:ext uri="{BB962C8B-B14F-4D97-AF65-F5344CB8AC3E}">
        <p14:creationId xmlns:p14="http://schemas.microsoft.com/office/powerpoint/2010/main" val="2591274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5ACC00-DAE1-4B69-F5DD-4ABC6872101D}"/>
              </a:ext>
            </a:extLst>
          </p:cNvPr>
          <p:cNvPicPr>
            <a:picLocks noChangeAspect="1"/>
          </p:cNvPicPr>
          <p:nvPr/>
        </p:nvPicPr>
        <p:blipFill>
          <a:blip r:embed="rId2"/>
          <a:stretch>
            <a:fillRect/>
          </a:stretch>
        </p:blipFill>
        <p:spPr>
          <a:xfrm>
            <a:off x="581025" y="373334"/>
            <a:ext cx="11029950" cy="6111331"/>
          </a:xfrm>
          <a:prstGeom prst="rect">
            <a:avLst/>
          </a:prstGeom>
        </p:spPr>
      </p:pic>
    </p:spTree>
    <p:extLst>
      <p:ext uri="{BB962C8B-B14F-4D97-AF65-F5344CB8AC3E}">
        <p14:creationId xmlns:p14="http://schemas.microsoft.com/office/powerpoint/2010/main" val="1188965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27B4F-7FBE-7E86-EA03-66DB245F603F}"/>
            </a:ext>
          </a:extLst>
        </p:cNvPr>
        <p:cNvGrpSpPr/>
        <p:nvPr/>
      </p:nvGrpSpPr>
      <p:grpSpPr>
        <a:xfrm>
          <a:off x="0" y="0"/>
          <a:ext cx="0" cy="0"/>
          <a:chOff x="0" y="0"/>
          <a:chExt cx="0" cy="0"/>
        </a:xfrm>
      </p:grpSpPr>
      <p:sp>
        <p:nvSpPr>
          <p:cNvPr id="7" name="Frame 6">
            <a:extLst>
              <a:ext uri="{FF2B5EF4-FFF2-40B4-BE49-F238E27FC236}">
                <a16:creationId xmlns:a16="http://schemas.microsoft.com/office/drawing/2014/main" id="{C7A84758-298B-6863-B7E1-141752EBAA49}"/>
              </a:ext>
            </a:extLst>
          </p:cNvPr>
          <p:cNvSpPr/>
          <p:nvPr/>
        </p:nvSpPr>
        <p:spPr>
          <a:xfrm>
            <a:off x="0" y="0"/>
            <a:ext cx="12192000" cy="6858000"/>
          </a:xfrm>
          <a:prstGeom prst="frame">
            <a:avLst>
              <a:gd name="adj1" fmla="val 1241"/>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9312ADC2-11CF-3226-4DFC-6F86D667CBE1}"/>
              </a:ext>
            </a:extLst>
          </p:cNvPr>
          <p:cNvSpPr txBox="1"/>
          <p:nvPr/>
        </p:nvSpPr>
        <p:spPr>
          <a:xfrm>
            <a:off x="942338" y="254033"/>
            <a:ext cx="391160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1" i="0" u="none" strike="noStrike" kern="1200" cap="none" spc="0" normalizeH="0" baseline="0" noProof="0">
                <a:ln>
                  <a:noFill/>
                </a:ln>
                <a:solidFill>
                  <a:srgbClr val="F19551"/>
                </a:solidFill>
                <a:effectLst/>
                <a:uLnTx/>
                <a:uFillTx/>
                <a:latin typeface="Sassoon Infant Rg" panose="02000503030000020003" pitchFamily="2" charset="0"/>
                <a:ea typeface="Sassoon Infant Rg" panose="02000503030000020003" pitchFamily="2" charset="0"/>
                <a:cs typeface="+mn-cs"/>
              </a:rPr>
              <a:t>Civilisation</a:t>
            </a:r>
          </a:p>
        </p:txBody>
      </p:sp>
      <p:pic>
        <p:nvPicPr>
          <p:cNvPr id="9" name="Picture 8">
            <a:extLst>
              <a:ext uri="{FF2B5EF4-FFF2-40B4-BE49-F238E27FC236}">
                <a16:creationId xmlns:a16="http://schemas.microsoft.com/office/drawing/2014/main" id="{A8DFC8EF-8DF3-BE10-A124-2C6CF5E136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093" y="223520"/>
            <a:ext cx="878845" cy="678176"/>
          </a:xfrm>
          <a:prstGeom prst="rect">
            <a:avLst/>
          </a:prstGeom>
        </p:spPr>
      </p:pic>
      <p:sp>
        <p:nvSpPr>
          <p:cNvPr id="51" name="TextBox 50">
            <a:extLst>
              <a:ext uri="{FF2B5EF4-FFF2-40B4-BE49-F238E27FC236}">
                <a16:creationId xmlns:a16="http://schemas.microsoft.com/office/drawing/2014/main" id="{2E9C5951-F23E-3214-FE4C-E8E6890D6D4A}"/>
              </a:ext>
            </a:extLst>
          </p:cNvPr>
          <p:cNvSpPr txBox="1"/>
          <p:nvPr/>
        </p:nvSpPr>
        <p:spPr>
          <a:xfrm>
            <a:off x="144316" y="961919"/>
            <a:ext cx="2909135" cy="1077218"/>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Twinkl Cursive Looped" panose="02000000000000000000" pitchFamily="2" charset="77"/>
                <a:ea typeface="Sassoon Infant Rg" panose="02000503030000020003" pitchFamily="2" charset="0"/>
              </a:rPr>
              <a:t>A group of people with their own languages and way of life. Civilised people live in organised groups like towns. </a:t>
            </a:r>
          </a:p>
        </p:txBody>
      </p:sp>
      <p:grpSp>
        <p:nvGrpSpPr>
          <p:cNvPr id="138" name="Group 137">
            <a:extLst>
              <a:ext uri="{FF2B5EF4-FFF2-40B4-BE49-F238E27FC236}">
                <a16:creationId xmlns:a16="http://schemas.microsoft.com/office/drawing/2014/main" id="{A846323A-C3D4-9829-D9E5-319FBE082EF5}"/>
              </a:ext>
            </a:extLst>
          </p:cNvPr>
          <p:cNvGrpSpPr/>
          <p:nvPr/>
        </p:nvGrpSpPr>
        <p:grpSpPr>
          <a:xfrm>
            <a:off x="3577902" y="5778184"/>
            <a:ext cx="8300638" cy="905856"/>
            <a:chOff x="3577902" y="5778184"/>
            <a:chExt cx="8300638" cy="905856"/>
          </a:xfrm>
        </p:grpSpPr>
        <p:grpSp>
          <p:nvGrpSpPr>
            <p:cNvPr id="64" name="Group 63">
              <a:extLst>
                <a:ext uri="{FF2B5EF4-FFF2-40B4-BE49-F238E27FC236}">
                  <a16:creationId xmlns:a16="http://schemas.microsoft.com/office/drawing/2014/main" id="{51C4A8F2-BEE7-9E4D-0636-4DC0CF3EB507}"/>
                </a:ext>
              </a:extLst>
            </p:cNvPr>
            <p:cNvGrpSpPr/>
            <p:nvPr/>
          </p:nvGrpSpPr>
          <p:grpSpPr>
            <a:xfrm>
              <a:off x="3577902" y="5778184"/>
              <a:ext cx="8300638" cy="905856"/>
              <a:chOff x="5680017" y="7685921"/>
              <a:chExt cx="8300638" cy="905856"/>
            </a:xfrm>
          </p:grpSpPr>
          <p:grpSp>
            <p:nvGrpSpPr>
              <p:cNvPr id="45" name="Group 44">
                <a:extLst>
                  <a:ext uri="{FF2B5EF4-FFF2-40B4-BE49-F238E27FC236}">
                    <a16:creationId xmlns:a16="http://schemas.microsoft.com/office/drawing/2014/main" id="{70ECFE10-D13A-539D-36C1-7B1D99102B06}"/>
                  </a:ext>
                </a:extLst>
              </p:cNvPr>
              <p:cNvGrpSpPr/>
              <p:nvPr/>
            </p:nvGrpSpPr>
            <p:grpSpPr>
              <a:xfrm>
                <a:off x="5680017" y="7685921"/>
                <a:ext cx="8300638" cy="905856"/>
                <a:chOff x="5680017" y="7685921"/>
                <a:chExt cx="8300638" cy="905856"/>
              </a:xfrm>
            </p:grpSpPr>
            <p:sp>
              <p:nvSpPr>
                <p:cNvPr id="4" name="Rectangle: Rounded Corners 3">
                  <a:extLst>
                    <a:ext uri="{FF2B5EF4-FFF2-40B4-BE49-F238E27FC236}">
                      <a16:creationId xmlns:a16="http://schemas.microsoft.com/office/drawing/2014/main" id="{D87D626E-10C3-6E61-C75F-EEACAE353E4A}"/>
                    </a:ext>
                  </a:extLst>
                </p:cNvPr>
                <p:cNvSpPr/>
                <p:nvPr/>
              </p:nvSpPr>
              <p:spPr>
                <a:xfrm>
                  <a:off x="5680017" y="7685921"/>
                  <a:ext cx="8300638" cy="900000"/>
                </a:xfrm>
                <a:prstGeom prst="roundRect">
                  <a:avLst/>
                </a:prstGeom>
                <a:solidFill>
                  <a:srgbClr val="F9D2B5"/>
                </a:solidFill>
                <a:ln>
                  <a:solidFill>
                    <a:srgbClr val="F9D2B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27" name="Group 26">
                  <a:extLst>
                    <a:ext uri="{FF2B5EF4-FFF2-40B4-BE49-F238E27FC236}">
                      <a16:creationId xmlns:a16="http://schemas.microsoft.com/office/drawing/2014/main" id="{0957FD79-6014-2AB6-DD47-B98C6D79B410}"/>
                    </a:ext>
                  </a:extLst>
                </p:cNvPr>
                <p:cNvGrpSpPr/>
                <p:nvPr/>
              </p:nvGrpSpPr>
              <p:grpSpPr>
                <a:xfrm>
                  <a:off x="5696607" y="7688425"/>
                  <a:ext cx="801261" cy="903352"/>
                  <a:chOff x="6578453" y="2403638"/>
                  <a:chExt cx="801261" cy="903352"/>
                </a:xfrm>
              </p:grpSpPr>
              <p:pic>
                <p:nvPicPr>
                  <p:cNvPr id="28" name="Picture 27">
                    <a:extLst>
                      <a:ext uri="{FF2B5EF4-FFF2-40B4-BE49-F238E27FC236}">
                        <a16:creationId xmlns:a16="http://schemas.microsoft.com/office/drawing/2014/main" id="{08B79FC6-5876-A162-59B2-2F84B1572B02}"/>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6578453" y="2403638"/>
                    <a:ext cx="801261" cy="903352"/>
                  </a:xfrm>
                  <a:prstGeom prst="rect">
                    <a:avLst/>
                  </a:prstGeom>
                </p:spPr>
              </p:pic>
              <p:sp>
                <p:nvSpPr>
                  <p:cNvPr id="29" name="TextBox 28">
                    <a:extLst>
                      <a:ext uri="{FF2B5EF4-FFF2-40B4-BE49-F238E27FC236}">
                        <a16:creationId xmlns:a16="http://schemas.microsoft.com/office/drawing/2014/main" id="{BA4E244D-C2DA-88F2-540E-9A59B3E16A07}"/>
                      </a:ext>
                    </a:extLst>
                  </p:cNvPr>
                  <p:cNvSpPr txBox="1"/>
                  <p:nvPr/>
                </p:nvSpPr>
                <p:spPr>
                  <a:xfrm>
                    <a:off x="6775008" y="2635162"/>
                    <a:ext cx="3759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prstClr val="black"/>
                        </a:solidFill>
                        <a:effectLst/>
                        <a:uLnTx/>
                        <a:uFillTx/>
                        <a:latin typeface="Sassoon Infant Rg" panose="02000503030000020003" pitchFamily="2" charset="0"/>
                        <a:ea typeface="Sassoon Infant Rg" panose="02000503030000020003" pitchFamily="2" charset="0"/>
                        <a:cs typeface="+mn-cs"/>
                      </a:rPr>
                      <a:t>1</a:t>
                    </a:r>
                  </a:p>
                </p:txBody>
              </p:sp>
            </p:grpSp>
          </p:grpSp>
          <p:sp>
            <p:nvSpPr>
              <p:cNvPr id="53" name="TextBox 52">
                <a:extLst>
                  <a:ext uri="{FF2B5EF4-FFF2-40B4-BE49-F238E27FC236}">
                    <a16:creationId xmlns:a16="http://schemas.microsoft.com/office/drawing/2014/main" id="{8B192810-72AC-8BD8-7CAD-CC9B7D411BB4}"/>
                  </a:ext>
                </a:extLst>
              </p:cNvPr>
              <p:cNvSpPr txBox="1"/>
              <p:nvPr/>
            </p:nvSpPr>
            <p:spPr>
              <a:xfrm>
                <a:off x="6536908" y="7781782"/>
                <a:ext cx="2257200" cy="738000"/>
              </a:xfrm>
              <a:prstGeom prst="rect">
                <a:avLst/>
              </a:prstGeom>
              <a:noFill/>
              <a:ln w="28575">
                <a:solidFill>
                  <a:schemeClr val="accent2"/>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Sassoon Infant Rg" panose="02000503030000020003" pitchFamily="2" charset="0"/>
                    <a:ea typeface="Sassoon Infant Rg" panose="02000503030000020003" pitchFamily="2" charset="0"/>
                    <a:cs typeface="+mn-cs"/>
                  </a:rPr>
                  <a:t>Within living memory</a:t>
                </a:r>
              </a:p>
            </p:txBody>
          </p:sp>
        </p:grpSp>
        <p:grpSp>
          <p:nvGrpSpPr>
            <p:cNvPr id="26" name="Group 25">
              <a:extLst>
                <a:ext uri="{FF2B5EF4-FFF2-40B4-BE49-F238E27FC236}">
                  <a16:creationId xmlns:a16="http://schemas.microsoft.com/office/drawing/2014/main" id="{D236007F-AAA5-04A5-6AEF-79715186A45D}"/>
                </a:ext>
              </a:extLst>
            </p:cNvPr>
            <p:cNvGrpSpPr/>
            <p:nvPr/>
          </p:nvGrpSpPr>
          <p:grpSpPr>
            <a:xfrm>
              <a:off x="7087710" y="5831486"/>
              <a:ext cx="4504715" cy="741248"/>
              <a:chOff x="6200359" y="3623872"/>
              <a:chExt cx="4504715" cy="741248"/>
            </a:xfrm>
          </p:grpSpPr>
          <p:sp>
            <p:nvSpPr>
              <p:cNvPr id="52" name="Rectangle: Top Corners Rounded 51">
                <a:extLst>
                  <a:ext uri="{FF2B5EF4-FFF2-40B4-BE49-F238E27FC236}">
                    <a16:creationId xmlns:a16="http://schemas.microsoft.com/office/drawing/2014/main" id="{617F17C8-6D1F-397F-768A-6FA679CC0D58}"/>
                  </a:ext>
                </a:extLst>
              </p:cNvPr>
              <p:cNvSpPr/>
              <p:nvPr/>
            </p:nvSpPr>
            <p:spPr>
              <a:xfrm>
                <a:off x="7506869" y="3627304"/>
                <a:ext cx="205300" cy="99950"/>
              </a:xfrm>
              <a:prstGeom prst="round2SameRect">
                <a:avLst/>
              </a:prstGeom>
              <a:solidFill>
                <a:srgbClr val="FFC7B3"/>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 name="Rectangle: Top Corners Rounded 54">
                <a:extLst>
                  <a:ext uri="{FF2B5EF4-FFF2-40B4-BE49-F238E27FC236}">
                    <a16:creationId xmlns:a16="http://schemas.microsoft.com/office/drawing/2014/main" id="{F5F33679-A7D6-DD63-18EA-798E3110B1E4}"/>
                  </a:ext>
                </a:extLst>
              </p:cNvPr>
              <p:cNvSpPr/>
              <p:nvPr/>
            </p:nvSpPr>
            <p:spPr>
              <a:xfrm>
                <a:off x="9138503" y="3623872"/>
                <a:ext cx="205300" cy="99950"/>
              </a:xfrm>
              <a:prstGeom prst="round2SameRect">
                <a:avLst/>
              </a:prstGeom>
              <a:solidFill>
                <a:srgbClr val="FFC7B3"/>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7" name="Group 56">
                <a:extLst>
                  <a:ext uri="{FF2B5EF4-FFF2-40B4-BE49-F238E27FC236}">
                    <a16:creationId xmlns:a16="http://schemas.microsoft.com/office/drawing/2014/main" id="{DC3D1C59-85CF-B3FC-3C15-D2E4FC6D9579}"/>
                  </a:ext>
                </a:extLst>
              </p:cNvPr>
              <p:cNvGrpSpPr/>
              <p:nvPr/>
            </p:nvGrpSpPr>
            <p:grpSpPr>
              <a:xfrm>
                <a:off x="9600191" y="3623873"/>
                <a:ext cx="977831" cy="99950"/>
                <a:chOff x="7843520" y="3017520"/>
                <a:chExt cx="2806700" cy="274320"/>
              </a:xfrm>
              <a:solidFill>
                <a:srgbClr val="FFC7B3"/>
              </a:solidFill>
            </p:grpSpPr>
            <p:sp>
              <p:nvSpPr>
                <p:cNvPr id="104" name="Rectangle: Top Corners Rounded 103">
                  <a:extLst>
                    <a:ext uri="{FF2B5EF4-FFF2-40B4-BE49-F238E27FC236}">
                      <a16:creationId xmlns:a16="http://schemas.microsoft.com/office/drawing/2014/main" id="{62C9BB85-4918-8B86-ADD1-B8506796F4AA}"/>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5" name="Rectangle: Top Corners Rounded 104">
                  <a:extLst>
                    <a:ext uri="{FF2B5EF4-FFF2-40B4-BE49-F238E27FC236}">
                      <a16:creationId xmlns:a16="http://schemas.microsoft.com/office/drawing/2014/main" id="{82CA863D-478E-6ADE-B3AE-3EA84BF2FDA7}"/>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6" name="Rectangle: Top Corners Rounded 115">
                  <a:extLst>
                    <a:ext uri="{FF2B5EF4-FFF2-40B4-BE49-F238E27FC236}">
                      <a16:creationId xmlns:a16="http://schemas.microsoft.com/office/drawing/2014/main" id="{DC1C95D2-32EF-D3A4-64D5-74DEF57E613E}"/>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58" name="Group 57">
                <a:extLst>
                  <a:ext uri="{FF2B5EF4-FFF2-40B4-BE49-F238E27FC236}">
                    <a16:creationId xmlns:a16="http://schemas.microsoft.com/office/drawing/2014/main" id="{5B879C15-7292-5096-7BEE-3CD3F90398AE}"/>
                  </a:ext>
                </a:extLst>
              </p:cNvPr>
              <p:cNvGrpSpPr/>
              <p:nvPr/>
            </p:nvGrpSpPr>
            <p:grpSpPr>
              <a:xfrm>
                <a:off x="6319485" y="3623873"/>
                <a:ext cx="977831" cy="99950"/>
                <a:chOff x="7843520" y="3017520"/>
                <a:chExt cx="2806700" cy="274320"/>
              </a:xfrm>
              <a:solidFill>
                <a:srgbClr val="FFC7B3"/>
              </a:solidFill>
            </p:grpSpPr>
            <p:sp>
              <p:nvSpPr>
                <p:cNvPr id="101" name="Rectangle: Top Corners Rounded 100">
                  <a:extLst>
                    <a:ext uri="{FF2B5EF4-FFF2-40B4-BE49-F238E27FC236}">
                      <a16:creationId xmlns:a16="http://schemas.microsoft.com/office/drawing/2014/main" id="{68CAFE76-ED4B-A0EC-C108-6475293B2182}"/>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2" name="Rectangle: Top Corners Rounded 101">
                  <a:extLst>
                    <a:ext uri="{FF2B5EF4-FFF2-40B4-BE49-F238E27FC236}">
                      <a16:creationId xmlns:a16="http://schemas.microsoft.com/office/drawing/2014/main" id="{63BEB44C-B467-8694-3248-301DC8EFB69F}"/>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 name="Rectangle: Top Corners Rounded 102">
                  <a:extLst>
                    <a:ext uri="{FF2B5EF4-FFF2-40B4-BE49-F238E27FC236}">
                      <a16:creationId xmlns:a16="http://schemas.microsoft.com/office/drawing/2014/main" id="{E5944AFD-0889-6B94-325A-3E5A99F78605}"/>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59" name="Group 58">
                <a:extLst>
                  <a:ext uri="{FF2B5EF4-FFF2-40B4-BE49-F238E27FC236}">
                    <a16:creationId xmlns:a16="http://schemas.microsoft.com/office/drawing/2014/main" id="{A7EFFFA3-DC43-DAB1-1121-FDC21344C3E8}"/>
                  </a:ext>
                </a:extLst>
              </p:cNvPr>
              <p:cNvGrpSpPr/>
              <p:nvPr/>
            </p:nvGrpSpPr>
            <p:grpSpPr>
              <a:xfrm>
                <a:off x="7921722" y="3623873"/>
                <a:ext cx="977830" cy="99950"/>
                <a:chOff x="7843521" y="3017520"/>
                <a:chExt cx="2806699" cy="274320"/>
              </a:xfrm>
              <a:solidFill>
                <a:srgbClr val="FFC7B3"/>
              </a:solidFill>
            </p:grpSpPr>
            <p:sp>
              <p:nvSpPr>
                <p:cNvPr id="89" name="Rectangle: Top Corners Rounded 88">
                  <a:extLst>
                    <a:ext uri="{FF2B5EF4-FFF2-40B4-BE49-F238E27FC236}">
                      <a16:creationId xmlns:a16="http://schemas.microsoft.com/office/drawing/2014/main" id="{FA7DE1F2-79B1-B728-EC68-4D8C2B64596B}"/>
                    </a:ext>
                  </a:extLst>
                </p:cNvPr>
                <p:cNvSpPr/>
                <p:nvPr/>
              </p:nvSpPr>
              <p:spPr>
                <a:xfrm>
                  <a:off x="7843521" y="3017520"/>
                  <a:ext cx="589279"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 name="Rectangle: Top Corners Rounded 92">
                  <a:extLst>
                    <a:ext uri="{FF2B5EF4-FFF2-40B4-BE49-F238E27FC236}">
                      <a16:creationId xmlns:a16="http://schemas.microsoft.com/office/drawing/2014/main" id="{ED5B7F5F-9C62-E9B1-E9EA-2BE86BE8B033}"/>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5" name="Rectangle: Top Corners Rounded 94">
                  <a:extLst>
                    <a:ext uri="{FF2B5EF4-FFF2-40B4-BE49-F238E27FC236}">
                      <a16:creationId xmlns:a16="http://schemas.microsoft.com/office/drawing/2014/main" id="{8E09E71F-979B-2FBB-B362-1C92C8B5D6CD}"/>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60" name="Rectangle 59">
                <a:extLst>
                  <a:ext uri="{FF2B5EF4-FFF2-40B4-BE49-F238E27FC236}">
                    <a16:creationId xmlns:a16="http://schemas.microsoft.com/office/drawing/2014/main" id="{3AB4FCB1-CDDC-AD5D-EF9A-6C1227EE2E5C}"/>
                  </a:ext>
                </a:extLst>
              </p:cNvPr>
              <p:cNvSpPr/>
              <p:nvPr/>
            </p:nvSpPr>
            <p:spPr>
              <a:xfrm>
                <a:off x="6200359" y="3723825"/>
                <a:ext cx="4504715" cy="641295"/>
              </a:xfrm>
              <a:prstGeom prst="rect">
                <a:avLst/>
              </a:prstGeom>
              <a:solidFill>
                <a:srgbClr val="FFC7B3"/>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Sassoon Infant Rg" panose="02000503030000020003" pitchFamily="2" charset="0"/>
                    <a:ea typeface="Sassoon Infant Rg" panose="02000503030000020003" pitchFamily="2" charset="0"/>
                    <a:cs typeface="+mn-cs"/>
                  </a:rPr>
                  <a:t>I live in a community in Great Britain which has changed over time. Great Britain is an advanced civilisation.</a:t>
                </a:r>
                <a:r>
                  <a:rPr kumimoji="0" lang="en-GB" sz="1800" b="0" i="0" u="none" strike="noStrike" kern="1200" cap="none" spc="0" normalizeH="0" baseline="0" noProof="0" dirty="0">
                    <a:ln>
                      <a:noFill/>
                    </a:ln>
                    <a:solidFill>
                      <a:prstClr val="black"/>
                    </a:solidFill>
                    <a:effectLst/>
                    <a:uLnTx/>
                    <a:uFillTx/>
                    <a:latin typeface="Sassoon Infant Rg" panose="02000503030000020003" pitchFamily="2" charset="0"/>
                    <a:ea typeface="Sassoon Infant Rg" panose="02000503030000020003" pitchFamily="2" charset="0"/>
                    <a:cs typeface="+mn-cs"/>
                  </a:rPr>
                  <a:t> </a:t>
                </a:r>
              </a:p>
            </p:txBody>
          </p:sp>
        </p:grpSp>
      </p:grpSp>
      <p:grpSp>
        <p:nvGrpSpPr>
          <p:cNvPr id="203" name="Group 202">
            <a:extLst>
              <a:ext uri="{FF2B5EF4-FFF2-40B4-BE49-F238E27FC236}">
                <a16:creationId xmlns:a16="http://schemas.microsoft.com/office/drawing/2014/main" id="{4F206934-5738-82C5-B582-35E974E1DEE6}"/>
              </a:ext>
            </a:extLst>
          </p:cNvPr>
          <p:cNvGrpSpPr/>
          <p:nvPr/>
        </p:nvGrpSpPr>
        <p:grpSpPr>
          <a:xfrm>
            <a:off x="3533229" y="4718397"/>
            <a:ext cx="8300637" cy="920150"/>
            <a:chOff x="3533229" y="4718397"/>
            <a:chExt cx="8300637" cy="920150"/>
          </a:xfrm>
        </p:grpSpPr>
        <p:grpSp>
          <p:nvGrpSpPr>
            <p:cNvPr id="65" name="Group 64">
              <a:extLst>
                <a:ext uri="{FF2B5EF4-FFF2-40B4-BE49-F238E27FC236}">
                  <a16:creationId xmlns:a16="http://schemas.microsoft.com/office/drawing/2014/main" id="{9A71EE73-F0E5-7DFB-6972-D5089811EC44}"/>
                </a:ext>
              </a:extLst>
            </p:cNvPr>
            <p:cNvGrpSpPr/>
            <p:nvPr/>
          </p:nvGrpSpPr>
          <p:grpSpPr>
            <a:xfrm>
              <a:off x="3533229" y="4718397"/>
              <a:ext cx="8300637" cy="920150"/>
              <a:chOff x="3533229" y="4718397"/>
              <a:chExt cx="8300637" cy="920150"/>
            </a:xfrm>
          </p:grpSpPr>
          <p:grpSp>
            <p:nvGrpSpPr>
              <p:cNvPr id="46" name="Group 45">
                <a:extLst>
                  <a:ext uri="{FF2B5EF4-FFF2-40B4-BE49-F238E27FC236}">
                    <a16:creationId xmlns:a16="http://schemas.microsoft.com/office/drawing/2014/main" id="{B95CDCA7-318D-5E48-E84B-E821352E6D38}"/>
                  </a:ext>
                </a:extLst>
              </p:cNvPr>
              <p:cNvGrpSpPr/>
              <p:nvPr/>
            </p:nvGrpSpPr>
            <p:grpSpPr>
              <a:xfrm>
                <a:off x="3533229" y="4718397"/>
                <a:ext cx="8300637" cy="920150"/>
                <a:chOff x="3533229" y="4718397"/>
                <a:chExt cx="8300637" cy="920150"/>
              </a:xfrm>
            </p:grpSpPr>
            <p:grpSp>
              <p:nvGrpSpPr>
                <p:cNvPr id="6" name="Group 5">
                  <a:extLst>
                    <a:ext uri="{FF2B5EF4-FFF2-40B4-BE49-F238E27FC236}">
                      <a16:creationId xmlns:a16="http://schemas.microsoft.com/office/drawing/2014/main" id="{EAA19528-3661-7590-D678-22FC1727C71A}"/>
                    </a:ext>
                  </a:extLst>
                </p:cNvPr>
                <p:cNvGrpSpPr/>
                <p:nvPr/>
              </p:nvGrpSpPr>
              <p:grpSpPr>
                <a:xfrm>
                  <a:off x="3533229" y="4738547"/>
                  <a:ext cx="8300637" cy="900000"/>
                  <a:chOff x="1999694" y="1717038"/>
                  <a:chExt cx="1713901" cy="2885442"/>
                </a:xfrm>
              </p:grpSpPr>
              <p:sp>
                <p:nvSpPr>
                  <p:cNvPr id="10" name="Rectangle: Rounded Corners 9">
                    <a:extLst>
                      <a:ext uri="{FF2B5EF4-FFF2-40B4-BE49-F238E27FC236}">
                        <a16:creationId xmlns:a16="http://schemas.microsoft.com/office/drawing/2014/main" id="{98591720-4DCA-D00A-D8D4-31536663DBBF}"/>
                      </a:ext>
                    </a:extLst>
                  </p:cNvPr>
                  <p:cNvSpPr/>
                  <p:nvPr/>
                </p:nvSpPr>
                <p:spPr>
                  <a:xfrm>
                    <a:off x="1999694" y="1717038"/>
                    <a:ext cx="1713901" cy="2885442"/>
                  </a:xfrm>
                  <a:prstGeom prst="roundRect">
                    <a:avLst/>
                  </a:prstGeom>
                  <a:solidFill>
                    <a:schemeClr val="accent6">
                      <a:lumMod val="40000"/>
                      <a:lumOff val="60000"/>
                    </a:schemeClr>
                  </a:solidFill>
                  <a:ln>
                    <a:solidFill>
                      <a:schemeClr val="accent6">
                        <a:lumMod val="40000"/>
                        <a:lumOff val="6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Rounded Corners 4">
                    <a:extLst>
                      <a:ext uri="{FF2B5EF4-FFF2-40B4-BE49-F238E27FC236}">
                        <a16:creationId xmlns:a16="http://schemas.microsoft.com/office/drawing/2014/main" id="{8ECC77BF-0E92-BC0A-1639-1EBD7E88D11B}"/>
                      </a:ext>
                    </a:extLst>
                  </p:cNvPr>
                  <p:cNvSpPr txBox="1"/>
                  <p:nvPr/>
                </p:nvSpPr>
                <p:spPr>
                  <a:xfrm>
                    <a:off x="2083360" y="1800704"/>
                    <a:ext cx="1546569" cy="271811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marR="0" lvl="0" indent="0" algn="ctr" defTabSz="1244600" rtl="0" eaLnBrk="1" fontAlgn="auto" latinLnBrk="0" hangingPunct="1">
                      <a:lnSpc>
                        <a:spcPct val="90000"/>
                      </a:lnSpc>
                      <a:spcBef>
                        <a:spcPct val="0"/>
                      </a:spcBef>
                      <a:spcAft>
                        <a:spcPct val="35000"/>
                      </a:spcAft>
                      <a:buClrTx/>
                      <a:buSzTx/>
                      <a:buFontTx/>
                      <a:buNone/>
                      <a:tabLst/>
                      <a:defRPr/>
                    </a:pPr>
                    <a:endParaRPr kumimoji="0" lang="en-GB" sz="2000" b="1" i="0" u="sng" strike="noStrike" kern="1200" cap="none" spc="0" normalizeH="0" baseline="0" noProof="0">
                      <a:ln>
                        <a:noFill/>
                      </a:ln>
                      <a:solidFill>
                        <a:prstClr val="black"/>
                      </a:solidFill>
                      <a:effectLst/>
                      <a:uLnTx/>
                      <a:uFillTx/>
                      <a:latin typeface="Sassoon Infant Rg" panose="02000503030000020003" pitchFamily="2" charset="0"/>
                      <a:ea typeface="Sassoon Infant Rg" panose="02000503030000020003" pitchFamily="2" charset="0"/>
                      <a:cs typeface="+mn-cs"/>
                    </a:endParaRPr>
                  </a:p>
                </p:txBody>
              </p:sp>
            </p:grpSp>
            <p:grpSp>
              <p:nvGrpSpPr>
                <p:cNvPr id="30" name="Group 29">
                  <a:extLst>
                    <a:ext uri="{FF2B5EF4-FFF2-40B4-BE49-F238E27FC236}">
                      <a16:creationId xmlns:a16="http://schemas.microsoft.com/office/drawing/2014/main" id="{0E16475F-135F-DE95-7A4A-EA3E780EF2D6}"/>
                    </a:ext>
                  </a:extLst>
                </p:cNvPr>
                <p:cNvGrpSpPr/>
                <p:nvPr/>
              </p:nvGrpSpPr>
              <p:grpSpPr>
                <a:xfrm>
                  <a:off x="3580299" y="4718397"/>
                  <a:ext cx="801261" cy="903352"/>
                  <a:chOff x="4462145" y="450020"/>
                  <a:chExt cx="801261" cy="903352"/>
                </a:xfrm>
              </p:grpSpPr>
              <p:pic>
                <p:nvPicPr>
                  <p:cNvPr id="31" name="Picture 30">
                    <a:extLst>
                      <a:ext uri="{FF2B5EF4-FFF2-40B4-BE49-F238E27FC236}">
                        <a16:creationId xmlns:a16="http://schemas.microsoft.com/office/drawing/2014/main" id="{C748C998-4DB8-E5E4-F043-32EDF57D39CA}"/>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32" name="TextBox 31">
                    <a:extLst>
                      <a:ext uri="{FF2B5EF4-FFF2-40B4-BE49-F238E27FC236}">
                        <a16:creationId xmlns:a16="http://schemas.microsoft.com/office/drawing/2014/main" id="{43811F09-1150-5143-2FCD-BB030F43A87A}"/>
                      </a:ext>
                    </a:extLst>
                  </p:cNvPr>
                  <p:cNvSpPr txBox="1"/>
                  <p:nvPr/>
                </p:nvSpPr>
                <p:spPr>
                  <a:xfrm>
                    <a:off x="4704080" y="708024"/>
                    <a:ext cx="3759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prstClr val="black"/>
                        </a:solidFill>
                        <a:effectLst/>
                        <a:uLnTx/>
                        <a:uFillTx/>
                        <a:latin typeface="Sassoon Infant Rg" panose="02000503030000020003" pitchFamily="2" charset="0"/>
                        <a:ea typeface="Sassoon Infant Rg" panose="02000503030000020003" pitchFamily="2" charset="0"/>
                        <a:cs typeface="+mn-cs"/>
                      </a:rPr>
                      <a:t>2</a:t>
                    </a:r>
                  </a:p>
                </p:txBody>
              </p:sp>
            </p:grpSp>
          </p:grpSp>
          <p:sp>
            <p:nvSpPr>
              <p:cNvPr id="54" name="TextBox 53">
                <a:extLst>
                  <a:ext uri="{FF2B5EF4-FFF2-40B4-BE49-F238E27FC236}">
                    <a16:creationId xmlns:a16="http://schemas.microsoft.com/office/drawing/2014/main" id="{FD74BE77-5D30-7AEC-76A8-DFAA6ABF7B0C}"/>
                  </a:ext>
                </a:extLst>
              </p:cNvPr>
              <p:cNvSpPr txBox="1"/>
              <p:nvPr/>
            </p:nvSpPr>
            <p:spPr>
              <a:xfrm>
                <a:off x="4440089" y="5037659"/>
                <a:ext cx="2257200" cy="307777"/>
              </a:xfrm>
              <a:prstGeom prst="rect">
                <a:avLst/>
              </a:prstGeom>
              <a:noFill/>
              <a:ln w="28575">
                <a:solidFill>
                  <a:schemeClr val="accent6"/>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prstClr val="black"/>
                    </a:solidFill>
                    <a:effectLst/>
                    <a:uLnTx/>
                    <a:uFillTx/>
                    <a:latin typeface="Sassoon Infant Rg" panose="02000503030000020003" pitchFamily="2" charset="0"/>
                    <a:ea typeface="Sassoon Infant Rg" panose="02000503030000020003" pitchFamily="2" charset="0"/>
                    <a:cs typeface="+mn-cs"/>
                  </a:rPr>
                  <a:t>Victorian era</a:t>
                </a:r>
              </a:p>
            </p:txBody>
          </p:sp>
        </p:grpSp>
        <p:grpSp>
          <p:nvGrpSpPr>
            <p:cNvPr id="2" name="Group 1">
              <a:extLst>
                <a:ext uri="{FF2B5EF4-FFF2-40B4-BE49-F238E27FC236}">
                  <a16:creationId xmlns:a16="http://schemas.microsoft.com/office/drawing/2014/main" id="{A01981FA-9533-393C-A11E-E921CD160648}"/>
                </a:ext>
              </a:extLst>
            </p:cNvPr>
            <p:cNvGrpSpPr/>
            <p:nvPr/>
          </p:nvGrpSpPr>
          <p:grpSpPr>
            <a:xfrm>
              <a:off x="7062526" y="4804973"/>
              <a:ext cx="4504715" cy="741248"/>
              <a:chOff x="6200359" y="3623872"/>
              <a:chExt cx="4504715" cy="741248"/>
            </a:xfrm>
            <a:solidFill>
              <a:srgbClr val="C5E0B4"/>
            </a:solidFill>
          </p:grpSpPr>
          <p:sp>
            <p:nvSpPr>
              <p:cNvPr id="21" name="Rectangle: Top Corners Rounded 20">
                <a:extLst>
                  <a:ext uri="{FF2B5EF4-FFF2-40B4-BE49-F238E27FC236}">
                    <a16:creationId xmlns:a16="http://schemas.microsoft.com/office/drawing/2014/main" id="{7E00125B-DF7A-7DED-9C8A-816616D3EF6B}"/>
                  </a:ext>
                </a:extLst>
              </p:cNvPr>
              <p:cNvSpPr/>
              <p:nvPr/>
            </p:nvSpPr>
            <p:spPr>
              <a:xfrm>
                <a:off x="7506869" y="3627304"/>
                <a:ext cx="205300" cy="9995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Top Corners Rounded 21">
                <a:extLst>
                  <a:ext uri="{FF2B5EF4-FFF2-40B4-BE49-F238E27FC236}">
                    <a16:creationId xmlns:a16="http://schemas.microsoft.com/office/drawing/2014/main" id="{6F199C03-25FB-49D1-73BB-F9CF5F3BF465}"/>
                  </a:ext>
                </a:extLst>
              </p:cNvPr>
              <p:cNvSpPr/>
              <p:nvPr/>
            </p:nvSpPr>
            <p:spPr>
              <a:xfrm>
                <a:off x="9138503" y="3623872"/>
                <a:ext cx="205300" cy="9995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8" name="Group 117">
                <a:extLst>
                  <a:ext uri="{FF2B5EF4-FFF2-40B4-BE49-F238E27FC236}">
                    <a16:creationId xmlns:a16="http://schemas.microsoft.com/office/drawing/2014/main" id="{791E57AC-3BED-4A97-FB07-56E4225498A3}"/>
                  </a:ext>
                </a:extLst>
              </p:cNvPr>
              <p:cNvGrpSpPr/>
              <p:nvPr/>
            </p:nvGrpSpPr>
            <p:grpSpPr>
              <a:xfrm>
                <a:off x="9600185" y="3623873"/>
                <a:ext cx="977829" cy="99950"/>
                <a:chOff x="7843520" y="3017520"/>
                <a:chExt cx="2806700" cy="274320"/>
              </a:xfrm>
              <a:grpFill/>
            </p:grpSpPr>
            <p:sp>
              <p:nvSpPr>
                <p:cNvPr id="135" name="Rectangle: Top Corners Rounded 134">
                  <a:extLst>
                    <a:ext uri="{FF2B5EF4-FFF2-40B4-BE49-F238E27FC236}">
                      <a16:creationId xmlns:a16="http://schemas.microsoft.com/office/drawing/2014/main" id="{E17867A8-6CB6-C84F-7033-24B360546862}"/>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 name="Rectangle: Top Corners Rounded 135">
                  <a:extLst>
                    <a:ext uri="{FF2B5EF4-FFF2-40B4-BE49-F238E27FC236}">
                      <a16:creationId xmlns:a16="http://schemas.microsoft.com/office/drawing/2014/main" id="{743B92C6-CE01-7C99-D84E-36287685DD9D}"/>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7" name="Rectangle: Top Corners Rounded 136">
                  <a:extLst>
                    <a:ext uri="{FF2B5EF4-FFF2-40B4-BE49-F238E27FC236}">
                      <a16:creationId xmlns:a16="http://schemas.microsoft.com/office/drawing/2014/main" id="{CBA9DB13-96D4-6269-F2D8-8CEB0F6BB738}"/>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20" name="Group 119">
                <a:extLst>
                  <a:ext uri="{FF2B5EF4-FFF2-40B4-BE49-F238E27FC236}">
                    <a16:creationId xmlns:a16="http://schemas.microsoft.com/office/drawing/2014/main" id="{ED38715B-A597-2002-FFF6-C4D309EEA69F}"/>
                  </a:ext>
                </a:extLst>
              </p:cNvPr>
              <p:cNvGrpSpPr/>
              <p:nvPr/>
            </p:nvGrpSpPr>
            <p:grpSpPr>
              <a:xfrm>
                <a:off x="6319479" y="3623873"/>
                <a:ext cx="977829" cy="99950"/>
                <a:chOff x="7843520" y="3017520"/>
                <a:chExt cx="2806700" cy="274320"/>
              </a:xfrm>
              <a:grpFill/>
            </p:grpSpPr>
            <p:sp>
              <p:nvSpPr>
                <p:cNvPr id="132" name="Rectangle: Top Corners Rounded 131">
                  <a:extLst>
                    <a:ext uri="{FF2B5EF4-FFF2-40B4-BE49-F238E27FC236}">
                      <a16:creationId xmlns:a16="http://schemas.microsoft.com/office/drawing/2014/main" id="{75537929-F5F7-6729-26FB-3909B3E288AF}"/>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3" name="Rectangle: Top Corners Rounded 132">
                  <a:extLst>
                    <a:ext uri="{FF2B5EF4-FFF2-40B4-BE49-F238E27FC236}">
                      <a16:creationId xmlns:a16="http://schemas.microsoft.com/office/drawing/2014/main" id="{5C52C8AF-2ECF-A27F-5752-C75E6B529AEC}"/>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4" name="Rectangle: Top Corners Rounded 133">
                  <a:extLst>
                    <a:ext uri="{FF2B5EF4-FFF2-40B4-BE49-F238E27FC236}">
                      <a16:creationId xmlns:a16="http://schemas.microsoft.com/office/drawing/2014/main" id="{3A989B9F-0CB1-1980-0DBD-84D19A5C0623}"/>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22" name="Group 121">
                <a:extLst>
                  <a:ext uri="{FF2B5EF4-FFF2-40B4-BE49-F238E27FC236}">
                    <a16:creationId xmlns:a16="http://schemas.microsoft.com/office/drawing/2014/main" id="{C7BCBFDF-4E5C-75A3-B8D5-2805216E01C0}"/>
                  </a:ext>
                </a:extLst>
              </p:cNvPr>
              <p:cNvGrpSpPr/>
              <p:nvPr/>
            </p:nvGrpSpPr>
            <p:grpSpPr>
              <a:xfrm>
                <a:off x="7921725" y="3623873"/>
                <a:ext cx="977831" cy="99950"/>
                <a:chOff x="7843521" y="3017520"/>
                <a:chExt cx="2806699" cy="274320"/>
              </a:xfrm>
              <a:grpFill/>
            </p:grpSpPr>
            <p:sp>
              <p:nvSpPr>
                <p:cNvPr id="126" name="Rectangle: Top Corners Rounded 125">
                  <a:extLst>
                    <a:ext uri="{FF2B5EF4-FFF2-40B4-BE49-F238E27FC236}">
                      <a16:creationId xmlns:a16="http://schemas.microsoft.com/office/drawing/2014/main" id="{9AC977A5-EA97-3738-7496-25DF9544006A}"/>
                    </a:ext>
                  </a:extLst>
                </p:cNvPr>
                <p:cNvSpPr/>
                <p:nvPr/>
              </p:nvSpPr>
              <p:spPr>
                <a:xfrm>
                  <a:off x="7843521" y="3017520"/>
                  <a:ext cx="589279"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 name="Rectangle: Top Corners Rounded 129">
                  <a:extLst>
                    <a:ext uri="{FF2B5EF4-FFF2-40B4-BE49-F238E27FC236}">
                      <a16:creationId xmlns:a16="http://schemas.microsoft.com/office/drawing/2014/main" id="{3BACD54A-3B9F-3D3B-0FEF-9A24148F9218}"/>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 name="Rectangle: Top Corners Rounded 130">
                  <a:extLst>
                    <a:ext uri="{FF2B5EF4-FFF2-40B4-BE49-F238E27FC236}">
                      <a16:creationId xmlns:a16="http://schemas.microsoft.com/office/drawing/2014/main" id="{1D91F7C6-AB99-40B7-E25E-81CA1A3398EA}"/>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24" name="Rectangle 123">
                <a:extLst>
                  <a:ext uri="{FF2B5EF4-FFF2-40B4-BE49-F238E27FC236}">
                    <a16:creationId xmlns:a16="http://schemas.microsoft.com/office/drawing/2014/main" id="{BA48C893-DBEB-0BCC-C572-D1A16E264AE9}"/>
                  </a:ext>
                </a:extLst>
              </p:cNvPr>
              <p:cNvSpPr/>
              <p:nvPr/>
            </p:nvSpPr>
            <p:spPr>
              <a:xfrm>
                <a:off x="6200359" y="3723825"/>
                <a:ext cx="4504715" cy="641295"/>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Sassoon Infant Rg" panose="02000503030000020003" pitchFamily="2" charset="0"/>
                    <a:ea typeface="Sassoon Infant Rg" panose="02000503030000020003" pitchFamily="2" charset="0"/>
                    <a:cs typeface="+mn-cs"/>
                  </a:rPr>
                  <a:t>The civilisation in Great Britain became more advanced during the Victorian era.</a:t>
                </a:r>
              </a:p>
            </p:txBody>
          </p:sp>
        </p:grpSp>
      </p:grpSp>
      <p:grpSp>
        <p:nvGrpSpPr>
          <p:cNvPr id="204" name="Group 203">
            <a:extLst>
              <a:ext uri="{FF2B5EF4-FFF2-40B4-BE49-F238E27FC236}">
                <a16:creationId xmlns:a16="http://schemas.microsoft.com/office/drawing/2014/main" id="{2804A80A-A730-AA7C-8802-404BC8DE5A15}"/>
              </a:ext>
            </a:extLst>
          </p:cNvPr>
          <p:cNvGrpSpPr/>
          <p:nvPr/>
        </p:nvGrpSpPr>
        <p:grpSpPr>
          <a:xfrm>
            <a:off x="3533229" y="3693728"/>
            <a:ext cx="8300637" cy="926097"/>
            <a:chOff x="3533229" y="3693728"/>
            <a:chExt cx="8300637" cy="926097"/>
          </a:xfrm>
        </p:grpSpPr>
        <p:grpSp>
          <p:nvGrpSpPr>
            <p:cNvPr id="66" name="Group 65">
              <a:extLst>
                <a:ext uri="{FF2B5EF4-FFF2-40B4-BE49-F238E27FC236}">
                  <a16:creationId xmlns:a16="http://schemas.microsoft.com/office/drawing/2014/main" id="{A75F1A18-3B7E-CACF-B896-E86AA0DC3E6F}"/>
                </a:ext>
              </a:extLst>
            </p:cNvPr>
            <p:cNvGrpSpPr/>
            <p:nvPr/>
          </p:nvGrpSpPr>
          <p:grpSpPr>
            <a:xfrm>
              <a:off x="3533229" y="3693728"/>
              <a:ext cx="8300637" cy="926097"/>
              <a:chOff x="3533229" y="3693728"/>
              <a:chExt cx="8300637" cy="926097"/>
            </a:xfrm>
          </p:grpSpPr>
          <p:grpSp>
            <p:nvGrpSpPr>
              <p:cNvPr id="47" name="Group 46">
                <a:extLst>
                  <a:ext uri="{FF2B5EF4-FFF2-40B4-BE49-F238E27FC236}">
                    <a16:creationId xmlns:a16="http://schemas.microsoft.com/office/drawing/2014/main" id="{FD29B182-7CF2-4717-7627-96A77086EAD9}"/>
                  </a:ext>
                </a:extLst>
              </p:cNvPr>
              <p:cNvGrpSpPr/>
              <p:nvPr/>
            </p:nvGrpSpPr>
            <p:grpSpPr>
              <a:xfrm>
                <a:off x="3533229" y="3693728"/>
                <a:ext cx="8300637" cy="926097"/>
                <a:chOff x="3533229" y="3693728"/>
                <a:chExt cx="8300637" cy="926097"/>
              </a:xfrm>
            </p:grpSpPr>
            <p:grpSp>
              <p:nvGrpSpPr>
                <p:cNvPr id="12" name="Group 11">
                  <a:extLst>
                    <a:ext uri="{FF2B5EF4-FFF2-40B4-BE49-F238E27FC236}">
                      <a16:creationId xmlns:a16="http://schemas.microsoft.com/office/drawing/2014/main" id="{2B62FDAE-5051-B760-CC30-429A169C11AA}"/>
                    </a:ext>
                  </a:extLst>
                </p:cNvPr>
                <p:cNvGrpSpPr/>
                <p:nvPr/>
              </p:nvGrpSpPr>
              <p:grpSpPr>
                <a:xfrm>
                  <a:off x="3533229" y="3719825"/>
                  <a:ext cx="8300637" cy="900000"/>
                  <a:chOff x="3999246" y="1747524"/>
                  <a:chExt cx="1713901" cy="2824471"/>
                </a:xfrm>
              </p:grpSpPr>
              <p:sp>
                <p:nvSpPr>
                  <p:cNvPr id="13" name="Rectangle: Rounded Corners 12">
                    <a:extLst>
                      <a:ext uri="{FF2B5EF4-FFF2-40B4-BE49-F238E27FC236}">
                        <a16:creationId xmlns:a16="http://schemas.microsoft.com/office/drawing/2014/main" id="{E522245B-6935-54A2-5C44-DE5778DEBD0E}"/>
                      </a:ext>
                    </a:extLst>
                  </p:cNvPr>
                  <p:cNvSpPr/>
                  <p:nvPr/>
                </p:nvSpPr>
                <p:spPr>
                  <a:xfrm>
                    <a:off x="3999246" y="1747524"/>
                    <a:ext cx="1713901" cy="2824471"/>
                  </a:xfrm>
                  <a:prstGeom prst="roundRect">
                    <a:avLst/>
                  </a:prstGeom>
                  <a:solidFill>
                    <a:srgbClr val="F892BB"/>
                  </a:solidFill>
                  <a:ln>
                    <a:solidFill>
                      <a:srgbClr val="F892BB"/>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Rounded Corners 4">
                    <a:extLst>
                      <a:ext uri="{FF2B5EF4-FFF2-40B4-BE49-F238E27FC236}">
                        <a16:creationId xmlns:a16="http://schemas.microsoft.com/office/drawing/2014/main" id="{0EACCBD7-4D1B-A199-20A8-73BC2702791E}"/>
                      </a:ext>
                    </a:extLst>
                  </p:cNvPr>
                  <p:cNvSpPr txBox="1"/>
                  <p:nvPr/>
                </p:nvSpPr>
                <p:spPr>
                  <a:xfrm>
                    <a:off x="4082912" y="1831190"/>
                    <a:ext cx="1546569" cy="265713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marR="0" lvl="0" indent="0" algn="ctr" defTabSz="1244600" rtl="0" eaLnBrk="1" fontAlgn="auto" latinLnBrk="0" hangingPunct="1">
                      <a:lnSpc>
                        <a:spcPct val="90000"/>
                      </a:lnSpc>
                      <a:spcBef>
                        <a:spcPct val="0"/>
                      </a:spcBef>
                      <a:spcAft>
                        <a:spcPct val="35000"/>
                      </a:spcAft>
                      <a:buClrTx/>
                      <a:buSzTx/>
                      <a:buFontTx/>
                      <a:buNone/>
                      <a:tabLst/>
                      <a:defRPr/>
                    </a:pPr>
                    <a:endParaRPr kumimoji="0" lang="en-GB" sz="2000" b="1" i="0" u="sng" strike="noStrike" kern="1200" cap="none" spc="0" normalizeH="0" baseline="0" noProof="0">
                      <a:ln>
                        <a:noFill/>
                      </a:ln>
                      <a:solidFill>
                        <a:prstClr val="black"/>
                      </a:solidFill>
                      <a:effectLst/>
                      <a:uLnTx/>
                      <a:uFillTx/>
                      <a:latin typeface="Sassoon Infant Rg" panose="02000503030000020003" pitchFamily="2" charset="0"/>
                      <a:ea typeface="Sassoon Infant Rg" panose="02000503030000020003" pitchFamily="2" charset="0"/>
                      <a:cs typeface="+mn-cs"/>
                    </a:endParaRPr>
                  </a:p>
                </p:txBody>
              </p:sp>
            </p:grpSp>
            <p:grpSp>
              <p:nvGrpSpPr>
                <p:cNvPr id="33" name="Group 32">
                  <a:extLst>
                    <a:ext uri="{FF2B5EF4-FFF2-40B4-BE49-F238E27FC236}">
                      <a16:creationId xmlns:a16="http://schemas.microsoft.com/office/drawing/2014/main" id="{A4360F7B-3AFC-DBB1-DADA-1FCFEA776D0C}"/>
                    </a:ext>
                  </a:extLst>
                </p:cNvPr>
                <p:cNvGrpSpPr/>
                <p:nvPr/>
              </p:nvGrpSpPr>
              <p:grpSpPr>
                <a:xfrm>
                  <a:off x="3580299" y="3693728"/>
                  <a:ext cx="801261" cy="903352"/>
                  <a:chOff x="4462145" y="450020"/>
                  <a:chExt cx="801261" cy="903352"/>
                </a:xfrm>
              </p:grpSpPr>
              <p:pic>
                <p:nvPicPr>
                  <p:cNvPr id="34" name="Picture 33">
                    <a:extLst>
                      <a:ext uri="{FF2B5EF4-FFF2-40B4-BE49-F238E27FC236}">
                        <a16:creationId xmlns:a16="http://schemas.microsoft.com/office/drawing/2014/main" id="{E879F9FC-285A-FB6F-1840-17D61CB36D22}"/>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35" name="TextBox 34">
                    <a:extLst>
                      <a:ext uri="{FF2B5EF4-FFF2-40B4-BE49-F238E27FC236}">
                        <a16:creationId xmlns:a16="http://schemas.microsoft.com/office/drawing/2014/main" id="{32C48C57-304E-B8EA-F16B-AD9E3AE3705F}"/>
                      </a:ext>
                    </a:extLst>
                  </p:cNvPr>
                  <p:cNvSpPr txBox="1"/>
                  <p:nvPr/>
                </p:nvSpPr>
                <p:spPr>
                  <a:xfrm>
                    <a:off x="4704080" y="708024"/>
                    <a:ext cx="3759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prstClr val="black"/>
                        </a:solidFill>
                        <a:effectLst/>
                        <a:uLnTx/>
                        <a:uFillTx/>
                        <a:latin typeface="Sassoon Infant Rg" panose="02000503030000020003" pitchFamily="2" charset="0"/>
                        <a:ea typeface="Sassoon Infant Rg" panose="02000503030000020003" pitchFamily="2" charset="0"/>
                        <a:cs typeface="+mn-cs"/>
                      </a:rPr>
                      <a:t>3</a:t>
                    </a:r>
                  </a:p>
                </p:txBody>
              </p:sp>
            </p:grpSp>
          </p:grpSp>
          <p:sp>
            <p:nvSpPr>
              <p:cNvPr id="56" name="TextBox 55">
                <a:extLst>
                  <a:ext uri="{FF2B5EF4-FFF2-40B4-BE49-F238E27FC236}">
                    <a16:creationId xmlns:a16="http://schemas.microsoft.com/office/drawing/2014/main" id="{047C8EE6-7873-3996-297E-8158486B1489}"/>
                  </a:ext>
                </a:extLst>
              </p:cNvPr>
              <p:cNvSpPr txBox="1"/>
              <p:nvPr/>
            </p:nvSpPr>
            <p:spPr>
              <a:xfrm>
                <a:off x="4414722" y="3806615"/>
                <a:ext cx="2256285" cy="738000"/>
              </a:xfrm>
              <a:prstGeom prst="rect">
                <a:avLst/>
              </a:prstGeom>
              <a:noFill/>
              <a:ln w="28575">
                <a:solidFill>
                  <a:srgbClr val="BA0068"/>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Sassoon Infant Rg" panose="02000503030000020003" pitchFamily="2" charset="0"/>
                    <a:ea typeface="Sassoon Infant Rg" panose="02000503030000020003" pitchFamily="2" charset="0"/>
                    <a:cs typeface="+mn-cs"/>
                  </a:rPr>
                  <a:t>Tudors &amp; Stuarts,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Sassoon Infant Rg" panose="02000503030000020003" pitchFamily="2" charset="0"/>
                    <a:ea typeface="Sassoon Infant Rg" panose="02000503030000020003" pitchFamily="2" charset="0"/>
                    <a:cs typeface="+mn-cs"/>
                  </a:rPr>
                  <a:t>European Explorers</a:t>
                </a:r>
              </a:p>
            </p:txBody>
          </p:sp>
        </p:grpSp>
        <p:grpSp>
          <p:nvGrpSpPr>
            <p:cNvPr id="139" name="Group 138">
              <a:extLst>
                <a:ext uri="{FF2B5EF4-FFF2-40B4-BE49-F238E27FC236}">
                  <a16:creationId xmlns:a16="http://schemas.microsoft.com/office/drawing/2014/main" id="{CD7DFFDA-30BA-B556-7D99-3F2B489B1F62}"/>
                </a:ext>
              </a:extLst>
            </p:cNvPr>
            <p:cNvGrpSpPr/>
            <p:nvPr/>
          </p:nvGrpSpPr>
          <p:grpSpPr>
            <a:xfrm>
              <a:off x="7061446" y="3796453"/>
              <a:ext cx="4504715" cy="741248"/>
              <a:chOff x="6200359" y="3623872"/>
              <a:chExt cx="4504715" cy="741248"/>
            </a:xfrm>
            <a:solidFill>
              <a:srgbClr val="F892BB"/>
            </a:solidFill>
          </p:grpSpPr>
          <p:sp>
            <p:nvSpPr>
              <p:cNvPr id="140" name="Rectangle: Top Corners Rounded 139">
                <a:extLst>
                  <a:ext uri="{FF2B5EF4-FFF2-40B4-BE49-F238E27FC236}">
                    <a16:creationId xmlns:a16="http://schemas.microsoft.com/office/drawing/2014/main" id="{2EF7A6BF-CC57-3110-EE91-5325AC4BFBAB}"/>
                  </a:ext>
                </a:extLst>
              </p:cNvPr>
              <p:cNvSpPr/>
              <p:nvPr/>
            </p:nvSpPr>
            <p:spPr>
              <a:xfrm>
                <a:off x="7506869" y="3627304"/>
                <a:ext cx="205300" cy="9995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 name="Rectangle: Top Corners Rounded 140">
                <a:extLst>
                  <a:ext uri="{FF2B5EF4-FFF2-40B4-BE49-F238E27FC236}">
                    <a16:creationId xmlns:a16="http://schemas.microsoft.com/office/drawing/2014/main" id="{FE7DD3D2-3126-6D04-7C07-02C00250929C}"/>
                  </a:ext>
                </a:extLst>
              </p:cNvPr>
              <p:cNvSpPr/>
              <p:nvPr/>
            </p:nvSpPr>
            <p:spPr>
              <a:xfrm>
                <a:off x="9138503" y="3623872"/>
                <a:ext cx="205300" cy="9995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42" name="Group 141">
                <a:extLst>
                  <a:ext uri="{FF2B5EF4-FFF2-40B4-BE49-F238E27FC236}">
                    <a16:creationId xmlns:a16="http://schemas.microsoft.com/office/drawing/2014/main" id="{A585305B-CA75-78AD-48BB-9EA6FF79DAB1}"/>
                  </a:ext>
                </a:extLst>
              </p:cNvPr>
              <p:cNvGrpSpPr/>
              <p:nvPr/>
            </p:nvGrpSpPr>
            <p:grpSpPr>
              <a:xfrm>
                <a:off x="9600185" y="3623873"/>
                <a:ext cx="977829" cy="99950"/>
                <a:chOff x="7843520" y="3017520"/>
                <a:chExt cx="2806700" cy="274320"/>
              </a:xfrm>
              <a:grpFill/>
            </p:grpSpPr>
            <p:sp>
              <p:nvSpPr>
                <p:cNvPr id="152" name="Rectangle: Top Corners Rounded 151">
                  <a:extLst>
                    <a:ext uri="{FF2B5EF4-FFF2-40B4-BE49-F238E27FC236}">
                      <a16:creationId xmlns:a16="http://schemas.microsoft.com/office/drawing/2014/main" id="{8097A649-DA93-845A-01DE-71FD16B2AB31}"/>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3" name="Rectangle: Top Corners Rounded 152">
                  <a:extLst>
                    <a:ext uri="{FF2B5EF4-FFF2-40B4-BE49-F238E27FC236}">
                      <a16:creationId xmlns:a16="http://schemas.microsoft.com/office/drawing/2014/main" id="{AF79AF64-D4E1-1E7F-E79D-EE881D8E1C5D}"/>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4" name="Rectangle: Top Corners Rounded 153">
                  <a:extLst>
                    <a:ext uri="{FF2B5EF4-FFF2-40B4-BE49-F238E27FC236}">
                      <a16:creationId xmlns:a16="http://schemas.microsoft.com/office/drawing/2014/main" id="{179FBB87-261D-6008-05D5-1759ED297D89}"/>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43" name="Group 142">
                <a:extLst>
                  <a:ext uri="{FF2B5EF4-FFF2-40B4-BE49-F238E27FC236}">
                    <a16:creationId xmlns:a16="http://schemas.microsoft.com/office/drawing/2014/main" id="{5E5E0507-D33E-4D0E-54DD-FDA9EF0B4030}"/>
                  </a:ext>
                </a:extLst>
              </p:cNvPr>
              <p:cNvGrpSpPr/>
              <p:nvPr/>
            </p:nvGrpSpPr>
            <p:grpSpPr>
              <a:xfrm>
                <a:off x="6319479" y="3623873"/>
                <a:ext cx="977829" cy="99950"/>
                <a:chOff x="7843520" y="3017520"/>
                <a:chExt cx="2806700" cy="274320"/>
              </a:xfrm>
              <a:grpFill/>
            </p:grpSpPr>
            <p:sp>
              <p:nvSpPr>
                <p:cNvPr id="149" name="Rectangle: Top Corners Rounded 148">
                  <a:extLst>
                    <a:ext uri="{FF2B5EF4-FFF2-40B4-BE49-F238E27FC236}">
                      <a16:creationId xmlns:a16="http://schemas.microsoft.com/office/drawing/2014/main" id="{8094CB2B-3BA7-F594-4FE3-BA252B387891}"/>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Rectangle: Top Corners Rounded 149">
                  <a:extLst>
                    <a:ext uri="{FF2B5EF4-FFF2-40B4-BE49-F238E27FC236}">
                      <a16:creationId xmlns:a16="http://schemas.microsoft.com/office/drawing/2014/main" id="{582A42A7-640C-2CEA-A2C7-29AE5A9CDD14}"/>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 name="Rectangle: Top Corners Rounded 150">
                  <a:extLst>
                    <a:ext uri="{FF2B5EF4-FFF2-40B4-BE49-F238E27FC236}">
                      <a16:creationId xmlns:a16="http://schemas.microsoft.com/office/drawing/2014/main" id="{C5737DB0-89A5-C822-66D1-7C5C8183B178}"/>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44" name="Group 143">
                <a:extLst>
                  <a:ext uri="{FF2B5EF4-FFF2-40B4-BE49-F238E27FC236}">
                    <a16:creationId xmlns:a16="http://schemas.microsoft.com/office/drawing/2014/main" id="{6CD7091B-12A8-BA73-1761-6BCAFDB62550}"/>
                  </a:ext>
                </a:extLst>
              </p:cNvPr>
              <p:cNvGrpSpPr/>
              <p:nvPr/>
            </p:nvGrpSpPr>
            <p:grpSpPr>
              <a:xfrm>
                <a:off x="7921725" y="3623873"/>
                <a:ext cx="977831" cy="99950"/>
                <a:chOff x="7843521" y="3017520"/>
                <a:chExt cx="2806699" cy="274320"/>
              </a:xfrm>
              <a:grpFill/>
            </p:grpSpPr>
            <p:sp>
              <p:nvSpPr>
                <p:cNvPr id="146" name="Rectangle: Top Corners Rounded 145">
                  <a:extLst>
                    <a:ext uri="{FF2B5EF4-FFF2-40B4-BE49-F238E27FC236}">
                      <a16:creationId xmlns:a16="http://schemas.microsoft.com/office/drawing/2014/main" id="{A52263DC-0D0B-EB89-83E5-22B87FC996C9}"/>
                    </a:ext>
                  </a:extLst>
                </p:cNvPr>
                <p:cNvSpPr/>
                <p:nvPr/>
              </p:nvSpPr>
              <p:spPr>
                <a:xfrm>
                  <a:off x="7843521" y="3017520"/>
                  <a:ext cx="589279"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7" name="Rectangle: Top Corners Rounded 146">
                  <a:extLst>
                    <a:ext uri="{FF2B5EF4-FFF2-40B4-BE49-F238E27FC236}">
                      <a16:creationId xmlns:a16="http://schemas.microsoft.com/office/drawing/2014/main" id="{A00D2801-2771-8A83-AB7C-5BEF24E660AB}"/>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8" name="Rectangle: Top Corners Rounded 147">
                  <a:extLst>
                    <a:ext uri="{FF2B5EF4-FFF2-40B4-BE49-F238E27FC236}">
                      <a16:creationId xmlns:a16="http://schemas.microsoft.com/office/drawing/2014/main" id="{38AD3227-0B39-E5F7-182C-75B40F1062B8}"/>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5" name="Rectangle 144">
                <a:extLst>
                  <a:ext uri="{FF2B5EF4-FFF2-40B4-BE49-F238E27FC236}">
                    <a16:creationId xmlns:a16="http://schemas.microsoft.com/office/drawing/2014/main" id="{635561BE-0A47-C0C2-F938-174AB7D65059}"/>
                  </a:ext>
                </a:extLst>
              </p:cNvPr>
              <p:cNvSpPr/>
              <p:nvPr/>
            </p:nvSpPr>
            <p:spPr>
              <a:xfrm>
                <a:off x="6200359" y="3723825"/>
                <a:ext cx="4504715" cy="641295"/>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Sassoon Infant Rg" panose="02000503030000020003" pitchFamily="2" charset="0"/>
                    <a:ea typeface="Sassoon Infant Rg" panose="02000503030000020003" pitchFamily="2" charset="0"/>
                    <a:cs typeface="+mn-cs"/>
                  </a:rPr>
                  <a:t>European explorers discovered other civilisations in different lands. </a:t>
                </a:r>
              </a:p>
            </p:txBody>
          </p:sp>
        </p:grpSp>
      </p:grpSp>
      <p:grpSp>
        <p:nvGrpSpPr>
          <p:cNvPr id="205" name="Group 204">
            <a:extLst>
              <a:ext uri="{FF2B5EF4-FFF2-40B4-BE49-F238E27FC236}">
                <a16:creationId xmlns:a16="http://schemas.microsoft.com/office/drawing/2014/main" id="{C51CF59C-3834-641E-4401-30AE69D0A091}"/>
              </a:ext>
            </a:extLst>
          </p:cNvPr>
          <p:cNvGrpSpPr/>
          <p:nvPr/>
        </p:nvGrpSpPr>
        <p:grpSpPr>
          <a:xfrm>
            <a:off x="3525668" y="2709975"/>
            <a:ext cx="8308198" cy="912750"/>
            <a:chOff x="3525668" y="2709975"/>
            <a:chExt cx="8308198" cy="912750"/>
          </a:xfrm>
        </p:grpSpPr>
        <p:grpSp>
          <p:nvGrpSpPr>
            <p:cNvPr id="67" name="Group 66">
              <a:extLst>
                <a:ext uri="{FF2B5EF4-FFF2-40B4-BE49-F238E27FC236}">
                  <a16:creationId xmlns:a16="http://schemas.microsoft.com/office/drawing/2014/main" id="{66CBEFD2-10E8-6726-C7EA-83E9D5EBADF1}"/>
                </a:ext>
              </a:extLst>
            </p:cNvPr>
            <p:cNvGrpSpPr/>
            <p:nvPr/>
          </p:nvGrpSpPr>
          <p:grpSpPr>
            <a:xfrm>
              <a:off x="3525668" y="2709975"/>
              <a:ext cx="8308198" cy="912750"/>
              <a:chOff x="3525668" y="2709975"/>
              <a:chExt cx="8308198" cy="912750"/>
            </a:xfrm>
          </p:grpSpPr>
          <p:grpSp>
            <p:nvGrpSpPr>
              <p:cNvPr id="48" name="Group 47">
                <a:extLst>
                  <a:ext uri="{FF2B5EF4-FFF2-40B4-BE49-F238E27FC236}">
                    <a16:creationId xmlns:a16="http://schemas.microsoft.com/office/drawing/2014/main" id="{F2B214C4-D464-592B-BE86-420959024A86}"/>
                  </a:ext>
                </a:extLst>
              </p:cNvPr>
              <p:cNvGrpSpPr/>
              <p:nvPr/>
            </p:nvGrpSpPr>
            <p:grpSpPr>
              <a:xfrm>
                <a:off x="3525668" y="2709975"/>
                <a:ext cx="8308198" cy="912750"/>
                <a:chOff x="3525668" y="2709975"/>
                <a:chExt cx="8308198" cy="912750"/>
              </a:xfrm>
            </p:grpSpPr>
            <p:grpSp>
              <p:nvGrpSpPr>
                <p:cNvPr id="15" name="Group 14">
                  <a:extLst>
                    <a:ext uri="{FF2B5EF4-FFF2-40B4-BE49-F238E27FC236}">
                      <a16:creationId xmlns:a16="http://schemas.microsoft.com/office/drawing/2014/main" id="{3547275A-42B3-5442-B395-A5CE1BCFC166}"/>
                    </a:ext>
                  </a:extLst>
                </p:cNvPr>
                <p:cNvGrpSpPr/>
                <p:nvPr/>
              </p:nvGrpSpPr>
              <p:grpSpPr>
                <a:xfrm>
                  <a:off x="3533229" y="2722725"/>
                  <a:ext cx="8300637" cy="900000"/>
                  <a:chOff x="5998798" y="1737362"/>
                  <a:chExt cx="1713901" cy="2844795"/>
                </a:xfrm>
              </p:grpSpPr>
              <p:sp>
                <p:nvSpPr>
                  <p:cNvPr id="16" name="Rectangle: Rounded Corners 15">
                    <a:extLst>
                      <a:ext uri="{FF2B5EF4-FFF2-40B4-BE49-F238E27FC236}">
                        <a16:creationId xmlns:a16="http://schemas.microsoft.com/office/drawing/2014/main" id="{85D3F902-4966-AA2B-F550-FF7F93B347E0}"/>
                      </a:ext>
                    </a:extLst>
                  </p:cNvPr>
                  <p:cNvSpPr/>
                  <p:nvPr/>
                </p:nvSpPr>
                <p:spPr>
                  <a:xfrm>
                    <a:off x="5998798" y="1737362"/>
                    <a:ext cx="1713901" cy="2844795"/>
                  </a:xfrm>
                  <a:prstGeom prst="roundRect">
                    <a:avLst/>
                  </a:prstGeom>
                  <a:solidFill>
                    <a:schemeClr val="accent5">
                      <a:lumMod val="40000"/>
                      <a:lumOff val="60000"/>
                    </a:schemeClr>
                  </a:solidFill>
                  <a:ln>
                    <a:solidFill>
                      <a:schemeClr val="accent5">
                        <a:lumMod val="40000"/>
                        <a:lumOff val="6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Rounded Corners 4">
                    <a:extLst>
                      <a:ext uri="{FF2B5EF4-FFF2-40B4-BE49-F238E27FC236}">
                        <a16:creationId xmlns:a16="http://schemas.microsoft.com/office/drawing/2014/main" id="{7D4ADFB1-20F1-A2E8-7060-16CC07C36171}"/>
                      </a:ext>
                    </a:extLst>
                  </p:cNvPr>
                  <p:cNvSpPr txBox="1"/>
                  <p:nvPr/>
                </p:nvSpPr>
                <p:spPr>
                  <a:xfrm>
                    <a:off x="6082464" y="1821028"/>
                    <a:ext cx="1546569" cy="234426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marR="0" lvl="0" indent="0" algn="ctr" defTabSz="1244600" rtl="0" eaLnBrk="1" fontAlgn="auto" latinLnBrk="0" hangingPunct="1">
                      <a:lnSpc>
                        <a:spcPct val="90000"/>
                      </a:lnSpc>
                      <a:spcBef>
                        <a:spcPct val="0"/>
                      </a:spcBef>
                      <a:spcAft>
                        <a:spcPct val="35000"/>
                      </a:spcAft>
                      <a:buClrTx/>
                      <a:buSzTx/>
                      <a:buFontTx/>
                      <a:buNone/>
                      <a:tabLst/>
                      <a:defRPr/>
                    </a:pPr>
                    <a:endParaRPr kumimoji="0" lang="en-GB" sz="2000" b="1" i="0" u="sng" strike="noStrike" kern="1200" cap="none" spc="0" normalizeH="0" baseline="0" noProof="0">
                      <a:ln>
                        <a:noFill/>
                      </a:ln>
                      <a:solidFill>
                        <a:prstClr val="black"/>
                      </a:solidFill>
                      <a:effectLst/>
                      <a:uLnTx/>
                      <a:uFillTx/>
                      <a:latin typeface="Sassoon Infant Rg" panose="02000503030000020003" pitchFamily="2" charset="0"/>
                      <a:ea typeface="Sassoon Infant Rg" panose="02000503030000020003" pitchFamily="2" charset="0"/>
                      <a:cs typeface="+mn-cs"/>
                    </a:endParaRPr>
                  </a:p>
                </p:txBody>
              </p:sp>
            </p:grpSp>
            <p:grpSp>
              <p:nvGrpSpPr>
                <p:cNvPr id="36" name="Group 35">
                  <a:extLst>
                    <a:ext uri="{FF2B5EF4-FFF2-40B4-BE49-F238E27FC236}">
                      <a16:creationId xmlns:a16="http://schemas.microsoft.com/office/drawing/2014/main" id="{202E16E0-14CF-BBA5-03C4-0052733425F2}"/>
                    </a:ext>
                  </a:extLst>
                </p:cNvPr>
                <p:cNvGrpSpPr/>
                <p:nvPr/>
              </p:nvGrpSpPr>
              <p:grpSpPr>
                <a:xfrm>
                  <a:off x="3525668" y="2709975"/>
                  <a:ext cx="801261" cy="903352"/>
                  <a:chOff x="4462145" y="450020"/>
                  <a:chExt cx="801261" cy="903352"/>
                </a:xfrm>
              </p:grpSpPr>
              <p:pic>
                <p:nvPicPr>
                  <p:cNvPr id="37" name="Picture 36">
                    <a:extLst>
                      <a:ext uri="{FF2B5EF4-FFF2-40B4-BE49-F238E27FC236}">
                        <a16:creationId xmlns:a16="http://schemas.microsoft.com/office/drawing/2014/main" id="{E22F81E3-0A2F-F4F0-0471-61367E045D12}"/>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38" name="TextBox 37">
                    <a:extLst>
                      <a:ext uri="{FF2B5EF4-FFF2-40B4-BE49-F238E27FC236}">
                        <a16:creationId xmlns:a16="http://schemas.microsoft.com/office/drawing/2014/main" id="{05B037A4-8A82-47DC-6323-435F46186EF8}"/>
                      </a:ext>
                    </a:extLst>
                  </p:cNvPr>
                  <p:cNvSpPr txBox="1"/>
                  <p:nvPr/>
                </p:nvSpPr>
                <p:spPr>
                  <a:xfrm>
                    <a:off x="4704080" y="708024"/>
                    <a:ext cx="3759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prstClr val="black"/>
                        </a:solidFill>
                        <a:effectLst/>
                        <a:uLnTx/>
                        <a:uFillTx/>
                        <a:latin typeface="Sassoon Infant Rg" panose="02000503030000020003" pitchFamily="2" charset="0"/>
                        <a:ea typeface="Sassoon Infant Rg" panose="02000503030000020003" pitchFamily="2" charset="0"/>
                        <a:cs typeface="+mn-cs"/>
                      </a:rPr>
                      <a:t>4</a:t>
                    </a:r>
                  </a:p>
                </p:txBody>
              </p:sp>
            </p:grpSp>
          </p:grpSp>
          <p:sp>
            <p:nvSpPr>
              <p:cNvPr id="61" name="TextBox 60">
                <a:extLst>
                  <a:ext uri="{FF2B5EF4-FFF2-40B4-BE49-F238E27FC236}">
                    <a16:creationId xmlns:a16="http://schemas.microsoft.com/office/drawing/2014/main" id="{5E07C480-DEC0-2114-A66B-34B72824C426}"/>
                  </a:ext>
                </a:extLst>
              </p:cNvPr>
              <p:cNvSpPr txBox="1"/>
              <p:nvPr/>
            </p:nvSpPr>
            <p:spPr>
              <a:xfrm>
                <a:off x="4434793" y="2814995"/>
                <a:ext cx="2257200" cy="738664"/>
              </a:xfrm>
              <a:prstGeom prst="rect">
                <a:avLst/>
              </a:prstGeom>
              <a:noFill/>
              <a:ln w="28575">
                <a:solidFill>
                  <a:schemeClr val="accent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prstClr val="black"/>
                    </a:solidFill>
                    <a:effectLst/>
                    <a:uLnTx/>
                    <a:uFillTx/>
                    <a:latin typeface="Sassoon Infant Rg" panose="02000503030000020003" pitchFamily="2" charset="0"/>
                    <a:ea typeface="Sassoon Infant Rg" panose="02000503030000020003" pitchFamily="2" charset="0"/>
                    <a:cs typeface="+mn-cs"/>
                  </a:rPr>
                  <a:t>Anglo Saxons &amp; Vikings,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prstClr val="black"/>
                    </a:solidFill>
                    <a:effectLst/>
                    <a:uLnTx/>
                    <a:uFillTx/>
                    <a:latin typeface="Sassoon Infant Rg" panose="02000503030000020003" pitchFamily="2" charset="0"/>
                    <a:ea typeface="Sassoon Infant Rg" panose="02000503030000020003" pitchFamily="2" charset="0"/>
                    <a:cs typeface="+mn-cs"/>
                  </a:rPr>
                  <a:t>Maya Civilisation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prstClr val="black"/>
                    </a:solidFill>
                    <a:effectLst/>
                    <a:uLnTx/>
                    <a:uFillTx/>
                    <a:latin typeface="Sassoon Infant Rg" panose="02000503030000020003" pitchFamily="2" charset="0"/>
                    <a:ea typeface="Sassoon Infant Rg" panose="02000503030000020003" pitchFamily="2" charset="0"/>
                    <a:cs typeface="+mn-cs"/>
                  </a:rPr>
                  <a:t>Golden Age of Islam</a:t>
                </a:r>
              </a:p>
            </p:txBody>
          </p:sp>
        </p:grpSp>
        <p:grpSp>
          <p:nvGrpSpPr>
            <p:cNvPr id="155" name="Group 154">
              <a:extLst>
                <a:ext uri="{FF2B5EF4-FFF2-40B4-BE49-F238E27FC236}">
                  <a16:creationId xmlns:a16="http://schemas.microsoft.com/office/drawing/2014/main" id="{4BB4310A-6B7F-7A6A-8149-C253F1F4D4F4}"/>
                </a:ext>
              </a:extLst>
            </p:cNvPr>
            <p:cNvGrpSpPr/>
            <p:nvPr/>
          </p:nvGrpSpPr>
          <p:grpSpPr>
            <a:xfrm>
              <a:off x="7075979" y="2828187"/>
              <a:ext cx="4504715" cy="741248"/>
              <a:chOff x="6200359" y="3623872"/>
              <a:chExt cx="4504715" cy="741248"/>
            </a:xfrm>
            <a:solidFill>
              <a:srgbClr val="BDD7EE"/>
            </a:solidFill>
          </p:grpSpPr>
          <p:sp>
            <p:nvSpPr>
              <p:cNvPr id="156" name="Rectangle: Top Corners Rounded 155">
                <a:extLst>
                  <a:ext uri="{FF2B5EF4-FFF2-40B4-BE49-F238E27FC236}">
                    <a16:creationId xmlns:a16="http://schemas.microsoft.com/office/drawing/2014/main" id="{AD694BE4-E3C9-8E16-C774-79380D456EED}"/>
                  </a:ext>
                </a:extLst>
              </p:cNvPr>
              <p:cNvSpPr/>
              <p:nvPr/>
            </p:nvSpPr>
            <p:spPr>
              <a:xfrm>
                <a:off x="7506869" y="3627304"/>
                <a:ext cx="205300" cy="9995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7" name="Rectangle: Top Corners Rounded 156">
                <a:extLst>
                  <a:ext uri="{FF2B5EF4-FFF2-40B4-BE49-F238E27FC236}">
                    <a16:creationId xmlns:a16="http://schemas.microsoft.com/office/drawing/2014/main" id="{2BA7FC75-37A3-4A7C-9F60-D7E82979275E}"/>
                  </a:ext>
                </a:extLst>
              </p:cNvPr>
              <p:cNvSpPr/>
              <p:nvPr/>
            </p:nvSpPr>
            <p:spPr>
              <a:xfrm>
                <a:off x="9138503" y="3623872"/>
                <a:ext cx="205300" cy="9995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8" name="Group 157">
                <a:extLst>
                  <a:ext uri="{FF2B5EF4-FFF2-40B4-BE49-F238E27FC236}">
                    <a16:creationId xmlns:a16="http://schemas.microsoft.com/office/drawing/2014/main" id="{898A4725-90CA-FC8B-01D7-8B011DE3DDF3}"/>
                  </a:ext>
                </a:extLst>
              </p:cNvPr>
              <p:cNvGrpSpPr/>
              <p:nvPr/>
            </p:nvGrpSpPr>
            <p:grpSpPr>
              <a:xfrm>
                <a:off x="9600185" y="3623873"/>
                <a:ext cx="977829" cy="99950"/>
                <a:chOff x="7843520" y="3017520"/>
                <a:chExt cx="2806700" cy="274320"/>
              </a:xfrm>
              <a:grpFill/>
            </p:grpSpPr>
            <p:sp>
              <p:nvSpPr>
                <p:cNvPr id="168" name="Rectangle: Top Corners Rounded 167">
                  <a:extLst>
                    <a:ext uri="{FF2B5EF4-FFF2-40B4-BE49-F238E27FC236}">
                      <a16:creationId xmlns:a16="http://schemas.microsoft.com/office/drawing/2014/main" id="{9141B186-CBB3-2C7A-855E-29A472F4C4CF}"/>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 name="Rectangle: Top Corners Rounded 168">
                  <a:extLst>
                    <a:ext uri="{FF2B5EF4-FFF2-40B4-BE49-F238E27FC236}">
                      <a16:creationId xmlns:a16="http://schemas.microsoft.com/office/drawing/2014/main" id="{13CCD905-CC5E-012D-3530-2B20C531C83A}"/>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0" name="Rectangle: Top Corners Rounded 169">
                  <a:extLst>
                    <a:ext uri="{FF2B5EF4-FFF2-40B4-BE49-F238E27FC236}">
                      <a16:creationId xmlns:a16="http://schemas.microsoft.com/office/drawing/2014/main" id="{464CC4E6-2B90-508E-AC44-0325A50A5B9F}"/>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59" name="Group 158">
                <a:extLst>
                  <a:ext uri="{FF2B5EF4-FFF2-40B4-BE49-F238E27FC236}">
                    <a16:creationId xmlns:a16="http://schemas.microsoft.com/office/drawing/2014/main" id="{A2289422-DDA3-2597-471C-14721D6B0816}"/>
                  </a:ext>
                </a:extLst>
              </p:cNvPr>
              <p:cNvGrpSpPr/>
              <p:nvPr/>
            </p:nvGrpSpPr>
            <p:grpSpPr>
              <a:xfrm>
                <a:off x="6319479" y="3623873"/>
                <a:ext cx="977829" cy="99950"/>
                <a:chOff x="7843520" y="3017520"/>
                <a:chExt cx="2806700" cy="274320"/>
              </a:xfrm>
              <a:grpFill/>
            </p:grpSpPr>
            <p:sp>
              <p:nvSpPr>
                <p:cNvPr id="165" name="Rectangle: Top Corners Rounded 164">
                  <a:extLst>
                    <a:ext uri="{FF2B5EF4-FFF2-40B4-BE49-F238E27FC236}">
                      <a16:creationId xmlns:a16="http://schemas.microsoft.com/office/drawing/2014/main" id="{B0ECDCBB-8ED2-DDFF-75BD-24324A2FE3F9}"/>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 name="Rectangle: Top Corners Rounded 165">
                  <a:extLst>
                    <a:ext uri="{FF2B5EF4-FFF2-40B4-BE49-F238E27FC236}">
                      <a16:creationId xmlns:a16="http://schemas.microsoft.com/office/drawing/2014/main" id="{4F0DEFA3-AF80-DB72-8706-7FE4495D3362}"/>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 name="Rectangle: Top Corners Rounded 166">
                  <a:extLst>
                    <a:ext uri="{FF2B5EF4-FFF2-40B4-BE49-F238E27FC236}">
                      <a16:creationId xmlns:a16="http://schemas.microsoft.com/office/drawing/2014/main" id="{C72EA9E8-273F-776F-6791-94B64861269A}"/>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60" name="Group 159">
                <a:extLst>
                  <a:ext uri="{FF2B5EF4-FFF2-40B4-BE49-F238E27FC236}">
                    <a16:creationId xmlns:a16="http://schemas.microsoft.com/office/drawing/2014/main" id="{476ED99A-FC0E-C081-9260-EA31EFABA8CF}"/>
                  </a:ext>
                </a:extLst>
              </p:cNvPr>
              <p:cNvGrpSpPr/>
              <p:nvPr/>
            </p:nvGrpSpPr>
            <p:grpSpPr>
              <a:xfrm>
                <a:off x="7921725" y="3623873"/>
                <a:ext cx="977831" cy="99950"/>
                <a:chOff x="7843521" y="3017520"/>
                <a:chExt cx="2806699" cy="274320"/>
              </a:xfrm>
              <a:grpFill/>
            </p:grpSpPr>
            <p:sp>
              <p:nvSpPr>
                <p:cNvPr id="162" name="Rectangle: Top Corners Rounded 161">
                  <a:extLst>
                    <a:ext uri="{FF2B5EF4-FFF2-40B4-BE49-F238E27FC236}">
                      <a16:creationId xmlns:a16="http://schemas.microsoft.com/office/drawing/2014/main" id="{14D25B38-A402-3CE9-FDDA-93C87D8384EA}"/>
                    </a:ext>
                  </a:extLst>
                </p:cNvPr>
                <p:cNvSpPr/>
                <p:nvPr/>
              </p:nvSpPr>
              <p:spPr>
                <a:xfrm>
                  <a:off x="7843521" y="3017520"/>
                  <a:ext cx="589279"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 name="Rectangle: Top Corners Rounded 162">
                  <a:extLst>
                    <a:ext uri="{FF2B5EF4-FFF2-40B4-BE49-F238E27FC236}">
                      <a16:creationId xmlns:a16="http://schemas.microsoft.com/office/drawing/2014/main" id="{EC9F9473-24E8-5260-217A-27EA8D1E3A3B}"/>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4" name="Rectangle: Top Corners Rounded 163">
                  <a:extLst>
                    <a:ext uri="{FF2B5EF4-FFF2-40B4-BE49-F238E27FC236}">
                      <a16:creationId xmlns:a16="http://schemas.microsoft.com/office/drawing/2014/main" id="{30E203C7-DD27-64C7-9C50-4F0CD33F345F}"/>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1" name="Rectangle 160">
                <a:extLst>
                  <a:ext uri="{FF2B5EF4-FFF2-40B4-BE49-F238E27FC236}">
                    <a16:creationId xmlns:a16="http://schemas.microsoft.com/office/drawing/2014/main" id="{EA4F5602-924C-02B7-8D7A-6B2EDE249146}"/>
                  </a:ext>
                </a:extLst>
              </p:cNvPr>
              <p:cNvSpPr/>
              <p:nvPr/>
            </p:nvSpPr>
            <p:spPr>
              <a:xfrm>
                <a:off x="6200359" y="3723825"/>
                <a:ext cx="4504715" cy="641295"/>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Sassoon Infant Rg" panose="02000503030000020003" pitchFamily="2" charset="0"/>
                    <a:ea typeface="Sassoon Infant Rg" panose="02000503030000020003" pitchFamily="2" charset="0"/>
                    <a:cs typeface="+mn-cs"/>
                  </a:rPr>
                  <a:t>There were different advanced civilisations around the world at the same time, not just in the West. </a:t>
                </a:r>
              </a:p>
            </p:txBody>
          </p:sp>
        </p:grpSp>
      </p:grpSp>
      <p:grpSp>
        <p:nvGrpSpPr>
          <p:cNvPr id="206" name="Group 205">
            <a:extLst>
              <a:ext uri="{FF2B5EF4-FFF2-40B4-BE49-F238E27FC236}">
                <a16:creationId xmlns:a16="http://schemas.microsoft.com/office/drawing/2014/main" id="{65C5C067-9385-4E87-84A3-25972DDCD8C6}"/>
              </a:ext>
            </a:extLst>
          </p:cNvPr>
          <p:cNvGrpSpPr/>
          <p:nvPr/>
        </p:nvGrpSpPr>
        <p:grpSpPr>
          <a:xfrm>
            <a:off x="3533230" y="1660451"/>
            <a:ext cx="8300637" cy="929821"/>
            <a:chOff x="3533230" y="1660451"/>
            <a:chExt cx="8300637" cy="929821"/>
          </a:xfrm>
        </p:grpSpPr>
        <p:grpSp>
          <p:nvGrpSpPr>
            <p:cNvPr id="68" name="Group 67">
              <a:extLst>
                <a:ext uri="{FF2B5EF4-FFF2-40B4-BE49-F238E27FC236}">
                  <a16:creationId xmlns:a16="http://schemas.microsoft.com/office/drawing/2014/main" id="{F06B4AD0-F483-0459-F550-BFF16DE26922}"/>
                </a:ext>
              </a:extLst>
            </p:cNvPr>
            <p:cNvGrpSpPr/>
            <p:nvPr/>
          </p:nvGrpSpPr>
          <p:grpSpPr>
            <a:xfrm>
              <a:off x="3533230" y="1660451"/>
              <a:ext cx="8300637" cy="929821"/>
              <a:chOff x="3533230" y="1660451"/>
              <a:chExt cx="8300637" cy="929821"/>
            </a:xfrm>
          </p:grpSpPr>
          <p:grpSp>
            <p:nvGrpSpPr>
              <p:cNvPr id="49" name="Group 48">
                <a:extLst>
                  <a:ext uri="{FF2B5EF4-FFF2-40B4-BE49-F238E27FC236}">
                    <a16:creationId xmlns:a16="http://schemas.microsoft.com/office/drawing/2014/main" id="{06F43262-FB97-C14D-1F95-A739B3FFEBF9}"/>
                  </a:ext>
                </a:extLst>
              </p:cNvPr>
              <p:cNvGrpSpPr/>
              <p:nvPr/>
            </p:nvGrpSpPr>
            <p:grpSpPr>
              <a:xfrm>
                <a:off x="3533230" y="1660451"/>
                <a:ext cx="8300637" cy="929821"/>
                <a:chOff x="3533230" y="1660451"/>
                <a:chExt cx="8300637" cy="929821"/>
              </a:xfrm>
            </p:grpSpPr>
            <p:grpSp>
              <p:nvGrpSpPr>
                <p:cNvPr id="18" name="Group 17">
                  <a:extLst>
                    <a:ext uri="{FF2B5EF4-FFF2-40B4-BE49-F238E27FC236}">
                      <a16:creationId xmlns:a16="http://schemas.microsoft.com/office/drawing/2014/main" id="{DD4C265F-1B8B-46AE-1AE9-C8186F4E39AA}"/>
                    </a:ext>
                  </a:extLst>
                </p:cNvPr>
                <p:cNvGrpSpPr/>
                <p:nvPr/>
              </p:nvGrpSpPr>
              <p:grpSpPr>
                <a:xfrm>
                  <a:off x="3533230" y="1690272"/>
                  <a:ext cx="8300637" cy="900000"/>
                  <a:chOff x="7998350" y="1737362"/>
                  <a:chExt cx="1713901" cy="2844795"/>
                </a:xfrm>
              </p:grpSpPr>
              <p:sp>
                <p:nvSpPr>
                  <p:cNvPr id="19" name="Rectangle: Rounded Corners 18">
                    <a:extLst>
                      <a:ext uri="{FF2B5EF4-FFF2-40B4-BE49-F238E27FC236}">
                        <a16:creationId xmlns:a16="http://schemas.microsoft.com/office/drawing/2014/main" id="{4BFC3A39-7B3E-A8BB-6715-D80EF1088DE2}"/>
                      </a:ext>
                    </a:extLst>
                  </p:cNvPr>
                  <p:cNvSpPr/>
                  <p:nvPr/>
                </p:nvSpPr>
                <p:spPr>
                  <a:xfrm>
                    <a:off x="7998350" y="1737362"/>
                    <a:ext cx="1713901" cy="2844795"/>
                  </a:xfrm>
                  <a:prstGeom prst="roundRect">
                    <a:avLst/>
                  </a:prstGeom>
                  <a:solidFill>
                    <a:srgbClr val="F9D2B5"/>
                  </a:solidFill>
                  <a:ln>
                    <a:solidFill>
                      <a:srgbClr val="F9D2B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Rounded Corners 4">
                    <a:extLst>
                      <a:ext uri="{FF2B5EF4-FFF2-40B4-BE49-F238E27FC236}">
                        <a16:creationId xmlns:a16="http://schemas.microsoft.com/office/drawing/2014/main" id="{2A05FAF2-4D5E-05FE-89DB-D3D60AF571FF}"/>
                      </a:ext>
                    </a:extLst>
                  </p:cNvPr>
                  <p:cNvSpPr txBox="1"/>
                  <p:nvPr/>
                </p:nvSpPr>
                <p:spPr>
                  <a:xfrm>
                    <a:off x="8082016" y="1821028"/>
                    <a:ext cx="1546569" cy="26774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marR="0" lvl="0" indent="0" algn="ctr" defTabSz="1244600" rtl="0" eaLnBrk="1" fontAlgn="auto" latinLnBrk="0" hangingPunct="1">
                      <a:lnSpc>
                        <a:spcPct val="90000"/>
                      </a:lnSpc>
                      <a:spcBef>
                        <a:spcPct val="0"/>
                      </a:spcBef>
                      <a:spcAft>
                        <a:spcPct val="35000"/>
                      </a:spcAft>
                      <a:buClrTx/>
                      <a:buSzTx/>
                      <a:buFontTx/>
                      <a:buNone/>
                      <a:tabLst/>
                      <a:defRPr/>
                    </a:pPr>
                    <a:endParaRPr kumimoji="0" lang="en-GB" sz="2000" b="1" i="0" u="sng" strike="noStrike" kern="1200" cap="none" spc="0" normalizeH="0" baseline="0" noProof="0">
                      <a:ln>
                        <a:noFill/>
                      </a:ln>
                      <a:solidFill>
                        <a:prstClr val="black"/>
                      </a:solidFill>
                      <a:effectLst/>
                      <a:uLnTx/>
                      <a:uFillTx/>
                      <a:latin typeface="Sassoon Infant Rg" panose="02000503030000020003" pitchFamily="2" charset="0"/>
                      <a:ea typeface="Sassoon Infant Rg" panose="02000503030000020003" pitchFamily="2" charset="0"/>
                      <a:cs typeface="+mn-cs"/>
                    </a:endParaRPr>
                  </a:p>
                </p:txBody>
              </p:sp>
            </p:grpSp>
            <p:grpSp>
              <p:nvGrpSpPr>
                <p:cNvPr id="39" name="Group 38">
                  <a:extLst>
                    <a:ext uri="{FF2B5EF4-FFF2-40B4-BE49-F238E27FC236}">
                      <a16:creationId xmlns:a16="http://schemas.microsoft.com/office/drawing/2014/main" id="{0948767B-8DA4-903F-9CB2-F7D222801FE1}"/>
                    </a:ext>
                  </a:extLst>
                </p:cNvPr>
                <p:cNvGrpSpPr/>
                <p:nvPr/>
              </p:nvGrpSpPr>
              <p:grpSpPr>
                <a:xfrm>
                  <a:off x="3554932" y="1660451"/>
                  <a:ext cx="801261" cy="903352"/>
                  <a:chOff x="4462145" y="450020"/>
                  <a:chExt cx="801261" cy="903352"/>
                </a:xfrm>
              </p:grpSpPr>
              <p:pic>
                <p:nvPicPr>
                  <p:cNvPr id="40" name="Picture 39">
                    <a:extLst>
                      <a:ext uri="{FF2B5EF4-FFF2-40B4-BE49-F238E27FC236}">
                        <a16:creationId xmlns:a16="http://schemas.microsoft.com/office/drawing/2014/main" id="{CA28391B-2A70-6724-8BB3-4B832A3FC92E}"/>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41" name="TextBox 40">
                    <a:extLst>
                      <a:ext uri="{FF2B5EF4-FFF2-40B4-BE49-F238E27FC236}">
                        <a16:creationId xmlns:a16="http://schemas.microsoft.com/office/drawing/2014/main" id="{2F148FC1-E9EB-B948-3DA8-E3D0BAC0A9C7}"/>
                      </a:ext>
                    </a:extLst>
                  </p:cNvPr>
                  <p:cNvSpPr txBox="1"/>
                  <p:nvPr/>
                </p:nvSpPr>
                <p:spPr>
                  <a:xfrm>
                    <a:off x="4704080" y="708024"/>
                    <a:ext cx="3759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prstClr val="black"/>
                        </a:solidFill>
                        <a:effectLst/>
                        <a:uLnTx/>
                        <a:uFillTx/>
                        <a:latin typeface="Sassoon Infant Rg" panose="02000503030000020003" pitchFamily="2" charset="0"/>
                        <a:ea typeface="Sassoon Infant Rg" panose="02000503030000020003" pitchFamily="2" charset="0"/>
                        <a:cs typeface="+mn-cs"/>
                      </a:rPr>
                      <a:t>5</a:t>
                    </a:r>
                  </a:p>
                </p:txBody>
              </p:sp>
            </p:grpSp>
          </p:grpSp>
          <p:sp>
            <p:nvSpPr>
              <p:cNvPr id="62" name="TextBox 61">
                <a:extLst>
                  <a:ext uri="{FF2B5EF4-FFF2-40B4-BE49-F238E27FC236}">
                    <a16:creationId xmlns:a16="http://schemas.microsoft.com/office/drawing/2014/main" id="{FD52C08D-EB5E-CDCE-86F2-4884F30E47B9}"/>
                  </a:ext>
                </a:extLst>
              </p:cNvPr>
              <p:cNvSpPr txBox="1"/>
              <p:nvPr/>
            </p:nvSpPr>
            <p:spPr>
              <a:xfrm>
                <a:off x="4414722" y="1789089"/>
                <a:ext cx="2256285" cy="738000"/>
              </a:xfrm>
              <a:prstGeom prst="rect">
                <a:avLst/>
              </a:prstGeom>
              <a:noFill/>
              <a:ln w="28575">
                <a:solidFill>
                  <a:schemeClr val="accent2"/>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Sassoon Infant Rg" panose="02000503030000020003" pitchFamily="2" charset="0"/>
                    <a:ea typeface="Sassoon Infant Rg" panose="02000503030000020003" pitchFamily="2" charset="0"/>
                    <a:cs typeface="+mn-cs"/>
                  </a:rPr>
                  <a:t>Roman Empire,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Sassoon Infant Rg" panose="02000503030000020003" pitchFamily="2" charset="0"/>
                    <a:ea typeface="Sassoon Infant Rg" panose="02000503030000020003" pitchFamily="2" charset="0"/>
                    <a:cs typeface="+mn-cs"/>
                  </a:rPr>
                  <a:t>Ancient Egyptian Civilisation</a:t>
                </a:r>
              </a:p>
            </p:txBody>
          </p:sp>
        </p:grpSp>
        <p:grpSp>
          <p:nvGrpSpPr>
            <p:cNvPr id="171" name="Group 170">
              <a:extLst>
                <a:ext uri="{FF2B5EF4-FFF2-40B4-BE49-F238E27FC236}">
                  <a16:creationId xmlns:a16="http://schemas.microsoft.com/office/drawing/2014/main" id="{5678AC7F-70A0-6119-8595-4E29C5AAC135}"/>
                </a:ext>
              </a:extLst>
            </p:cNvPr>
            <p:cNvGrpSpPr/>
            <p:nvPr/>
          </p:nvGrpSpPr>
          <p:grpSpPr>
            <a:xfrm>
              <a:off x="7075978" y="1777495"/>
              <a:ext cx="4504715" cy="741248"/>
              <a:chOff x="6200359" y="3623872"/>
              <a:chExt cx="4504715" cy="741248"/>
            </a:xfrm>
          </p:grpSpPr>
          <p:sp>
            <p:nvSpPr>
              <p:cNvPr id="172" name="Rectangle: Top Corners Rounded 171">
                <a:extLst>
                  <a:ext uri="{FF2B5EF4-FFF2-40B4-BE49-F238E27FC236}">
                    <a16:creationId xmlns:a16="http://schemas.microsoft.com/office/drawing/2014/main" id="{6F5AE94D-2B45-4BA2-BAB5-CE1E17B36B8D}"/>
                  </a:ext>
                </a:extLst>
              </p:cNvPr>
              <p:cNvSpPr/>
              <p:nvPr/>
            </p:nvSpPr>
            <p:spPr>
              <a:xfrm>
                <a:off x="7506869" y="3627304"/>
                <a:ext cx="205300" cy="99950"/>
              </a:xfrm>
              <a:prstGeom prst="round2SameRect">
                <a:avLst/>
              </a:prstGeom>
              <a:solidFill>
                <a:srgbClr val="FFC7B3"/>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3" name="Rectangle: Top Corners Rounded 172">
                <a:extLst>
                  <a:ext uri="{FF2B5EF4-FFF2-40B4-BE49-F238E27FC236}">
                    <a16:creationId xmlns:a16="http://schemas.microsoft.com/office/drawing/2014/main" id="{9E35709C-FE23-7042-5F80-4376A6FEE25F}"/>
                  </a:ext>
                </a:extLst>
              </p:cNvPr>
              <p:cNvSpPr/>
              <p:nvPr/>
            </p:nvSpPr>
            <p:spPr>
              <a:xfrm>
                <a:off x="9138503" y="3623872"/>
                <a:ext cx="205300" cy="99950"/>
              </a:xfrm>
              <a:prstGeom prst="round2SameRect">
                <a:avLst/>
              </a:prstGeom>
              <a:solidFill>
                <a:srgbClr val="FFC7B3"/>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74" name="Group 173">
                <a:extLst>
                  <a:ext uri="{FF2B5EF4-FFF2-40B4-BE49-F238E27FC236}">
                    <a16:creationId xmlns:a16="http://schemas.microsoft.com/office/drawing/2014/main" id="{6A4C9AAF-ECC6-10D3-7911-5B8A7DFD3D30}"/>
                  </a:ext>
                </a:extLst>
              </p:cNvPr>
              <p:cNvGrpSpPr/>
              <p:nvPr/>
            </p:nvGrpSpPr>
            <p:grpSpPr>
              <a:xfrm>
                <a:off x="9600191" y="3623873"/>
                <a:ext cx="977831" cy="99950"/>
                <a:chOff x="7843520" y="3017520"/>
                <a:chExt cx="2806700" cy="274320"/>
              </a:xfrm>
              <a:solidFill>
                <a:srgbClr val="FFC7B3"/>
              </a:solidFill>
            </p:grpSpPr>
            <p:sp>
              <p:nvSpPr>
                <p:cNvPr id="184" name="Rectangle: Top Corners Rounded 183">
                  <a:extLst>
                    <a:ext uri="{FF2B5EF4-FFF2-40B4-BE49-F238E27FC236}">
                      <a16:creationId xmlns:a16="http://schemas.microsoft.com/office/drawing/2014/main" id="{3E033080-15F6-E2A3-918E-A4F1CFF53DA3}"/>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5" name="Rectangle: Top Corners Rounded 184">
                  <a:extLst>
                    <a:ext uri="{FF2B5EF4-FFF2-40B4-BE49-F238E27FC236}">
                      <a16:creationId xmlns:a16="http://schemas.microsoft.com/office/drawing/2014/main" id="{CD949BEB-F030-7AD4-F000-5D254DDF68E9}"/>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6" name="Rectangle: Top Corners Rounded 185">
                  <a:extLst>
                    <a:ext uri="{FF2B5EF4-FFF2-40B4-BE49-F238E27FC236}">
                      <a16:creationId xmlns:a16="http://schemas.microsoft.com/office/drawing/2014/main" id="{8D3D9DB3-7807-ED15-0B76-9BECBC26CE80}"/>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75" name="Group 174">
                <a:extLst>
                  <a:ext uri="{FF2B5EF4-FFF2-40B4-BE49-F238E27FC236}">
                    <a16:creationId xmlns:a16="http://schemas.microsoft.com/office/drawing/2014/main" id="{48C7B075-A11C-B7DF-71A5-7B429A0DA3DA}"/>
                  </a:ext>
                </a:extLst>
              </p:cNvPr>
              <p:cNvGrpSpPr/>
              <p:nvPr/>
            </p:nvGrpSpPr>
            <p:grpSpPr>
              <a:xfrm>
                <a:off x="6319485" y="3623873"/>
                <a:ext cx="977831" cy="99950"/>
                <a:chOff x="7843520" y="3017520"/>
                <a:chExt cx="2806700" cy="274320"/>
              </a:xfrm>
              <a:solidFill>
                <a:srgbClr val="FFC7B3"/>
              </a:solidFill>
            </p:grpSpPr>
            <p:sp>
              <p:nvSpPr>
                <p:cNvPr id="181" name="Rectangle: Top Corners Rounded 180">
                  <a:extLst>
                    <a:ext uri="{FF2B5EF4-FFF2-40B4-BE49-F238E27FC236}">
                      <a16:creationId xmlns:a16="http://schemas.microsoft.com/office/drawing/2014/main" id="{EF2EA957-2453-DD8C-B4BD-1573022ABB04}"/>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2" name="Rectangle: Top Corners Rounded 181">
                  <a:extLst>
                    <a:ext uri="{FF2B5EF4-FFF2-40B4-BE49-F238E27FC236}">
                      <a16:creationId xmlns:a16="http://schemas.microsoft.com/office/drawing/2014/main" id="{B195033B-2276-5AF5-6B72-BD0D72828BD2}"/>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 name="Rectangle: Top Corners Rounded 182">
                  <a:extLst>
                    <a:ext uri="{FF2B5EF4-FFF2-40B4-BE49-F238E27FC236}">
                      <a16:creationId xmlns:a16="http://schemas.microsoft.com/office/drawing/2014/main" id="{7A3DE3F5-F78B-F680-920E-5A2D4FE0053B}"/>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76" name="Group 175">
                <a:extLst>
                  <a:ext uri="{FF2B5EF4-FFF2-40B4-BE49-F238E27FC236}">
                    <a16:creationId xmlns:a16="http://schemas.microsoft.com/office/drawing/2014/main" id="{4ED15CBE-903D-AC8A-3150-816BA93FC424}"/>
                  </a:ext>
                </a:extLst>
              </p:cNvPr>
              <p:cNvGrpSpPr/>
              <p:nvPr/>
            </p:nvGrpSpPr>
            <p:grpSpPr>
              <a:xfrm>
                <a:off x="7921722" y="3623873"/>
                <a:ext cx="977830" cy="99950"/>
                <a:chOff x="7843521" y="3017520"/>
                <a:chExt cx="2806699" cy="274320"/>
              </a:xfrm>
              <a:solidFill>
                <a:srgbClr val="FFC7B3"/>
              </a:solidFill>
            </p:grpSpPr>
            <p:sp>
              <p:nvSpPr>
                <p:cNvPr id="178" name="Rectangle: Top Corners Rounded 177">
                  <a:extLst>
                    <a:ext uri="{FF2B5EF4-FFF2-40B4-BE49-F238E27FC236}">
                      <a16:creationId xmlns:a16="http://schemas.microsoft.com/office/drawing/2014/main" id="{4AED1C2F-890D-D1D6-B43B-668BD3ED2C36}"/>
                    </a:ext>
                  </a:extLst>
                </p:cNvPr>
                <p:cNvSpPr/>
                <p:nvPr/>
              </p:nvSpPr>
              <p:spPr>
                <a:xfrm>
                  <a:off x="7843521" y="3017520"/>
                  <a:ext cx="589279"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 name="Rectangle: Top Corners Rounded 178">
                  <a:extLst>
                    <a:ext uri="{FF2B5EF4-FFF2-40B4-BE49-F238E27FC236}">
                      <a16:creationId xmlns:a16="http://schemas.microsoft.com/office/drawing/2014/main" id="{C8AAB37F-9067-807D-0698-345898009AF2}"/>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 name="Rectangle: Top Corners Rounded 179">
                  <a:extLst>
                    <a:ext uri="{FF2B5EF4-FFF2-40B4-BE49-F238E27FC236}">
                      <a16:creationId xmlns:a16="http://schemas.microsoft.com/office/drawing/2014/main" id="{637338D2-B380-732E-5FD4-B6A00C660E52}"/>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77" name="Rectangle 176">
                <a:extLst>
                  <a:ext uri="{FF2B5EF4-FFF2-40B4-BE49-F238E27FC236}">
                    <a16:creationId xmlns:a16="http://schemas.microsoft.com/office/drawing/2014/main" id="{BAB5825E-1B9E-1351-957D-DA2D7BA1B568}"/>
                  </a:ext>
                </a:extLst>
              </p:cNvPr>
              <p:cNvSpPr/>
              <p:nvPr/>
            </p:nvSpPr>
            <p:spPr>
              <a:xfrm>
                <a:off x="6200359" y="3723825"/>
                <a:ext cx="4504715" cy="641295"/>
              </a:xfrm>
              <a:prstGeom prst="rect">
                <a:avLst/>
              </a:prstGeom>
              <a:solidFill>
                <a:srgbClr val="FFC7B3"/>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Sassoon Infant Rg" panose="02000503030000020003" pitchFamily="2" charset="0"/>
                    <a:ea typeface="Sassoon Infant Rg" panose="02000503030000020003" pitchFamily="2" charset="0"/>
                    <a:cs typeface="+mn-cs"/>
                  </a:rPr>
                  <a:t>The Ancient Egyptians and Romans were advanced civilisations who left a lasting legacy. The Romans made changes to the civilisation in Great Britain and this still impacts our way of life today. </a:t>
                </a:r>
              </a:p>
            </p:txBody>
          </p:sp>
        </p:grpSp>
      </p:grpSp>
      <p:grpSp>
        <p:nvGrpSpPr>
          <p:cNvPr id="207" name="Group 206">
            <a:extLst>
              <a:ext uri="{FF2B5EF4-FFF2-40B4-BE49-F238E27FC236}">
                <a16:creationId xmlns:a16="http://schemas.microsoft.com/office/drawing/2014/main" id="{8492510C-FC33-86C2-C61F-559E880D3305}"/>
              </a:ext>
            </a:extLst>
          </p:cNvPr>
          <p:cNvGrpSpPr/>
          <p:nvPr/>
        </p:nvGrpSpPr>
        <p:grpSpPr>
          <a:xfrm>
            <a:off x="3533230" y="646450"/>
            <a:ext cx="8300637" cy="931047"/>
            <a:chOff x="3533230" y="646450"/>
            <a:chExt cx="8300637" cy="931047"/>
          </a:xfrm>
        </p:grpSpPr>
        <p:grpSp>
          <p:nvGrpSpPr>
            <p:cNvPr id="69" name="Group 68">
              <a:extLst>
                <a:ext uri="{FF2B5EF4-FFF2-40B4-BE49-F238E27FC236}">
                  <a16:creationId xmlns:a16="http://schemas.microsoft.com/office/drawing/2014/main" id="{CD054B74-0D8B-142E-0915-E2BA611B1260}"/>
                </a:ext>
              </a:extLst>
            </p:cNvPr>
            <p:cNvGrpSpPr/>
            <p:nvPr/>
          </p:nvGrpSpPr>
          <p:grpSpPr>
            <a:xfrm>
              <a:off x="3533230" y="646450"/>
              <a:ext cx="8300637" cy="931047"/>
              <a:chOff x="3533230" y="646450"/>
              <a:chExt cx="8300637" cy="931047"/>
            </a:xfrm>
          </p:grpSpPr>
          <p:grpSp>
            <p:nvGrpSpPr>
              <p:cNvPr id="50" name="Group 49">
                <a:extLst>
                  <a:ext uri="{FF2B5EF4-FFF2-40B4-BE49-F238E27FC236}">
                    <a16:creationId xmlns:a16="http://schemas.microsoft.com/office/drawing/2014/main" id="{98E738E1-BDDF-FA42-EAA5-31C2B67E29F5}"/>
                  </a:ext>
                </a:extLst>
              </p:cNvPr>
              <p:cNvGrpSpPr/>
              <p:nvPr/>
            </p:nvGrpSpPr>
            <p:grpSpPr>
              <a:xfrm>
                <a:off x="3533230" y="646450"/>
                <a:ext cx="8300637" cy="931047"/>
                <a:chOff x="3533230" y="646450"/>
                <a:chExt cx="8300637" cy="931047"/>
              </a:xfrm>
            </p:grpSpPr>
            <p:grpSp>
              <p:nvGrpSpPr>
                <p:cNvPr id="23" name="Group 22">
                  <a:extLst>
                    <a:ext uri="{FF2B5EF4-FFF2-40B4-BE49-F238E27FC236}">
                      <a16:creationId xmlns:a16="http://schemas.microsoft.com/office/drawing/2014/main" id="{7996CABE-8470-B1CD-15FA-36337677EB6E}"/>
                    </a:ext>
                  </a:extLst>
                </p:cNvPr>
                <p:cNvGrpSpPr/>
                <p:nvPr/>
              </p:nvGrpSpPr>
              <p:grpSpPr>
                <a:xfrm>
                  <a:off x="3533230" y="677497"/>
                  <a:ext cx="8300637" cy="900000"/>
                  <a:chOff x="1999694" y="1717038"/>
                  <a:chExt cx="1713901" cy="2885442"/>
                </a:xfrm>
              </p:grpSpPr>
              <p:sp>
                <p:nvSpPr>
                  <p:cNvPr id="24" name="Rectangle: Rounded Corners 23">
                    <a:extLst>
                      <a:ext uri="{FF2B5EF4-FFF2-40B4-BE49-F238E27FC236}">
                        <a16:creationId xmlns:a16="http://schemas.microsoft.com/office/drawing/2014/main" id="{DF03F29D-A394-0972-4060-BB687F95A7B4}"/>
                      </a:ext>
                    </a:extLst>
                  </p:cNvPr>
                  <p:cNvSpPr/>
                  <p:nvPr/>
                </p:nvSpPr>
                <p:spPr>
                  <a:xfrm>
                    <a:off x="1999694" y="1717038"/>
                    <a:ext cx="1713901" cy="2885442"/>
                  </a:xfrm>
                  <a:prstGeom prst="roundRect">
                    <a:avLst/>
                  </a:prstGeom>
                  <a:solidFill>
                    <a:schemeClr val="accent6">
                      <a:lumMod val="40000"/>
                      <a:lumOff val="60000"/>
                    </a:schemeClr>
                  </a:solidFill>
                  <a:ln>
                    <a:solidFill>
                      <a:schemeClr val="accent6">
                        <a:lumMod val="40000"/>
                        <a:lumOff val="6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Rounded Corners 4">
                    <a:extLst>
                      <a:ext uri="{FF2B5EF4-FFF2-40B4-BE49-F238E27FC236}">
                        <a16:creationId xmlns:a16="http://schemas.microsoft.com/office/drawing/2014/main" id="{B53C799C-14A0-1254-7915-4AA86F393CF6}"/>
                      </a:ext>
                    </a:extLst>
                  </p:cNvPr>
                  <p:cNvSpPr txBox="1"/>
                  <p:nvPr/>
                </p:nvSpPr>
                <p:spPr>
                  <a:xfrm>
                    <a:off x="2083360" y="1800704"/>
                    <a:ext cx="1546569" cy="271811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marR="0" lvl="0" indent="0" algn="ctr" defTabSz="1244600" rtl="0" eaLnBrk="1" fontAlgn="auto" latinLnBrk="0" hangingPunct="1">
                      <a:lnSpc>
                        <a:spcPct val="90000"/>
                      </a:lnSpc>
                      <a:spcBef>
                        <a:spcPct val="0"/>
                      </a:spcBef>
                      <a:spcAft>
                        <a:spcPct val="35000"/>
                      </a:spcAft>
                      <a:buClrTx/>
                      <a:buSzTx/>
                      <a:buFontTx/>
                      <a:buNone/>
                      <a:tabLst/>
                      <a:defRPr/>
                    </a:pPr>
                    <a:endParaRPr kumimoji="0" lang="en-GB" sz="2000" b="1" i="0" u="sng" strike="noStrike" kern="1200" cap="none" spc="0" normalizeH="0" baseline="0" noProof="0">
                      <a:ln>
                        <a:noFill/>
                      </a:ln>
                      <a:solidFill>
                        <a:prstClr val="black"/>
                      </a:solidFill>
                      <a:effectLst/>
                      <a:uLnTx/>
                      <a:uFillTx/>
                      <a:latin typeface="Sassoon Infant Rg" panose="02000503030000020003" pitchFamily="2" charset="0"/>
                      <a:ea typeface="Sassoon Infant Rg" panose="02000503030000020003" pitchFamily="2" charset="0"/>
                      <a:cs typeface="+mn-cs"/>
                    </a:endParaRPr>
                  </a:p>
                </p:txBody>
              </p:sp>
            </p:grpSp>
            <p:grpSp>
              <p:nvGrpSpPr>
                <p:cNvPr id="42" name="Group 41">
                  <a:extLst>
                    <a:ext uri="{FF2B5EF4-FFF2-40B4-BE49-F238E27FC236}">
                      <a16:creationId xmlns:a16="http://schemas.microsoft.com/office/drawing/2014/main" id="{6AF06A85-98A0-0FB0-011E-5084DD649F29}"/>
                    </a:ext>
                  </a:extLst>
                </p:cNvPr>
                <p:cNvGrpSpPr/>
                <p:nvPr/>
              </p:nvGrpSpPr>
              <p:grpSpPr>
                <a:xfrm>
                  <a:off x="3563861" y="646450"/>
                  <a:ext cx="801261" cy="903352"/>
                  <a:chOff x="4462145" y="450020"/>
                  <a:chExt cx="801261" cy="903352"/>
                </a:xfrm>
              </p:grpSpPr>
              <p:pic>
                <p:nvPicPr>
                  <p:cNvPr id="43" name="Picture 42">
                    <a:extLst>
                      <a:ext uri="{FF2B5EF4-FFF2-40B4-BE49-F238E27FC236}">
                        <a16:creationId xmlns:a16="http://schemas.microsoft.com/office/drawing/2014/main" id="{FEBF2C0D-9F17-9304-D462-CDF7FEE77B56}"/>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44" name="TextBox 43">
                    <a:extLst>
                      <a:ext uri="{FF2B5EF4-FFF2-40B4-BE49-F238E27FC236}">
                        <a16:creationId xmlns:a16="http://schemas.microsoft.com/office/drawing/2014/main" id="{3DAD1797-8548-3EC3-26A4-C636A1C449FB}"/>
                      </a:ext>
                    </a:extLst>
                  </p:cNvPr>
                  <p:cNvSpPr txBox="1"/>
                  <p:nvPr/>
                </p:nvSpPr>
                <p:spPr>
                  <a:xfrm>
                    <a:off x="4704080" y="708024"/>
                    <a:ext cx="3759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prstClr val="black"/>
                        </a:solidFill>
                        <a:effectLst/>
                        <a:uLnTx/>
                        <a:uFillTx/>
                        <a:latin typeface="Sassoon Infant Rg" panose="02000503030000020003" pitchFamily="2" charset="0"/>
                        <a:ea typeface="Sassoon Infant Rg" panose="02000503030000020003" pitchFamily="2" charset="0"/>
                        <a:cs typeface="+mn-cs"/>
                      </a:rPr>
                      <a:t>6</a:t>
                    </a:r>
                  </a:p>
                </p:txBody>
              </p:sp>
            </p:grpSp>
          </p:grpSp>
          <p:sp>
            <p:nvSpPr>
              <p:cNvPr id="63" name="TextBox 62">
                <a:extLst>
                  <a:ext uri="{FF2B5EF4-FFF2-40B4-BE49-F238E27FC236}">
                    <a16:creationId xmlns:a16="http://schemas.microsoft.com/office/drawing/2014/main" id="{AB3CE269-0FB5-6B70-F147-85EE6FB3714A}"/>
                  </a:ext>
                </a:extLst>
              </p:cNvPr>
              <p:cNvSpPr txBox="1"/>
              <p:nvPr/>
            </p:nvSpPr>
            <p:spPr>
              <a:xfrm>
                <a:off x="4395753" y="778687"/>
                <a:ext cx="2257200" cy="738664"/>
              </a:xfrm>
              <a:prstGeom prst="rect">
                <a:avLst/>
              </a:prstGeom>
              <a:noFill/>
              <a:ln w="28575">
                <a:solidFill>
                  <a:schemeClr val="accent6"/>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Sassoon Infant Rg" panose="02000503030000020003" pitchFamily="2" charset="0"/>
                    <a:ea typeface="Sassoon Infant Rg" panose="02000503030000020003" pitchFamily="2" charset="0"/>
                    <a:cs typeface="+mn-cs"/>
                  </a:rPr>
                  <a:t>Ancient Egyptian Civilisation, Stone Age Britain, Ancient Greek Life</a:t>
                </a:r>
              </a:p>
            </p:txBody>
          </p:sp>
        </p:grpSp>
        <p:grpSp>
          <p:nvGrpSpPr>
            <p:cNvPr id="187" name="Group 186">
              <a:extLst>
                <a:ext uri="{FF2B5EF4-FFF2-40B4-BE49-F238E27FC236}">
                  <a16:creationId xmlns:a16="http://schemas.microsoft.com/office/drawing/2014/main" id="{9B092498-F734-4BBD-B75F-4011EB0C5716}"/>
                </a:ext>
              </a:extLst>
            </p:cNvPr>
            <p:cNvGrpSpPr/>
            <p:nvPr/>
          </p:nvGrpSpPr>
          <p:grpSpPr>
            <a:xfrm>
              <a:off x="7086469" y="775262"/>
              <a:ext cx="4504715" cy="741248"/>
              <a:chOff x="6200359" y="3623872"/>
              <a:chExt cx="4504715" cy="741248"/>
            </a:xfrm>
            <a:solidFill>
              <a:srgbClr val="C5E0B4"/>
            </a:solidFill>
          </p:grpSpPr>
          <p:sp>
            <p:nvSpPr>
              <p:cNvPr id="188" name="Rectangle: Top Corners Rounded 187">
                <a:extLst>
                  <a:ext uri="{FF2B5EF4-FFF2-40B4-BE49-F238E27FC236}">
                    <a16:creationId xmlns:a16="http://schemas.microsoft.com/office/drawing/2014/main" id="{8876002E-E9A2-AD6B-23BA-9BF68585B711}"/>
                  </a:ext>
                </a:extLst>
              </p:cNvPr>
              <p:cNvSpPr/>
              <p:nvPr/>
            </p:nvSpPr>
            <p:spPr>
              <a:xfrm>
                <a:off x="7506869" y="3627304"/>
                <a:ext cx="205300" cy="9995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9" name="Rectangle: Top Corners Rounded 188">
                <a:extLst>
                  <a:ext uri="{FF2B5EF4-FFF2-40B4-BE49-F238E27FC236}">
                    <a16:creationId xmlns:a16="http://schemas.microsoft.com/office/drawing/2014/main" id="{5B63F264-3878-E206-2C10-6AF234E75456}"/>
                  </a:ext>
                </a:extLst>
              </p:cNvPr>
              <p:cNvSpPr/>
              <p:nvPr/>
            </p:nvSpPr>
            <p:spPr>
              <a:xfrm>
                <a:off x="9138503" y="3623872"/>
                <a:ext cx="205300" cy="9995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90" name="Group 189">
                <a:extLst>
                  <a:ext uri="{FF2B5EF4-FFF2-40B4-BE49-F238E27FC236}">
                    <a16:creationId xmlns:a16="http://schemas.microsoft.com/office/drawing/2014/main" id="{40FD3EBC-0FA8-E06A-9028-D1F298EB44FB}"/>
                  </a:ext>
                </a:extLst>
              </p:cNvPr>
              <p:cNvGrpSpPr/>
              <p:nvPr/>
            </p:nvGrpSpPr>
            <p:grpSpPr>
              <a:xfrm>
                <a:off x="9600185" y="3623873"/>
                <a:ext cx="977829" cy="99950"/>
                <a:chOff x="7843520" y="3017520"/>
                <a:chExt cx="2806700" cy="274320"/>
              </a:xfrm>
              <a:grpFill/>
            </p:grpSpPr>
            <p:sp>
              <p:nvSpPr>
                <p:cNvPr id="200" name="Rectangle: Top Corners Rounded 199">
                  <a:extLst>
                    <a:ext uri="{FF2B5EF4-FFF2-40B4-BE49-F238E27FC236}">
                      <a16:creationId xmlns:a16="http://schemas.microsoft.com/office/drawing/2014/main" id="{9148100B-40BF-55ED-7690-0465A94A577B}"/>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1" name="Rectangle: Top Corners Rounded 200">
                  <a:extLst>
                    <a:ext uri="{FF2B5EF4-FFF2-40B4-BE49-F238E27FC236}">
                      <a16:creationId xmlns:a16="http://schemas.microsoft.com/office/drawing/2014/main" id="{7468946A-2716-5B09-3F12-3739B75EB495}"/>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2" name="Rectangle: Top Corners Rounded 201">
                  <a:extLst>
                    <a:ext uri="{FF2B5EF4-FFF2-40B4-BE49-F238E27FC236}">
                      <a16:creationId xmlns:a16="http://schemas.microsoft.com/office/drawing/2014/main" id="{F62E0135-EA4B-1890-5924-914F5237F559}"/>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91" name="Group 190">
                <a:extLst>
                  <a:ext uri="{FF2B5EF4-FFF2-40B4-BE49-F238E27FC236}">
                    <a16:creationId xmlns:a16="http://schemas.microsoft.com/office/drawing/2014/main" id="{25748F61-7E64-6366-78AB-4C3805668CFE}"/>
                  </a:ext>
                </a:extLst>
              </p:cNvPr>
              <p:cNvGrpSpPr/>
              <p:nvPr/>
            </p:nvGrpSpPr>
            <p:grpSpPr>
              <a:xfrm>
                <a:off x="6319479" y="3623873"/>
                <a:ext cx="977829" cy="99950"/>
                <a:chOff x="7843520" y="3017520"/>
                <a:chExt cx="2806700" cy="274320"/>
              </a:xfrm>
              <a:grpFill/>
            </p:grpSpPr>
            <p:sp>
              <p:nvSpPr>
                <p:cNvPr id="197" name="Rectangle: Top Corners Rounded 196">
                  <a:extLst>
                    <a:ext uri="{FF2B5EF4-FFF2-40B4-BE49-F238E27FC236}">
                      <a16:creationId xmlns:a16="http://schemas.microsoft.com/office/drawing/2014/main" id="{D4621660-E668-D8B4-856E-B5EDE2A831F7}"/>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 name="Rectangle: Top Corners Rounded 197">
                  <a:extLst>
                    <a:ext uri="{FF2B5EF4-FFF2-40B4-BE49-F238E27FC236}">
                      <a16:creationId xmlns:a16="http://schemas.microsoft.com/office/drawing/2014/main" id="{029922AD-B631-BB14-2208-40382DE7A03C}"/>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9" name="Rectangle: Top Corners Rounded 198">
                  <a:extLst>
                    <a:ext uri="{FF2B5EF4-FFF2-40B4-BE49-F238E27FC236}">
                      <a16:creationId xmlns:a16="http://schemas.microsoft.com/office/drawing/2014/main" id="{59373EB7-081E-05A3-5E99-2448BA545354}"/>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92" name="Group 191">
                <a:extLst>
                  <a:ext uri="{FF2B5EF4-FFF2-40B4-BE49-F238E27FC236}">
                    <a16:creationId xmlns:a16="http://schemas.microsoft.com/office/drawing/2014/main" id="{37FEDBF4-6CB7-E1C3-76A0-1C5CF199276D}"/>
                  </a:ext>
                </a:extLst>
              </p:cNvPr>
              <p:cNvGrpSpPr/>
              <p:nvPr/>
            </p:nvGrpSpPr>
            <p:grpSpPr>
              <a:xfrm>
                <a:off x="7921725" y="3623873"/>
                <a:ext cx="977831" cy="99950"/>
                <a:chOff x="7843521" y="3017520"/>
                <a:chExt cx="2806699" cy="274320"/>
              </a:xfrm>
              <a:grpFill/>
            </p:grpSpPr>
            <p:sp>
              <p:nvSpPr>
                <p:cNvPr id="194" name="Rectangle: Top Corners Rounded 193">
                  <a:extLst>
                    <a:ext uri="{FF2B5EF4-FFF2-40B4-BE49-F238E27FC236}">
                      <a16:creationId xmlns:a16="http://schemas.microsoft.com/office/drawing/2014/main" id="{C630126E-358E-65FC-282A-81267D242D89}"/>
                    </a:ext>
                  </a:extLst>
                </p:cNvPr>
                <p:cNvSpPr/>
                <p:nvPr/>
              </p:nvSpPr>
              <p:spPr>
                <a:xfrm>
                  <a:off x="7843521" y="3017520"/>
                  <a:ext cx="589279"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5" name="Rectangle: Top Corners Rounded 194">
                  <a:extLst>
                    <a:ext uri="{FF2B5EF4-FFF2-40B4-BE49-F238E27FC236}">
                      <a16:creationId xmlns:a16="http://schemas.microsoft.com/office/drawing/2014/main" id="{6EDBC807-36DD-23C7-D7F7-94523336F311}"/>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6" name="Rectangle: Top Corners Rounded 195">
                  <a:extLst>
                    <a:ext uri="{FF2B5EF4-FFF2-40B4-BE49-F238E27FC236}">
                      <a16:creationId xmlns:a16="http://schemas.microsoft.com/office/drawing/2014/main" id="{7C9C3316-3004-93C6-68D1-EEABE1C9FDC9}"/>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93" name="Rectangle 192">
                <a:extLst>
                  <a:ext uri="{FF2B5EF4-FFF2-40B4-BE49-F238E27FC236}">
                    <a16:creationId xmlns:a16="http://schemas.microsoft.com/office/drawing/2014/main" id="{AEB14119-EE44-4208-05F0-2031DCD08A83}"/>
                  </a:ext>
                </a:extLst>
              </p:cNvPr>
              <p:cNvSpPr/>
              <p:nvPr/>
            </p:nvSpPr>
            <p:spPr>
              <a:xfrm>
                <a:off x="6200359" y="3723825"/>
                <a:ext cx="4504715" cy="641295"/>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Sassoon Infant Rg" panose="02000503030000020003" pitchFamily="2" charset="0"/>
                    <a:ea typeface="Sassoon Infant Rg" panose="02000503030000020003" pitchFamily="2" charset="0"/>
                    <a:cs typeface="+mn-cs"/>
                  </a:rPr>
                  <a:t>Civilisations today are built on the ideas and advancements that have been formed around the world over millions of years. </a:t>
                </a:r>
              </a:p>
            </p:txBody>
          </p:sp>
        </p:grpSp>
      </p:grpSp>
    </p:spTree>
    <p:extLst>
      <p:ext uri="{BB962C8B-B14F-4D97-AF65-F5344CB8AC3E}">
        <p14:creationId xmlns:p14="http://schemas.microsoft.com/office/powerpoint/2010/main" val="1679032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68A9EC-FB00-68AF-74E7-B90B07EBD260}"/>
              </a:ext>
            </a:extLst>
          </p:cNvPr>
          <p:cNvSpPr>
            <a:spLocks noGrp="1"/>
          </p:cNvSpPr>
          <p:nvPr>
            <p:ph type="title"/>
          </p:nvPr>
        </p:nvSpPr>
        <p:spPr>
          <a:xfrm>
            <a:off x="132291" y="49023"/>
            <a:ext cx="10071847" cy="683091"/>
          </a:xfrm>
        </p:spPr>
        <p:txBody>
          <a:bodyPr>
            <a:normAutofit fontScale="90000"/>
          </a:bodyPr>
          <a:lstStyle/>
          <a:p>
            <a:r>
              <a:rPr lang="en-GB" dirty="0"/>
              <a:t>Our Enquiry…</a:t>
            </a:r>
          </a:p>
        </p:txBody>
      </p:sp>
      <p:grpSp>
        <p:nvGrpSpPr>
          <p:cNvPr id="32" name="Group 31">
            <a:extLst>
              <a:ext uri="{FF2B5EF4-FFF2-40B4-BE49-F238E27FC236}">
                <a16:creationId xmlns:a16="http://schemas.microsoft.com/office/drawing/2014/main" id="{5DC445ED-3E2B-C56D-2FBF-D7479A922118}"/>
              </a:ext>
            </a:extLst>
          </p:cNvPr>
          <p:cNvGrpSpPr/>
          <p:nvPr/>
        </p:nvGrpSpPr>
        <p:grpSpPr>
          <a:xfrm>
            <a:off x="429113" y="5099100"/>
            <a:ext cx="2560135" cy="1459790"/>
            <a:chOff x="7508240" y="3017520"/>
            <a:chExt cx="3545840" cy="2021841"/>
          </a:xfrm>
          <a:solidFill>
            <a:srgbClr val="FFF19F"/>
          </a:solidFill>
        </p:grpSpPr>
        <p:sp>
          <p:nvSpPr>
            <p:cNvPr id="33" name="Rectangle 32">
              <a:extLst>
                <a:ext uri="{FF2B5EF4-FFF2-40B4-BE49-F238E27FC236}">
                  <a16:creationId xmlns:a16="http://schemas.microsoft.com/office/drawing/2014/main" id="{01930918-48F8-877A-7F60-2ACF86871CE4}"/>
                </a:ext>
              </a:extLst>
            </p:cNvPr>
            <p:cNvSpPr/>
            <p:nvPr/>
          </p:nvSpPr>
          <p:spPr>
            <a:xfrm>
              <a:off x="7508240" y="3291841"/>
              <a:ext cx="3545840" cy="1747520"/>
            </a:xfrm>
            <a:prstGeom prst="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1">
                  <a:solidFill>
                    <a:schemeClr val="tx1"/>
                  </a:solidFill>
                  <a:latin typeface="Sassoon Infant Rg" panose="02000503030000020003" pitchFamily="2" charset="0"/>
                  <a:ea typeface="Sassoon Infant Rg" panose="02000503030000020003" pitchFamily="2" charset="0"/>
                </a:rPr>
                <a:t>Who were the Ancient Egyptians?</a:t>
              </a:r>
            </a:p>
          </p:txBody>
        </p:sp>
        <p:sp>
          <p:nvSpPr>
            <p:cNvPr id="34" name="Rectangle: Top Corners Rounded 46">
              <a:extLst>
                <a:ext uri="{FF2B5EF4-FFF2-40B4-BE49-F238E27FC236}">
                  <a16:creationId xmlns:a16="http://schemas.microsoft.com/office/drawing/2014/main" id="{FC8ECD8E-C778-90E6-7795-52A7E04969A9}"/>
                </a:ext>
              </a:extLst>
            </p:cNvPr>
            <p:cNvSpPr/>
            <p:nvPr/>
          </p:nvSpPr>
          <p:spPr>
            <a:xfrm>
              <a:off x="7843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noProof="1"/>
            </a:p>
          </p:txBody>
        </p:sp>
        <p:sp>
          <p:nvSpPr>
            <p:cNvPr id="35" name="Rectangle: Top Corners Rounded 47">
              <a:extLst>
                <a:ext uri="{FF2B5EF4-FFF2-40B4-BE49-F238E27FC236}">
                  <a16:creationId xmlns:a16="http://schemas.microsoft.com/office/drawing/2014/main" id="{E982EA21-074B-6446-2D34-216045EECC8A}"/>
                </a:ext>
              </a:extLst>
            </p:cNvPr>
            <p:cNvSpPr/>
            <p:nvPr/>
          </p:nvSpPr>
          <p:spPr>
            <a:xfrm>
              <a:off x="898652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noProof="1"/>
            </a:p>
          </p:txBody>
        </p:sp>
        <p:sp>
          <p:nvSpPr>
            <p:cNvPr id="36" name="Rectangle: Top Corners Rounded 48">
              <a:extLst>
                <a:ext uri="{FF2B5EF4-FFF2-40B4-BE49-F238E27FC236}">
                  <a16:creationId xmlns:a16="http://schemas.microsoft.com/office/drawing/2014/main" id="{00196874-DBC7-A29E-CF42-F35C714F0D62}"/>
                </a:ext>
              </a:extLst>
            </p:cNvPr>
            <p:cNvSpPr/>
            <p:nvPr/>
          </p:nvSpPr>
          <p:spPr>
            <a:xfrm>
              <a:off x="10060940" y="3017520"/>
              <a:ext cx="589280" cy="274320"/>
            </a:xfrm>
            <a:prstGeom prst="round2SameRect">
              <a:avLst/>
            </a:prstGeom>
            <a:grp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noProof="1"/>
            </a:p>
          </p:txBody>
        </p:sp>
      </p:grpSp>
    </p:spTree>
    <p:extLst>
      <p:ext uri="{BB962C8B-B14F-4D97-AF65-F5344CB8AC3E}">
        <p14:creationId xmlns:p14="http://schemas.microsoft.com/office/powerpoint/2010/main" val="2897020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33381-7158-D578-3444-4EF9866E5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2B6824-60D8-B8D1-4047-6DB68F979EC4}"/>
              </a:ext>
            </a:extLst>
          </p:cNvPr>
          <p:cNvSpPr>
            <a:spLocks noGrp="1"/>
          </p:cNvSpPr>
          <p:nvPr>
            <p:ph type="title"/>
          </p:nvPr>
        </p:nvSpPr>
        <p:spPr/>
        <p:txBody>
          <a:bodyPr>
            <a:noAutofit/>
          </a:bodyPr>
          <a:lstStyle/>
          <a:p>
            <a:r>
              <a:rPr lang="en-GB" sz="3200" noProof="1"/>
              <a:t>How did Egyptian civilisation shape the ancient world?</a:t>
            </a:r>
          </a:p>
        </p:txBody>
      </p:sp>
      <p:sp>
        <p:nvSpPr>
          <p:cNvPr id="12" name="TextBox 11">
            <a:extLst>
              <a:ext uri="{FF2B5EF4-FFF2-40B4-BE49-F238E27FC236}">
                <a16:creationId xmlns:a16="http://schemas.microsoft.com/office/drawing/2014/main" id="{4C412AD9-F524-4977-4392-C7173FC737EA}"/>
              </a:ext>
            </a:extLst>
          </p:cNvPr>
          <p:cNvSpPr txBox="1"/>
          <p:nvPr/>
        </p:nvSpPr>
        <p:spPr>
          <a:xfrm>
            <a:off x="395416" y="4470569"/>
            <a:ext cx="3126260" cy="1819019"/>
          </a:xfrm>
          <a:prstGeom prst="rect">
            <a:avLst/>
          </a:prstGeom>
          <a:noFill/>
        </p:spPr>
        <p:txBody>
          <a:bodyPr wrap="square" rtlCol="0">
            <a:noAutofit/>
          </a:bodyPr>
          <a:lstStyle/>
          <a:p>
            <a:pPr algn="just"/>
            <a:r>
              <a:rPr lang="en-US" dirty="0">
                <a:latin typeface="Twinkl Cursive Looped" panose="02000000000000000000" pitchFamily="2" charset="77"/>
              </a:rPr>
              <a:t>to make slides which are not utterly terrible every time.</a:t>
            </a:r>
          </a:p>
        </p:txBody>
      </p:sp>
      <p:sp>
        <p:nvSpPr>
          <p:cNvPr id="14" name="TextBox 13">
            <a:extLst>
              <a:ext uri="{FF2B5EF4-FFF2-40B4-BE49-F238E27FC236}">
                <a16:creationId xmlns:a16="http://schemas.microsoft.com/office/drawing/2014/main" id="{684AA2C1-E913-C9DD-9DC1-3CE5C98CF369}"/>
              </a:ext>
            </a:extLst>
          </p:cNvPr>
          <p:cNvSpPr txBox="1"/>
          <p:nvPr/>
        </p:nvSpPr>
        <p:spPr>
          <a:xfrm>
            <a:off x="4633784" y="4470568"/>
            <a:ext cx="3039762" cy="1819019"/>
          </a:xfrm>
          <a:prstGeom prst="rect">
            <a:avLst/>
          </a:prstGeom>
          <a:noFill/>
        </p:spPr>
        <p:txBody>
          <a:bodyPr wrap="square" rtlCol="0">
            <a:noAutofit/>
          </a:bodyPr>
          <a:lstStyle/>
          <a:p>
            <a:pPr algn="just"/>
            <a:r>
              <a:rPr lang="en-US" dirty="0">
                <a:latin typeface="Twinkl Cursive Looped" panose="02000000000000000000" pitchFamily="2" charset="77"/>
              </a:rPr>
              <a:t>I can make slides which are not utterly terrible every time.</a:t>
            </a:r>
          </a:p>
        </p:txBody>
      </p:sp>
      <p:sp>
        <p:nvSpPr>
          <p:cNvPr id="15" name="TextBox 14">
            <a:extLst>
              <a:ext uri="{FF2B5EF4-FFF2-40B4-BE49-F238E27FC236}">
                <a16:creationId xmlns:a16="http://schemas.microsoft.com/office/drawing/2014/main" id="{F275A290-BC50-77F0-9E83-A815E5DFD1B6}"/>
              </a:ext>
            </a:extLst>
          </p:cNvPr>
          <p:cNvSpPr txBox="1"/>
          <p:nvPr/>
        </p:nvSpPr>
        <p:spPr>
          <a:xfrm>
            <a:off x="8695040" y="4467990"/>
            <a:ext cx="3126258" cy="1819019"/>
          </a:xfrm>
          <a:prstGeom prst="rect">
            <a:avLst/>
          </a:prstGeom>
          <a:noFill/>
        </p:spPr>
        <p:txBody>
          <a:bodyPr wrap="square" rtlCol="0">
            <a:noAutofit/>
          </a:bodyPr>
          <a:lstStyle/>
          <a:p>
            <a:pPr algn="just"/>
            <a:r>
              <a:rPr lang="en-US" dirty="0">
                <a:latin typeface="Twinkl Cursive Looped" panose="02000000000000000000" pitchFamily="2" charset="77"/>
              </a:rPr>
              <a:t>making slides which are not utterly terrible.</a:t>
            </a:r>
          </a:p>
        </p:txBody>
      </p:sp>
    </p:spTree>
    <p:extLst>
      <p:ext uri="{BB962C8B-B14F-4D97-AF65-F5344CB8AC3E}">
        <p14:creationId xmlns:p14="http://schemas.microsoft.com/office/powerpoint/2010/main" val="1383404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0" y="6729984"/>
            <a:ext cx="12191695" cy="128016"/>
          </a:xfrm>
          <a:prstGeom prst="rect">
            <a:avLst/>
          </a:prstGeom>
          <a:solidFill>
            <a:srgbClr val="FFC000"/>
          </a:solidFill>
          <a:ln w="12700">
            <a:solidFill>
              <a:srgbClr val="FFC000"/>
            </a:solidFill>
            <a:prstDash val="solid"/>
          </a:ln>
        </p:spPr>
        <p:txBody>
          <a:bodyPr/>
          <a:lstStyle/>
          <a:p>
            <a:endParaRPr lang="en-GB" noProof="1"/>
          </a:p>
        </p:txBody>
      </p:sp>
      <p:sp>
        <p:nvSpPr>
          <p:cNvPr id="5" name="Text 3"/>
          <p:cNvSpPr/>
          <p:nvPr/>
        </p:nvSpPr>
        <p:spPr>
          <a:xfrm>
            <a:off x="548640" y="960120"/>
            <a:ext cx="10972800" cy="5669280"/>
          </a:xfrm>
          <a:prstGeom prst="rect">
            <a:avLst/>
          </a:prstGeom>
          <a:noFill/>
          <a:ln/>
        </p:spPr>
        <p:txBody>
          <a:bodyPr wrap="square" rtlCol="0" anchor="t"/>
          <a:lstStyle/>
          <a:p>
            <a:pPr marL="0" indent="0">
              <a:buNone/>
            </a:pPr>
            <a:r>
              <a:rPr lang="en-GB" sz="800" noProof="1">
                <a:solidFill>
                  <a:srgbClr val="0E2841"/>
                </a:solidFill>
              </a:rPr>
              <a:t> </a:t>
            </a:r>
            <a:endParaRPr lang="en-GB" sz="1600" noProof="1"/>
          </a:p>
        </p:txBody>
      </p:sp>
      <p:sp>
        <p:nvSpPr>
          <p:cNvPr id="6" name="Title 5">
            <a:extLst>
              <a:ext uri="{FF2B5EF4-FFF2-40B4-BE49-F238E27FC236}">
                <a16:creationId xmlns:a16="http://schemas.microsoft.com/office/drawing/2014/main" id="{17A7BB5E-4518-7E77-7B85-FD72D0C544C0}"/>
              </a:ext>
            </a:extLst>
          </p:cNvPr>
          <p:cNvSpPr>
            <a:spLocks noGrp="1"/>
          </p:cNvSpPr>
          <p:nvPr>
            <p:ph type="title"/>
          </p:nvPr>
        </p:nvSpPr>
        <p:spPr/>
        <p:txBody>
          <a:bodyPr/>
          <a:lstStyle/>
          <a:p>
            <a:r>
              <a:rPr lang="en-GB" noProof="1"/>
              <a:t>What knowledge am I bringing to this enquiry? What would I like to find out?</a:t>
            </a:r>
          </a:p>
        </p:txBody>
      </p:sp>
      <p:graphicFrame>
        <p:nvGraphicFramePr>
          <p:cNvPr id="9" name="Content Placeholder 8">
            <a:extLst>
              <a:ext uri="{FF2B5EF4-FFF2-40B4-BE49-F238E27FC236}">
                <a16:creationId xmlns:a16="http://schemas.microsoft.com/office/drawing/2014/main" id="{98CAA670-3AFF-B476-8012-2C9B18CD7E81}"/>
              </a:ext>
            </a:extLst>
          </p:cNvPr>
          <p:cNvGraphicFramePr>
            <a:graphicFrameLocks noGrp="1"/>
          </p:cNvGraphicFramePr>
          <p:nvPr>
            <p:ph idx="1"/>
          </p:nvPr>
        </p:nvGraphicFramePr>
        <p:xfrm>
          <a:off x="253207" y="1921381"/>
          <a:ext cx="11685586" cy="4585843"/>
        </p:xfrm>
        <a:graphic>
          <a:graphicData uri="http://schemas.openxmlformats.org/drawingml/2006/table">
            <a:tbl>
              <a:tblPr firstRow="1" bandRow="1">
                <a:tableStyleId>{22838BEF-8BB2-4498-84A7-C5851F593DF1}</a:tableStyleId>
              </a:tblPr>
              <a:tblGrid>
                <a:gridCol w="5842793">
                  <a:extLst>
                    <a:ext uri="{9D8B030D-6E8A-4147-A177-3AD203B41FA5}">
                      <a16:colId xmlns:a16="http://schemas.microsoft.com/office/drawing/2014/main" val="99151868"/>
                    </a:ext>
                  </a:extLst>
                </a:gridCol>
                <a:gridCol w="5842793">
                  <a:extLst>
                    <a:ext uri="{9D8B030D-6E8A-4147-A177-3AD203B41FA5}">
                      <a16:colId xmlns:a16="http://schemas.microsoft.com/office/drawing/2014/main" val="1267750808"/>
                    </a:ext>
                  </a:extLst>
                </a:gridCol>
              </a:tblGrid>
              <a:tr h="509013">
                <a:tc>
                  <a:txBody>
                    <a:bodyPr/>
                    <a:lstStyle/>
                    <a:p>
                      <a:pPr algn="ctr"/>
                      <a:r>
                        <a:rPr lang="en-GB" sz="2800" b="0" dirty="0">
                          <a:latin typeface="Twinkl Cursive Looped" panose="02000000000000000000" pitchFamily="2" charset="77"/>
                        </a:rPr>
                        <a:t>Prior Knowledge and Skill</a:t>
                      </a:r>
                    </a:p>
                  </a:txBody>
                  <a:tcPr anchor="ctr">
                    <a:solidFill>
                      <a:schemeClr val="accent5">
                        <a:lumMod val="20000"/>
                        <a:lumOff val="80000"/>
                      </a:schemeClr>
                    </a:solidFill>
                  </a:tcPr>
                </a:tc>
                <a:tc>
                  <a:txBody>
                    <a:bodyPr/>
                    <a:lstStyle/>
                    <a:p>
                      <a:pPr algn="ctr"/>
                      <a:r>
                        <a:rPr lang="en-GB" sz="2800" b="0" dirty="0">
                          <a:latin typeface="Twinkl Cursive Looped" panose="02000000000000000000" pitchFamily="2" charset="77"/>
                        </a:rPr>
                        <a:t>I am curious about…</a:t>
                      </a:r>
                    </a:p>
                  </a:txBody>
                  <a:tcPr anchor="ctr">
                    <a:solidFill>
                      <a:schemeClr val="accent5">
                        <a:lumMod val="20000"/>
                        <a:lumOff val="80000"/>
                      </a:schemeClr>
                    </a:solidFill>
                  </a:tcPr>
                </a:tc>
                <a:extLst>
                  <a:ext uri="{0D108BD9-81ED-4DB2-BD59-A6C34878D82A}">
                    <a16:rowId xmlns:a16="http://schemas.microsoft.com/office/drawing/2014/main" val="501146433"/>
                  </a:ext>
                </a:extLst>
              </a:tr>
              <a:tr h="4067683">
                <a:tc>
                  <a:txBody>
                    <a:bodyPr/>
                    <a:lstStyle/>
                    <a:p>
                      <a:endParaRPr lang="en-GB" dirty="0"/>
                    </a:p>
                  </a:txBody>
                  <a:tcPr>
                    <a:solidFill>
                      <a:srgbClr val="F2CFEE">
                        <a:alpha val="27843"/>
                      </a:srgbClr>
                    </a:solidFill>
                  </a:tcPr>
                </a:tc>
                <a:tc>
                  <a:txBody>
                    <a:bodyPr/>
                    <a:lstStyle/>
                    <a:p>
                      <a:endParaRPr lang="en-GB" dirty="0"/>
                    </a:p>
                  </a:txBody>
                  <a:tcPr>
                    <a:solidFill>
                      <a:srgbClr val="F2CFEE">
                        <a:alpha val="27843"/>
                      </a:srgbClr>
                    </a:solidFill>
                  </a:tcPr>
                </a:tc>
                <a:extLst>
                  <a:ext uri="{0D108BD9-81ED-4DB2-BD59-A6C34878D82A}">
                    <a16:rowId xmlns:a16="http://schemas.microsoft.com/office/drawing/2014/main" val="390910218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D3CAC4-8AF4-A3CB-797D-255FB4D9C4B0}"/>
              </a:ext>
            </a:extLst>
          </p:cNvPr>
          <p:cNvSpPr>
            <a:spLocks noGrp="1"/>
          </p:cNvSpPr>
          <p:nvPr>
            <p:ph sz="quarter" idx="4294967295"/>
          </p:nvPr>
        </p:nvSpPr>
        <p:spPr>
          <a:xfrm>
            <a:off x="636588" y="1125216"/>
            <a:ext cx="11007725" cy="5229547"/>
          </a:xfrm>
        </p:spPr>
        <p:txBody>
          <a:bodyPr>
            <a:normAutofit fontScale="92500" lnSpcReduction="20000"/>
          </a:bodyPr>
          <a:lstStyle/>
          <a:p>
            <a:r>
              <a:rPr lang="en-GB" b="1" noProof="1">
                <a:latin typeface="Twinkl Cursive Looped" panose="02000000000000000000" pitchFamily="2" charset="77"/>
              </a:rPr>
              <a:t>Civilisation</a:t>
            </a:r>
          </a:p>
          <a:p>
            <a:pPr lvl="1">
              <a:buSzPct val="75000"/>
              <a:buFont typeface="Wingdings" pitchFamily="2" charset="2"/>
              <a:buChar char="v"/>
            </a:pPr>
            <a:r>
              <a:rPr lang="en-GB" noProof="1">
                <a:latin typeface="Twinkl Cursive Looped" panose="02000000000000000000" pitchFamily="2" charset="77"/>
              </a:rPr>
              <a:t>A large group of people who live together and share a language, laws and a way of life.</a:t>
            </a:r>
          </a:p>
          <a:p>
            <a:pPr marL="0" indent="0">
              <a:buNone/>
            </a:pPr>
            <a:endParaRPr lang="en-GB" sz="800" noProof="1">
              <a:latin typeface="Twinkl Cursive Looped" panose="02000000000000000000" pitchFamily="2" charset="77"/>
            </a:endParaRPr>
          </a:p>
          <a:p>
            <a:r>
              <a:rPr lang="en-GB" b="1" noProof="1">
                <a:latin typeface="Twinkl Cursive Looped" panose="02000000000000000000" pitchFamily="2" charset="77"/>
              </a:rPr>
              <a:t>Pharaoh</a:t>
            </a:r>
          </a:p>
          <a:p>
            <a:pPr lvl="1">
              <a:buSzPct val="75000"/>
              <a:buFont typeface="Wingdings" pitchFamily="2" charset="2"/>
              <a:buChar char="v"/>
            </a:pPr>
            <a:r>
              <a:rPr lang="en-GB" noProof="1">
                <a:latin typeface="Twinkl Cursive Looped" panose="02000000000000000000" pitchFamily="2" charset="77"/>
              </a:rPr>
              <a:t>The ruler of Ancient Egypt, believed to be both a god and a king.</a:t>
            </a:r>
          </a:p>
          <a:p>
            <a:pPr marL="0" indent="0">
              <a:buNone/>
            </a:pPr>
            <a:endParaRPr lang="en-GB" sz="800" noProof="1">
              <a:latin typeface="Twinkl Cursive Looped" panose="02000000000000000000" pitchFamily="2" charset="77"/>
            </a:endParaRPr>
          </a:p>
          <a:p>
            <a:r>
              <a:rPr lang="en-GB" b="1" noProof="1">
                <a:latin typeface="Twinkl Cursive Looped" panose="02000000000000000000" pitchFamily="2" charset="77"/>
              </a:rPr>
              <a:t>River Nile</a:t>
            </a:r>
          </a:p>
          <a:p>
            <a:pPr lvl="1">
              <a:buSzPct val="75000"/>
              <a:buFont typeface="Wingdings" pitchFamily="2" charset="2"/>
              <a:buChar char="v"/>
            </a:pPr>
            <a:r>
              <a:rPr lang="en-GB" noProof="1">
                <a:latin typeface="Twinkl Cursive Looped" panose="02000000000000000000" pitchFamily="2" charset="77"/>
              </a:rPr>
              <a:t>The longest river in Africa, which gave Ancient Egyptians water, food and transport.</a:t>
            </a:r>
          </a:p>
          <a:p>
            <a:pPr marL="0" indent="0">
              <a:buNone/>
            </a:pPr>
            <a:endParaRPr lang="en-GB" sz="800" noProof="1">
              <a:latin typeface="Twinkl Cursive Looped" panose="02000000000000000000" pitchFamily="2" charset="77"/>
            </a:endParaRPr>
          </a:p>
          <a:p>
            <a:r>
              <a:rPr lang="en-GB" b="1" noProof="1">
                <a:latin typeface="Twinkl Cursive Looped" panose="02000000000000000000" pitchFamily="2" charset="77"/>
              </a:rPr>
              <a:t>Word / Phrase 4</a:t>
            </a:r>
          </a:p>
          <a:p>
            <a:pPr lvl="1">
              <a:buSzPct val="75000"/>
              <a:buFont typeface="Wingdings" pitchFamily="2" charset="2"/>
              <a:buChar char="v"/>
            </a:pPr>
            <a:r>
              <a:rPr lang="en-GB" noProof="1">
                <a:latin typeface="Twinkl Cursive Looped" panose="02000000000000000000" pitchFamily="2" charset="77"/>
              </a:rPr>
              <a:t>Definition 4</a:t>
            </a:r>
          </a:p>
          <a:p>
            <a:pPr marL="0" indent="0">
              <a:buNone/>
            </a:pPr>
            <a:endParaRPr lang="en-GB" sz="800" noProof="1">
              <a:latin typeface="Twinkl Cursive Looped" panose="02000000000000000000" pitchFamily="2" charset="77"/>
            </a:endParaRPr>
          </a:p>
          <a:p>
            <a:r>
              <a:rPr lang="en-GB" b="1" noProof="1">
                <a:latin typeface="Twinkl Cursive Looped" panose="02000000000000000000" pitchFamily="2" charset="77"/>
              </a:rPr>
              <a:t>Word / Phrase 5</a:t>
            </a:r>
          </a:p>
          <a:p>
            <a:pPr lvl="1">
              <a:buSzPct val="75000"/>
              <a:buFont typeface="Wingdings" pitchFamily="2" charset="2"/>
              <a:buChar char="v"/>
            </a:pPr>
            <a:r>
              <a:rPr lang="en-GB" noProof="1">
                <a:latin typeface="Twinkl Cursive Looped" panose="02000000000000000000" pitchFamily="2" charset="77"/>
              </a:rPr>
              <a:t>Definition 5</a:t>
            </a:r>
          </a:p>
        </p:txBody>
      </p:sp>
    </p:spTree>
    <p:extLst>
      <p:ext uri="{BB962C8B-B14F-4D97-AF65-F5344CB8AC3E}">
        <p14:creationId xmlns:p14="http://schemas.microsoft.com/office/powerpoint/2010/main" val="2228592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0" y="6729984"/>
            <a:ext cx="12191695" cy="128016"/>
          </a:xfrm>
          <a:prstGeom prst="rect">
            <a:avLst/>
          </a:prstGeom>
          <a:solidFill>
            <a:srgbClr val="FFC000"/>
          </a:solidFill>
          <a:ln w="12700">
            <a:solidFill>
              <a:srgbClr val="FFC000"/>
            </a:solidFill>
            <a:prstDash val="solid"/>
          </a:ln>
        </p:spPr>
        <p:txBody>
          <a:bodyPr/>
          <a:lstStyle/>
          <a:p>
            <a:endParaRPr lang="en-GB" noProof="1"/>
          </a:p>
        </p:txBody>
      </p:sp>
      <p:sp>
        <p:nvSpPr>
          <p:cNvPr id="5" name="Text 3"/>
          <p:cNvSpPr/>
          <p:nvPr/>
        </p:nvSpPr>
        <p:spPr>
          <a:xfrm>
            <a:off x="457200" y="1690688"/>
            <a:ext cx="11247120" cy="4892992"/>
          </a:xfrm>
          <a:prstGeom prst="rect">
            <a:avLst/>
          </a:prstGeom>
          <a:noFill/>
          <a:ln/>
        </p:spPr>
        <p:txBody>
          <a:bodyPr wrap="square" rtlCol="0" anchor="t"/>
          <a:lstStyle/>
          <a:p>
            <a:pPr marL="342900" indent="-342900">
              <a:spcAft>
                <a:spcPts val="600"/>
              </a:spcAft>
              <a:buSzPct val="100000"/>
              <a:buChar char="•"/>
            </a:pPr>
            <a:endParaRPr lang="en-GB" sz="1600" noProof="1"/>
          </a:p>
        </p:txBody>
      </p:sp>
      <p:sp>
        <p:nvSpPr>
          <p:cNvPr id="6" name="Title 5">
            <a:extLst>
              <a:ext uri="{FF2B5EF4-FFF2-40B4-BE49-F238E27FC236}">
                <a16:creationId xmlns:a16="http://schemas.microsoft.com/office/drawing/2014/main" id="{497133AD-A512-926B-7E59-2BBBFB855412}"/>
              </a:ext>
            </a:extLst>
          </p:cNvPr>
          <p:cNvSpPr>
            <a:spLocks noGrp="1"/>
          </p:cNvSpPr>
          <p:nvPr>
            <p:ph type="title"/>
          </p:nvPr>
        </p:nvSpPr>
        <p:spPr/>
        <p:txBody>
          <a:bodyPr/>
          <a:lstStyle/>
          <a:p>
            <a:r>
              <a:rPr lang="en-GB" noProof="1"/>
              <a:t>Where in the World is Egypt?</a:t>
            </a:r>
          </a:p>
        </p:txBody>
      </p:sp>
      <p:sp>
        <p:nvSpPr>
          <p:cNvPr id="7" name="Content Placeholder 6">
            <a:extLst>
              <a:ext uri="{FF2B5EF4-FFF2-40B4-BE49-F238E27FC236}">
                <a16:creationId xmlns:a16="http://schemas.microsoft.com/office/drawing/2014/main" id="{127A6172-BFC7-26A6-44F4-B49AACF7595B}"/>
              </a:ext>
            </a:extLst>
          </p:cNvPr>
          <p:cNvSpPr>
            <a:spLocks noGrp="1"/>
          </p:cNvSpPr>
          <p:nvPr>
            <p:ph idx="1"/>
          </p:nvPr>
        </p:nvSpPr>
        <p:spPr/>
        <p:txBody>
          <a:bodyPr>
            <a:normAutofit/>
          </a:bodyPr>
          <a:lstStyle/>
          <a:p>
            <a:r>
              <a:rPr lang="en-GB" noProof="1"/>
              <a:t>Egypt sits in North Africa on the banks of the River Nile. The Nile flows north into the Mediterranean Sea. Most Egyptian settlements clustered along the river because the land beyond was desert.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68968-8C01-C678-4C3E-9A31AAB97880}"/>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03F0C662-375E-ED79-F309-9972A3819C00}"/>
              </a:ext>
            </a:extLst>
          </p:cNvPr>
          <p:cNvSpPr/>
          <p:nvPr/>
        </p:nvSpPr>
        <p:spPr>
          <a:xfrm>
            <a:off x="0" y="6729984"/>
            <a:ext cx="12191695" cy="128016"/>
          </a:xfrm>
          <a:prstGeom prst="rect">
            <a:avLst/>
          </a:prstGeom>
          <a:solidFill>
            <a:srgbClr val="FFC000"/>
          </a:solidFill>
          <a:ln w="12700">
            <a:solidFill>
              <a:srgbClr val="FFC000"/>
            </a:solidFill>
            <a:prstDash val="solid"/>
          </a:ln>
        </p:spPr>
        <p:txBody>
          <a:bodyPr/>
          <a:lstStyle/>
          <a:p>
            <a:endParaRPr lang="en-GB" noProof="1"/>
          </a:p>
        </p:txBody>
      </p:sp>
      <p:sp>
        <p:nvSpPr>
          <p:cNvPr id="5" name="Text 3">
            <a:extLst>
              <a:ext uri="{FF2B5EF4-FFF2-40B4-BE49-F238E27FC236}">
                <a16:creationId xmlns:a16="http://schemas.microsoft.com/office/drawing/2014/main" id="{1A1DB1C5-9811-CB9F-3B8E-73933C259B6A}"/>
              </a:ext>
            </a:extLst>
          </p:cNvPr>
          <p:cNvSpPr/>
          <p:nvPr/>
        </p:nvSpPr>
        <p:spPr>
          <a:xfrm>
            <a:off x="457200" y="1690688"/>
            <a:ext cx="11247120" cy="4892992"/>
          </a:xfrm>
          <a:prstGeom prst="rect">
            <a:avLst/>
          </a:prstGeom>
          <a:noFill/>
          <a:ln/>
        </p:spPr>
        <p:txBody>
          <a:bodyPr wrap="square" rtlCol="0" anchor="t"/>
          <a:lstStyle/>
          <a:p>
            <a:pPr marL="342900" indent="-342900">
              <a:spcAft>
                <a:spcPts val="600"/>
              </a:spcAft>
              <a:buSzPct val="100000"/>
              <a:buChar char="•"/>
            </a:pPr>
            <a:endParaRPr lang="en-GB" sz="1600" noProof="1"/>
          </a:p>
        </p:txBody>
      </p:sp>
      <p:sp>
        <p:nvSpPr>
          <p:cNvPr id="6" name="Title 5">
            <a:extLst>
              <a:ext uri="{FF2B5EF4-FFF2-40B4-BE49-F238E27FC236}">
                <a16:creationId xmlns:a16="http://schemas.microsoft.com/office/drawing/2014/main" id="{A37E2088-8B3E-09A4-F762-0D3AB4E09BF3}"/>
              </a:ext>
            </a:extLst>
          </p:cNvPr>
          <p:cNvSpPr>
            <a:spLocks noGrp="1"/>
          </p:cNvSpPr>
          <p:nvPr>
            <p:ph type="title"/>
          </p:nvPr>
        </p:nvSpPr>
        <p:spPr/>
        <p:txBody>
          <a:bodyPr/>
          <a:lstStyle/>
          <a:p>
            <a:r>
              <a:rPr lang="en-GB" noProof="1"/>
              <a:t>Reading a Map Together</a:t>
            </a:r>
          </a:p>
        </p:txBody>
      </p:sp>
      <p:sp>
        <p:nvSpPr>
          <p:cNvPr id="7" name="Content Placeholder 6">
            <a:extLst>
              <a:ext uri="{FF2B5EF4-FFF2-40B4-BE49-F238E27FC236}">
                <a16:creationId xmlns:a16="http://schemas.microsoft.com/office/drawing/2014/main" id="{29EF4385-38E4-9E02-E620-24DF87434B78}"/>
              </a:ext>
            </a:extLst>
          </p:cNvPr>
          <p:cNvSpPr>
            <a:spLocks noGrp="1"/>
          </p:cNvSpPr>
          <p:nvPr>
            <p:ph idx="1"/>
          </p:nvPr>
        </p:nvSpPr>
        <p:spPr/>
        <p:txBody>
          <a:bodyPr>
            <a:normAutofit/>
          </a:bodyPr>
          <a:lstStyle/>
          <a:p>
            <a:r>
              <a:rPr lang="en-GB" noProof="1"/>
              <a:t>Find the River Nile, the Mediterranean Sea, the Sahara Desert and the Red Sea. What do you notice about where Egyptians built their cities?</a:t>
            </a:r>
          </a:p>
        </p:txBody>
      </p:sp>
    </p:spTree>
    <p:extLst>
      <p:ext uri="{BB962C8B-B14F-4D97-AF65-F5344CB8AC3E}">
        <p14:creationId xmlns:p14="http://schemas.microsoft.com/office/powerpoint/2010/main" val="1071304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6C833-8370-DCEC-282B-F03465000BF4}"/>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DAAF5800-77AB-16E4-DB30-CA7DC76FD2C1}"/>
              </a:ext>
            </a:extLst>
          </p:cNvPr>
          <p:cNvSpPr/>
          <p:nvPr/>
        </p:nvSpPr>
        <p:spPr>
          <a:xfrm>
            <a:off x="0" y="6729984"/>
            <a:ext cx="12191695" cy="128016"/>
          </a:xfrm>
          <a:prstGeom prst="rect">
            <a:avLst/>
          </a:prstGeom>
          <a:solidFill>
            <a:srgbClr val="FFC000"/>
          </a:solidFill>
          <a:ln w="12700">
            <a:solidFill>
              <a:srgbClr val="FFC000"/>
            </a:solidFill>
            <a:prstDash val="solid"/>
          </a:ln>
        </p:spPr>
        <p:txBody>
          <a:bodyPr/>
          <a:lstStyle/>
          <a:p>
            <a:endParaRPr lang="en-GB" noProof="1"/>
          </a:p>
        </p:txBody>
      </p:sp>
      <p:sp>
        <p:nvSpPr>
          <p:cNvPr id="5" name="Text 3">
            <a:extLst>
              <a:ext uri="{FF2B5EF4-FFF2-40B4-BE49-F238E27FC236}">
                <a16:creationId xmlns:a16="http://schemas.microsoft.com/office/drawing/2014/main" id="{6521A025-6793-B7EE-DB33-C6AB96DB9F02}"/>
              </a:ext>
            </a:extLst>
          </p:cNvPr>
          <p:cNvSpPr/>
          <p:nvPr/>
        </p:nvSpPr>
        <p:spPr>
          <a:xfrm>
            <a:off x="457200" y="1690688"/>
            <a:ext cx="11247120" cy="4892992"/>
          </a:xfrm>
          <a:prstGeom prst="rect">
            <a:avLst/>
          </a:prstGeom>
          <a:noFill/>
          <a:ln/>
        </p:spPr>
        <p:txBody>
          <a:bodyPr wrap="square" rtlCol="0" anchor="t"/>
          <a:lstStyle/>
          <a:p>
            <a:pPr marL="342900" indent="-342900">
              <a:spcAft>
                <a:spcPts val="600"/>
              </a:spcAft>
              <a:buSzPct val="100000"/>
              <a:buChar char="•"/>
            </a:pPr>
            <a:endParaRPr lang="en-GB" sz="1600" noProof="1"/>
          </a:p>
        </p:txBody>
      </p:sp>
      <p:sp>
        <p:nvSpPr>
          <p:cNvPr id="6" name="Title 5">
            <a:extLst>
              <a:ext uri="{FF2B5EF4-FFF2-40B4-BE49-F238E27FC236}">
                <a16:creationId xmlns:a16="http://schemas.microsoft.com/office/drawing/2014/main" id="{63AC44F8-1010-728B-9365-41A3404B7286}"/>
              </a:ext>
            </a:extLst>
          </p:cNvPr>
          <p:cNvSpPr>
            <a:spLocks noGrp="1"/>
          </p:cNvSpPr>
          <p:nvPr>
            <p:ph type="title"/>
          </p:nvPr>
        </p:nvSpPr>
        <p:spPr/>
        <p:txBody>
          <a:bodyPr/>
          <a:lstStyle/>
          <a:p>
            <a:r>
              <a:rPr lang="en-GB" noProof="1"/>
              <a:t>What Do We Already Know?</a:t>
            </a:r>
          </a:p>
        </p:txBody>
      </p:sp>
      <p:sp>
        <p:nvSpPr>
          <p:cNvPr id="7" name="Content Placeholder 6">
            <a:extLst>
              <a:ext uri="{FF2B5EF4-FFF2-40B4-BE49-F238E27FC236}">
                <a16:creationId xmlns:a16="http://schemas.microsoft.com/office/drawing/2014/main" id="{E46A1A24-1A2A-0C03-0967-56DD86839E5D}"/>
              </a:ext>
            </a:extLst>
          </p:cNvPr>
          <p:cNvSpPr>
            <a:spLocks noGrp="1"/>
          </p:cNvSpPr>
          <p:nvPr>
            <p:ph idx="1"/>
          </p:nvPr>
        </p:nvSpPr>
        <p:spPr>
          <a:xfrm>
            <a:off x="238012" y="1612400"/>
            <a:ext cx="11685495" cy="2644623"/>
          </a:xfrm>
        </p:spPr>
        <p:txBody>
          <a:bodyPr>
            <a:normAutofit/>
          </a:bodyPr>
          <a:lstStyle/>
          <a:p>
            <a:r>
              <a:rPr lang="en-GB" noProof="1"/>
              <a:t>Discuss in trios: What do you already know about Ancient Egypt? Share one idea each. What would you like to find out?</a:t>
            </a:r>
          </a:p>
        </p:txBody>
      </p:sp>
    </p:spTree>
    <p:extLst>
      <p:ext uri="{BB962C8B-B14F-4D97-AF65-F5344CB8AC3E}">
        <p14:creationId xmlns:p14="http://schemas.microsoft.com/office/powerpoint/2010/main" val="24299284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0" y="6729984"/>
            <a:ext cx="12191695" cy="128016"/>
          </a:xfrm>
          <a:prstGeom prst="rect">
            <a:avLst/>
          </a:prstGeom>
          <a:solidFill>
            <a:srgbClr val="FFC000"/>
          </a:solidFill>
          <a:ln w="12700">
            <a:solidFill>
              <a:srgbClr val="FFC000"/>
            </a:solidFill>
            <a:prstDash val="solid"/>
          </a:ln>
        </p:spPr>
        <p:txBody>
          <a:bodyPr/>
          <a:lstStyle/>
          <a:p>
            <a:endParaRPr lang="en-GB" noProof="1"/>
          </a:p>
        </p:txBody>
      </p:sp>
      <p:sp>
        <p:nvSpPr>
          <p:cNvPr id="5" name="Text 3"/>
          <p:cNvSpPr/>
          <p:nvPr/>
        </p:nvSpPr>
        <p:spPr>
          <a:xfrm>
            <a:off x="457200" y="1690688"/>
            <a:ext cx="11247120" cy="4892992"/>
          </a:xfrm>
          <a:prstGeom prst="rect">
            <a:avLst/>
          </a:prstGeom>
          <a:noFill/>
          <a:ln/>
        </p:spPr>
        <p:txBody>
          <a:bodyPr wrap="square" rtlCol="0" anchor="t"/>
          <a:lstStyle/>
          <a:p>
            <a:pPr marL="342900" indent="-342900">
              <a:spcAft>
                <a:spcPts val="600"/>
              </a:spcAft>
              <a:buSzPct val="100000"/>
              <a:buChar char="•"/>
            </a:pPr>
            <a:endParaRPr lang="en-GB" sz="1600" noProof="1"/>
          </a:p>
        </p:txBody>
      </p:sp>
      <p:sp>
        <p:nvSpPr>
          <p:cNvPr id="6" name="Title 5">
            <a:extLst>
              <a:ext uri="{FF2B5EF4-FFF2-40B4-BE49-F238E27FC236}">
                <a16:creationId xmlns:a16="http://schemas.microsoft.com/office/drawing/2014/main" id="{497133AD-A512-926B-7E59-2BBBFB855412}"/>
              </a:ext>
            </a:extLst>
          </p:cNvPr>
          <p:cNvSpPr>
            <a:spLocks noGrp="1"/>
          </p:cNvSpPr>
          <p:nvPr>
            <p:ph type="title"/>
          </p:nvPr>
        </p:nvSpPr>
        <p:spPr/>
        <p:txBody>
          <a:bodyPr/>
          <a:lstStyle/>
          <a:p>
            <a:r>
              <a:rPr lang="en-GB" noProof="1"/>
              <a:t>Your Map of Egypt</a:t>
            </a:r>
          </a:p>
        </p:txBody>
      </p:sp>
      <p:sp>
        <p:nvSpPr>
          <p:cNvPr id="7" name="Content Placeholder 6">
            <a:extLst>
              <a:ext uri="{FF2B5EF4-FFF2-40B4-BE49-F238E27FC236}">
                <a16:creationId xmlns:a16="http://schemas.microsoft.com/office/drawing/2014/main" id="{127A6172-BFC7-26A6-44F4-B49AACF7595B}"/>
              </a:ext>
            </a:extLst>
          </p:cNvPr>
          <p:cNvSpPr>
            <a:spLocks noGrp="1"/>
          </p:cNvSpPr>
          <p:nvPr>
            <p:ph idx="1"/>
          </p:nvPr>
        </p:nvSpPr>
        <p:spPr/>
        <p:txBody>
          <a:bodyPr>
            <a:normAutofit/>
          </a:bodyPr>
          <a:lstStyle/>
          <a:p>
            <a:r>
              <a:rPr lang="en-GB" noProof="1"/>
              <a:t>Draw an outline map of Egypt and label: the River Nile, the Mediterranean Sea, the Sahara Desert, the Red Sea and the city of Memphis. Write one sentence explaining why most Egyptians chose to live near the Nile.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56D1DB-5E54-3D91-D53E-FF9AD75A70A0}"/>
              </a:ext>
            </a:extLst>
          </p:cNvPr>
          <p:cNvSpPr txBox="1"/>
          <p:nvPr/>
        </p:nvSpPr>
        <p:spPr>
          <a:xfrm>
            <a:off x="1717589" y="1346885"/>
            <a:ext cx="3496962" cy="1186249"/>
          </a:xfrm>
          <a:prstGeom prst="rect">
            <a:avLst/>
          </a:prstGeom>
          <a:noFill/>
        </p:spPr>
        <p:txBody>
          <a:bodyPr wrap="square" rtlCol="0">
            <a:noAutofit/>
          </a:bodyPr>
          <a:lstStyle/>
          <a:p>
            <a:pPr algn="just"/>
            <a:r>
              <a:rPr lang="en-US" dirty="0">
                <a:latin typeface="Twinkl Cursive Looped" panose="02000000000000000000" pitchFamily="2" charset="77"/>
              </a:rPr>
              <a:t>Learner A text</a:t>
            </a:r>
          </a:p>
        </p:txBody>
      </p:sp>
      <p:sp>
        <p:nvSpPr>
          <p:cNvPr id="3" name="TextBox 2">
            <a:extLst>
              <a:ext uri="{FF2B5EF4-FFF2-40B4-BE49-F238E27FC236}">
                <a16:creationId xmlns:a16="http://schemas.microsoft.com/office/drawing/2014/main" id="{FA2100F2-BF02-C5DC-1F6D-9264B3C10FAB}"/>
              </a:ext>
            </a:extLst>
          </p:cNvPr>
          <p:cNvSpPr txBox="1"/>
          <p:nvPr/>
        </p:nvSpPr>
        <p:spPr>
          <a:xfrm>
            <a:off x="8414949" y="2786447"/>
            <a:ext cx="3389867" cy="1186249"/>
          </a:xfrm>
          <a:prstGeom prst="rect">
            <a:avLst/>
          </a:prstGeom>
          <a:noFill/>
        </p:spPr>
        <p:txBody>
          <a:bodyPr wrap="square" rtlCol="0">
            <a:noAutofit/>
          </a:bodyPr>
          <a:lstStyle/>
          <a:p>
            <a:pPr algn="just"/>
            <a:r>
              <a:rPr lang="en-US" dirty="0">
                <a:latin typeface="Twinkl Cursive Looped" panose="02000000000000000000" pitchFamily="2" charset="77"/>
              </a:rPr>
              <a:t>Learner B text</a:t>
            </a:r>
          </a:p>
        </p:txBody>
      </p:sp>
      <p:sp>
        <p:nvSpPr>
          <p:cNvPr id="4" name="TextBox 3">
            <a:extLst>
              <a:ext uri="{FF2B5EF4-FFF2-40B4-BE49-F238E27FC236}">
                <a16:creationId xmlns:a16="http://schemas.microsoft.com/office/drawing/2014/main" id="{060885BD-01B3-9C67-BBAB-B7EC331E6C5D}"/>
              </a:ext>
            </a:extLst>
          </p:cNvPr>
          <p:cNvSpPr txBox="1"/>
          <p:nvPr/>
        </p:nvSpPr>
        <p:spPr>
          <a:xfrm>
            <a:off x="2339544" y="5329880"/>
            <a:ext cx="4160109" cy="1058564"/>
          </a:xfrm>
          <a:prstGeom prst="rect">
            <a:avLst/>
          </a:prstGeom>
          <a:noFill/>
        </p:spPr>
        <p:txBody>
          <a:bodyPr wrap="square" rtlCol="0">
            <a:noAutofit/>
          </a:bodyPr>
          <a:lstStyle/>
          <a:p>
            <a:pPr algn="just"/>
            <a:r>
              <a:rPr lang="en-US" dirty="0">
                <a:latin typeface="Twinkl Cursive Looped" panose="02000000000000000000" pitchFamily="2" charset="77"/>
              </a:rPr>
              <a:t>Learner C text</a:t>
            </a:r>
          </a:p>
        </p:txBody>
      </p:sp>
    </p:spTree>
    <p:extLst>
      <p:ext uri="{BB962C8B-B14F-4D97-AF65-F5344CB8AC3E}">
        <p14:creationId xmlns:p14="http://schemas.microsoft.com/office/powerpoint/2010/main" val="1332054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1BB6E91-F9C1-4DD7-E2A6-7816F2915057}"/>
              </a:ext>
            </a:extLst>
          </p:cNvPr>
          <p:cNvSpPr>
            <a:spLocks noGrp="1"/>
          </p:cNvSpPr>
          <p:nvPr>
            <p:ph sz="quarter" idx="13"/>
          </p:nvPr>
        </p:nvSpPr>
        <p:spPr/>
        <p:txBody>
          <a:bodyPr/>
          <a:lstStyle/>
          <a:p>
            <a:endParaRPr lang="en-US"/>
          </a:p>
        </p:txBody>
      </p:sp>
      <p:sp>
        <p:nvSpPr>
          <p:cNvPr id="6" name="TextBox 5">
            <a:extLst>
              <a:ext uri="{FF2B5EF4-FFF2-40B4-BE49-F238E27FC236}">
                <a16:creationId xmlns:a16="http://schemas.microsoft.com/office/drawing/2014/main" id="{662BDEA6-6E48-E419-90E5-32F2A6DD452D}"/>
              </a:ext>
            </a:extLst>
          </p:cNvPr>
          <p:cNvSpPr txBox="1"/>
          <p:nvPr/>
        </p:nvSpPr>
        <p:spPr>
          <a:xfrm>
            <a:off x="395414" y="1124463"/>
            <a:ext cx="3496962" cy="1186249"/>
          </a:xfrm>
          <a:prstGeom prst="rect">
            <a:avLst/>
          </a:prstGeom>
          <a:noFill/>
        </p:spPr>
        <p:txBody>
          <a:bodyPr wrap="square" rtlCol="0">
            <a:noAutofit/>
          </a:bodyPr>
          <a:lstStyle/>
          <a:p>
            <a:pPr algn="just"/>
            <a:r>
              <a:rPr lang="en-US" dirty="0">
                <a:latin typeface="Twinkl Cursive Looped" panose="02000000000000000000" pitchFamily="2" charset="77"/>
              </a:rPr>
              <a:t>Learner 1 sentence stem</a:t>
            </a:r>
          </a:p>
        </p:txBody>
      </p:sp>
      <p:sp>
        <p:nvSpPr>
          <p:cNvPr id="7" name="TextBox 6">
            <a:extLst>
              <a:ext uri="{FF2B5EF4-FFF2-40B4-BE49-F238E27FC236}">
                <a16:creationId xmlns:a16="http://schemas.microsoft.com/office/drawing/2014/main" id="{19638C45-5A15-1737-67E9-D7F4C0C66F5A}"/>
              </a:ext>
            </a:extLst>
          </p:cNvPr>
          <p:cNvSpPr txBox="1"/>
          <p:nvPr/>
        </p:nvSpPr>
        <p:spPr>
          <a:xfrm>
            <a:off x="4382531" y="1124463"/>
            <a:ext cx="3496962" cy="1186249"/>
          </a:xfrm>
          <a:prstGeom prst="rect">
            <a:avLst/>
          </a:prstGeom>
          <a:noFill/>
        </p:spPr>
        <p:txBody>
          <a:bodyPr wrap="square" rtlCol="0">
            <a:noAutofit/>
          </a:bodyPr>
          <a:lstStyle/>
          <a:p>
            <a:pPr algn="just"/>
            <a:r>
              <a:rPr lang="en-US" dirty="0">
                <a:latin typeface="Twinkl Cursive Looped" panose="02000000000000000000" pitchFamily="2" charset="77"/>
              </a:rPr>
              <a:t>Learner 2 sentence stem</a:t>
            </a:r>
          </a:p>
        </p:txBody>
      </p:sp>
      <p:sp>
        <p:nvSpPr>
          <p:cNvPr id="8" name="TextBox 7">
            <a:extLst>
              <a:ext uri="{FF2B5EF4-FFF2-40B4-BE49-F238E27FC236}">
                <a16:creationId xmlns:a16="http://schemas.microsoft.com/office/drawing/2014/main" id="{1E51EB03-C6E1-F898-A917-6ADBA1C53EF9}"/>
              </a:ext>
            </a:extLst>
          </p:cNvPr>
          <p:cNvSpPr txBox="1"/>
          <p:nvPr/>
        </p:nvSpPr>
        <p:spPr>
          <a:xfrm>
            <a:off x="8369648" y="2014151"/>
            <a:ext cx="3496962" cy="1186249"/>
          </a:xfrm>
          <a:prstGeom prst="rect">
            <a:avLst/>
          </a:prstGeom>
          <a:noFill/>
        </p:spPr>
        <p:txBody>
          <a:bodyPr wrap="square" rtlCol="0">
            <a:noAutofit/>
          </a:bodyPr>
          <a:lstStyle/>
          <a:p>
            <a:pPr algn="just"/>
            <a:r>
              <a:rPr lang="en-US" dirty="0">
                <a:latin typeface="Twinkl Cursive Looped" panose="02000000000000000000" pitchFamily="2" charset="77"/>
              </a:rPr>
              <a:t>Learner 3 sentence stem</a:t>
            </a:r>
          </a:p>
        </p:txBody>
      </p:sp>
    </p:spTree>
  </p:cSld>
  <p:clrMapOvr>
    <a:masterClrMapping/>
  </p:clrMapOvr>
</p:sld>
</file>

<file path=ppt/theme/theme1.xml><?xml version="1.0" encoding="utf-8"?>
<a:theme xmlns:a="http://schemas.openxmlformats.org/drawingml/2006/main" name="Standard">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TotalTime>
  <Words>548</Words>
  <Application>Microsoft Macintosh PowerPoint</Application>
  <PresentationFormat>Widescreen</PresentationFormat>
  <Paragraphs>67</Paragraphs>
  <Slides>13</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Aptos</vt:lpstr>
      <vt:lpstr>Aptos Display</vt:lpstr>
      <vt:lpstr>Arial</vt:lpstr>
      <vt:lpstr>Calibri</vt:lpstr>
      <vt:lpstr>Sassoon Infant Rg</vt:lpstr>
      <vt:lpstr>Twinkl Cursive Looped</vt:lpstr>
      <vt:lpstr>Twinkl Cursive Looped Light</vt:lpstr>
      <vt:lpstr>Wingdings</vt:lpstr>
      <vt:lpstr>Standard</vt:lpstr>
      <vt:lpstr>PowerPoint Presentation</vt:lpstr>
      <vt:lpstr>PowerPoint Presentation</vt:lpstr>
      <vt:lpstr>PowerPoint Presentation</vt:lpstr>
      <vt:lpstr>Our Enquiry…</vt:lpstr>
      <vt:lpstr>How did Egyptian civilisation shape the ancient world?</vt:lpstr>
      <vt:lpstr>What knowledge am I bringing to this enquiry? What would I like to find out?</vt:lpstr>
      <vt:lpstr>PowerPoint Presentation</vt:lpstr>
      <vt:lpstr>Where in the World is Egypt?</vt:lpstr>
      <vt:lpstr>Reading a Map Together</vt:lpstr>
      <vt:lpstr>What Do We Already Know?</vt:lpstr>
      <vt:lpstr>Your Map of Egypt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William Underwood - WFA</dc:creator>
  <cp:lastModifiedBy>innes mclean</cp:lastModifiedBy>
  <cp:revision>20</cp:revision>
  <cp:lastPrinted>2026-02-06T08:03:06Z</cp:lastPrinted>
  <dcterms:created xsi:type="dcterms:W3CDTF">2025-10-18T09:21:12Z</dcterms:created>
  <dcterms:modified xsi:type="dcterms:W3CDTF">2026-07-22T18:22:22Z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0x010100AC71695694772F44B387615DF8DED97F</vt:lpwstr>
  </property>
  <property fmtid="{D5CDD505-2E9C-101B-9397-08002B2CF9AE}" pid="3" name="MediaServiceImageTags">
    <vt:lpwstr/>
  </property>
</Properties>
</file>