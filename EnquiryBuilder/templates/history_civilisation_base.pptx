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5"/>
  </p:notesMasterIdLst>
  <p:sldIdLst/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9551"/>
    <a:srgbClr val="FBAB56"/>
    <a:srgbClr val="FFF3CC"/>
    <a:srgbClr val="FFF29F"/>
    <a:srgbClr val="FFAFDC"/>
    <a:srgbClr val="AB8000"/>
    <a:srgbClr val="002C7F"/>
    <a:srgbClr val="003395"/>
    <a:srgbClr val="BDD7F0"/>
    <a:srgbClr val="A2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/>
    <p:restoredTop sz="85822"/>
  </p:normalViewPr>
  <p:slideViewPr>
    <p:cSldViewPr snapToGrid="0">
      <p:cViewPr varScale="1">
        <p:scale>
          <a:sx n="104" d="100"/>
          <a:sy n="104" d="100"/>
        </p:scale>
        <p:origin x="1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heme" Target="theme/theme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81D9B-5E24-4A44-A38E-60CF0FCB9C8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D36C8-F0F3-6D40-939B-09DEAE02A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8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9BDFD-7496-52CB-480F-F14DEB8E4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13DA0-B7C2-A94E-FB91-05037373F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B1A64-FD75-646D-F2C8-5D3D7323B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New enquiry session 1 – look back at the building blocks of learning explored so far for this substantive concept.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C8686-A21A-4EBB-25D4-BE5E033AE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E8E8B9-ADA3-45E0-8420-BE5E8FCCF1F7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038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13" Type="http://schemas.openxmlformats.org/officeDocument/2006/relationships/image" Target="../media/image16.png"/><Relationship Id="rId18" Type="http://schemas.openxmlformats.org/officeDocument/2006/relationships/image" Target="../media/image20.png"/><Relationship Id="rId3" Type="http://schemas.openxmlformats.org/officeDocument/2006/relationships/image" Target="../media/image11.png"/><Relationship Id="rId21" Type="http://schemas.openxmlformats.org/officeDocument/2006/relationships/image" Target="../media/image23.png"/><Relationship Id="rId7" Type="http://schemas.openxmlformats.org/officeDocument/2006/relationships/image" Target="../media/image13.png"/><Relationship Id="rId12" Type="http://schemas.microsoft.com/office/2007/relationships/hdphoto" Target="../media/hdphoto6.wdp"/><Relationship Id="rId17" Type="http://schemas.openxmlformats.org/officeDocument/2006/relationships/image" Target="../media/image19.png"/><Relationship Id="rId2" Type="http://schemas.openxmlformats.org/officeDocument/2006/relationships/image" Target="../media/image10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11" Type="http://schemas.openxmlformats.org/officeDocument/2006/relationships/image" Target="../media/image15.png"/><Relationship Id="rId24" Type="http://schemas.openxmlformats.org/officeDocument/2006/relationships/image" Target="../media/image26.png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microsoft.com/office/2007/relationships/hdphoto" Target="../media/hdphoto5.wdp"/><Relationship Id="rId19" Type="http://schemas.openxmlformats.org/officeDocument/2006/relationships/image" Target="../media/image21.png"/><Relationship Id="rId4" Type="http://schemas.microsoft.com/office/2007/relationships/hdphoto" Target="../media/hdphoto2.wdp"/><Relationship Id="rId9" Type="http://schemas.openxmlformats.org/officeDocument/2006/relationships/image" Target="../media/image14.png"/><Relationship Id="rId14" Type="http://schemas.microsoft.com/office/2007/relationships/hdphoto" Target="../media/hdphoto7.wdp"/><Relationship Id="rId22" Type="http://schemas.openxmlformats.org/officeDocument/2006/relationships/image" Target="../media/image2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4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jpeg"/><Relationship Id="rId3" Type="http://schemas.microsoft.com/office/2007/relationships/hdphoto" Target="../media/hdphoto1.wdp"/><Relationship Id="rId7" Type="http://schemas.openxmlformats.org/officeDocument/2006/relationships/image" Target="../media/image36.png"/><Relationship Id="rId12" Type="http://schemas.openxmlformats.org/officeDocument/2006/relationships/image" Target="../media/image41.jpeg"/><Relationship Id="rId2" Type="http://schemas.openxmlformats.org/officeDocument/2006/relationships/image" Target="../media/image6.png"/><Relationship Id="rId16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8.png"/><Relationship Id="rId15" Type="http://schemas.openxmlformats.org/officeDocument/2006/relationships/image" Target="../media/image44.jpeg"/><Relationship Id="rId10" Type="http://schemas.openxmlformats.org/officeDocument/2006/relationships/image" Target="../media/image39.png"/><Relationship Id="rId4" Type="http://schemas.openxmlformats.org/officeDocument/2006/relationships/image" Target="../media/image7.png"/><Relationship Id="rId9" Type="http://schemas.openxmlformats.org/officeDocument/2006/relationships/image" Target="../media/image38.png"/><Relationship Id="rId14" Type="http://schemas.openxmlformats.org/officeDocument/2006/relationships/image" Target="../media/image4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Key Question 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B79B11F8-C457-8B5A-7DB2-A0B3822642CF}"/>
              </a:ext>
            </a:extLst>
          </p:cNvPr>
          <p:cNvSpPr/>
          <p:nvPr userDrawn="1"/>
        </p:nvSpPr>
        <p:spPr>
          <a:xfrm>
            <a:off x="1665866" y="215038"/>
            <a:ext cx="8504851" cy="2763090"/>
          </a:xfrm>
          <a:prstGeom prst="cloud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inkl Cursive Looped" panose="02000000000000000000" pitchFamily="2" charset="77"/>
            </a:endParaRPr>
          </a:p>
        </p:txBody>
      </p:sp>
      <p:pic>
        <p:nvPicPr>
          <p:cNvPr id="8" name="Picture 7" descr="A picture containing room&#10;&#10;Description automatically generated">
            <a:extLst>
              <a:ext uri="{FF2B5EF4-FFF2-40B4-BE49-F238E27FC236}">
                <a16:creationId xmlns:a16="http://schemas.microsoft.com/office/drawing/2014/main" id="{DC7A9518-C555-4E09-54D1-0E22EFD7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900" y="3256317"/>
            <a:ext cx="1179274" cy="17116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DAF98D-1546-11DC-FCBC-99F15C737598}"/>
              </a:ext>
            </a:extLst>
          </p:cNvPr>
          <p:cNvGrpSpPr/>
          <p:nvPr userDrawn="1"/>
        </p:nvGrpSpPr>
        <p:grpSpPr>
          <a:xfrm>
            <a:off x="10357333" y="154065"/>
            <a:ext cx="1648051" cy="1648051"/>
            <a:chOff x="8847786" y="141950"/>
            <a:chExt cx="1362870" cy="13628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48D769F-92AA-C62C-CEBF-72ACEE790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47786" y="828637"/>
              <a:ext cx="676183" cy="67618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A96F2E-8EE9-43D4-0408-90BA7613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34473" y="828637"/>
              <a:ext cx="676183" cy="67618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5AF5C3E-FFA9-5539-5462-C4FDA6038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4472" y="141950"/>
              <a:ext cx="676183" cy="67618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1642E4-75DE-1766-9E03-1FB909AE2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47786" y="141950"/>
              <a:ext cx="676183" cy="676183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51F51B4-AEEF-DCBE-D5E3-959BD4FE0BF1}"/>
              </a:ext>
            </a:extLst>
          </p:cNvPr>
          <p:cNvSpPr txBox="1"/>
          <p:nvPr userDrawn="1"/>
        </p:nvSpPr>
        <p:spPr>
          <a:xfrm>
            <a:off x="10344525" y="1771029"/>
            <a:ext cx="1686365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75">
                <a:latin typeface="Sassoon Infant Rg" panose="02000503030000020003" pitchFamily="2" charset="0"/>
                <a:ea typeface="Sassoon Infant Rg" panose="02000503030000020003" pitchFamily="2" charset="0"/>
              </a:rPr>
              <a:t>21st Century Learning Skills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3F2A77-4134-EC11-46EB-A7AA627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 flipH="1">
            <a:off x="7468236" y="2737060"/>
            <a:ext cx="1750251" cy="2146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CC78E3-5490-F69B-6984-2E5236E755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 flipH="1">
            <a:off x="3116064" y="2716803"/>
            <a:ext cx="1679750" cy="2398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0DB80A-87E5-2F1D-E192-CBC17CA7F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4680150" y="2888780"/>
            <a:ext cx="1645920" cy="2398601"/>
          </a:xfrm>
          <a:prstGeom prst="rect">
            <a:avLst/>
          </a:prstGeom>
        </p:spPr>
      </p:pic>
      <p:pic>
        <p:nvPicPr>
          <p:cNvPr id="21" name="Picture 17">
            <a:extLst>
              <a:ext uri="{FF2B5EF4-FFF2-40B4-BE49-F238E27FC236}">
                <a16:creationId xmlns:a16="http://schemas.microsoft.com/office/drawing/2014/main" id="{8E2B66C8-56E7-D5AC-A43F-D8A64E7DB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92" y="1322781"/>
            <a:ext cx="931286" cy="817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60FAA345-2F4A-20B9-CC7E-40D1186104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252" y="1570619"/>
            <a:ext cx="5940246" cy="12358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latin typeface="Twinkl Cursive Looped" panose="02000000000000000000" pitchFamily="2" charset="77"/>
              </a:defRPr>
            </a:lvl1pPr>
          </a:lstStyle>
          <a:p>
            <a:r>
              <a:rPr lang="en-GB" sz="2800" b="1" dirty="0"/>
              <a:t>Our Challenge is:</a:t>
            </a:r>
            <a:endParaRPr lang="en-GB" sz="28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6DC673-9376-9EB1-A76B-31A4D4AFF3EB}"/>
              </a:ext>
            </a:extLst>
          </p:cNvPr>
          <p:cNvSpPr txBox="1"/>
          <p:nvPr userDrawn="1"/>
        </p:nvSpPr>
        <p:spPr>
          <a:xfrm>
            <a:off x="4365817" y="6100827"/>
            <a:ext cx="376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>
                <a:latin typeface="Twinkl Cursive Looped" panose="02000000000000000000" pitchFamily="2" charset="77"/>
              </a:rPr>
              <a:t>Being an Historian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80F1F4-C458-C41E-F420-8C967B77E31A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413" y="5002744"/>
            <a:ext cx="1415740" cy="1092480"/>
          </a:xfrm>
          <a:prstGeom prst="rect">
            <a:avLst/>
          </a:prstGeom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8BFAE3C-8641-3FDC-C7EB-A4CE7E222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4190" y="599784"/>
            <a:ext cx="6783518" cy="1041890"/>
          </a:xfrm>
        </p:spPr>
        <p:txBody>
          <a:bodyPr/>
          <a:lstStyle>
            <a:lvl1pPr>
              <a:buNone/>
              <a:defRPr b="1" u="sng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Key Question</a:t>
            </a:r>
            <a:endParaRPr lang="en-US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77A36A48-B330-9E8C-5BB0-DD49C16B99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2416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ilding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Frame 152">
            <a:extLst>
              <a:ext uri="{FF2B5EF4-FFF2-40B4-BE49-F238E27FC236}">
                <a16:creationId xmlns:a16="http://schemas.microsoft.com/office/drawing/2014/main" id="{137D781A-B780-32C3-0D54-7CBA7E2C5F2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768F1A1-01C8-2F0D-FD45-8256CA708AD0}"/>
              </a:ext>
            </a:extLst>
          </p:cNvPr>
          <p:cNvSpPr txBox="1"/>
          <p:nvPr userDrawn="1"/>
        </p:nvSpPr>
        <p:spPr>
          <a:xfrm>
            <a:off x="980975" y="254033"/>
            <a:ext cx="391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>
                <a:solidFill>
                  <a:srgbClr val="F19551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Civilisation</a:t>
            </a:r>
          </a:p>
        </p:txBody>
      </p:sp>
      <p:pic>
        <p:nvPicPr>
          <p:cNvPr id="155" name="Picture 154">
            <a:extLst>
              <a:ext uri="{FF2B5EF4-FFF2-40B4-BE49-F238E27FC236}">
                <a16:creationId xmlns:a16="http://schemas.microsoft.com/office/drawing/2014/main" id="{46E639EE-8DCF-57DE-59C6-F85579DB9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93" y="223520"/>
            <a:ext cx="878845" cy="678176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7361F128-A15B-1D55-4F5A-2C17FEEFE846}"/>
              </a:ext>
            </a:extLst>
          </p:cNvPr>
          <p:cNvSpPr txBox="1"/>
          <p:nvPr userDrawn="1"/>
        </p:nvSpPr>
        <p:spPr>
          <a:xfrm>
            <a:off x="144316" y="961919"/>
            <a:ext cx="3205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400">
                <a:latin typeface="Twinkl Cursive Looped" panose="02000000000000000000" pitchFamily="2" charset="77"/>
                <a:ea typeface="Sassoon Infant Rg" panose="02000503030000020003" pitchFamily="2" charset="0"/>
              </a:rPr>
              <a:t>A group of people with their own languages and way of life. Civilised people live in organised groups like towns. </a:t>
            </a: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0DFCBA9A-7374-7AF4-159D-FC97443287A9}"/>
              </a:ext>
            </a:extLst>
          </p:cNvPr>
          <p:cNvGrpSpPr/>
          <p:nvPr userDrawn="1"/>
        </p:nvGrpSpPr>
        <p:grpSpPr>
          <a:xfrm>
            <a:off x="272909" y="5585370"/>
            <a:ext cx="1280546" cy="1018597"/>
            <a:chOff x="487294" y="3394800"/>
            <a:chExt cx="1829988" cy="1302126"/>
          </a:xfrm>
        </p:grpSpPr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C4BF6875-0045-D143-5C4D-201D3F685A06}"/>
                </a:ext>
              </a:extLst>
            </p:cNvPr>
            <p:cNvGrpSpPr/>
            <p:nvPr/>
          </p:nvGrpSpPr>
          <p:grpSpPr>
            <a:xfrm>
              <a:off x="487294" y="4338320"/>
              <a:ext cx="904626" cy="358606"/>
              <a:chOff x="7508240" y="3017520"/>
              <a:chExt cx="3545840" cy="2021840"/>
            </a:xfrm>
          </p:grpSpPr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6BA9AAD1-F581-BE5D-4097-533537424883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solidFill>
                <a:srgbClr val="FFF2C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endParaRPr>
              </a:p>
            </p:txBody>
          </p:sp>
          <p:sp>
            <p:nvSpPr>
              <p:cNvPr id="222" name="Rectangle: Top Corners Rounded 71">
                <a:extLst>
                  <a:ext uri="{FF2B5EF4-FFF2-40B4-BE49-F238E27FC236}">
                    <a16:creationId xmlns:a16="http://schemas.microsoft.com/office/drawing/2014/main" id="{946135A3-5648-C5E9-6C56-015723DF25F2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3" name="Rectangle: Top Corners Rounded 72">
                <a:extLst>
                  <a:ext uri="{FF2B5EF4-FFF2-40B4-BE49-F238E27FC236}">
                    <a16:creationId xmlns:a16="http://schemas.microsoft.com/office/drawing/2014/main" id="{B71A8068-7FD2-C3F0-5071-9A9F9F4F325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4" name="Rectangle: Top Corners Rounded 73">
                <a:extLst>
                  <a:ext uri="{FF2B5EF4-FFF2-40B4-BE49-F238E27FC236}">
                    <a16:creationId xmlns:a16="http://schemas.microsoft.com/office/drawing/2014/main" id="{9A795269-5605-BFDA-8385-730F27F5024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F7C7F38A-E4DE-095B-6B59-F5B9BF7539A0}"/>
                </a:ext>
              </a:extLst>
            </p:cNvPr>
            <p:cNvGrpSpPr/>
            <p:nvPr/>
          </p:nvGrpSpPr>
          <p:grpSpPr>
            <a:xfrm>
              <a:off x="1412656" y="4338320"/>
              <a:ext cx="904626" cy="358606"/>
              <a:chOff x="7508240" y="3017520"/>
              <a:chExt cx="3545840" cy="2021840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EBFFB16F-5532-077C-5993-97FA755E6054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solidFill>
                <a:srgbClr val="FFF2C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endParaRPr>
              </a:p>
            </p:txBody>
          </p:sp>
          <p:sp>
            <p:nvSpPr>
              <p:cNvPr id="218" name="Rectangle: Top Corners Rounded 76">
                <a:extLst>
                  <a:ext uri="{FF2B5EF4-FFF2-40B4-BE49-F238E27FC236}">
                    <a16:creationId xmlns:a16="http://schemas.microsoft.com/office/drawing/2014/main" id="{DB000274-2EC9-C2C7-EE7A-E39768E4E365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9" name="Rectangle: Top Corners Rounded 77">
                <a:extLst>
                  <a:ext uri="{FF2B5EF4-FFF2-40B4-BE49-F238E27FC236}">
                    <a16:creationId xmlns:a16="http://schemas.microsoft.com/office/drawing/2014/main" id="{D1045BD4-39B3-AD8B-83A9-252150A57AFC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0" name="Rectangle: Top Corners Rounded 78">
                <a:extLst>
                  <a:ext uri="{FF2B5EF4-FFF2-40B4-BE49-F238E27FC236}">
                    <a16:creationId xmlns:a16="http://schemas.microsoft.com/office/drawing/2014/main" id="{7B65B96B-F860-D29D-FE53-3B6495BCE9A9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9A1A9BF2-DFEC-690F-6554-C8F3D3551ABA}"/>
                </a:ext>
              </a:extLst>
            </p:cNvPr>
            <p:cNvGrpSpPr/>
            <p:nvPr/>
          </p:nvGrpSpPr>
          <p:grpSpPr>
            <a:xfrm>
              <a:off x="1045881" y="4007047"/>
              <a:ext cx="904626" cy="358606"/>
              <a:chOff x="7508240" y="3017520"/>
              <a:chExt cx="3545840" cy="2021840"/>
            </a:xfrm>
          </p:grpSpPr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40D3A949-D7FD-4D32-CC4B-F2877B95818D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solidFill>
                <a:srgbClr val="FFF2C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endParaRPr>
              </a:p>
            </p:txBody>
          </p:sp>
          <p:sp>
            <p:nvSpPr>
              <p:cNvPr id="214" name="Rectangle: Top Corners Rounded 81">
                <a:extLst>
                  <a:ext uri="{FF2B5EF4-FFF2-40B4-BE49-F238E27FC236}">
                    <a16:creationId xmlns:a16="http://schemas.microsoft.com/office/drawing/2014/main" id="{0C72DC68-480F-63CF-F884-DE2BC1A3C841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5" name="Rectangle: Top Corners Rounded 82">
                <a:extLst>
                  <a:ext uri="{FF2B5EF4-FFF2-40B4-BE49-F238E27FC236}">
                    <a16:creationId xmlns:a16="http://schemas.microsoft.com/office/drawing/2014/main" id="{7E85F5A0-273C-4C8E-C4F9-580553C553A5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6" name="Rectangle: Top Corners Rounded 83">
                <a:extLst>
                  <a:ext uri="{FF2B5EF4-FFF2-40B4-BE49-F238E27FC236}">
                    <a16:creationId xmlns:a16="http://schemas.microsoft.com/office/drawing/2014/main" id="{37E77B86-70D2-6A92-A92A-DE07AF643DE1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BBE3441D-6725-7F34-1695-0CF04E9DA8E9}"/>
                </a:ext>
              </a:extLst>
            </p:cNvPr>
            <p:cNvGrpSpPr/>
            <p:nvPr/>
          </p:nvGrpSpPr>
          <p:grpSpPr>
            <a:xfrm>
              <a:off x="1620945" y="3669763"/>
              <a:ext cx="512234" cy="358606"/>
              <a:chOff x="7508240" y="3017519"/>
              <a:chExt cx="3545840" cy="2021841"/>
            </a:xfrm>
          </p:grpSpPr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282C261B-A3FB-78BF-C0D5-E4CE23C61D98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solidFill>
                <a:srgbClr val="FFF2C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endParaRPr>
              </a:p>
            </p:txBody>
          </p:sp>
          <p:sp>
            <p:nvSpPr>
              <p:cNvPr id="211" name="Rectangle: Top Corners Rounded 86">
                <a:extLst>
                  <a:ext uri="{FF2B5EF4-FFF2-40B4-BE49-F238E27FC236}">
                    <a16:creationId xmlns:a16="http://schemas.microsoft.com/office/drawing/2014/main" id="{69C7A0EE-A11B-607D-5985-B5A4BE44BAFD}"/>
                  </a:ext>
                </a:extLst>
              </p:cNvPr>
              <p:cNvSpPr/>
              <p:nvPr/>
            </p:nvSpPr>
            <p:spPr>
              <a:xfrm>
                <a:off x="8406167" y="3017519"/>
                <a:ext cx="589282" cy="274320"/>
              </a:xfrm>
              <a:prstGeom prst="round2Same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2" name="Rectangle: Top Corners Rounded 87">
                <a:extLst>
                  <a:ext uri="{FF2B5EF4-FFF2-40B4-BE49-F238E27FC236}">
                    <a16:creationId xmlns:a16="http://schemas.microsoft.com/office/drawing/2014/main" id="{3CF1A967-35D6-F5C1-847C-1B710A8F8786}"/>
                  </a:ext>
                </a:extLst>
              </p:cNvPr>
              <p:cNvSpPr/>
              <p:nvPr/>
            </p:nvSpPr>
            <p:spPr>
              <a:xfrm>
                <a:off x="9689825" y="3017519"/>
                <a:ext cx="589282" cy="274320"/>
              </a:xfrm>
              <a:prstGeom prst="round2Same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6AC675BD-9A27-587E-28EC-FDB6E1B7AA4F}"/>
                </a:ext>
              </a:extLst>
            </p:cNvPr>
            <p:cNvGrpSpPr/>
            <p:nvPr/>
          </p:nvGrpSpPr>
          <p:grpSpPr>
            <a:xfrm>
              <a:off x="1520357" y="3394800"/>
              <a:ext cx="338160" cy="309951"/>
              <a:chOff x="7508240" y="3017519"/>
              <a:chExt cx="3545840" cy="2021841"/>
            </a:xfrm>
          </p:grpSpPr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C0C36582-FEC4-B6B2-B95E-C7C0C2E58713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solidFill>
                <a:srgbClr val="FFF2C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endParaRPr>
              </a:p>
            </p:txBody>
          </p:sp>
          <p:sp>
            <p:nvSpPr>
              <p:cNvPr id="209" name="Rectangle: Top Corners Rounded 91">
                <a:extLst>
                  <a:ext uri="{FF2B5EF4-FFF2-40B4-BE49-F238E27FC236}">
                    <a16:creationId xmlns:a16="http://schemas.microsoft.com/office/drawing/2014/main" id="{141D356C-0714-F8C5-67EB-3BB7A062B53D}"/>
                  </a:ext>
                </a:extLst>
              </p:cNvPr>
              <p:cNvSpPr/>
              <p:nvPr/>
            </p:nvSpPr>
            <p:spPr>
              <a:xfrm>
                <a:off x="9045379" y="3017519"/>
                <a:ext cx="589285" cy="274322"/>
              </a:xfrm>
              <a:prstGeom prst="round2SameRect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C7E15217-C74D-91F1-E507-D1A3BBB49876}"/>
              </a:ext>
            </a:extLst>
          </p:cNvPr>
          <p:cNvGrpSpPr/>
          <p:nvPr userDrawn="1"/>
        </p:nvGrpSpPr>
        <p:grpSpPr>
          <a:xfrm>
            <a:off x="3533228" y="5734807"/>
            <a:ext cx="8300638" cy="922462"/>
            <a:chOff x="3533228" y="5734807"/>
            <a:chExt cx="8300638" cy="922462"/>
          </a:xfrm>
        </p:grpSpPr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8D111910-DBCA-69C8-2A9D-B050FC47CAEB}"/>
                </a:ext>
              </a:extLst>
            </p:cNvPr>
            <p:cNvGrpSpPr/>
            <p:nvPr/>
          </p:nvGrpSpPr>
          <p:grpSpPr>
            <a:xfrm>
              <a:off x="3533228" y="5734807"/>
              <a:ext cx="8300638" cy="922462"/>
              <a:chOff x="3533228" y="5734807"/>
              <a:chExt cx="8300638" cy="922462"/>
            </a:xfrm>
          </p:grpSpPr>
          <p:grpSp>
            <p:nvGrpSpPr>
              <p:cNvPr id="249" name="Group 248">
                <a:extLst>
                  <a:ext uri="{FF2B5EF4-FFF2-40B4-BE49-F238E27FC236}">
                    <a16:creationId xmlns:a16="http://schemas.microsoft.com/office/drawing/2014/main" id="{A5E05120-9ADF-A676-1902-1D821E117523}"/>
                  </a:ext>
                </a:extLst>
              </p:cNvPr>
              <p:cNvGrpSpPr/>
              <p:nvPr/>
            </p:nvGrpSpPr>
            <p:grpSpPr>
              <a:xfrm>
                <a:off x="3533228" y="5734807"/>
                <a:ext cx="8300638" cy="922462"/>
                <a:chOff x="3533228" y="5734807"/>
                <a:chExt cx="8300638" cy="922462"/>
              </a:xfrm>
            </p:grpSpPr>
            <p:grpSp>
              <p:nvGrpSpPr>
                <p:cNvPr id="251" name="Group 250">
                  <a:extLst>
                    <a:ext uri="{FF2B5EF4-FFF2-40B4-BE49-F238E27FC236}">
                      <a16:creationId xmlns:a16="http://schemas.microsoft.com/office/drawing/2014/main" id="{F1AF2B65-3C00-5750-04ED-EEC818EE554C}"/>
                    </a:ext>
                  </a:extLst>
                </p:cNvPr>
                <p:cNvGrpSpPr/>
                <p:nvPr/>
              </p:nvGrpSpPr>
              <p:grpSpPr>
                <a:xfrm>
                  <a:off x="3533228" y="5757269"/>
                  <a:ext cx="8300638" cy="900000"/>
                  <a:chOff x="122069" y="1706877"/>
                  <a:chExt cx="1713901" cy="2905765"/>
                </a:xfrm>
              </p:grpSpPr>
              <p:sp>
                <p:nvSpPr>
                  <p:cNvPr id="255" name="Rectangle: Rounded Corners 3">
                    <a:extLst>
                      <a:ext uri="{FF2B5EF4-FFF2-40B4-BE49-F238E27FC236}">
                        <a16:creationId xmlns:a16="http://schemas.microsoft.com/office/drawing/2014/main" id="{52E89675-D61D-F07A-4E14-332777DD5A66}"/>
                      </a:ext>
                    </a:extLst>
                  </p:cNvPr>
                  <p:cNvSpPr/>
                  <p:nvPr/>
                </p:nvSpPr>
                <p:spPr>
                  <a:xfrm>
                    <a:off x="122069" y="1706877"/>
                    <a:ext cx="1713901" cy="2905765"/>
                  </a:xfrm>
                  <a:prstGeom prst="roundRect">
                    <a:avLst/>
                  </a:prstGeom>
                  <a:solidFill>
                    <a:srgbClr val="F9D2B5"/>
                  </a:solidFill>
                  <a:ln>
                    <a:solidFill>
                      <a:srgbClr val="F9D2B5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256" name="Rectangle: Rounded Corners 4">
                    <a:extLst>
                      <a:ext uri="{FF2B5EF4-FFF2-40B4-BE49-F238E27FC236}">
                        <a16:creationId xmlns:a16="http://schemas.microsoft.com/office/drawing/2014/main" id="{96E0DBC4-4045-DDC6-B5AA-EFA9709C3677}"/>
                      </a:ext>
                    </a:extLst>
                  </p:cNvPr>
                  <p:cNvSpPr txBox="1"/>
                  <p:nvPr/>
                </p:nvSpPr>
                <p:spPr>
                  <a:xfrm>
                    <a:off x="205735" y="1790543"/>
                    <a:ext cx="1546569" cy="2738433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lvl="0" indent="0" algn="ctr" defTabSz="12446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endParaRPr lang="en-GB" sz="2000" b="1" u="sng" kern="1200">
                      <a:solidFill>
                        <a:schemeClr val="tx1"/>
                      </a:solidFill>
                      <a:latin typeface="Sassoon Infant Rg" panose="02000503030000020003" pitchFamily="2" charset="0"/>
                      <a:ea typeface="Sassoon Infant Rg" panose="02000503030000020003" pitchFamily="2" charset="0"/>
                    </a:endParaRPr>
                  </a:p>
                  <a:p>
                    <a:pPr marL="0" lvl="0" indent="0" algn="ctr" defTabSz="12446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endParaRPr lang="en-GB" sz="2800" b="1" u="sng" kern="1200">
                      <a:latin typeface="Sassoon Infant Rg" panose="02000503030000020003" pitchFamily="2" charset="0"/>
                      <a:ea typeface="Sassoon Infant Rg" panose="02000503030000020003" pitchFamily="2" charset="0"/>
                    </a:endParaRPr>
                  </a:p>
                  <a:p>
                    <a:pPr marL="0" lvl="0" indent="0" algn="ctr" defTabSz="12446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endParaRPr lang="en-GB" sz="6200" kern="1200"/>
                  </a:p>
                </p:txBody>
              </p:sp>
            </p:grpSp>
            <p:grpSp>
              <p:nvGrpSpPr>
                <p:cNvPr id="252" name="Group 251">
                  <a:extLst>
                    <a:ext uri="{FF2B5EF4-FFF2-40B4-BE49-F238E27FC236}">
                      <a16:creationId xmlns:a16="http://schemas.microsoft.com/office/drawing/2014/main" id="{A094FF4A-D0AD-B9F8-7FF4-31B6F66E7B7C}"/>
                    </a:ext>
                  </a:extLst>
                </p:cNvPr>
                <p:cNvGrpSpPr/>
                <p:nvPr/>
              </p:nvGrpSpPr>
              <p:grpSpPr>
                <a:xfrm>
                  <a:off x="3580299" y="5734807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253" name="Picture 252">
                    <a:extLst>
                      <a:ext uri="{FF2B5EF4-FFF2-40B4-BE49-F238E27FC236}">
                        <a16:creationId xmlns:a16="http://schemas.microsoft.com/office/drawing/2014/main" id="{A073E7C2-63C0-2750-F9DD-8F6A971D7D3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274D2E58-874B-B55C-0EE0-40BAFC8CF391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2400" b="1">
                        <a:latin typeface="Sassoon Infant Rg" panose="02000503030000020003" pitchFamily="2" charset="0"/>
                        <a:ea typeface="Sassoon Infant Rg" panose="02000503030000020003" pitchFamily="2" charset="0"/>
                      </a:rPr>
                      <a:t>1</a:t>
                    </a:r>
                  </a:p>
                </p:txBody>
              </p:sp>
            </p:grpSp>
          </p:grpSp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157F6DA8-A3D7-6D2F-7E38-F20102F8DCFF}"/>
                  </a:ext>
                </a:extLst>
              </p:cNvPr>
              <p:cNvSpPr txBox="1"/>
              <p:nvPr/>
            </p:nvSpPr>
            <p:spPr>
              <a:xfrm>
                <a:off x="4439155" y="5839577"/>
                <a:ext cx="2257200" cy="738000"/>
              </a:xfrm>
              <a:prstGeom prst="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GB" sz="1400" b="1"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Within living memory</a:t>
                </a:r>
              </a:p>
            </p:txBody>
          </p:sp>
        </p:grp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6A0EB412-6D45-A5C0-93CE-400CD1A4AE32}"/>
                </a:ext>
              </a:extLst>
            </p:cNvPr>
            <p:cNvGrpSpPr/>
            <p:nvPr/>
          </p:nvGrpSpPr>
          <p:grpSpPr>
            <a:xfrm>
              <a:off x="10346412" y="5853364"/>
              <a:ext cx="1235341" cy="736668"/>
              <a:chOff x="7508240" y="3017520"/>
              <a:chExt cx="3545840" cy="2021840"/>
            </a:xfrm>
          </p:grpSpPr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F3B647EC-2E2C-55D5-1954-21835523E6AB}"/>
                  </a:ext>
                </a:extLst>
              </p:cNvPr>
              <p:cNvSpPr/>
              <p:nvPr/>
            </p:nvSpPr>
            <p:spPr>
              <a:xfrm>
                <a:off x="7508240" y="3291840"/>
                <a:ext cx="3545840" cy="1747520"/>
              </a:xfrm>
              <a:prstGeom prst="rect">
                <a:avLst/>
              </a:prstGeom>
              <a:solidFill>
                <a:srgbClr val="FAD3B5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endParaRPr>
              </a:p>
            </p:txBody>
          </p:sp>
          <p:sp>
            <p:nvSpPr>
              <p:cNvPr id="246" name="Rectangle: Top Corners Rounded 112">
                <a:extLst>
                  <a:ext uri="{FF2B5EF4-FFF2-40B4-BE49-F238E27FC236}">
                    <a16:creationId xmlns:a16="http://schemas.microsoft.com/office/drawing/2014/main" id="{F02C2DBF-665D-0667-2C6C-41131F666AB2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solidFill>
                <a:srgbClr val="FAD3B5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7" name="Rectangle: Top Corners Rounded 113">
                <a:extLst>
                  <a:ext uri="{FF2B5EF4-FFF2-40B4-BE49-F238E27FC236}">
                    <a16:creationId xmlns:a16="http://schemas.microsoft.com/office/drawing/2014/main" id="{C6E8C221-CC9D-82A0-A4B7-3333414B5C36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solidFill>
                <a:srgbClr val="FAD3B5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8" name="Rectangle: Top Corners Rounded 114">
                <a:extLst>
                  <a:ext uri="{FF2B5EF4-FFF2-40B4-BE49-F238E27FC236}">
                    <a16:creationId xmlns:a16="http://schemas.microsoft.com/office/drawing/2014/main" id="{340DB017-B47A-CF86-4D07-671B7F4BECEB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solidFill>
                <a:srgbClr val="FAD3B5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0D212CE4-6049-521E-B7BE-D3B60977AD20}"/>
                </a:ext>
              </a:extLst>
            </p:cNvPr>
            <p:cNvGrpSpPr/>
            <p:nvPr/>
          </p:nvGrpSpPr>
          <p:grpSpPr>
            <a:xfrm>
              <a:off x="7052954" y="5853364"/>
              <a:ext cx="1248093" cy="736668"/>
              <a:chOff x="6473834" y="5853364"/>
              <a:chExt cx="1248093" cy="736668"/>
            </a:xfrm>
          </p:grpSpPr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4D126C10-0D41-F0FE-4F65-60F8FB64F1B7}"/>
                  </a:ext>
                </a:extLst>
              </p:cNvPr>
              <p:cNvGrpSpPr/>
              <p:nvPr/>
            </p:nvGrpSpPr>
            <p:grpSpPr>
              <a:xfrm>
                <a:off x="6486586" y="5853364"/>
                <a:ext cx="1235341" cy="736668"/>
                <a:chOff x="7508240" y="3017520"/>
                <a:chExt cx="3545840" cy="2021840"/>
              </a:xfrm>
            </p:grpSpPr>
            <p:sp>
              <p:nvSpPr>
                <p:cNvPr id="241" name="Rectangle 240">
                  <a:extLst>
                    <a:ext uri="{FF2B5EF4-FFF2-40B4-BE49-F238E27FC236}">
                      <a16:creationId xmlns:a16="http://schemas.microsoft.com/office/drawing/2014/main" id="{0625C0FD-32A1-3964-185D-90C2D8BA09B1}"/>
                    </a:ext>
                  </a:extLst>
                </p:cNvPr>
                <p:cNvSpPr/>
                <p:nvPr/>
              </p:nvSpPr>
              <p:spPr>
                <a:xfrm>
                  <a:off x="7508240" y="3291840"/>
                  <a:ext cx="3545840" cy="1747520"/>
                </a:xfrm>
                <a:prstGeom prst="rect">
                  <a:avLst/>
                </a:prstGeom>
                <a:solidFill>
                  <a:srgbClr val="FAD3B5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>
                    <a:solidFill>
                      <a:schemeClr val="tx1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endParaRPr>
                </a:p>
              </p:txBody>
            </p:sp>
            <p:sp>
              <p:nvSpPr>
                <p:cNvPr id="242" name="Rectangle: Top Corners Rounded 107">
                  <a:extLst>
                    <a:ext uri="{FF2B5EF4-FFF2-40B4-BE49-F238E27FC236}">
                      <a16:creationId xmlns:a16="http://schemas.microsoft.com/office/drawing/2014/main" id="{B26C2272-A78E-7046-E392-6E9B462AB3BE}"/>
                    </a:ext>
                  </a:extLst>
                </p:cNvPr>
                <p:cNvSpPr/>
                <p:nvPr/>
              </p:nvSpPr>
              <p:spPr>
                <a:xfrm>
                  <a:off x="7843520" y="3017520"/>
                  <a:ext cx="589280" cy="274320"/>
                </a:xfrm>
                <a:prstGeom prst="round2SameRect">
                  <a:avLst/>
                </a:prstGeom>
                <a:solidFill>
                  <a:srgbClr val="FAD3B5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43" name="Rectangle: Top Corners Rounded 108">
                  <a:extLst>
                    <a:ext uri="{FF2B5EF4-FFF2-40B4-BE49-F238E27FC236}">
                      <a16:creationId xmlns:a16="http://schemas.microsoft.com/office/drawing/2014/main" id="{25DE42E3-EAD2-D9BD-6712-9E529C1BA47A}"/>
                    </a:ext>
                  </a:extLst>
                </p:cNvPr>
                <p:cNvSpPr/>
                <p:nvPr/>
              </p:nvSpPr>
              <p:spPr>
                <a:xfrm>
                  <a:off x="8986520" y="3017520"/>
                  <a:ext cx="589280" cy="274320"/>
                </a:xfrm>
                <a:prstGeom prst="round2SameRect">
                  <a:avLst/>
                </a:prstGeom>
                <a:solidFill>
                  <a:srgbClr val="FAD3B5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44" name="Rectangle: Top Corners Rounded 109">
                  <a:extLst>
                    <a:ext uri="{FF2B5EF4-FFF2-40B4-BE49-F238E27FC236}">
                      <a16:creationId xmlns:a16="http://schemas.microsoft.com/office/drawing/2014/main" id="{E9B32658-0AA5-5354-CC2C-4CFF6AFD7FB4}"/>
                    </a:ext>
                  </a:extLst>
                </p:cNvPr>
                <p:cNvSpPr/>
                <p:nvPr/>
              </p:nvSpPr>
              <p:spPr>
                <a:xfrm>
                  <a:off x="10060940" y="3017520"/>
                  <a:ext cx="589280" cy="274320"/>
                </a:xfrm>
                <a:prstGeom prst="round2SameRect">
                  <a:avLst/>
                </a:prstGeom>
                <a:solidFill>
                  <a:srgbClr val="FAD3B5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pic>
            <p:nvPicPr>
              <p:cNvPr id="240" name="Picture 239">
                <a:extLst>
                  <a:ext uri="{FF2B5EF4-FFF2-40B4-BE49-F238E27FC236}">
                    <a16:creationId xmlns:a16="http://schemas.microsoft.com/office/drawing/2014/main" id="{B3547384-F1BA-AB51-983E-B304D7ADDB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9353" b="89928" l="9946" r="90591">
                            <a14:foregroundMark x1="23387" y1="51799" x2="28763" y2="51799"/>
                            <a14:foregroundMark x1="49731" y1="52518" x2="55645" y2="52518"/>
                            <a14:foregroundMark x1="90591" y1="49640" x2="90591" y2="49640"/>
                            <a14:foregroundMark x1="67473" y1="39568" x2="67473" y2="39568"/>
                            <a14:foregroundMark x1="38978" y1="41727" x2="38978" y2="41727"/>
                            <a14:foregroundMark x1="11828" y1="40288" x2="11828" y2="40288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473834" y="6025790"/>
                <a:ext cx="1243330" cy="464578"/>
              </a:xfrm>
              <a:prstGeom prst="rect">
                <a:avLst/>
              </a:prstGeom>
            </p:spPr>
          </p:pic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3C6ADB7F-3C3A-96F4-AF84-92F8F6094209}"/>
                </a:ext>
              </a:extLst>
            </p:cNvPr>
            <p:cNvGrpSpPr/>
            <p:nvPr/>
          </p:nvGrpSpPr>
          <p:grpSpPr>
            <a:xfrm>
              <a:off x="8667944" y="5853364"/>
              <a:ext cx="1235341" cy="759130"/>
              <a:chOff x="8302184" y="5853364"/>
              <a:chExt cx="1235341" cy="759130"/>
            </a:xfrm>
          </p:grpSpPr>
          <p:grpSp>
            <p:nvGrpSpPr>
              <p:cNvPr id="232" name="Group 231">
                <a:extLst>
                  <a:ext uri="{FF2B5EF4-FFF2-40B4-BE49-F238E27FC236}">
                    <a16:creationId xmlns:a16="http://schemas.microsoft.com/office/drawing/2014/main" id="{885D5EAD-CE6B-CF59-8BCD-6D4C7A07FDA1}"/>
                  </a:ext>
                </a:extLst>
              </p:cNvPr>
              <p:cNvGrpSpPr/>
              <p:nvPr/>
            </p:nvGrpSpPr>
            <p:grpSpPr>
              <a:xfrm>
                <a:off x="8302184" y="5853364"/>
                <a:ext cx="1235341" cy="736668"/>
                <a:chOff x="7508240" y="3017520"/>
                <a:chExt cx="3545840" cy="2021840"/>
              </a:xfrm>
            </p:grpSpPr>
            <p:sp>
              <p:nvSpPr>
                <p:cNvPr id="235" name="Rectangle 234">
                  <a:extLst>
                    <a:ext uri="{FF2B5EF4-FFF2-40B4-BE49-F238E27FC236}">
                      <a16:creationId xmlns:a16="http://schemas.microsoft.com/office/drawing/2014/main" id="{AA38DE82-DC7D-0FEF-ADE3-5DC20F2F759E}"/>
                    </a:ext>
                  </a:extLst>
                </p:cNvPr>
                <p:cNvSpPr/>
                <p:nvPr/>
              </p:nvSpPr>
              <p:spPr>
                <a:xfrm>
                  <a:off x="7508240" y="3291840"/>
                  <a:ext cx="3545840" cy="1747520"/>
                </a:xfrm>
                <a:prstGeom prst="rect">
                  <a:avLst/>
                </a:prstGeom>
                <a:solidFill>
                  <a:srgbClr val="FAD3B5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>
                    <a:solidFill>
                      <a:schemeClr val="tx1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endParaRPr>
                </a:p>
              </p:txBody>
            </p:sp>
            <p:sp>
              <p:nvSpPr>
                <p:cNvPr id="236" name="Rectangle: Top Corners Rounded 97">
                  <a:extLst>
                    <a:ext uri="{FF2B5EF4-FFF2-40B4-BE49-F238E27FC236}">
                      <a16:creationId xmlns:a16="http://schemas.microsoft.com/office/drawing/2014/main" id="{63C209C2-08DB-CE19-323D-6C7E3C8DD635}"/>
                    </a:ext>
                  </a:extLst>
                </p:cNvPr>
                <p:cNvSpPr/>
                <p:nvPr/>
              </p:nvSpPr>
              <p:spPr>
                <a:xfrm>
                  <a:off x="7843521" y="3017520"/>
                  <a:ext cx="589279" cy="274320"/>
                </a:xfrm>
                <a:prstGeom prst="round2SameRect">
                  <a:avLst/>
                </a:prstGeom>
                <a:solidFill>
                  <a:srgbClr val="FAD3B5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7" name="Rectangle: Top Corners Rounded 98">
                  <a:extLst>
                    <a:ext uri="{FF2B5EF4-FFF2-40B4-BE49-F238E27FC236}">
                      <a16:creationId xmlns:a16="http://schemas.microsoft.com/office/drawing/2014/main" id="{2C43B80A-2A8E-36CE-D108-5ACC41B3086C}"/>
                    </a:ext>
                  </a:extLst>
                </p:cNvPr>
                <p:cNvSpPr/>
                <p:nvPr/>
              </p:nvSpPr>
              <p:spPr>
                <a:xfrm>
                  <a:off x="8986520" y="3017520"/>
                  <a:ext cx="589280" cy="274320"/>
                </a:xfrm>
                <a:prstGeom prst="round2SameRect">
                  <a:avLst/>
                </a:prstGeom>
                <a:solidFill>
                  <a:srgbClr val="FAD3B5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8" name="Rectangle: Top Corners Rounded 99">
                  <a:extLst>
                    <a:ext uri="{FF2B5EF4-FFF2-40B4-BE49-F238E27FC236}">
                      <a16:creationId xmlns:a16="http://schemas.microsoft.com/office/drawing/2014/main" id="{D8277DEF-2C85-EF49-DA6F-94B567F29F09}"/>
                    </a:ext>
                  </a:extLst>
                </p:cNvPr>
                <p:cNvSpPr/>
                <p:nvPr/>
              </p:nvSpPr>
              <p:spPr>
                <a:xfrm>
                  <a:off x="10060940" y="3017520"/>
                  <a:ext cx="589280" cy="274320"/>
                </a:xfrm>
                <a:prstGeom prst="round2SameRect">
                  <a:avLst/>
                </a:prstGeom>
                <a:solidFill>
                  <a:srgbClr val="FAD3B5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pic>
            <p:nvPicPr>
              <p:cNvPr id="233" name="Picture 232">
                <a:extLst>
                  <a:ext uri="{FF2B5EF4-FFF2-40B4-BE49-F238E27FC236}">
                    <a16:creationId xmlns:a16="http://schemas.microsoft.com/office/drawing/2014/main" id="{2250733D-0EF3-284F-9E84-9FE4BBD66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9877" b="89877" l="9535" r="90233">
                            <a14:foregroundMark x1="90233" y1="52593" x2="90233" y2="52593"/>
                            <a14:foregroundMark x1="75116" y1="44691" x2="75116" y2="44691"/>
                            <a14:foregroundMark x1="19070" y1="30370" x2="19070" y2="30370"/>
                            <a14:foregroundMark x1="9535" y1="29630" x2="9535" y2="29630"/>
                            <a14:foregroundMark x1="36512" y1="54815" x2="36512" y2="54815"/>
                            <a14:foregroundMark x1="39767" y1="64444" x2="39767" y2="64444"/>
                            <a14:foregroundMark x1="41163" y1="70370" x2="41163" y2="70370"/>
                            <a14:foregroundMark x1="43488" y1="79012" x2="43488" y2="79012"/>
                            <a14:foregroundMark x1="46047" y1="85926" x2="46047" y2="85926"/>
                            <a14:foregroundMark x1="57907" y1="87901" x2="57907" y2="87901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8817204" y="5969908"/>
                <a:ext cx="682252" cy="642586"/>
              </a:xfrm>
              <a:prstGeom prst="rect">
                <a:avLst/>
              </a:prstGeom>
            </p:spPr>
          </p:pic>
          <p:pic>
            <p:nvPicPr>
              <p:cNvPr id="234" name="Picture 233">
                <a:extLst>
                  <a:ext uri="{FF2B5EF4-FFF2-40B4-BE49-F238E27FC236}">
                    <a16:creationId xmlns:a16="http://schemas.microsoft.com/office/drawing/2014/main" id="{B65A660E-F6A6-1679-7EDD-9DBB33C72D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10000" b="90000" l="10000" r="90000">
                            <a14:foregroundMark x1="27273" y1="81492" x2="27273" y2="81492"/>
                            <a14:foregroundMark x1="53147" y1="25138" x2="53147" y2="25138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8427815" y="5992811"/>
                <a:ext cx="434545" cy="550019"/>
              </a:xfrm>
              <a:prstGeom prst="rect">
                <a:avLst/>
              </a:prstGeom>
            </p:spPr>
          </p:pic>
        </p:grpSp>
        <p:pic>
          <p:nvPicPr>
            <p:cNvPr id="230" name="Picture 229">
              <a:extLst>
                <a:ext uri="{FF2B5EF4-FFF2-40B4-BE49-F238E27FC236}">
                  <a16:creationId xmlns:a16="http://schemas.microsoft.com/office/drawing/2014/main" id="{C9B30DFA-D946-5BE8-BBD4-B1A97ED7E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>
                          <a14:foregroundMark x1="16121" y1="48169" x2="16121" y2="48169"/>
                          <a14:foregroundMark x1="80374" y1="46761" x2="80374" y2="46761"/>
                          <a14:foregroundMark x1="84112" y1="36056" x2="84112" y2="360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10369687" y="6116204"/>
              <a:ext cx="451105" cy="374164"/>
            </a:xfrm>
            <a:prstGeom prst="rect">
              <a:avLst/>
            </a:prstGeom>
          </p:spPr>
        </p:pic>
        <p:pic>
          <p:nvPicPr>
            <p:cNvPr id="231" name="Picture 230">
              <a:extLst>
                <a:ext uri="{FF2B5EF4-FFF2-40B4-BE49-F238E27FC236}">
                  <a16:creationId xmlns:a16="http://schemas.microsoft.com/office/drawing/2014/main" id="{3A0FA14A-2CE5-1D12-D3CD-814758A0D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backgroundRemoval t="9122" b="90203" l="6793" r="91304">
                          <a14:foregroundMark x1="36685" y1="90203" x2="36685" y2="90203"/>
                          <a14:foregroundMark x1="91576" y1="66892" x2="91576" y2="66892"/>
                          <a14:foregroundMark x1="6793" y1="22297" x2="6793" y2="22297"/>
                          <a14:foregroundMark x1="72826" y1="45270" x2="72826" y2="45270"/>
                          <a14:foregroundMark x1="30163" y1="34122" x2="30163" y2="34122"/>
                          <a14:foregroundMark x1="41576" y1="34122" x2="41576" y2="34122"/>
                          <a14:foregroundMark x1="56793" y1="34459" x2="56793" y2="3445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838772" y="6026252"/>
              <a:ext cx="659988" cy="530860"/>
            </a:xfrm>
            <a:prstGeom prst="rect">
              <a:avLst/>
            </a:prstGeom>
          </p:spPr>
        </p:pic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A926CB1C-3E87-E2A2-1F8E-7809642E9ACB}"/>
              </a:ext>
            </a:extLst>
          </p:cNvPr>
          <p:cNvGrpSpPr/>
          <p:nvPr userDrawn="1"/>
        </p:nvGrpSpPr>
        <p:grpSpPr>
          <a:xfrm>
            <a:off x="7061446" y="5845271"/>
            <a:ext cx="4504715" cy="744680"/>
            <a:chOff x="6200359" y="3620440"/>
            <a:chExt cx="4504715" cy="744680"/>
          </a:xfrm>
        </p:grpSpPr>
        <p:sp>
          <p:nvSpPr>
            <p:cNvPr id="258" name="Rectangle: Top Corners Rounded 51">
              <a:extLst>
                <a:ext uri="{FF2B5EF4-FFF2-40B4-BE49-F238E27FC236}">
                  <a16:creationId xmlns:a16="http://schemas.microsoft.com/office/drawing/2014/main" id="{E5008384-41CC-BC0F-CB6F-03ADCDC36D92}"/>
                </a:ext>
              </a:extLst>
            </p:cNvPr>
            <p:cNvSpPr/>
            <p:nvPr/>
          </p:nvSpPr>
          <p:spPr>
            <a:xfrm>
              <a:off x="7506869" y="3623872"/>
              <a:ext cx="205300" cy="103382"/>
            </a:xfrm>
            <a:prstGeom prst="round2SameRect">
              <a:avLst/>
            </a:prstGeom>
            <a:solidFill>
              <a:srgbClr val="FFC7B3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9" name="Rectangle: Top Corners Rounded 54">
              <a:extLst>
                <a:ext uri="{FF2B5EF4-FFF2-40B4-BE49-F238E27FC236}">
                  <a16:creationId xmlns:a16="http://schemas.microsoft.com/office/drawing/2014/main" id="{4B72B6F9-9625-101E-6C60-D057EBC61B69}"/>
                </a:ext>
              </a:extLst>
            </p:cNvPr>
            <p:cNvSpPr/>
            <p:nvPr/>
          </p:nvSpPr>
          <p:spPr>
            <a:xfrm>
              <a:off x="9138503" y="3620440"/>
              <a:ext cx="205300" cy="103382"/>
            </a:xfrm>
            <a:prstGeom prst="round2SameRect">
              <a:avLst/>
            </a:prstGeom>
            <a:solidFill>
              <a:srgbClr val="FFC7B3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7F684962-0AD7-3C30-C422-2C494D338DA7}"/>
                </a:ext>
              </a:extLst>
            </p:cNvPr>
            <p:cNvGrpSpPr/>
            <p:nvPr/>
          </p:nvGrpSpPr>
          <p:grpSpPr>
            <a:xfrm>
              <a:off x="9600191" y="3623873"/>
              <a:ext cx="977831" cy="99950"/>
              <a:chOff x="7843520" y="3017520"/>
              <a:chExt cx="2806700" cy="274320"/>
            </a:xfrm>
            <a:solidFill>
              <a:srgbClr val="FFC7B3"/>
            </a:solidFill>
          </p:grpSpPr>
          <p:sp>
            <p:nvSpPr>
              <p:cNvPr id="270" name="Rectangle: Top Corners Rounded 103">
                <a:extLst>
                  <a:ext uri="{FF2B5EF4-FFF2-40B4-BE49-F238E27FC236}">
                    <a16:creationId xmlns:a16="http://schemas.microsoft.com/office/drawing/2014/main" id="{97DB33E8-AEF8-5467-EEDA-5DCD20D7278A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1" name="Rectangle: Top Corners Rounded 104">
                <a:extLst>
                  <a:ext uri="{FF2B5EF4-FFF2-40B4-BE49-F238E27FC236}">
                    <a16:creationId xmlns:a16="http://schemas.microsoft.com/office/drawing/2014/main" id="{B5CE48CF-9DEB-604B-9CE0-88AF596EB9D1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2" name="Rectangle: Top Corners Rounded 115">
                <a:extLst>
                  <a:ext uri="{FF2B5EF4-FFF2-40B4-BE49-F238E27FC236}">
                    <a16:creationId xmlns:a16="http://schemas.microsoft.com/office/drawing/2014/main" id="{EB41CDA7-3EF0-58F9-D24F-7C410258B756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CB58D075-CFDE-CB7D-9DAF-FAFBE99E6594}"/>
                </a:ext>
              </a:extLst>
            </p:cNvPr>
            <p:cNvGrpSpPr/>
            <p:nvPr/>
          </p:nvGrpSpPr>
          <p:grpSpPr>
            <a:xfrm>
              <a:off x="6319485" y="3623873"/>
              <a:ext cx="977831" cy="99950"/>
              <a:chOff x="7843520" y="3017520"/>
              <a:chExt cx="2806700" cy="274320"/>
            </a:xfrm>
            <a:solidFill>
              <a:srgbClr val="FFC7B3"/>
            </a:solidFill>
          </p:grpSpPr>
          <p:sp>
            <p:nvSpPr>
              <p:cNvPr id="267" name="Rectangle: Top Corners Rounded 100">
                <a:extLst>
                  <a:ext uri="{FF2B5EF4-FFF2-40B4-BE49-F238E27FC236}">
                    <a16:creationId xmlns:a16="http://schemas.microsoft.com/office/drawing/2014/main" id="{6EE138B3-1FE6-3453-A552-DDF977DB9704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8" name="Rectangle: Top Corners Rounded 101">
                <a:extLst>
                  <a:ext uri="{FF2B5EF4-FFF2-40B4-BE49-F238E27FC236}">
                    <a16:creationId xmlns:a16="http://schemas.microsoft.com/office/drawing/2014/main" id="{FEF9CB83-16A2-F88B-A327-2CD7A6DE8B6B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9" name="Rectangle: Top Corners Rounded 102">
                <a:extLst>
                  <a:ext uri="{FF2B5EF4-FFF2-40B4-BE49-F238E27FC236}">
                    <a16:creationId xmlns:a16="http://schemas.microsoft.com/office/drawing/2014/main" id="{E64EF893-29DB-9AA3-C39E-37B383204ABC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0F1B6EBE-7955-14D7-7017-3DF7D449EA40}"/>
                </a:ext>
              </a:extLst>
            </p:cNvPr>
            <p:cNvGrpSpPr/>
            <p:nvPr/>
          </p:nvGrpSpPr>
          <p:grpSpPr>
            <a:xfrm>
              <a:off x="7921722" y="3623873"/>
              <a:ext cx="977830" cy="99950"/>
              <a:chOff x="7843521" y="3017520"/>
              <a:chExt cx="2806699" cy="274320"/>
            </a:xfrm>
            <a:solidFill>
              <a:srgbClr val="FFC7B3"/>
            </a:solidFill>
          </p:grpSpPr>
          <p:sp>
            <p:nvSpPr>
              <p:cNvPr id="264" name="Rectangle: Top Corners Rounded 88">
                <a:extLst>
                  <a:ext uri="{FF2B5EF4-FFF2-40B4-BE49-F238E27FC236}">
                    <a16:creationId xmlns:a16="http://schemas.microsoft.com/office/drawing/2014/main" id="{4638DC71-A4F0-1488-9433-016D455E8137}"/>
                  </a:ext>
                </a:extLst>
              </p:cNvPr>
              <p:cNvSpPr/>
              <p:nvPr/>
            </p:nvSpPr>
            <p:spPr>
              <a:xfrm>
                <a:off x="7843521" y="3017520"/>
                <a:ext cx="589279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5" name="Rectangle: Top Corners Rounded 92">
                <a:extLst>
                  <a:ext uri="{FF2B5EF4-FFF2-40B4-BE49-F238E27FC236}">
                    <a16:creationId xmlns:a16="http://schemas.microsoft.com/office/drawing/2014/main" id="{BB9B670A-C5B3-124F-8C6C-83A76388946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6" name="Rectangle: Top Corners Rounded 94">
                <a:extLst>
                  <a:ext uri="{FF2B5EF4-FFF2-40B4-BE49-F238E27FC236}">
                    <a16:creationId xmlns:a16="http://schemas.microsoft.com/office/drawing/2014/main" id="{18CC04BF-9CF5-FF91-9340-5A5DE2B94041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587FD444-DC8B-9C0A-58B9-97FAAA7CD25F}"/>
                </a:ext>
              </a:extLst>
            </p:cNvPr>
            <p:cNvSpPr/>
            <p:nvPr/>
          </p:nvSpPr>
          <p:spPr>
            <a:xfrm>
              <a:off x="6200359" y="3723825"/>
              <a:ext cx="4504715" cy="641295"/>
            </a:xfrm>
            <a:prstGeom prst="rect">
              <a:avLst/>
            </a:prstGeom>
            <a:solidFill>
              <a:srgbClr val="FFC7B3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rPr>
                <a:t>I live in a community in Great Britain which has changed over time. Great Britain is an advanced civilisation.</a:t>
              </a:r>
              <a:r>
                <a:rPr lang="en-GB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rPr>
                <a:t> </a:t>
              </a:r>
            </a:p>
          </p:txBody>
        </p:sp>
      </p:grpSp>
      <p:grpSp>
        <p:nvGrpSpPr>
          <p:cNvPr id="458" name="Group 457">
            <a:extLst>
              <a:ext uri="{FF2B5EF4-FFF2-40B4-BE49-F238E27FC236}">
                <a16:creationId xmlns:a16="http://schemas.microsoft.com/office/drawing/2014/main" id="{F6136E4D-6D42-D82D-3160-E599CF2ADC36}"/>
              </a:ext>
            </a:extLst>
          </p:cNvPr>
          <p:cNvGrpSpPr/>
          <p:nvPr userDrawn="1"/>
        </p:nvGrpSpPr>
        <p:grpSpPr>
          <a:xfrm>
            <a:off x="3533229" y="4718397"/>
            <a:ext cx="8300637" cy="920150"/>
            <a:chOff x="3533229" y="4718397"/>
            <a:chExt cx="8300637" cy="920150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A8FA3185-966F-B147-A738-3D170B453661}"/>
                </a:ext>
              </a:extLst>
            </p:cNvPr>
            <p:cNvGrpSpPr/>
            <p:nvPr userDrawn="1"/>
          </p:nvGrpSpPr>
          <p:grpSpPr>
            <a:xfrm>
              <a:off x="3533229" y="4718397"/>
              <a:ext cx="8300637" cy="920150"/>
              <a:chOff x="3533229" y="4718397"/>
              <a:chExt cx="8300637" cy="920150"/>
            </a:xfrm>
          </p:grpSpPr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FA63682A-E3D9-512D-3154-E91ED757BCE5}"/>
                  </a:ext>
                </a:extLst>
              </p:cNvPr>
              <p:cNvGrpSpPr/>
              <p:nvPr/>
            </p:nvGrpSpPr>
            <p:grpSpPr>
              <a:xfrm>
                <a:off x="3533229" y="4718397"/>
                <a:ext cx="8300637" cy="920150"/>
                <a:chOff x="3533229" y="4718397"/>
                <a:chExt cx="8300637" cy="920150"/>
              </a:xfrm>
            </p:grpSpPr>
            <p:grpSp>
              <p:nvGrpSpPr>
                <p:cNvPr id="160" name="Group 159">
                  <a:extLst>
                    <a:ext uri="{FF2B5EF4-FFF2-40B4-BE49-F238E27FC236}">
                      <a16:creationId xmlns:a16="http://schemas.microsoft.com/office/drawing/2014/main" id="{DB409CED-2DEA-509B-CC11-F3FEF77FF4FE}"/>
                    </a:ext>
                  </a:extLst>
                </p:cNvPr>
                <p:cNvGrpSpPr/>
                <p:nvPr/>
              </p:nvGrpSpPr>
              <p:grpSpPr>
                <a:xfrm>
                  <a:off x="3533229" y="4738547"/>
                  <a:ext cx="8300637" cy="900000"/>
                  <a:chOff x="1999694" y="1717038"/>
                  <a:chExt cx="1713901" cy="2885442"/>
                </a:xfrm>
              </p:grpSpPr>
              <p:sp>
                <p:nvSpPr>
                  <p:cNvPr id="164" name="Rectangle: Rounded Corners 9">
                    <a:extLst>
                      <a:ext uri="{FF2B5EF4-FFF2-40B4-BE49-F238E27FC236}">
                        <a16:creationId xmlns:a16="http://schemas.microsoft.com/office/drawing/2014/main" id="{E6557A5A-2174-BE4D-ED29-667A99CEB4F9}"/>
                      </a:ext>
                    </a:extLst>
                  </p:cNvPr>
                  <p:cNvSpPr/>
                  <p:nvPr/>
                </p:nvSpPr>
                <p:spPr>
                  <a:xfrm>
                    <a:off x="1999694" y="1717038"/>
                    <a:ext cx="1713901" cy="2885442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  <a:ln>
                    <a:solidFill>
                      <a:schemeClr val="accent6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65" name="Rectangle: Rounded Corners 4">
                    <a:extLst>
                      <a:ext uri="{FF2B5EF4-FFF2-40B4-BE49-F238E27FC236}">
                        <a16:creationId xmlns:a16="http://schemas.microsoft.com/office/drawing/2014/main" id="{F04F1EAA-C84C-7D4E-4EFC-27D9221308CE}"/>
                      </a:ext>
                    </a:extLst>
                  </p:cNvPr>
                  <p:cNvSpPr txBox="1"/>
                  <p:nvPr/>
                </p:nvSpPr>
                <p:spPr>
                  <a:xfrm>
                    <a:off x="2083360" y="1800704"/>
                    <a:ext cx="1546569" cy="271811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lvl="0" indent="0" algn="ctr" defTabSz="12446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endParaRPr lang="en-GB" sz="2000" b="1" u="sng" kern="1200">
                      <a:solidFill>
                        <a:schemeClr val="tx1"/>
                      </a:solidFill>
                      <a:latin typeface="Sassoon Infant Rg" panose="02000503030000020003" pitchFamily="2" charset="0"/>
                      <a:ea typeface="Sassoon Infant Rg" panose="02000503030000020003" pitchFamily="2" charset="0"/>
                    </a:endParaRPr>
                  </a:p>
                </p:txBody>
              </p:sp>
            </p:grpSp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B0B7721-F37D-D7E1-5824-2A626C69B594}"/>
                    </a:ext>
                  </a:extLst>
                </p:cNvPr>
                <p:cNvGrpSpPr/>
                <p:nvPr/>
              </p:nvGrpSpPr>
              <p:grpSpPr>
                <a:xfrm>
                  <a:off x="3580299" y="4718397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62" name="Picture 161">
                    <a:extLst>
                      <a:ext uri="{FF2B5EF4-FFF2-40B4-BE49-F238E27FC236}">
                        <a16:creationId xmlns:a16="http://schemas.microsoft.com/office/drawing/2014/main" id="{F538DD89-2BCA-904A-F419-177DD0EDFA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63" name="TextBox 162">
                    <a:extLst>
                      <a:ext uri="{FF2B5EF4-FFF2-40B4-BE49-F238E27FC236}">
                        <a16:creationId xmlns:a16="http://schemas.microsoft.com/office/drawing/2014/main" id="{C0D296F3-6B96-6F1C-5A4D-8A19D6742B41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2400" b="1">
                        <a:latin typeface="Sassoon Infant Rg" panose="02000503030000020003" pitchFamily="2" charset="0"/>
                        <a:ea typeface="Sassoon Infant Rg" panose="02000503030000020003" pitchFamily="2" charset="0"/>
                      </a:rPr>
                      <a:t>2</a:t>
                    </a:r>
                  </a:p>
                </p:txBody>
              </p:sp>
            </p:grpSp>
          </p:grp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BC9D1680-CDDC-4752-BCDD-BB532A592B90}"/>
                  </a:ext>
                </a:extLst>
              </p:cNvPr>
              <p:cNvSpPr txBox="1"/>
              <p:nvPr/>
            </p:nvSpPr>
            <p:spPr>
              <a:xfrm>
                <a:off x="4440089" y="4822548"/>
                <a:ext cx="2257200" cy="738000"/>
              </a:xfrm>
              <a:prstGeom prst="rect">
                <a:avLst/>
              </a:prstGeom>
              <a:noFill/>
              <a:ln w="28575">
                <a:solidFill>
                  <a:schemeClr val="accent6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GB" sz="1400" b="1"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Victorian</a:t>
                </a:r>
              </a:p>
            </p:txBody>
          </p:sp>
        </p:grpSp>
        <p:grpSp>
          <p:nvGrpSpPr>
            <p:cNvPr id="444" name="Group 443">
              <a:extLst>
                <a:ext uri="{FF2B5EF4-FFF2-40B4-BE49-F238E27FC236}">
                  <a16:creationId xmlns:a16="http://schemas.microsoft.com/office/drawing/2014/main" id="{3B6E1D07-1CB8-53F3-F1B3-9FB31DC0CD6E}"/>
                </a:ext>
              </a:extLst>
            </p:cNvPr>
            <p:cNvGrpSpPr/>
            <p:nvPr userDrawn="1"/>
          </p:nvGrpSpPr>
          <p:grpSpPr>
            <a:xfrm>
              <a:off x="7065706" y="4804000"/>
              <a:ext cx="1235341" cy="736668"/>
              <a:chOff x="7065706" y="4804000"/>
              <a:chExt cx="1235341" cy="736668"/>
            </a:xfrm>
          </p:grpSpPr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29D5F401-00D8-6395-B174-0343CD995B67}"/>
                  </a:ext>
                </a:extLst>
              </p:cNvPr>
              <p:cNvGrpSpPr/>
              <p:nvPr/>
            </p:nvGrpSpPr>
            <p:grpSpPr>
              <a:xfrm>
                <a:off x="7065706" y="4804000"/>
                <a:ext cx="1235341" cy="736668"/>
                <a:chOff x="7508240" y="3017520"/>
                <a:chExt cx="3545840" cy="2021840"/>
              </a:xfrm>
              <a:solidFill>
                <a:srgbClr val="B4E6A2"/>
              </a:solidFill>
            </p:grpSpPr>
            <p:sp>
              <p:nvSpPr>
                <p:cNvPr id="373" name="Rectangle 372">
                  <a:extLst>
                    <a:ext uri="{FF2B5EF4-FFF2-40B4-BE49-F238E27FC236}">
                      <a16:creationId xmlns:a16="http://schemas.microsoft.com/office/drawing/2014/main" id="{7056DD78-2785-B546-397F-FB33CA23C2A2}"/>
                    </a:ext>
                  </a:extLst>
                </p:cNvPr>
                <p:cNvSpPr/>
                <p:nvPr/>
              </p:nvSpPr>
              <p:spPr>
                <a:xfrm>
                  <a:off x="7508240" y="3291840"/>
                  <a:ext cx="3545840" cy="1747520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>
                    <a:solidFill>
                      <a:schemeClr val="tx1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endParaRPr>
                </a:p>
              </p:txBody>
            </p:sp>
            <p:sp>
              <p:nvSpPr>
                <p:cNvPr id="374" name="Rectangle: Top Corners Rounded 107">
                  <a:extLst>
                    <a:ext uri="{FF2B5EF4-FFF2-40B4-BE49-F238E27FC236}">
                      <a16:creationId xmlns:a16="http://schemas.microsoft.com/office/drawing/2014/main" id="{2CCAD4BD-8DFF-A7BF-E531-300D09C0D949}"/>
                    </a:ext>
                  </a:extLst>
                </p:cNvPr>
                <p:cNvSpPr/>
                <p:nvPr/>
              </p:nvSpPr>
              <p:spPr>
                <a:xfrm>
                  <a:off x="784352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75" name="Rectangle: Top Corners Rounded 108">
                  <a:extLst>
                    <a:ext uri="{FF2B5EF4-FFF2-40B4-BE49-F238E27FC236}">
                      <a16:creationId xmlns:a16="http://schemas.microsoft.com/office/drawing/2014/main" id="{2FD391F5-FBCB-209E-2E1D-9DEC09D40AF0}"/>
                    </a:ext>
                  </a:extLst>
                </p:cNvPr>
                <p:cNvSpPr/>
                <p:nvPr/>
              </p:nvSpPr>
              <p:spPr>
                <a:xfrm>
                  <a:off x="898652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76" name="Rectangle: Top Corners Rounded 109">
                  <a:extLst>
                    <a:ext uri="{FF2B5EF4-FFF2-40B4-BE49-F238E27FC236}">
                      <a16:creationId xmlns:a16="http://schemas.microsoft.com/office/drawing/2014/main" id="{8643B391-29BB-5B3F-FF85-7AEFDD9AE006}"/>
                    </a:ext>
                  </a:extLst>
                </p:cNvPr>
                <p:cNvSpPr/>
                <p:nvPr/>
              </p:nvSpPr>
              <p:spPr>
                <a:xfrm>
                  <a:off x="1006094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pic>
            <p:nvPicPr>
              <p:cNvPr id="420" name="Picture 419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36BC1D37-BF03-934E-5B20-6E2EADCCBD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5"/>
              <a:srcRect b="18919"/>
              <a:stretch>
                <a:fillRect/>
              </a:stretch>
            </p:blipFill>
            <p:spPr>
              <a:xfrm>
                <a:off x="7361022" y="4922124"/>
                <a:ext cx="689748" cy="559256"/>
              </a:xfrm>
              <a:prstGeom prst="rect">
                <a:avLst/>
              </a:prstGeom>
            </p:spPr>
          </p:pic>
        </p:grpSp>
        <p:grpSp>
          <p:nvGrpSpPr>
            <p:cNvPr id="443" name="Group 442">
              <a:extLst>
                <a:ext uri="{FF2B5EF4-FFF2-40B4-BE49-F238E27FC236}">
                  <a16:creationId xmlns:a16="http://schemas.microsoft.com/office/drawing/2014/main" id="{4233F627-114B-54DC-2111-87EA50A038F6}"/>
                </a:ext>
              </a:extLst>
            </p:cNvPr>
            <p:cNvGrpSpPr/>
            <p:nvPr userDrawn="1"/>
          </p:nvGrpSpPr>
          <p:grpSpPr>
            <a:xfrm>
              <a:off x="8667944" y="4804000"/>
              <a:ext cx="1235341" cy="736668"/>
              <a:chOff x="8667944" y="4804000"/>
              <a:chExt cx="1235341" cy="736668"/>
            </a:xfrm>
          </p:grpSpPr>
          <p:grpSp>
            <p:nvGrpSpPr>
              <p:cNvPr id="364" name="Group 363">
                <a:extLst>
                  <a:ext uri="{FF2B5EF4-FFF2-40B4-BE49-F238E27FC236}">
                    <a16:creationId xmlns:a16="http://schemas.microsoft.com/office/drawing/2014/main" id="{10998376-ACEA-6005-7097-4C1F19B323F2}"/>
                  </a:ext>
                </a:extLst>
              </p:cNvPr>
              <p:cNvGrpSpPr/>
              <p:nvPr/>
            </p:nvGrpSpPr>
            <p:grpSpPr>
              <a:xfrm>
                <a:off x="8667944" y="4804000"/>
                <a:ext cx="1235341" cy="736668"/>
                <a:chOff x="7508240" y="3017520"/>
                <a:chExt cx="3545840" cy="2021840"/>
              </a:xfrm>
              <a:solidFill>
                <a:srgbClr val="B4E6A2"/>
              </a:solidFill>
            </p:grpSpPr>
            <p:sp>
              <p:nvSpPr>
                <p:cNvPr id="367" name="Rectangle 366">
                  <a:extLst>
                    <a:ext uri="{FF2B5EF4-FFF2-40B4-BE49-F238E27FC236}">
                      <a16:creationId xmlns:a16="http://schemas.microsoft.com/office/drawing/2014/main" id="{3C4DD219-D4CB-8989-FC86-DB04F03FF696}"/>
                    </a:ext>
                  </a:extLst>
                </p:cNvPr>
                <p:cNvSpPr/>
                <p:nvPr/>
              </p:nvSpPr>
              <p:spPr>
                <a:xfrm>
                  <a:off x="7508240" y="3291840"/>
                  <a:ext cx="3545840" cy="1747520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>
                    <a:solidFill>
                      <a:schemeClr val="tx1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endParaRPr>
                </a:p>
              </p:txBody>
            </p:sp>
            <p:sp>
              <p:nvSpPr>
                <p:cNvPr id="368" name="Rectangle: Top Corners Rounded 97">
                  <a:extLst>
                    <a:ext uri="{FF2B5EF4-FFF2-40B4-BE49-F238E27FC236}">
                      <a16:creationId xmlns:a16="http://schemas.microsoft.com/office/drawing/2014/main" id="{FE774687-9016-C461-E606-4B7E27445DE8}"/>
                    </a:ext>
                  </a:extLst>
                </p:cNvPr>
                <p:cNvSpPr/>
                <p:nvPr/>
              </p:nvSpPr>
              <p:spPr>
                <a:xfrm>
                  <a:off x="7843521" y="3017520"/>
                  <a:ext cx="589279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69" name="Rectangle: Top Corners Rounded 98">
                  <a:extLst>
                    <a:ext uri="{FF2B5EF4-FFF2-40B4-BE49-F238E27FC236}">
                      <a16:creationId xmlns:a16="http://schemas.microsoft.com/office/drawing/2014/main" id="{B61B7F70-F49D-E169-3702-C6C02A77DBEF}"/>
                    </a:ext>
                  </a:extLst>
                </p:cNvPr>
                <p:cNvSpPr/>
                <p:nvPr/>
              </p:nvSpPr>
              <p:spPr>
                <a:xfrm>
                  <a:off x="898652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70" name="Rectangle: Top Corners Rounded 99">
                  <a:extLst>
                    <a:ext uri="{FF2B5EF4-FFF2-40B4-BE49-F238E27FC236}">
                      <a16:creationId xmlns:a16="http://schemas.microsoft.com/office/drawing/2014/main" id="{DB71850B-DC9E-AA28-E33D-82EBFAFEAEF0}"/>
                    </a:ext>
                  </a:extLst>
                </p:cNvPr>
                <p:cNvSpPr/>
                <p:nvPr/>
              </p:nvSpPr>
              <p:spPr>
                <a:xfrm>
                  <a:off x="1006094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pic>
            <p:nvPicPr>
              <p:cNvPr id="422" name="Picture 421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CDE90D54-D9F1-FD41-4001-91F39A5BE19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6"/>
              <a:srcRect l="22926" t="8300" r="22763" b="27318"/>
              <a:stretch>
                <a:fillRect/>
              </a:stretch>
            </p:blipFill>
            <p:spPr>
              <a:xfrm>
                <a:off x="9039152" y="4927648"/>
                <a:ext cx="488392" cy="578963"/>
              </a:xfrm>
              <a:prstGeom prst="rect">
                <a:avLst/>
              </a:prstGeom>
            </p:spPr>
          </p:pic>
        </p:grpSp>
        <p:grpSp>
          <p:nvGrpSpPr>
            <p:cNvPr id="442" name="Group 441">
              <a:extLst>
                <a:ext uri="{FF2B5EF4-FFF2-40B4-BE49-F238E27FC236}">
                  <a16:creationId xmlns:a16="http://schemas.microsoft.com/office/drawing/2014/main" id="{A210496E-934D-2465-6661-8AC306570ADE}"/>
                </a:ext>
              </a:extLst>
            </p:cNvPr>
            <p:cNvGrpSpPr/>
            <p:nvPr userDrawn="1"/>
          </p:nvGrpSpPr>
          <p:grpSpPr>
            <a:xfrm>
              <a:off x="10346412" y="4804000"/>
              <a:ext cx="1235341" cy="736668"/>
              <a:chOff x="10346412" y="4804000"/>
              <a:chExt cx="1235341" cy="736668"/>
            </a:xfrm>
          </p:grpSpPr>
          <p:grpSp>
            <p:nvGrpSpPr>
              <p:cNvPr id="359" name="Group 358">
                <a:extLst>
                  <a:ext uri="{FF2B5EF4-FFF2-40B4-BE49-F238E27FC236}">
                    <a16:creationId xmlns:a16="http://schemas.microsoft.com/office/drawing/2014/main" id="{42C38AEA-B691-3021-D15A-91465835F8E1}"/>
                  </a:ext>
                </a:extLst>
              </p:cNvPr>
              <p:cNvGrpSpPr/>
              <p:nvPr/>
            </p:nvGrpSpPr>
            <p:grpSpPr>
              <a:xfrm>
                <a:off x="10346412" y="4804000"/>
                <a:ext cx="1235341" cy="736668"/>
                <a:chOff x="7508240" y="3017520"/>
                <a:chExt cx="3545840" cy="2021840"/>
              </a:xfrm>
              <a:solidFill>
                <a:srgbClr val="B4E6A2"/>
              </a:solidFill>
            </p:grpSpPr>
            <p:sp>
              <p:nvSpPr>
                <p:cNvPr id="377" name="Rectangle 376">
                  <a:extLst>
                    <a:ext uri="{FF2B5EF4-FFF2-40B4-BE49-F238E27FC236}">
                      <a16:creationId xmlns:a16="http://schemas.microsoft.com/office/drawing/2014/main" id="{D0B9D8B8-579A-1424-0597-675C52C6C2EC}"/>
                    </a:ext>
                  </a:extLst>
                </p:cNvPr>
                <p:cNvSpPr/>
                <p:nvPr/>
              </p:nvSpPr>
              <p:spPr>
                <a:xfrm>
                  <a:off x="7508240" y="3291840"/>
                  <a:ext cx="3545840" cy="1747520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>
                    <a:solidFill>
                      <a:schemeClr val="tx1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endParaRPr>
                </a:p>
              </p:txBody>
            </p:sp>
            <p:sp>
              <p:nvSpPr>
                <p:cNvPr id="378" name="Rectangle: Top Corners Rounded 112">
                  <a:extLst>
                    <a:ext uri="{FF2B5EF4-FFF2-40B4-BE49-F238E27FC236}">
                      <a16:creationId xmlns:a16="http://schemas.microsoft.com/office/drawing/2014/main" id="{C9EC93FB-519C-9182-F03C-6E5F2FEF4267}"/>
                    </a:ext>
                  </a:extLst>
                </p:cNvPr>
                <p:cNvSpPr/>
                <p:nvPr/>
              </p:nvSpPr>
              <p:spPr>
                <a:xfrm>
                  <a:off x="784352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79" name="Rectangle: Top Corners Rounded 113">
                  <a:extLst>
                    <a:ext uri="{FF2B5EF4-FFF2-40B4-BE49-F238E27FC236}">
                      <a16:creationId xmlns:a16="http://schemas.microsoft.com/office/drawing/2014/main" id="{F634F133-38AE-1E83-3287-77B7C222DBE4}"/>
                    </a:ext>
                  </a:extLst>
                </p:cNvPr>
                <p:cNvSpPr/>
                <p:nvPr/>
              </p:nvSpPr>
              <p:spPr>
                <a:xfrm>
                  <a:off x="898652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80" name="Rectangle: Top Corners Rounded 114">
                  <a:extLst>
                    <a:ext uri="{FF2B5EF4-FFF2-40B4-BE49-F238E27FC236}">
                      <a16:creationId xmlns:a16="http://schemas.microsoft.com/office/drawing/2014/main" id="{D9633C8F-741A-5185-5F92-744F0B7C445E}"/>
                    </a:ext>
                  </a:extLst>
                </p:cNvPr>
                <p:cNvSpPr/>
                <p:nvPr/>
              </p:nvSpPr>
              <p:spPr>
                <a:xfrm>
                  <a:off x="1006094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pic>
            <p:nvPicPr>
              <p:cNvPr id="424" name="Picture 423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02A3D056-7F31-B65D-B91D-5BA21F2F7AC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7"/>
              <a:srcRect l="10522" t="13075" r="13860" b="22828"/>
              <a:stretch>
                <a:fillRect/>
              </a:stretch>
            </p:blipFill>
            <p:spPr>
              <a:xfrm>
                <a:off x="10632327" y="4945577"/>
                <a:ext cx="663510" cy="562424"/>
              </a:xfrm>
              <a:prstGeom prst="rect">
                <a:avLst/>
              </a:prstGeom>
            </p:spPr>
          </p:pic>
        </p:grpSp>
      </p:grp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3E46082C-0C0D-5B8B-3D4A-3BFACF29872C}"/>
              </a:ext>
            </a:extLst>
          </p:cNvPr>
          <p:cNvGrpSpPr/>
          <p:nvPr userDrawn="1"/>
        </p:nvGrpSpPr>
        <p:grpSpPr>
          <a:xfrm>
            <a:off x="3533229" y="3693728"/>
            <a:ext cx="8300637" cy="926097"/>
            <a:chOff x="3533229" y="3693728"/>
            <a:chExt cx="8300637" cy="926097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F0E926C4-2155-E58A-DEBA-49ECA8446F4C}"/>
                </a:ext>
              </a:extLst>
            </p:cNvPr>
            <p:cNvGrpSpPr/>
            <p:nvPr userDrawn="1"/>
          </p:nvGrpSpPr>
          <p:grpSpPr>
            <a:xfrm>
              <a:off x="3533229" y="3693728"/>
              <a:ext cx="8300637" cy="926097"/>
              <a:chOff x="3533229" y="3693728"/>
              <a:chExt cx="8300637" cy="926097"/>
            </a:xfrm>
          </p:grpSpPr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BF4DB8C1-56C3-0D61-0715-937EABFB39FD}"/>
                  </a:ext>
                </a:extLst>
              </p:cNvPr>
              <p:cNvGrpSpPr/>
              <p:nvPr/>
            </p:nvGrpSpPr>
            <p:grpSpPr>
              <a:xfrm>
                <a:off x="3533229" y="3693728"/>
                <a:ext cx="8300637" cy="926097"/>
                <a:chOff x="3533229" y="3693728"/>
                <a:chExt cx="8300637" cy="926097"/>
              </a:xfrm>
            </p:grpSpPr>
            <p:grpSp>
              <p:nvGrpSpPr>
                <p:cNvPr id="169" name="Group 168">
                  <a:extLst>
                    <a:ext uri="{FF2B5EF4-FFF2-40B4-BE49-F238E27FC236}">
                      <a16:creationId xmlns:a16="http://schemas.microsoft.com/office/drawing/2014/main" id="{365D7AF7-79DF-74E4-9BC9-527CF9AA7EC8}"/>
                    </a:ext>
                  </a:extLst>
                </p:cNvPr>
                <p:cNvGrpSpPr/>
                <p:nvPr/>
              </p:nvGrpSpPr>
              <p:grpSpPr>
                <a:xfrm>
                  <a:off x="3533229" y="3719825"/>
                  <a:ext cx="8300637" cy="900000"/>
                  <a:chOff x="3999246" y="1747524"/>
                  <a:chExt cx="1713901" cy="2824471"/>
                </a:xfrm>
              </p:grpSpPr>
              <p:sp>
                <p:nvSpPr>
                  <p:cNvPr id="173" name="Rectangle: Rounded Corners 12">
                    <a:extLst>
                      <a:ext uri="{FF2B5EF4-FFF2-40B4-BE49-F238E27FC236}">
                        <a16:creationId xmlns:a16="http://schemas.microsoft.com/office/drawing/2014/main" id="{A582FC27-9626-C79A-DCF8-BB728999F615}"/>
                      </a:ext>
                    </a:extLst>
                  </p:cNvPr>
                  <p:cNvSpPr/>
                  <p:nvPr/>
                </p:nvSpPr>
                <p:spPr>
                  <a:xfrm>
                    <a:off x="3999246" y="1747524"/>
                    <a:ext cx="1713901" cy="2824471"/>
                  </a:xfrm>
                  <a:prstGeom prst="roundRect">
                    <a:avLst/>
                  </a:prstGeom>
                  <a:solidFill>
                    <a:srgbClr val="F892BB"/>
                  </a:solidFill>
                  <a:ln>
                    <a:solidFill>
                      <a:srgbClr val="F892BB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74" name="Rectangle: Rounded Corners 4">
                    <a:extLst>
                      <a:ext uri="{FF2B5EF4-FFF2-40B4-BE49-F238E27FC236}">
                        <a16:creationId xmlns:a16="http://schemas.microsoft.com/office/drawing/2014/main" id="{1CA1CC36-02AA-D168-4F33-54140B6FEE16}"/>
                      </a:ext>
                    </a:extLst>
                  </p:cNvPr>
                  <p:cNvSpPr txBox="1"/>
                  <p:nvPr/>
                </p:nvSpPr>
                <p:spPr>
                  <a:xfrm>
                    <a:off x="4082912" y="1831190"/>
                    <a:ext cx="1546569" cy="2657139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lvl="0" indent="0" algn="ctr" defTabSz="12446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endParaRPr lang="en-GB" sz="2000" b="1" u="sng" kern="1200">
                      <a:solidFill>
                        <a:schemeClr val="tx1"/>
                      </a:solidFill>
                      <a:latin typeface="Sassoon Infant Rg" panose="02000503030000020003" pitchFamily="2" charset="0"/>
                      <a:ea typeface="Sassoon Infant Rg" panose="02000503030000020003" pitchFamily="2" charset="0"/>
                    </a:endParaRPr>
                  </a:p>
                </p:txBody>
              </p:sp>
            </p:grpSp>
            <p:grpSp>
              <p:nvGrpSpPr>
                <p:cNvPr id="170" name="Group 169">
                  <a:extLst>
                    <a:ext uri="{FF2B5EF4-FFF2-40B4-BE49-F238E27FC236}">
                      <a16:creationId xmlns:a16="http://schemas.microsoft.com/office/drawing/2014/main" id="{730F5FA8-5EBE-55C8-6E46-AC5B5D69CD5F}"/>
                    </a:ext>
                  </a:extLst>
                </p:cNvPr>
                <p:cNvGrpSpPr/>
                <p:nvPr/>
              </p:nvGrpSpPr>
              <p:grpSpPr>
                <a:xfrm>
                  <a:off x="3580299" y="3693728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71" name="Picture 170">
                    <a:extLst>
                      <a:ext uri="{FF2B5EF4-FFF2-40B4-BE49-F238E27FC236}">
                        <a16:creationId xmlns:a16="http://schemas.microsoft.com/office/drawing/2014/main" id="{59E28D89-4BAE-32F2-8640-D09184DEE5C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72" name="TextBox 171">
                    <a:extLst>
                      <a:ext uri="{FF2B5EF4-FFF2-40B4-BE49-F238E27FC236}">
                        <a16:creationId xmlns:a16="http://schemas.microsoft.com/office/drawing/2014/main" id="{C9D93667-E78F-421B-36E4-E543B6CB748B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2400" b="1">
                        <a:latin typeface="Sassoon Infant Rg" panose="02000503030000020003" pitchFamily="2" charset="0"/>
                        <a:ea typeface="Sassoon Infant Rg" panose="02000503030000020003" pitchFamily="2" charset="0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3475D06C-3073-5FDE-A280-F6A973C5945D}"/>
                  </a:ext>
                </a:extLst>
              </p:cNvPr>
              <p:cNvSpPr txBox="1"/>
              <p:nvPr/>
            </p:nvSpPr>
            <p:spPr>
              <a:xfrm>
                <a:off x="4434793" y="3914005"/>
                <a:ext cx="2236214" cy="523220"/>
              </a:xfrm>
              <a:prstGeom prst="rect">
                <a:avLst/>
              </a:prstGeom>
              <a:noFill/>
              <a:ln w="28575">
                <a:solidFill>
                  <a:srgbClr val="BA0068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GB" sz="1400" b="1"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Tudors &amp; Stuarts,</a:t>
                </a:r>
              </a:p>
              <a:p>
                <a:pPr algn="ctr"/>
                <a:r>
                  <a:rPr lang="en-GB" sz="1400" b="1"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European Explorers</a:t>
                </a:r>
              </a:p>
            </p:txBody>
          </p:sp>
        </p:grpSp>
        <p:grpSp>
          <p:nvGrpSpPr>
            <p:cNvPr id="441" name="Group 440">
              <a:extLst>
                <a:ext uri="{FF2B5EF4-FFF2-40B4-BE49-F238E27FC236}">
                  <a16:creationId xmlns:a16="http://schemas.microsoft.com/office/drawing/2014/main" id="{1D002EA0-3502-669B-4628-0A18EBE579BD}"/>
                </a:ext>
              </a:extLst>
            </p:cNvPr>
            <p:cNvGrpSpPr/>
            <p:nvPr userDrawn="1"/>
          </p:nvGrpSpPr>
          <p:grpSpPr>
            <a:xfrm>
              <a:off x="7065706" y="3814869"/>
              <a:ext cx="1235341" cy="736668"/>
              <a:chOff x="7065706" y="3814869"/>
              <a:chExt cx="1235341" cy="736668"/>
            </a:xfrm>
          </p:grpSpPr>
          <p:grpSp>
            <p:nvGrpSpPr>
              <p:cNvPr id="394" name="Group 393">
                <a:extLst>
                  <a:ext uri="{FF2B5EF4-FFF2-40B4-BE49-F238E27FC236}">
                    <a16:creationId xmlns:a16="http://schemas.microsoft.com/office/drawing/2014/main" id="{129C0749-5C10-3C82-50E1-E4E220583F38}"/>
                  </a:ext>
                </a:extLst>
              </p:cNvPr>
              <p:cNvGrpSpPr/>
              <p:nvPr userDrawn="1"/>
            </p:nvGrpSpPr>
            <p:grpSpPr>
              <a:xfrm>
                <a:off x="7065706" y="3814869"/>
                <a:ext cx="1235341" cy="736668"/>
                <a:chOff x="7508240" y="3017520"/>
                <a:chExt cx="3545840" cy="2021840"/>
              </a:xfrm>
              <a:solidFill>
                <a:srgbClr val="F892BC"/>
              </a:solidFill>
            </p:grpSpPr>
            <p:sp>
              <p:nvSpPr>
                <p:cNvPr id="395" name="Rectangle 394">
                  <a:extLst>
                    <a:ext uri="{FF2B5EF4-FFF2-40B4-BE49-F238E27FC236}">
                      <a16:creationId xmlns:a16="http://schemas.microsoft.com/office/drawing/2014/main" id="{956A17B4-5027-F852-FF1E-2F85A7F5B3DC}"/>
                    </a:ext>
                  </a:extLst>
                </p:cNvPr>
                <p:cNvSpPr/>
                <p:nvPr/>
              </p:nvSpPr>
              <p:spPr>
                <a:xfrm>
                  <a:off x="7508240" y="3291840"/>
                  <a:ext cx="3545840" cy="1747520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>
                    <a:solidFill>
                      <a:schemeClr val="tx1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endParaRPr>
                </a:p>
              </p:txBody>
            </p:sp>
            <p:sp>
              <p:nvSpPr>
                <p:cNvPr id="396" name="Rectangle: Top Corners Rounded 107">
                  <a:extLst>
                    <a:ext uri="{FF2B5EF4-FFF2-40B4-BE49-F238E27FC236}">
                      <a16:creationId xmlns:a16="http://schemas.microsoft.com/office/drawing/2014/main" id="{78DC596F-16A5-7F7B-5203-324EA0DBBC3F}"/>
                    </a:ext>
                  </a:extLst>
                </p:cNvPr>
                <p:cNvSpPr/>
                <p:nvPr/>
              </p:nvSpPr>
              <p:spPr>
                <a:xfrm>
                  <a:off x="784352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97" name="Rectangle: Top Corners Rounded 108">
                  <a:extLst>
                    <a:ext uri="{FF2B5EF4-FFF2-40B4-BE49-F238E27FC236}">
                      <a16:creationId xmlns:a16="http://schemas.microsoft.com/office/drawing/2014/main" id="{89FAA665-95D7-0745-042E-F947F0450EB7}"/>
                    </a:ext>
                  </a:extLst>
                </p:cNvPr>
                <p:cNvSpPr/>
                <p:nvPr/>
              </p:nvSpPr>
              <p:spPr>
                <a:xfrm>
                  <a:off x="898652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98" name="Rectangle: Top Corners Rounded 109">
                  <a:extLst>
                    <a:ext uri="{FF2B5EF4-FFF2-40B4-BE49-F238E27FC236}">
                      <a16:creationId xmlns:a16="http://schemas.microsoft.com/office/drawing/2014/main" id="{EBD0FDA9-17DB-6529-42C9-DA18B8D73EBD}"/>
                    </a:ext>
                  </a:extLst>
                </p:cNvPr>
                <p:cNvSpPr/>
                <p:nvPr/>
              </p:nvSpPr>
              <p:spPr>
                <a:xfrm>
                  <a:off x="1006094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pic>
            <p:nvPicPr>
              <p:cNvPr id="426" name="Picture 425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9048DBAD-C1C3-3B81-ECA2-33743ED1A3D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8"/>
              <a:srcRect b="14599"/>
              <a:stretch>
                <a:fillRect/>
              </a:stretch>
            </p:blipFill>
            <p:spPr>
              <a:xfrm>
                <a:off x="7344790" y="3966070"/>
                <a:ext cx="665555" cy="568393"/>
              </a:xfrm>
              <a:prstGeom prst="rect">
                <a:avLst/>
              </a:prstGeom>
            </p:spPr>
          </p:pic>
        </p:grpSp>
        <p:grpSp>
          <p:nvGrpSpPr>
            <p:cNvPr id="440" name="Group 439">
              <a:extLst>
                <a:ext uri="{FF2B5EF4-FFF2-40B4-BE49-F238E27FC236}">
                  <a16:creationId xmlns:a16="http://schemas.microsoft.com/office/drawing/2014/main" id="{EDA5C15C-8E9D-E37C-FAA9-028BFA11EC9B}"/>
                </a:ext>
              </a:extLst>
            </p:cNvPr>
            <p:cNvGrpSpPr/>
            <p:nvPr userDrawn="1"/>
          </p:nvGrpSpPr>
          <p:grpSpPr>
            <a:xfrm>
              <a:off x="8667944" y="3814869"/>
              <a:ext cx="1235341" cy="736668"/>
              <a:chOff x="8667944" y="3814869"/>
              <a:chExt cx="1235341" cy="736668"/>
            </a:xfrm>
          </p:grpSpPr>
          <p:grpSp>
            <p:nvGrpSpPr>
              <p:cNvPr id="399" name="Group 398">
                <a:extLst>
                  <a:ext uri="{FF2B5EF4-FFF2-40B4-BE49-F238E27FC236}">
                    <a16:creationId xmlns:a16="http://schemas.microsoft.com/office/drawing/2014/main" id="{7469669D-2406-7E4F-ACA8-BC721CB6DB2C}"/>
                  </a:ext>
                </a:extLst>
              </p:cNvPr>
              <p:cNvGrpSpPr/>
              <p:nvPr userDrawn="1"/>
            </p:nvGrpSpPr>
            <p:grpSpPr>
              <a:xfrm>
                <a:off x="8667944" y="3814869"/>
                <a:ext cx="1235341" cy="736668"/>
                <a:chOff x="7508240" y="3017520"/>
                <a:chExt cx="3545840" cy="2021840"/>
              </a:xfrm>
              <a:solidFill>
                <a:srgbClr val="F892BC"/>
              </a:solidFill>
            </p:grpSpPr>
            <p:sp>
              <p:nvSpPr>
                <p:cNvPr id="400" name="Rectangle 399">
                  <a:extLst>
                    <a:ext uri="{FF2B5EF4-FFF2-40B4-BE49-F238E27FC236}">
                      <a16:creationId xmlns:a16="http://schemas.microsoft.com/office/drawing/2014/main" id="{844C0634-2DE9-E218-4B6E-17FFDEB7A68C}"/>
                    </a:ext>
                  </a:extLst>
                </p:cNvPr>
                <p:cNvSpPr/>
                <p:nvPr/>
              </p:nvSpPr>
              <p:spPr>
                <a:xfrm>
                  <a:off x="7508240" y="3291840"/>
                  <a:ext cx="3545840" cy="1747520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>
                    <a:solidFill>
                      <a:schemeClr val="tx1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endParaRPr>
                </a:p>
              </p:txBody>
            </p:sp>
            <p:sp>
              <p:nvSpPr>
                <p:cNvPr id="401" name="Rectangle: Top Corners Rounded 97">
                  <a:extLst>
                    <a:ext uri="{FF2B5EF4-FFF2-40B4-BE49-F238E27FC236}">
                      <a16:creationId xmlns:a16="http://schemas.microsoft.com/office/drawing/2014/main" id="{AA270C0A-A6AD-535B-200E-B4A2C2CFFCD3}"/>
                    </a:ext>
                  </a:extLst>
                </p:cNvPr>
                <p:cNvSpPr/>
                <p:nvPr/>
              </p:nvSpPr>
              <p:spPr>
                <a:xfrm>
                  <a:off x="7843521" y="3017520"/>
                  <a:ext cx="589279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2" name="Rectangle: Top Corners Rounded 98">
                  <a:extLst>
                    <a:ext uri="{FF2B5EF4-FFF2-40B4-BE49-F238E27FC236}">
                      <a16:creationId xmlns:a16="http://schemas.microsoft.com/office/drawing/2014/main" id="{42D7A5A0-C51E-360A-B01A-44D8D27D89F6}"/>
                    </a:ext>
                  </a:extLst>
                </p:cNvPr>
                <p:cNvSpPr/>
                <p:nvPr/>
              </p:nvSpPr>
              <p:spPr>
                <a:xfrm>
                  <a:off x="898652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3" name="Rectangle: Top Corners Rounded 99">
                  <a:extLst>
                    <a:ext uri="{FF2B5EF4-FFF2-40B4-BE49-F238E27FC236}">
                      <a16:creationId xmlns:a16="http://schemas.microsoft.com/office/drawing/2014/main" id="{B0D93F0F-44EA-F49D-B0BA-B6A7BE7E5676}"/>
                    </a:ext>
                  </a:extLst>
                </p:cNvPr>
                <p:cNvSpPr/>
                <p:nvPr/>
              </p:nvSpPr>
              <p:spPr>
                <a:xfrm>
                  <a:off x="1006094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pic>
            <p:nvPicPr>
              <p:cNvPr id="428" name="Picture 427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738DC154-9A4E-00A2-DD04-6F1CFD5CA3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19"/>
              <a:srcRect b="14599"/>
              <a:stretch>
                <a:fillRect/>
              </a:stretch>
            </p:blipFill>
            <p:spPr>
              <a:xfrm>
                <a:off x="8990578" y="3993349"/>
                <a:ext cx="580508" cy="495762"/>
              </a:xfrm>
              <a:prstGeom prst="rect">
                <a:avLst/>
              </a:prstGeom>
            </p:spPr>
          </p:pic>
        </p:grpSp>
        <p:grpSp>
          <p:nvGrpSpPr>
            <p:cNvPr id="439" name="Group 438">
              <a:extLst>
                <a:ext uri="{FF2B5EF4-FFF2-40B4-BE49-F238E27FC236}">
                  <a16:creationId xmlns:a16="http://schemas.microsoft.com/office/drawing/2014/main" id="{A3399638-C911-04BE-0A00-F4A599225360}"/>
                </a:ext>
              </a:extLst>
            </p:cNvPr>
            <p:cNvGrpSpPr/>
            <p:nvPr userDrawn="1"/>
          </p:nvGrpSpPr>
          <p:grpSpPr>
            <a:xfrm>
              <a:off x="10346412" y="3814869"/>
              <a:ext cx="1235341" cy="736668"/>
              <a:chOff x="10346412" y="3814869"/>
              <a:chExt cx="1235341" cy="736668"/>
            </a:xfrm>
          </p:grpSpPr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CB084C27-DDAC-6958-4333-4E9C4148D201}"/>
                  </a:ext>
                </a:extLst>
              </p:cNvPr>
              <p:cNvSpPr/>
              <p:nvPr/>
            </p:nvSpPr>
            <p:spPr>
              <a:xfrm>
                <a:off x="10346412" y="3914819"/>
                <a:ext cx="1235341" cy="636718"/>
              </a:xfrm>
              <a:prstGeom prst="rect">
                <a:avLst/>
              </a:prstGeom>
              <a:solidFill>
                <a:srgbClr val="F892B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endParaRPr>
              </a:p>
            </p:txBody>
          </p:sp>
          <p:sp>
            <p:nvSpPr>
              <p:cNvPr id="391" name="Rectangle: Top Corners Rounded 112">
                <a:extLst>
                  <a:ext uri="{FF2B5EF4-FFF2-40B4-BE49-F238E27FC236}">
                    <a16:creationId xmlns:a16="http://schemas.microsoft.com/office/drawing/2014/main" id="{A2851353-1549-2E2E-EAA8-95DDE9467309}"/>
                  </a:ext>
                </a:extLst>
              </p:cNvPr>
              <p:cNvSpPr/>
              <p:nvPr/>
            </p:nvSpPr>
            <p:spPr>
              <a:xfrm>
                <a:off x="10463221" y="3814869"/>
                <a:ext cx="205300" cy="99950"/>
              </a:xfrm>
              <a:prstGeom prst="round2SameRect">
                <a:avLst/>
              </a:prstGeom>
              <a:solidFill>
                <a:srgbClr val="F892B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2" name="Rectangle: Top Corners Rounded 113">
                <a:extLst>
                  <a:ext uri="{FF2B5EF4-FFF2-40B4-BE49-F238E27FC236}">
                    <a16:creationId xmlns:a16="http://schemas.microsoft.com/office/drawing/2014/main" id="{D39E8770-F3BE-F41D-0FCC-380A9312F149}"/>
                  </a:ext>
                </a:extLst>
              </p:cNvPr>
              <p:cNvSpPr/>
              <p:nvPr/>
            </p:nvSpPr>
            <p:spPr>
              <a:xfrm>
                <a:off x="10861432" y="3814869"/>
                <a:ext cx="205300" cy="99950"/>
              </a:xfrm>
              <a:prstGeom prst="round2SameRect">
                <a:avLst/>
              </a:prstGeom>
              <a:solidFill>
                <a:srgbClr val="F892B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3" name="Rectangle: Top Corners Rounded 114">
                <a:extLst>
                  <a:ext uri="{FF2B5EF4-FFF2-40B4-BE49-F238E27FC236}">
                    <a16:creationId xmlns:a16="http://schemas.microsoft.com/office/drawing/2014/main" id="{D51A5DB7-1556-1FA1-70A3-BF77D474D367}"/>
                  </a:ext>
                </a:extLst>
              </p:cNvPr>
              <p:cNvSpPr/>
              <p:nvPr/>
            </p:nvSpPr>
            <p:spPr>
              <a:xfrm>
                <a:off x="11235751" y="3814869"/>
                <a:ext cx="205300" cy="99950"/>
              </a:xfrm>
              <a:prstGeom prst="round2SameRect">
                <a:avLst/>
              </a:prstGeom>
              <a:solidFill>
                <a:srgbClr val="F892BC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435" name="Group 434">
                <a:extLst>
                  <a:ext uri="{FF2B5EF4-FFF2-40B4-BE49-F238E27FC236}">
                    <a16:creationId xmlns:a16="http://schemas.microsoft.com/office/drawing/2014/main" id="{64CFAB36-D4A9-578B-0F9D-A9B812A2E96A}"/>
                  </a:ext>
                </a:extLst>
              </p:cNvPr>
              <p:cNvGrpSpPr/>
              <p:nvPr userDrawn="1"/>
            </p:nvGrpSpPr>
            <p:grpSpPr>
              <a:xfrm>
                <a:off x="10463221" y="3972331"/>
                <a:ext cx="973189" cy="517690"/>
                <a:chOff x="2859370" y="-5825369"/>
                <a:chExt cx="10677358" cy="5679841"/>
              </a:xfrm>
            </p:grpSpPr>
            <p:pic>
              <p:nvPicPr>
                <p:cNvPr id="436" name="Picture 435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B36A8DF1-1877-6ADE-B20E-D5ED753F9EEB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20"/>
                <a:srcRect l="2836" t="3619" r="27403" b="14714"/>
                <a:stretch>
                  <a:fillRect/>
                </a:stretch>
              </p:blipFill>
              <p:spPr>
                <a:xfrm>
                  <a:off x="8752456" y="-5825369"/>
                  <a:ext cx="4784272" cy="5600703"/>
                </a:xfrm>
                <a:prstGeom prst="rect">
                  <a:avLst/>
                </a:prstGeom>
              </p:spPr>
            </p:pic>
            <p:pic>
              <p:nvPicPr>
                <p:cNvPr id="437" name="Picture 436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93F5EF78-EA5A-23E9-C16D-13CC0A4DA5EF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21"/>
                <a:srcRect l="23035" t="7543" r="22203" b="20791"/>
                <a:stretch>
                  <a:fillRect/>
                </a:stretch>
              </p:blipFill>
              <p:spPr>
                <a:xfrm>
                  <a:off x="2859370" y="-5060429"/>
                  <a:ext cx="3755570" cy="4914901"/>
                </a:xfrm>
                <a:prstGeom prst="rect">
                  <a:avLst/>
                </a:prstGeom>
              </p:spPr>
            </p:pic>
          </p:grpSp>
          <p:sp>
            <p:nvSpPr>
              <p:cNvPr id="438" name="Freeform 437">
                <a:extLst>
                  <a:ext uri="{FF2B5EF4-FFF2-40B4-BE49-F238E27FC236}">
                    <a16:creationId xmlns:a16="http://schemas.microsoft.com/office/drawing/2014/main" id="{A6CD2B11-4E2E-8796-0393-82AFD51D100F}"/>
                  </a:ext>
                </a:extLst>
              </p:cNvPr>
              <p:cNvSpPr/>
              <p:nvPr userDrawn="1"/>
            </p:nvSpPr>
            <p:spPr>
              <a:xfrm>
                <a:off x="10731500" y="4241800"/>
                <a:ext cx="381000" cy="92078"/>
              </a:xfrm>
              <a:custGeom>
                <a:avLst/>
                <a:gdLst>
                  <a:gd name="csX0" fmla="*/ 381000 w 381000"/>
                  <a:gd name="csY0" fmla="*/ 41275 h 92078"/>
                  <a:gd name="csX1" fmla="*/ 358775 w 381000"/>
                  <a:gd name="csY1" fmla="*/ 44450 h 92078"/>
                  <a:gd name="csX2" fmla="*/ 317500 w 381000"/>
                  <a:gd name="csY2" fmla="*/ 31750 h 92078"/>
                  <a:gd name="csX3" fmla="*/ 304800 w 381000"/>
                  <a:gd name="csY3" fmla="*/ 28575 h 92078"/>
                  <a:gd name="csX4" fmla="*/ 292100 w 381000"/>
                  <a:gd name="csY4" fmla="*/ 22225 h 92078"/>
                  <a:gd name="csX5" fmla="*/ 279400 w 381000"/>
                  <a:gd name="csY5" fmla="*/ 19050 h 92078"/>
                  <a:gd name="csX6" fmla="*/ 269875 w 381000"/>
                  <a:gd name="csY6" fmla="*/ 15875 h 92078"/>
                  <a:gd name="csX7" fmla="*/ 254000 w 381000"/>
                  <a:gd name="csY7" fmla="*/ 12700 h 92078"/>
                  <a:gd name="csX8" fmla="*/ 231775 w 381000"/>
                  <a:gd name="csY8" fmla="*/ 6350 h 92078"/>
                  <a:gd name="csX9" fmla="*/ 177800 w 381000"/>
                  <a:gd name="csY9" fmla="*/ 0 h 92078"/>
                  <a:gd name="csX10" fmla="*/ 130175 w 381000"/>
                  <a:gd name="csY10" fmla="*/ 3175 h 92078"/>
                  <a:gd name="csX11" fmla="*/ 104775 w 381000"/>
                  <a:gd name="csY11" fmla="*/ 15875 h 92078"/>
                  <a:gd name="csX12" fmla="*/ 95250 w 381000"/>
                  <a:gd name="csY12" fmla="*/ 19050 h 92078"/>
                  <a:gd name="csX13" fmla="*/ 88900 w 381000"/>
                  <a:gd name="csY13" fmla="*/ 28575 h 92078"/>
                  <a:gd name="csX14" fmla="*/ 79375 w 381000"/>
                  <a:gd name="csY14" fmla="*/ 31750 h 92078"/>
                  <a:gd name="csX15" fmla="*/ 60325 w 381000"/>
                  <a:gd name="csY15" fmla="*/ 41275 h 92078"/>
                  <a:gd name="csX16" fmla="*/ 41275 w 381000"/>
                  <a:gd name="csY16" fmla="*/ 60325 h 92078"/>
                  <a:gd name="csX17" fmla="*/ 22225 w 381000"/>
                  <a:gd name="csY17" fmla="*/ 73025 h 92078"/>
                  <a:gd name="csX18" fmla="*/ 0 w 381000"/>
                  <a:gd name="csY18" fmla="*/ 92075 h 92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381000" h="92078">
                    <a:moveTo>
                      <a:pt x="381000" y="41275"/>
                    </a:moveTo>
                    <a:cubicBezTo>
                      <a:pt x="373592" y="42333"/>
                      <a:pt x="366242" y="44948"/>
                      <a:pt x="358775" y="44450"/>
                    </a:cubicBezTo>
                    <a:cubicBezTo>
                      <a:pt x="339930" y="43194"/>
                      <a:pt x="333586" y="37112"/>
                      <a:pt x="317500" y="31750"/>
                    </a:cubicBezTo>
                    <a:cubicBezTo>
                      <a:pt x="313360" y="30370"/>
                      <a:pt x="308886" y="30107"/>
                      <a:pt x="304800" y="28575"/>
                    </a:cubicBezTo>
                    <a:cubicBezTo>
                      <a:pt x="300368" y="26913"/>
                      <a:pt x="296532" y="23887"/>
                      <a:pt x="292100" y="22225"/>
                    </a:cubicBezTo>
                    <a:cubicBezTo>
                      <a:pt x="288014" y="20693"/>
                      <a:pt x="283596" y="20249"/>
                      <a:pt x="279400" y="19050"/>
                    </a:cubicBezTo>
                    <a:cubicBezTo>
                      <a:pt x="276182" y="18131"/>
                      <a:pt x="273122" y="16687"/>
                      <a:pt x="269875" y="15875"/>
                    </a:cubicBezTo>
                    <a:cubicBezTo>
                      <a:pt x="264640" y="14566"/>
                      <a:pt x="259235" y="14009"/>
                      <a:pt x="254000" y="12700"/>
                    </a:cubicBezTo>
                    <a:cubicBezTo>
                      <a:pt x="235865" y="8166"/>
                      <a:pt x="253551" y="10309"/>
                      <a:pt x="231775" y="6350"/>
                    </a:cubicBezTo>
                    <a:cubicBezTo>
                      <a:pt x="214618" y="3231"/>
                      <a:pt x="194829" y="1703"/>
                      <a:pt x="177800" y="0"/>
                    </a:cubicBezTo>
                    <a:cubicBezTo>
                      <a:pt x="161925" y="1058"/>
                      <a:pt x="145722" y="-205"/>
                      <a:pt x="130175" y="3175"/>
                    </a:cubicBezTo>
                    <a:cubicBezTo>
                      <a:pt x="120925" y="5186"/>
                      <a:pt x="113755" y="12882"/>
                      <a:pt x="104775" y="15875"/>
                    </a:cubicBezTo>
                    <a:lnTo>
                      <a:pt x="95250" y="19050"/>
                    </a:lnTo>
                    <a:cubicBezTo>
                      <a:pt x="93133" y="22225"/>
                      <a:pt x="91880" y="26191"/>
                      <a:pt x="88900" y="28575"/>
                    </a:cubicBezTo>
                    <a:cubicBezTo>
                      <a:pt x="86287" y="30666"/>
                      <a:pt x="82368" y="30253"/>
                      <a:pt x="79375" y="31750"/>
                    </a:cubicBezTo>
                    <a:cubicBezTo>
                      <a:pt x="54756" y="44060"/>
                      <a:pt x="84266" y="33295"/>
                      <a:pt x="60325" y="41275"/>
                    </a:cubicBezTo>
                    <a:cubicBezTo>
                      <a:pt x="53975" y="47625"/>
                      <a:pt x="48747" y="55344"/>
                      <a:pt x="41275" y="60325"/>
                    </a:cubicBezTo>
                    <a:cubicBezTo>
                      <a:pt x="34925" y="64558"/>
                      <a:pt x="27621" y="67629"/>
                      <a:pt x="22225" y="73025"/>
                    </a:cubicBezTo>
                    <a:cubicBezTo>
                      <a:pt x="2427" y="92823"/>
                      <a:pt x="12155" y="92075"/>
                      <a:pt x="0" y="92075"/>
                    </a:cubicBezTo>
                  </a:path>
                </a:pathLst>
              </a:custGeom>
              <a:noFill/>
              <a:ln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4841E7D1-CC97-31B4-4CCA-8E26B4854392}"/>
              </a:ext>
            </a:extLst>
          </p:cNvPr>
          <p:cNvGrpSpPr/>
          <p:nvPr userDrawn="1"/>
        </p:nvGrpSpPr>
        <p:grpSpPr>
          <a:xfrm>
            <a:off x="3525668" y="2709975"/>
            <a:ext cx="8308198" cy="912750"/>
            <a:chOff x="3525668" y="2709975"/>
            <a:chExt cx="8308198" cy="912750"/>
          </a:xfrm>
        </p:grpSpPr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F60B318B-1B7C-2B29-A428-7E7A9EFCFCE3}"/>
                </a:ext>
              </a:extLst>
            </p:cNvPr>
            <p:cNvGrpSpPr/>
            <p:nvPr userDrawn="1"/>
          </p:nvGrpSpPr>
          <p:grpSpPr>
            <a:xfrm>
              <a:off x="3525668" y="2709975"/>
              <a:ext cx="8308198" cy="912750"/>
              <a:chOff x="3525668" y="2709975"/>
              <a:chExt cx="8308198" cy="912750"/>
            </a:xfrm>
          </p:grpSpPr>
          <p:grpSp>
            <p:nvGrpSpPr>
              <p:cNvPr id="176" name="Group 175">
                <a:extLst>
                  <a:ext uri="{FF2B5EF4-FFF2-40B4-BE49-F238E27FC236}">
                    <a16:creationId xmlns:a16="http://schemas.microsoft.com/office/drawing/2014/main" id="{C672F6CD-F784-4577-32ED-6BC8E3C3FC25}"/>
                  </a:ext>
                </a:extLst>
              </p:cNvPr>
              <p:cNvGrpSpPr/>
              <p:nvPr/>
            </p:nvGrpSpPr>
            <p:grpSpPr>
              <a:xfrm>
                <a:off x="3525668" y="2709975"/>
                <a:ext cx="8308198" cy="912750"/>
                <a:chOff x="3525668" y="2709975"/>
                <a:chExt cx="8308198" cy="912750"/>
              </a:xfrm>
            </p:grpSpPr>
            <p:grpSp>
              <p:nvGrpSpPr>
                <p:cNvPr id="178" name="Group 177">
                  <a:extLst>
                    <a:ext uri="{FF2B5EF4-FFF2-40B4-BE49-F238E27FC236}">
                      <a16:creationId xmlns:a16="http://schemas.microsoft.com/office/drawing/2014/main" id="{648C646D-44CB-FB8D-EF4E-6CC6D5590A6C}"/>
                    </a:ext>
                  </a:extLst>
                </p:cNvPr>
                <p:cNvGrpSpPr/>
                <p:nvPr/>
              </p:nvGrpSpPr>
              <p:grpSpPr>
                <a:xfrm>
                  <a:off x="3533229" y="2722725"/>
                  <a:ext cx="8300637" cy="900000"/>
                  <a:chOff x="5998798" y="1737362"/>
                  <a:chExt cx="1713901" cy="2844795"/>
                </a:xfrm>
              </p:grpSpPr>
              <p:sp>
                <p:nvSpPr>
                  <p:cNvPr id="182" name="Rectangle: Rounded Corners 15">
                    <a:extLst>
                      <a:ext uri="{FF2B5EF4-FFF2-40B4-BE49-F238E27FC236}">
                        <a16:creationId xmlns:a16="http://schemas.microsoft.com/office/drawing/2014/main" id="{3507D94A-D1E1-343A-B1AD-E25D68043E70}"/>
                      </a:ext>
                    </a:extLst>
                  </p:cNvPr>
                  <p:cNvSpPr/>
                  <p:nvPr/>
                </p:nvSpPr>
                <p:spPr>
                  <a:xfrm>
                    <a:off x="5998798" y="1737362"/>
                    <a:ext cx="1713901" cy="2844795"/>
                  </a:xfrm>
                  <a:prstGeom prst="roundRect">
                    <a:avLst/>
                  </a:prstGeom>
                  <a:solidFill>
                    <a:srgbClr val="BDD7EF"/>
                  </a:solidFill>
                  <a:ln>
                    <a:solidFill>
                      <a:srgbClr val="BDD7EF"/>
                    </a:solidFill>
                  </a:ln>
                </p:spPr>
                <p:style>
                  <a:lnRef idx="2">
                    <a:scrgbClr r="0" g="0" b="0"/>
                  </a:lnRef>
                  <a:fillRef idx="1">
                    <a:scrgbClr r="0" g="0" b="0"/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endParaRPr lang="en-GB"/>
                  </a:p>
                </p:txBody>
              </p:sp>
              <p:sp>
                <p:nvSpPr>
                  <p:cNvPr id="183" name="Rectangle: Rounded Corners 4">
                    <a:extLst>
                      <a:ext uri="{FF2B5EF4-FFF2-40B4-BE49-F238E27FC236}">
                        <a16:creationId xmlns:a16="http://schemas.microsoft.com/office/drawing/2014/main" id="{CE5D815D-9069-4D5A-2C8F-C3FD0C978D72}"/>
                      </a:ext>
                    </a:extLst>
                  </p:cNvPr>
                  <p:cNvSpPr txBox="1"/>
                  <p:nvPr/>
                </p:nvSpPr>
                <p:spPr>
                  <a:xfrm>
                    <a:off x="6082464" y="1821028"/>
                    <a:ext cx="1546569" cy="2344261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106680" tIns="106680" rIns="106680" bIns="106680" numCol="1" spcCol="1270" anchor="t" anchorCtr="0">
                    <a:noAutofit/>
                  </a:bodyPr>
                  <a:lstStyle/>
                  <a:p>
                    <a:pPr marL="0" lvl="0" indent="0" algn="ctr" defTabSz="12446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endParaRPr lang="en-GB" sz="2000" b="1" u="sng" kern="1200">
                      <a:solidFill>
                        <a:schemeClr val="tx1"/>
                      </a:solidFill>
                      <a:latin typeface="Sassoon Infant Rg" panose="02000503030000020003" pitchFamily="2" charset="0"/>
                      <a:ea typeface="Sassoon Infant Rg" panose="02000503030000020003" pitchFamily="2" charset="0"/>
                    </a:endParaRPr>
                  </a:p>
                </p:txBody>
              </p:sp>
            </p:grpSp>
            <p:grpSp>
              <p:nvGrpSpPr>
                <p:cNvPr id="179" name="Group 178">
                  <a:extLst>
                    <a:ext uri="{FF2B5EF4-FFF2-40B4-BE49-F238E27FC236}">
                      <a16:creationId xmlns:a16="http://schemas.microsoft.com/office/drawing/2014/main" id="{CFCC9173-8718-6C39-2FF0-8F5808600AF4}"/>
                    </a:ext>
                  </a:extLst>
                </p:cNvPr>
                <p:cNvGrpSpPr/>
                <p:nvPr/>
              </p:nvGrpSpPr>
              <p:grpSpPr>
                <a:xfrm>
                  <a:off x="3525668" y="2709975"/>
                  <a:ext cx="801261" cy="903352"/>
                  <a:chOff x="4462145" y="450020"/>
                  <a:chExt cx="801261" cy="903352"/>
                </a:xfrm>
              </p:grpSpPr>
              <p:pic>
                <p:nvPicPr>
                  <p:cNvPr id="180" name="Picture 179">
                    <a:extLst>
                      <a:ext uri="{FF2B5EF4-FFF2-40B4-BE49-F238E27FC236}">
                        <a16:creationId xmlns:a16="http://schemas.microsoft.com/office/drawing/2014/main" id="{9A3FDB78-8252-0346-C69F-5024946529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ackgroundRemoval t="9932" b="95719" l="8301" r="96332">
                                <a14:foregroundMark x1="9266" y1="45034" x2="9266" y2="45034"/>
                                <a14:foregroundMark x1="9653" y1="49658" x2="9653" y2="49658"/>
                                <a14:foregroundMark x1="43436" y1="93664" x2="43436" y2="93664"/>
                                <a14:foregroundMark x1="95174" y1="43836" x2="95174" y2="43836"/>
                                <a14:foregroundMark x1="95946" y1="48973" x2="95946" y2="48973"/>
                                <a14:foregroundMark x1="96525" y1="43664" x2="96525" y2="43664"/>
                                <a14:foregroundMark x1="61004" y1="95719" x2="61004" y2="95719"/>
                                <a14:foregroundMark x1="41313" y1="12671" x2="41313" y2="12671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462145" y="450020"/>
                    <a:ext cx="801261" cy="903352"/>
                  </a:xfrm>
                  <a:prstGeom prst="rect">
                    <a:avLst/>
                  </a:prstGeom>
                </p:spPr>
              </p:pic>
              <p:sp>
                <p:nvSpPr>
                  <p:cNvPr id="181" name="TextBox 180">
                    <a:extLst>
                      <a:ext uri="{FF2B5EF4-FFF2-40B4-BE49-F238E27FC236}">
                        <a16:creationId xmlns:a16="http://schemas.microsoft.com/office/drawing/2014/main" id="{1C38E2DB-9DA3-6C64-9876-80E32CEA420F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080" y="708024"/>
                    <a:ext cx="375920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sz="2400" b="1">
                        <a:latin typeface="Sassoon Infant Rg" panose="02000503030000020003" pitchFamily="2" charset="0"/>
                        <a:ea typeface="Sassoon Infant Rg" panose="02000503030000020003" pitchFamily="2" charset="0"/>
                      </a:rPr>
                      <a:t>4</a:t>
                    </a:r>
                  </a:p>
                </p:txBody>
              </p:sp>
            </p:grpSp>
          </p:grp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753DC1B0-4779-CA96-86F0-A46C38355677}"/>
                  </a:ext>
                </a:extLst>
              </p:cNvPr>
              <p:cNvSpPr txBox="1"/>
              <p:nvPr/>
            </p:nvSpPr>
            <p:spPr>
              <a:xfrm>
                <a:off x="4434793" y="2814995"/>
                <a:ext cx="2257200" cy="738664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b="1"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Anglo Saxons &amp; Vikings,</a:t>
                </a:r>
              </a:p>
              <a:p>
                <a:pPr algn="ctr"/>
                <a:r>
                  <a:rPr lang="en-GB" sz="1400" b="1"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Mayan Civilisation</a:t>
                </a:r>
              </a:p>
              <a:p>
                <a:pPr algn="ctr"/>
                <a:r>
                  <a:rPr lang="en-GB" sz="1400" b="1">
                    <a:latin typeface="Sassoon Infant Rg" panose="02000503030000020003" pitchFamily="2" charset="0"/>
                    <a:ea typeface="Sassoon Infant Rg" panose="02000503030000020003" pitchFamily="2" charset="0"/>
                  </a:rPr>
                  <a:t>Golden Age of Islam</a:t>
                </a:r>
              </a:p>
            </p:txBody>
          </p:sp>
        </p:grp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4688CDE4-F00E-4647-4159-5019161F4CD9}"/>
                </a:ext>
              </a:extLst>
            </p:cNvPr>
            <p:cNvGrpSpPr/>
            <p:nvPr userDrawn="1"/>
          </p:nvGrpSpPr>
          <p:grpSpPr>
            <a:xfrm>
              <a:off x="8667944" y="2807564"/>
              <a:ext cx="1235341" cy="736668"/>
              <a:chOff x="8667944" y="2807564"/>
              <a:chExt cx="1235341" cy="736668"/>
            </a:xfrm>
          </p:grpSpPr>
          <p:grpSp>
            <p:nvGrpSpPr>
              <p:cNvPr id="414" name="Group 413">
                <a:extLst>
                  <a:ext uri="{FF2B5EF4-FFF2-40B4-BE49-F238E27FC236}">
                    <a16:creationId xmlns:a16="http://schemas.microsoft.com/office/drawing/2014/main" id="{21DBFDFA-AA5A-6243-25B3-E2E4A75B2A87}"/>
                  </a:ext>
                </a:extLst>
              </p:cNvPr>
              <p:cNvGrpSpPr/>
              <p:nvPr userDrawn="1"/>
            </p:nvGrpSpPr>
            <p:grpSpPr>
              <a:xfrm>
                <a:off x="8667944" y="2807564"/>
                <a:ext cx="1235341" cy="736668"/>
                <a:chOff x="7508240" y="3017520"/>
                <a:chExt cx="3545840" cy="2021840"/>
              </a:xfrm>
              <a:solidFill>
                <a:srgbClr val="BDD7EF"/>
              </a:solidFill>
            </p:grpSpPr>
            <p:sp>
              <p:nvSpPr>
                <p:cNvPr id="415" name="Rectangle 414">
                  <a:extLst>
                    <a:ext uri="{FF2B5EF4-FFF2-40B4-BE49-F238E27FC236}">
                      <a16:creationId xmlns:a16="http://schemas.microsoft.com/office/drawing/2014/main" id="{156C828B-6BAD-E31D-0568-6BC621E1817C}"/>
                    </a:ext>
                  </a:extLst>
                </p:cNvPr>
                <p:cNvSpPr/>
                <p:nvPr/>
              </p:nvSpPr>
              <p:spPr>
                <a:xfrm>
                  <a:off x="7508240" y="3291840"/>
                  <a:ext cx="3545840" cy="1747520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>
                    <a:solidFill>
                      <a:schemeClr val="tx1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endParaRPr>
                </a:p>
              </p:txBody>
            </p:sp>
            <p:sp>
              <p:nvSpPr>
                <p:cNvPr id="416" name="Rectangle: Top Corners Rounded 97">
                  <a:extLst>
                    <a:ext uri="{FF2B5EF4-FFF2-40B4-BE49-F238E27FC236}">
                      <a16:creationId xmlns:a16="http://schemas.microsoft.com/office/drawing/2014/main" id="{AE27FF17-F11C-F42F-0392-FD018F301B19}"/>
                    </a:ext>
                  </a:extLst>
                </p:cNvPr>
                <p:cNvSpPr/>
                <p:nvPr/>
              </p:nvSpPr>
              <p:spPr>
                <a:xfrm>
                  <a:off x="7843521" y="3017520"/>
                  <a:ext cx="589279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17" name="Rectangle: Top Corners Rounded 98">
                  <a:extLst>
                    <a:ext uri="{FF2B5EF4-FFF2-40B4-BE49-F238E27FC236}">
                      <a16:creationId xmlns:a16="http://schemas.microsoft.com/office/drawing/2014/main" id="{FCDCE358-5CE3-8F62-9D1E-E1F82D6B7606}"/>
                    </a:ext>
                  </a:extLst>
                </p:cNvPr>
                <p:cNvSpPr/>
                <p:nvPr/>
              </p:nvSpPr>
              <p:spPr>
                <a:xfrm>
                  <a:off x="898652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18" name="Rectangle: Top Corners Rounded 99">
                  <a:extLst>
                    <a:ext uri="{FF2B5EF4-FFF2-40B4-BE49-F238E27FC236}">
                      <a16:creationId xmlns:a16="http://schemas.microsoft.com/office/drawing/2014/main" id="{4CEE7C09-72CF-01B4-EC9D-3056B3049AED}"/>
                    </a:ext>
                  </a:extLst>
                </p:cNvPr>
                <p:cNvSpPr/>
                <p:nvPr/>
              </p:nvSpPr>
              <p:spPr>
                <a:xfrm>
                  <a:off x="1006094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pic>
            <p:nvPicPr>
              <p:cNvPr id="446" name="Picture 445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3EDE316E-0306-8CB0-2004-17F1AE765D1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2"/>
              <a:srcRect l="8816" t="3258" r="9445" b="16443"/>
              <a:stretch>
                <a:fillRect/>
              </a:stretch>
            </p:blipFill>
            <p:spPr>
              <a:xfrm>
                <a:off x="9034260" y="2984436"/>
                <a:ext cx="523023" cy="513810"/>
              </a:xfrm>
              <a:prstGeom prst="rect">
                <a:avLst/>
              </a:prstGeom>
            </p:spPr>
          </p:pic>
        </p:grpSp>
        <p:grpSp>
          <p:nvGrpSpPr>
            <p:cNvPr id="456" name="Group 455">
              <a:extLst>
                <a:ext uri="{FF2B5EF4-FFF2-40B4-BE49-F238E27FC236}">
                  <a16:creationId xmlns:a16="http://schemas.microsoft.com/office/drawing/2014/main" id="{5C6D696E-0C58-5EB2-3682-5F91B165BFC7}"/>
                </a:ext>
              </a:extLst>
            </p:cNvPr>
            <p:cNvGrpSpPr/>
            <p:nvPr userDrawn="1"/>
          </p:nvGrpSpPr>
          <p:grpSpPr>
            <a:xfrm>
              <a:off x="10346412" y="2807564"/>
              <a:ext cx="1235341" cy="736668"/>
              <a:chOff x="10346412" y="2807564"/>
              <a:chExt cx="1235341" cy="736668"/>
            </a:xfrm>
          </p:grpSpPr>
          <p:grpSp>
            <p:nvGrpSpPr>
              <p:cNvPr id="404" name="Group 403">
                <a:extLst>
                  <a:ext uri="{FF2B5EF4-FFF2-40B4-BE49-F238E27FC236}">
                    <a16:creationId xmlns:a16="http://schemas.microsoft.com/office/drawing/2014/main" id="{8BE2F97D-535E-B1C8-987F-05AED773D89E}"/>
                  </a:ext>
                </a:extLst>
              </p:cNvPr>
              <p:cNvGrpSpPr/>
              <p:nvPr userDrawn="1"/>
            </p:nvGrpSpPr>
            <p:grpSpPr>
              <a:xfrm>
                <a:off x="10346412" y="2807564"/>
                <a:ext cx="1235341" cy="736668"/>
                <a:chOff x="7508240" y="3017520"/>
                <a:chExt cx="3545840" cy="2021840"/>
              </a:xfrm>
              <a:solidFill>
                <a:srgbClr val="BDD7EF"/>
              </a:solidFill>
            </p:grpSpPr>
            <p:sp>
              <p:nvSpPr>
                <p:cNvPr id="405" name="Rectangle 404">
                  <a:extLst>
                    <a:ext uri="{FF2B5EF4-FFF2-40B4-BE49-F238E27FC236}">
                      <a16:creationId xmlns:a16="http://schemas.microsoft.com/office/drawing/2014/main" id="{2B5365B9-4C48-B3D8-A915-A0E53BA2573D}"/>
                    </a:ext>
                  </a:extLst>
                </p:cNvPr>
                <p:cNvSpPr/>
                <p:nvPr/>
              </p:nvSpPr>
              <p:spPr>
                <a:xfrm>
                  <a:off x="7508240" y="3291840"/>
                  <a:ext cx="3545840" cy="1747520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>
                    <a:solidFill>
                      <a:schemeClr val="tx1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endParaRPr>
                </a:p>
              </p:txBody>
            </p:sp>
            <p:sp>
              <p:nvSpPr>
                <p:cNvPr id="406" name="Rectangle: Top Corners Rounded 112">
                  <a:extLst>
                    <a:ext uri="{FF2B5EF4-FFF2-40B4-BE49-F238E27FC236}">
                      <a16:creationId xmlns:a16="http://schemas.microsoft.com/office/drawing/2014/main" id="{FB30D75D-5C2A-8A46-7001-BF3D7180F533}"/>
                    </a:ext>
                  </a:extLst>
                </p:cNvPr>
                <p:cNvSpPr/>
                <p:nvPr/>
              </p:nvSpPr>
              <p:spPr>
                <a:xfrm>
                  <a:off x="784352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7" name="Rectangle: Top Corners Rounded 113">
                  <a:extLst>
                    <a:ext uri="{FF2B5EF4-FFF2-40B4-BE49-F238E27FC236}">
                      <a16:creationId xmlns:a16="http://schemas.microsoft.com/office/drawing/2014/main" id="{99700288-E276-4317-4146-783782B7695A}"/>
                    </a:ext>
                  </a:extLst>
                </p:cNvPr>
                <p:cNvSpPr/>
                <p:nvPr/>
              </p:nvSpPr>
              <p:spPr>
                <a:xfrm>
                  <a:off x="898652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8" name="Rectangle: Top Corners Rounded 114">
                  <a:extLst>
                    <a:ext uri="{FF2B5EF4-FFF2-40B4-BE49-F238E27FC236}">
                      <a16:creationId xmlns:a16="http://schemas.microsoft.com/office/drawing/2014/main" id="{EA53491E-E827-16AE-5570-FD57F133CE4F}"/>
                    </a:ext>
                  </a:extLst>
                </p:cNvPr>
                <p:cNvSpPr/>
                <p:nvPr/>
              </p:nvSpPr>
              <p:spPr>
                <a:xfrm>
                  <a:off x="1006094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pic>
            <p:nvPicPr>
              <p:cNvPr id="452" name="Picture 451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8AF632E9-7701-15BB-5402-5DEF8A365E3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3"/>
              <a:srcRect l="9336" t="4385" r="11209" b="19230"/>
              <a:stretch>
                <a:fillRect/>
              </a:stretch>
            </p:blipFill>
            <p:spPr>
              <a:xfrm>
                <a:off x="10710853" y="2953203"/>
                <a:ext cx="555378" cy="533918"/>
              </a:xfrm>
              <a:prstGeom prst="rect">
                <a:avLst/>
              </a:prstGeom>
            </p:spPr>
          </p:pic>
        </p:grpSp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B34E0565-42CC-F707-2DE9-60E5AE91EBEB}"/>
                </a:ext>
              </a:extLst>
            </p:cNvPr>
            <p:cNvGrpSpPr/>
            <p:nvPr userDrawn="1"/>
          </p:nvGrpSpPr>
          <p:grpSpPr>
            <a:xfrm>
              <a:off x="7065706" y="2807564"/>
              <a:ext cx="1235341" cy="736668"/>
              <a:chOff x="7065706" y="2807564"/>
              <a:chExt cx="1235341" cy="736668"/>
            </a:xfrm>
          </p:grpSpPr>
          <p:grpSp>
            <p:nvGrpSpPr>
              <p:cNvPr id="409" name="Group 408">
                <a:extLst>
                  <a:ext uri="{FF2B5EF4-FFF2-40B4-BE49-F238E27FC236}">
                    <a16:creationId xmlns:a16="http://schemas.microsoft.com/office/drawing/2014/main" id="{1717EBF2-5072-71D2-5DB7-67E183645D47}"/>
                  </a:ext>
                </a:extLst>
              </p:cNvPr>
              <p:cNvGrpSpPr/>
              <p:nvPr userDrawn="1"/>
            </p:nvGrpSpPr>
            <p:grpSpPr>
              <a:xfrm>
                <a:off x="7065706" y="2807564"/>
                <a:ext cx="1235341" cy="736668"/>
                <a:chOff x="7508240" y="3017520"/>
                <a:chExt cx="3545840" cy="2021840"/>
              </a:xfrm>
              <a:solidFill>
                <a:srgbClr val="BDD7EF"/>
              </a:solidFill>
            </p:grpSpPr>
            <p:sp>
              <p:nvSpPr>
                <p:cNvPr id="410" name="Rectangle 409">
                  <a:extLst>
                    <a:ext uri="{FF2B5EF4-FFF2-40B4-BE49-F238E27FC236}">
                      <a16:creationId xmlns:a16="http://schemas.microsoft.com/office/drawing/2014/main" id="{7C6B5FA1-9C39-D26E-B8C5-BE8FCED2967B}"/>
                    </a:ext>
                  </a:extLst>
                </p:cNvPr>
                <p:cNvSpPr/>
                <p:nvPr/>
              </p:nvSpPr>
              <p:spPr>
                <a:xfrm>
                  <a:off x="7508240" y="3291840"/>
                  <a:ext cx="3545840" cy="1747520"/>
                </a:xfrm>
                <a:prstGeom prst="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>
                    <a:solidFill>
                      <a:schemeClr val="tx1"/>
                    </a:solidFill>
                    <a:latin typeface="Sassoon Infant Rg" panose="02000503030000020003" pitchFamily="2" charset="0"/>
                    <a:ea typeface="Sassoon Infant Rg" panose="02000503030000020003" pitchFamily="2" charset="0"/>
                  </a:endParaRPr>
                </a:p>
              </p:txBody>
            </p:sp>
            <p:sp>
              <p:nvSpPr>
                <p:cNvPr id="411" name="Rectangle: Top Corners Rounded 107">
                  <a:extLst>
                    <a:ext uri="{FF2B5EF4-FFF2-40B4-BE49-F238E27FC236}">
                      <a16:creationId xmlns:a16="http://schemas.microsoft.com/office/drawing/2014/main" id="{8F2F7E38-EE5A-0AE2-F485-12AA33B0F2D3}"/>
                    </a:ext>
                  </a:extLst>
                </p:cNvPr>
                <p:cNvSpPr/>
                <p:nvPr/>
              </p:nvSpPr>
              <p:spPr>
                <a:xfrm>
                  <a:off x="784352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12" name="Rectangle: Top Corners Rounded 108">
                  <a:extLst>
                    <a:ext uri="{FF2B5EF4-FFF2-40B4-BE49-F238E27FC236}">
                      <a16:creationId xmlns:a16="http://schemas.microsoft.com/office/drawing/2014/main" id="{22349D01-7EA4-4F0F-AA37-4DE9F6BD2873}"/>
                    </a:ext>
                  </a:extLst>
                </p:cNvPr>
                <p:cNvSpPr/>
                <p:nvPr/>
              </p:nvSpPr>
              <p:spPr>
                <a:xfrm>
                  <a:off x="898652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13" name="Rectangle: Top Corners Rounded 109">
                  <a:extLst>
                    <a:ext uri="{FF2B5EF4-FFF2-40B4-BE49-F238E27FC236}">
                      <a16:creationId xmlns:a16="http://schemas.microsoft.com/office/drawing/2014/main" id="{E36E6EAE-96AD-C364-9178-58ACB06AEC67}"/>
                    </a:ext>
                  </a:extLst>
                </p:cNvPr>
                <p:cNvSpPr/>
                <p:nvPr/>
              </p:nvSpPr>
              <p:spPr>
                <a:xfrm>
                  <a:off x="10060940" y="3017520"/>
                  <a:ext cx="589280" cy="274320"/>
                </a:xfrm>
                <a:prstGeom prst="round2SameRect">
                  <a:avLst/>
                </a:prstGeom>
                <a:grpFill/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pic>
            <p:nvPicPr>
              <p:cNvPr id="454" name="Picture 453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B649CFF9-56B6-CF93-ADB0-02CE94A8E56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4"/>
              <a:srcRect l="5951" t="15158" r="4665" b="28051"/>
              <a:stretch>
                <a:fillRect/>
              </a:stretch>
            </p:blipFill>
            <p:spPr>
              <a:xfrm>
                <a:off x="7271558" y="2981885"/>
                <a:ext cx="827830" cy="525969"/>
              </a:xfrm>
              <a:prstGeom prst="rect">
                <a:avLst/>
              </a:prstGeom>
            </p:spPr>
          </p:pic>
        </p:grp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B5CE050A-A3A8-F762-4CE8-6F898363EDE3}"/>
              </a:ext>
            </a:extLst>
          </p:cNvPr>
          <p:cNvGrpSpPr/>
          <p:nvPr userDrawn="1"/>
        </p:nvGrpSpPr>
        <p:grpSpPr>
          <a:xfrm>
            <a:off x="7062526" y="4797199"/>
            <a:ext cx="4504715" cy="741248"/>
            <a:chOff x="6200359" y="3623872"/>
            <a:chExt cx="4504715" cy="741248"/>
          </a:xfrm>
          <a:solidFill>
            <a:srgbClr val="C5E0B4"/>
          </a:solidFill>
        </p:grpSpPr>
        <p:sp>
          <p:nvSpPr>
            <p:cNvPr id="274" name="Rectangle: Top Corners Rounded 20">
              <a:extLst>
                <a:ext uri="{FF2B5EF4-FFF2-40B4-BE49-F238E27FC236}">
                  <a16:creationId xmlns:a16="http://schemas.microsoft.com/office/drawing/2014/main" id="{6B6494AB-4E3F-0BF7-4657-43516048292F}"/>
                </a:ext>
              </a:extLst>
            </p:cNvPr>
            <p:cNvSpPr/>
            <p:nvPr/>
          </p:nvSpPr>
          <p:spPr>
            <a:xfrm>
              <a:off x="7506869" y="3627304"/>
              <a:ext cx="205300" cy="99950"/>
            </a:xfrm>
            <a:prstGeom prst="round2SameRect">
              <a:avLst/>
            </a:prstGeom>
            <a:solidFill>
              <a:srgbClr val="B4E6A2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75" name="Rectangle: Top Corners Rounded 21">
              <a:extLst>
                <a:ext uri="{FF2B5EF4-FFF2-40B4-BE49-F238E27FC236}">
                  <a16:creationId xmlns:a16="http://schemas.microsoft.com/office/drawing/2014/main" id="{82C87CAE-285E-95D4-8104-C57B610974A3}"/>
                </a:ext>
              </a:extLst>
            </p:cNvPr>
            <p:cNvSpPr/>
            <p:nvPr/>
          </p:nvSpPr>
          <p:spPr>
            <a:xfrm>
              <a:off x="9138503" y="3623872"/>
              <a:ext cx="205300" cy="99950"/>
            </a:xfrm>
            <a:prstGeom prst="round2SameRect">
              <a:avLst/>
            </a:prstGeom>
            <a:solidFill>
              <a:srgbClr val="B4E6A2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0C186AA0-33AA-A1FC-1E21-C0608540DF88}"/>
                </a:ext>
              </a:extLst>
            </p:cNvPr>
            <p:cNvGrpSpPr/>
            <p:nvPr/>
          </p:nvGrpSpPr>
          <p:grpSpPr>
            <a:xfrm>
              <a:off x="9600185" y="3623873"/>
              <a:ext cx="977829" cy="99950"/>
              <a:chOff x="7843520" y="3017520"/>
              <a:chExt cx="2806700" cy="274320"/>
            </a:xfrm>
            <a:grpFill/>
          </p:grpSpPr>
          <p:sp>
            <p:nvSpPr>
              <p:cNvPr id="286" name="Rectangle: Top Corners Rounded 134">
                <a:extLst>
                  <a:ext uri="{FF2B5EF4-FFF2-40B4-BE49-F238E27FC236}">
                    <a16:creationId xmlns:a16="http://schemas.microsoft.com/office/drawing/2014/main" id="{BEED99ED-2054-69C0-C0CF-72A1CB5E3B53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solidFill>
                <a:srgbClr val="B4E6A2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87" name="Rectangle: Top Corners Rounded 135">
                <a:extLst>
                  <a:ext uri="{FF2B5EF4-FFF2-40B4-BE49-F238E27FC236}">
                    <a16:creationId xmlns:a16="http://schemas.microsoft.com/office/drawing/2014/main" id="{10956FAD-E467-138A-B28C-BF44ADFFAAF8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solidFill>
                <a:srgbClr val="B4E6A2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88" name="Rectangle: Top Corners Rounded 136">
                <a:extLst>
                  <a:ext uri="{FF2B5EF4-FFF2-40B4-BE49-F238E27FC236}">
                    <a16:creationId xmlns:a16="http://schemas.microsoft.com/office/drawing/2014/main" id="{92228D9C-4677-FC62-D1B4-1D9FFFDC5C4A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solidFill>
                <a:srgbClr val="B4E6A2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B59AEDA4-B7C0-4459-4B0C-69745E5AA3F8}"/>
                </a:ext>
              </a:extLst>
            </p:cNvPr>
            <p:cNvGrpSpPr/>
            <p:nvPr/>
          </p:nvGrpSpPr>
          <p:grpSpPr>
            <a:xfrm>
              <a:off x="6319479" y="3623873"/>
              <a:ext cx="977829" cy="99950"/>
              <a:chOff x="7843520" y="3017520"/>
              <a:chExt cx="2806700" cy="274320"/>
            </a:xfrm>
            <a:grpFill/>
          </p:grpSpPr>
          <p:sp>
            <p:nvSpPr>
              <p:cNvPr id="283" name="Rectangle: Top Corners Rounded 131">
                <a:extLst>
                  <a:ext uri="{FF2B5EF4-FFF2-40B4-BE49-F238E27FC236}">
                    <a16:creationId xmlns:a16="http://schemas.microsoft.com/office/drawing/2014/main" id="{CA17A6E8-7EA5-0C4A-8859-BCEB36028668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solidFill>
                <a:srgbClr val="B4E6A2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84" name="Rectangle: Top Corners Rounded 132">
                <a:extLst>
                  <a:ext uri="{FF2B5EF4-FFF2-40B4-BE49-F238E27FC236}">
                    <a16:creationId xmlns:a16="http://schemas.microsoft.com/office/drawing/2014/main" id="{B7DA4FF4-CC6B-9D69-E1C2-0577432B9080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solidFill>
                <a:srgbClr val="B4E6A2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85" name="Rectangle: Top Corners Rounded 133">
                <a:extLst>
                  <a:ext uri="{FF2B5EF4-FFF2-40B4-BE49-F238E27FC236}">
                    <a16:creationId xmlns:a16="http://schemas.microsoft.com/office/drawing/2014/main" id="{C0BA19D6-8393-1ECC-4994-250ECC39C987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solidFill>
                <a:srgbClr val="B4E6A2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68573E56-722C-7FDF-43E2-69025FC3274A}"/>
                </a:ext>
              </a:extLst>
            </p:cNvPr>
            <p:cNvGrpSpPr/>
            <p:nvPr/>
          </p:nvGrpSpPr>
          <p:grpSpPr>
            <a:xfrm>
              <a:off x="7921725" y="3623873"/>
              <a:ext cx="977831" cy="99950"/>
              <a:chOff x="7843521" y="3017520"/>
              <a:chExt cx="2806699" cy="274320"/>
            </a:xfrm>
            <a:grpFill/>
          </p:grpSpPr>
          <p:sp>
            <p:nvSpPr>
              <p:cNvPr id="280" name="Rectangle: Top Corners Rounded 125">
                <a:extLst>
                  <a:ext uri="{FF2B5EF4-FFF2-40B4-BE49-F238E27FC236}">
                    <a16:creationId xmlns:a16="http://schemas.microsoft.com/office/drawing/2014/main" id="{6179CA44-0B62-25F1-3C7C-3D63C20AFA7C}"/>
                  </a:ext>
                </a:extLst>
              </p:cNvPr>
              <p:cNvSpPr/>
              <p:nvPr/>
            </p:nvSpPr>
            <p:spPr>
              <a:xfrm>
                <a:off x="7843521" y="3017520"/>
                <a:ext cx="589279" cy="274320"/>
              </a:xfrm>
              <a:prstGeom prst="round2SameRect">
                <a:avLst/>
              </a:prstGeom>
              <a:solidFill>
                <a:srgbClr val="B4E6A2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81" name="Rectangle: Top Corners Rounded 129">
                <a:extLst>
                  <a:ext uri="{FF2B5EF4-FFF2-40B4-BE49-F238E27FC236}">
                    <a16:creationId xmlns:a16="http://schemas.microsoft.com/office/drawing/2014/main" id="{65DA2E94-A1F4-F52A-B4E8-9CBBC7B4683A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solidFill>
                <a:srgbClr val="B4E6A2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82" name="Rectangle: Top Corners Rounded 130">
                <a:extLst>
                  <a:ext uri="{FF2B5EF4-FFF2-40B4-BE49-F238E27FC236}">
                    <a16:creationId xmlns:a16="http://schemas.microsoft.com/office/drawing/2014/main" id="{6FFD48AB-FFA2-E573-C172-E041DD8D778F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solidFill>
                <a:srgbClr val="B4E6A2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32D41720-1E96-D9B8-E842-4EA3084CEEE8}"/>
                </a:ext>
              </a:extLst>
            </p:cNvPr>
            <p:cNvSpPr/>
            <p:nvPr/>
          </p:nvSpPr>
          <p:spPr>
            <a:xfrm>
              <a:off x="6200359" y="3723825"/>
              <a:ext cx="4504715" cy="641295"/>
            </a:xfrm>
            <a:prstGeom prst="rect">
              <a:avLst/>
            </a:prstGeom>
            <a:solidFill>
              <a:srgbClr val="B4E6A2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rPr>
                <a:t>The civilisation in Great Britain became more advanced during the Victorian era. The Industrial Revolution changed the way people lived, worked and travelled. </a:t>
              </a:r>
            </a:p>
          </p:txBody>
        </p:sp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A7DA278C-99D5-E19E-9DBF-BA7E2CED617C}"/>
              </a:ext>
            </a:extLst>
          </p:cNvPr>
          <p:cNvGrpSpPr/>
          <p:nvPr userDrawn="1"/>
        </p:nvGrpSpPr>
        <p:grpSpPr>
          <a:xfrm>
            <a:off x="7071837" y="3811776"/>
            <a:ext cx="4504715" cy="741248"/>
            <a:chOff x="6200359" y="3623872"/>
            <a:chExt cx="4504715" cy="741248"/>
          </a:xfrm>
          <a:solidFill>
            <a:srgbClr val="F892BB"/>
          </a:solidFill>
        </p:grpSpPr>
        <p:sp>
          <p:nvSpPr>
            <p:cNvPr id="290" name="Rectangle: Top Corners Rounded 139">
              <a:extLst>
                <a:ext uri="{FF2B5EF4-FFF2-40B4-BE49-F238E27FC236}">
                  <a16:creationId xmlns:a16="http://schemas.microsoft.com/office/drawing/2014/main" id="{745101AE-E20C-5715-2726-24635A5DC338}"/>
                </a:ext>
              </a:extLst>
            </p:cNvPr>
            <p:cNvSpPr/>
            <p:nvPr/>
          </p:nvSpPr>
          <p:spPr>
            <a:xfrm>
              <a:off x="7506869" y="3627304"/>
              <a:ext cx="205300" cy="99950"/>
            </a:xfrm>
            <a:prstGeom prst="round2Same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1" name="Rectangle: Top Corners Rounded 140">
              <a:extLst>
                <a:ext uri="{FF2B5EF4-FFF2-40B4-BE49-F238E27FC236}">
                  <a16:creationId xmlns:a16="http://schemas.microsoft.com/office/drawing/2014/main" id="{0622B19C-665B-A4F4-EC66-7D3137CBF20B}"/>
                </a:ext>
              </a:extLst>
            </p:cNvPr>
            <p:cNvSpPr/>
            <p:nvPr/>
          </p:nvSpPr>
          <p:spPr>
            <a:xfrm>
              <a:off x="9138503" y="3623872"/>
              <a:ext cx="205300" cy="99950"/>
            </a:xfrm>
            <a:prstGeom prst="round2Same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A2327DBF-D5C7-AB0C-6EF2-28EE8CC9E045}"/>
                </a:ext>
              </a:extLst>
            </p:cNvPr>
            <p:cNvGrpSpPr/>
            <p:nvPr/>
          </p:nvGrpSpPr>
          <p:grpSpPr>
            <a:xfrm>
              <a:off x="9600185" y="3623873"/>
              <a:ext cx="977829" cy="99950"/>
              <a:chOff x="7843520" y="3017520"/>
              <a:chExt cx="2806700" cy="274320"/>
            </a:xfrm>
            <a:grpFill/>
          </p:grpSpPr>
          <p:sp>
            <p:nvSpPr>
              <p:cNvPr id="302" name="Rectangle: Top Corners Rounded 151">
                <a:extLst>
                  <a:ext uri="{FF2B5EF4-FFF2-40B4-BE49-F238E27FC236}">
                    <a16:creationId xmlns:a16="http://schemas.microsoft.com/office/drawing/2014/main" id="{92562A5A-DDFF-D158-A957-F9F1D3964783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3" name="Rectangle: Top Corners Rounded 152">
                <a:extLst>
                  <a:ext uri="{FF2B5EF4-FFF2-40B4-BE49-F238E27FC236}">
                    <a16:creationId xmlns:a16="http://schemas.microsoft.com/office/drawing/2014/main" id="{42471E05-1161-C4D8-2C5C-4D7D03713194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4" name="Rectangle: Top Corners Rounded 153">
                <a:extLst>
                  <a:ext uri="{FF2B5EF4-FFF2-40B4-BE49-F238E27FC236}">
                    <a16:creationId xmlns:a16="http://schemas.microsoft.com/office/drawing/2014/main" id="{94FE93C7-CEFA-2AAB-C043-1E1C2A400066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920CA255-9EF3-8A33-868D-57FE3E0E593E}"/>
                </a:ext>
              </a:extLst>
            </p:cNvPr>
            <p:cNvGrpSpPr/>
            <p:nvPr/>
          </p:nvGrpSpPr>
          <p:grpSpPr>
            <a:xfrm>
              <a:off x="6319479" y="3623873"/>
              <a:ext cx="977829" cy="99950"/>
              <a:chOff x="7843520" y="3017520"/>
              <a:chExt cx="2806700" cy="274320"/>
            </a:xfrm>
            <a:grpFill/>
          </p:grpSpPr>
          <p:sp>
            <p:nvSpPr>
              <p:cNvPr id="299" name="Rectangle: Top Corners Rounded 148">
                <a:extLst>
                  <a:ext uri="{FF2B5EF4-FFF2-40B4-BE49-F238E27FC236}">
                    <a16:creationId xmlns:a16="http://schemas.microsoft.com/office/drawing/2014/main" id="{FEC9EDEB-5E37-5BCF-8824-729892FF91E6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0" name="Rectangle: Top Corners Rounded 149">
                <a:extLst>
                  <a:ext uri="{FF2B5EF4-FFF2-40B4-BE49-F238E27FC236}">
                    <a16:creationId xmlns:a16="http://schemas.microsoft.com/office/drawing/2014/main" id="{E0DCE5C4-BE3A-B3A2-7EE6-F05C509CA6FE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1" name="Rectangle: Top Corners Rounded 150">
                <a:extLst>
                  <a:ext uri="{FF2B5EF4-FFF2-40B4-BE49-F238E27FC236}">
                    <a16:creationId xmlns:a16="http://schemas.microsoft.com/office/drawing/2014/main" id="{0BAF7764-D5CA-0DAB-D8E5-5194FFBC4D8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B5D2E39F-8D81-FAF0-472C-42E0C83DB556}"/>
                </a:ext>
              </a:extLst>
            </p:cNvPr>
            <p:cNvGrpSpPr/>
            <p:nvPr/>
          </p:nvGrpSpPr>
          <p:grpSpPr>
            <a:xfrm>
              <a:off x="7921725" y="3623873"/>
              <a:ext cx="977831" cy="99950"/>
              <a:chOff x="7843521" y="3017520"/>
              <a:chExt cx="2806699" cy="274320"/>
            </a:xfrm>
            <a:grpFill/>
          </p:grpSpPr>
          <p:sp>
            <p:nvSpPr>
              <p:cNvPr id="296" name="Rectangle: Top Corners Rounded 145">
                <a:extLst>
                  <a:ext uri="{FF2B5EF4-FFF2-40B4-BE49-F238E27FC236}">
                    <a16:creationId xmlns:a16="http://schemas.microsoft.com/office/drawing/2014/main" id="{018A5EB2-D869-8675-724E-582E72E62627}"/>
                  </a:ext>
                </a:extLst>
              </p:cNvPr>
              <p:cNvSpPr/>
              <p:nvPr/>
            </p:nvSpPr>
            <p:spPr>
              <a:xfrm>
                <a:off x="7843521" y="3017520"/>
                <a:ext cx="589279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7" name="Rectangle: Top Corners Rounded 146">
                <a:extLst>
                  <a:ext uri="{FF2B5EF4-FFF2-40B4-BE49-F238E27FC236}">
                    <a16:creationId xmlns:a16="http://schemas.microsoft.com/office/drawing/2014/main" id="{854F6449-28DD-2FF0-716D-FD9E1A63F788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8" name="Rectangle: Top Corners Rounded 147">
                <a:extLst>
                  <a:ext uri="{FF2B5EF4-FFF2-40B4-BE49-F238E27FC236}">
                    <a16:creationId xmlns:a16="http://schemas.microsoft.com/office/drawing/2014/main" id="{86D4138E-87D0-F9B8-3FB5-035AF04D2A91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042BB9B2-A823-F5C5-D0F8-F4B1F45C2C38}"/>
                </a:ext>
              </a:extLst>
            </p:cNvPr>
            <p:cNvSpPr/>
            <p:nvPr/>
          </p:nvSpPr>
          <p:spPr>
            <a:xfrm>
              <a:off x="6200359" y="3723825"/>
              <a:ext cx="4504715" cy="64129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rPr>
                <a:t>European explorers discovered other civilisations in different lands. </a:t>
              </a:r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BC030BF5-63C1-02E5-B9E8-5A8975BF7E39}"/>
              </a:ext>
            </a:extLst>
          </p:cNvPr>
          <p:cNvGrpSpPr/>
          <p:nvPr userDrawn="1"/>
        </p:nvGrpSpPr>
        <p:grpSpPr>
          <a:xfrm>
            <a:off x="7065588" y="2799856"/>
            <a:ext cx="4504715" cy="741248"/>
            <a:chOff x="6200359" y="3623872"/>
            <a:chExt cx="4504715" cy="741248"/>
          </a:xfrm>
          <a:solidFill>
            <a:srgbClr val="BDD7EE"/>
          </a:solidFill>
        </p:grpSpPr>
        <p:sp>
          <p:nvSpPr>
            <p:cNvPr id="306" name="Rectangle: Top Corners Rounded 155">
              <a:extLst>
                <a:ext uri="{FF2B5EF4-FFF2-40B4-BE49-F238E27FC236}">
                  <a16:creationId xmlns:a16="http://schemas.microsoft.com/office/drawing/2014/main" id="{EA144885-2BE0-51D9-F615-D7AB636FA777}"/>
                </a:ext>
              </a:extLst>
            </p:cNvPr>
            <p:cNvSpPr/>
            <p:nvPr/>
          </p:nvSpPr>
          <p:spPr>
            <a:xfrm>
              <a:off x="7506869" y="3627304"/>
              <a:ext cx="205300" cy="99950"/>
            </a:xfrm>
            <a:prstGeom prst="round2Same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7" name="Rectangle: Top Corners Rounded 156">
              <a:extLst>
                <a:ext uri="{FF2B5EF4-FFF2-40B4-BE49-F238E27FC236}">
                  <a16:creationId xmlns:a16="http://schemas.microsoft.com/office/drawing/2014/main" id="{A787B7D1-C7DB-EAE8-CEE6-37D8FF911C1F}"/>
                </a:ext>
              </a:extLst>
            </p:cNvPr>
            <p:cNvSpPr/>
            <p:nvPr/>
          </p:nvSpPr>
          <p:spPr>
            <a:xfrm>
              <a:off x="9138503" y="3623872"/>
              <a:ext cx="205300" cy="99950"/>
            </a:xfrm>
            <a:prstGeom prst="round2Same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136E773B-653C-41B6-315C-49A999DA39B5}"/>
                </a:ext>
              </a:extLst>
            </p:cNvPr>
            <p:cNvGrpSpPr/>
            <p:nvPr/>
          </p:nvGrpSpPr>
          <p:grpSpPr>
            <a:xfrm>
              <a:off x="9600185" y="3623873"/>
              <a:ext cx="977829" cy="99950"/>
              <a:chOff x="7843520" y="3017520"/>
              <a:chExt cx="2806700" cy="274320"/>
            </a:xfrm>
            <a:grpFill/>
          </p:grpSpPr>
          <p:sp>
            <p:nvSpPr>
              <p:cNvPr id="318" name="Rectangle: Top Corners Rounded 167">
                <a:extLst>
                  <a:ext uri="{FF2B5EF4-FFF2-40B4-BE49-F238E27FC236}">
                    <a16:creationId xmlns:a16="http://schemas.microsoft.com/office/drawing/2014/main" id="{83845219-FC1D-D509-2735-6D533FEE2EEC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9" name="Rectangle: Top Corners Rounded 168">
                <a:extLst>
                  <a:ext uri="{FF2B5EF4-FFF2-40B4-BE49-F238E27FC236}">
                    <a16:creationId xmlns:a16="http://schemas.microsoft.com/office/drawing/2014/main" id="{4265C21F-1523-EDDE-F357-32962FCC62E4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0" name="Rectangle: Top Corners Rounded 169">
                <a:extLst>
                  <a:ext uri="{FF2B5EF4-FFF2-40B4-BE49-F238E27FC236}">
                    <a16:creationId xmlns:a16="http://schemas.microsoft.com/office/drawing/2014/main" id="{6BB693F6-7340-C8DB-63AD-F859E7C2309D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5BA8BCF0-7859-A488-7DC0-A00E4E230B63}"/>
                </a:ext>
              </a:extLst>
            </p:cNvPr>
            <p:cNvGrpSpPr/>
            <p:nvPr/>
          </p:nvGrpSpPr>
          <p:grpSpPr>
            <a:xfrm>
              <a:off x="6319479" y="3623873"/>
              <a:ext cx="977829" cy="99950"/>
              <a:chOff x="7843520" y="3017520"/>
              <a:chExt cx="2806700" cy="274320"/>
            </a:xfrm>
            <a:grpFill/>
          </p:grpSpPr>
          <p:sp>
            <p:nvSpPr>
              <p:cNvPr id="315" name="Rectangle: Top Corners Rounded 164">
                <a:extLst>
                  <a:ext uri="{FF2B5EF4-FFF2-40B4-BE49-F238E27FC236}">
                    <a16:creationId xmlns:a16="http://schemas.microsoft.com/office/drawing/2014/main" id="{935AD2F4-C5DD-F098-9B40-A93413CF7731}"/>
                  </a:ext>
                </a:extLst>
              </p:cNvPr>
              <p:cNvSpPr/>
              <p:nvPr/>
            </p:nvSpPr>
            <p:spPr>
              <a:xfrm>
                <a:off x="7843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6" name="Rectangle: Top Corners Rounded 165">
                <a:extLst>
                  <a:ext uri="{FF2B5EF4-FFF2-40B4-BE49-F238E27FC236}">
                    <a16:creationId xmlns:a16="http://schemas.microsoft.com/office/drawing/2014/main" id="{579B77E0-C3FC-E922-7851-7A541EDE1929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7" name="Rectangle: Top Corners Rounded 166">
                <a:extLst>
                  <a:ext uri="{FF2B5EF4-FFF2-40B4-BE49-F238E27FC236}">
                    <a16:creationId xmlns:a16="http://schemas.microsoft.com/office/drawing/2014/main" id="{D572D684-12E0-72F1-F68D-38838872CEB5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5A77BB97-6E95-8844-0351-214D68316817}"/>
                </a:ext>
              </a:extLst>
            </p:cNvPr>
            <p:cNvGrpSpPr/>
            <p:nvPr/>
          </p:nvGrpSpPr>
          <p:grpSpPr>
            <a:xfrm>
              <a:off x="7921725" y="3623873"/>
              <a:ext cx="977831" cy="99950"/>
              <a:chOff x="7843521" y="3017520"/>
              <a:chExt cx="2806699" cy="274320"/>
            </a:xfrm>
            <a:grpFill/>
          </p:grpSpPr>
          <p:sp>
            <p:nvSpPr>
              <p:cNvPr id="312" name="Rectangle: Top Corners Rounded 161">
                <a:extLst>
                  <a:ext uri="{FF2B5EF4-FFF2-40B4-BE49-F238E27FC236}">
                    <a16:creationId xmlns:a16="http://schemas.microsoft.com/office/drawing/2014/main" id="{703BDB5D-60DA-D799-F5B6-D712FCCFE403}"/>
                  </a:ext>
                </a:extLst>
              </p:cNvPr>
              <p:cNvSpPr/>
              <p:nvPr/>
            </p:nvSpPr>
            <p:spPr>
              <a:xfrm>
                <a:off x="7843521" y="3017520"/>
                <a:ext cx="589279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3" name="Rectangle: Top Corners Rounded 162">
                <a:extLst>
                  <a:ext uri="{FF2B5EF4-FFF2-40B4-BE49-F238E27FC236}">
                    <a16:creationId xmlns:a16="http://schemas.microsoft.com/office/drawing/2014/main" id="{4FBE8A80-A436-2098-7097-9476750D587D}"/>
                  </a:ext>
                </a:extLst>
              </p:cNvPr>
              <p:cNvSpPr/>
              <p:nvPr/>
            </p:nvSpPr>
            <p:spPr>
              <a:xfrm>
                <a:off x="898652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4" name="Rectangle: Top Corners Rounded 163">
                <a:extLst>
                  <a:ext uri="{FF2B5EF4-FFF2-40B4-BE49-F238E27FC236}">
                    <a16:creationId xmlns:a16="http://schemas.microsoft.com/office/drawing/2014/main" id="{391BCA7F-87D6-6A45-70F9-D2831906C842}"/>
                  </a:ext>
                </a:extLst>
              </p:cNvPr>
              <p:cNvSpPr/>
              <p:nvPr/>
            </p:nvSpPr>
            <p:spPr>
              <a:xfrm>
                <a:off x="10060940" y="3017520"/>
                <a:ext cx="589280" cy="274320"/>
              </a:xfrm>
              <a:prstGeom prst="round2Same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674E2971-A2D4-A5B9-E75B-326CD5404246}"/>
                </a:ext>
              </a:extLst>
            </p:cNvPr>
            <p:cNvSpPr/>
            <p:nvPr/>
          </p:nvSpPr>
          <p:spPr>
            <a:xfrm>
              <a:off x="6200359" y="3723825"/>
              <a:ext cx="4504715" cy="641295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tx1"/>
                  </a:solidFill>
                  <a:latin typeface="Sassoon Infant Rg" panose="02000503030000020003" pitchFamily="2" charset="0"/>
                  <a:ea typeface="Sassoon Infant Rg" panose="02000503030000020003" pitchFamily="2" charset="0"/>
                </a:rPr>
                <a:t>There were different advanced civilisations around the world at the same time, not just in the West. 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4C33135-1F98-451D-2ED9-7C749D490F9C}"/>
              </a:ext>
            </a:extLst>
          </p:cNvPr>
          <p:cNvSpPr txBox="1"/>
          <p:nvPr userDrawn="1"/>
        </p:nvSpPr>
        <p:spPr>
          <a:xfrm>
            <a:off x="11864468" y="6685920"/>
            <a:ext cx="4106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rgbClr val="AB8000"/>
                </a:solidFill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260630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cabul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2586E3-0279-D8B3-F0A0-E5DFE1A120A4}"/>
              </a:ext>
            </a:extLst>
          </p:cNvPr>
          <p:cNvSpPr txBox="1"/>
          <p:nvPr userDrawn="1"/>
        </p:nvSpPr>
        <p:spPr>
          <a:xfrm>
            <a:off x="980975" y="254033"/>
            <a:ext cx="391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rgbClr val="F19551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Vocabulary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BCDB96-48D0-CDAC-7A66-90A554DCC7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93" y="223520"/>
            <a:ext cx="878845" cy="678176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C8A279D4-A0F8-91D0-671F-C015D49B427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066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s &amp;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>
            <a:extLst>
              <a:ext uri="{FF2B5EF4-FFF2-40B4-BE49-F238E27FC236}">
                <a16:creationId xmlns:a16="http://schemas.microsoft.com/office/drawing/2014/main" id="{F5F4FBF4-44E0-849A-BDDD-60688369171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8FFA3-28B2-14D5-802D-67D39B2994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50" y="107620"/>
            <a:ext cx="6388100" cy="6286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5546E6-188D-4C3C-996C-C9152483AE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37350" y="850900"/>
            <a:ext cx="5105400" cy="51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9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, Why, H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D56006D9-1335-F661-72AA-6B6D0400C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93" y="125067"/>
            <a:ext cx="975698" cy="74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27">
            <a:extLst>
              <a:ext uri="{FF2B5EF4-FFF2-40B4-BE49-F238E27FC236}">
                <a16:creationId xmlns:a16="http://schemas.microsoft.com/office/drawing/2014/main" id="{AF9E9CD8-FC16-6852-0D5B-1861A37CC4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5691" y="300288"/>
            <a:ext cx="10515600" cy="587374"/>
          </a:xfrm>
        </p:spPr>
        <p:txBody>
          <a:bodyPr/>
          <a:lstStyle>
            <a:lvl1pPr>
              <a:defRPr b="1" i="0">
                <a:solidFill>
                  <a:srgbClr val="F19551"/>
                </a:solidFill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Key Question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3BDB3CA-16D2-10C2-1B6E-4ED5A497CB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93" y="125067"/>
            <a:ext cx="975698" cy="746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794DAE5F-C59F-B3F0-3FCE-3EB3B286135E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6" name="Rounded Rectangle 22">
            <a:extLst>
              <a:ext uri="{FF2B5EF4-FFF2-40B4-BE49-F238E27FC236}">
                <a16:creationId xmlns:a16="http://schemas.microsoft.com/office/drawing/2014/main" id="{35A01401-10ED-6F4D-1F1C-0E3FEE734279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39" name="Rounded Rectangle 21">
            <a:extLst>
              <a:ext uri="{FF2B5EF4-FFF2-40B4-BE49-F238E27FC236}">
                <a16:creationId xmlns:a16="http://schemas.microsoft.com/office/drawing/2014/main" id="{1093191D-2864-BFE3-BAC6-FE3078E39402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0" name="Right Arrow 38">
            <a:extLst>
              <a:ext uri="{FF2B5EF4-FFF2-40B4-BE49-F238E27FC236}">
                <a16:creationId xmlns:a16="http://schemas.microsoft.com/office/drawing/2014/main" id="{8AA0E372-369C-4941-5057-0E8F5480B183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A8AFB17-4869-9C19-FEA1-1565D67FDFAD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42" name="Cloud Callout 14">
            <a:extLst>
              <a:ext uri="{FF2B5EF4-FFF2-40B4-BE49-F238E27FC236}">
                <a16:creationId xmlns:a16="http://schemas.microsoft.com/office/drawing/2014/main" id="{61EF286F-9345-BB0C-4F56-A1F12BAE82D8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43" name="Cloud Callout 17">
            <a:extLst>
              <a:ext uri="{FF2B5EF4-FFF2-40B4-BE49-F238E27FC236}">
                <a16:creationId xmlns:a16="http://schemas.microsoft.com/office/drawing/2014/main" id="{C71C66BF-D58B-4831-075C-341ABDCBB6A9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44" name="Cloud Callout 43">
            <a:extLst>
              <a:ext uri="{FF2B5EF4-FFF2-40B4-BE49-F238E27FC236}">
                <a16:creationId xmlns:a16="http://schemas.microsoft.com/office/drawing/2014/main" id="{5F799D0A-BCB5-0692-9B09-12BF7ECBCFB2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800" b="0" i="0">
                <a:latin typeface="Twinkl Cursive Looped" panose="02000000000000000000" pitchFamily="2" charset="77"/>
              </a:rPr>
              <a:t>How will I know when I get there?</a:t>
            </a:r>
          </a:p>
        </p:txBody>
      </p:sp>
      <p:sp>
        <p:nvSpPr>
          <p:cNvPr id="45" name="Rounded Rectangle 25">
            <a:extLst>
              <a:ext uri="{FF2B5EF4-FFF2-40B4-BE49-F238E27FC236}">
                <a16:creationId xmlns:a16="http://schemas.microsoft.com/office/drawing/2014/main" id="{986FCAFE-1A47-3A75-E8C0-DF7CFA64906C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 to…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D11E385-E30A-306C-46AE-F9458F3B55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4955640E-425C-E065-E469-3F57419A40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B63634A-303B-2635-7607-6574B2DFFA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62805B2-74FB-04A4-25AE-B716B092E5EF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53ACAAF-AE0A-4BDE-AF75-4CF0BCA47856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4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show this by…</a:t>
            </a:r>
          </a:p>
          <a:p>
            <a:pPr algn="ctr"/>
            <a:endParaRPr lang="en-GB" sz="28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51" name="Text Placeholder 33">
            <a:extLst>
              <a:ext uri="{FF2B5EF4-FFF2-40B4-BE49-F238E27FC236}">
                <a16:creationId xmlns:a16="http://schemas.microsoft.com/office/drawing/2014/main" id="{B3BB70E2-26D2-0B49-D267-7AAB4BF86D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8500" y="4522788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EE674DA5-D366-6FAC-3E19-D83FED4EC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7594" y="4522787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Text Placeholder 33">
            <a:extLst>
              <a:ext uri="{FF2B5EF4-FFF2-40B4-BE49-F238E27FC236}">
                <a16:creationId xmlns:a16="http://schemas.microsoft.com/office/drawing/2014/main" id="{C20E1614-EA91-9C2C-B7F1-BB4DF8CC1A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79945" y="4485371"/>
            <a:ext cx="2559050" cy="1698625"/>
          </a:xfrm>
        </p:spPr>
        <p:txBody>
          <a:bodyPr>
            <a:normAutofit/>
          </a:bodyPr>
          <a:lstStyle>
            <a:lvl1pPr marL="9525" indent="-9525">
              <a:buNone/>
              <a:tabLst/>
              <a:defRPr sz="2400" i="0">
                <a:latin typeface="Twinkl Cursive Looped" panose="02000000000000000000" pitchFamily="2" charset="77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0D1FC744-3662-3249-1F03-EE193D1872E7}"/>
              </a:ext>
            </a:extLst>
          </p:cNvPr>
          <p:cNvSpPr/>
          <p:nvPr userDrawn="1"/>
        </p:nvSpPr>
        <p:spPr>
          <a:xfrm>
            <a:off x="8522617" y="1018745"/>
            <a:ext cx="3473707" cy="556046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5" name="Rounded Rectangle 22">
            <a:extLst>
              <a:ext uri="{FF2B5EF4-FFF2-40B4-BE49-F238E27FC236}">
                <a16:creationId xmlns:a16="http://schemas.microsoft.com/office/drawing/2014/main" id="{8867268F-6BC6-CDE0-A54C-C7C7D22A17CE}"/>
              </a:ext>
            </a:extLst>
          </p:cNvPr>
          <p:cNvSpPr/>
          <p:nvPr userDrawn="1"/>
        </p:nvSpPr>
        <p:spPr>
          <a:xfrm>
            <a:off x="4410752" y="1052185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DEC8C24A-C2A2-B6FB-CEBC-DB3CFE63E845}"/>
              </a:ext>
            </a:extLst>
          </p:cNvPr>
          <p:cNvSpPr/>
          <p:nvPr userDrawn="1"/>
        </p:nvSpPr>
        <p:spPr>
          <a:xfrm>
            <a:off x="209994" y="1052184"/>
            <a:ext cx="3473707" cy="55270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7" name="Right Arrow 38">
            <a:extLst>
              <a:ext uri="{FF2B5EF4-FFF2-40B4-BE49-F238E27FC236}">
                <a16:creationId xmlns:a16="http://schemas.microsoft.com/office/drawing/2014/main" id="{24D9F813-6CEE-ED6F-064E-59CDA1216AD8}"/>
              </a:ext>
            </a:extLst>
          </p:cNvPr>
          <p:cNvSpPr/>
          <p:nvPr userDrawn="1"/>
        </p:nvSpPr>
        <p:spPr>
          <a:xfrm>
            <a:off x="3833454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8" name="Right Arrow 40">
            <a:extLst>
              <a:ext uri="{FF2B5EF4-FFF2-40B4-BE49-F238E27FC236}">
                <a16:creationId xmlns:a16="http://schemas.microsoft.com/office/drawing/2014/main" id="{B268B9E1-8800-1738-CE60-9C6C5F486497}"/>
              </a:ext>
            </a:extLst>
          </p:cNvPr>
          <p:cNvSpPr/>
          <p:nvPr userDrawn="1"/>
        </p:nvSpPr>
        <p:spPr>
          <a:xfrm>
            <a:off x="7946662" y="4523091"/>
            <a:ext cx="457959" cy="38404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Twinkl Cursive Looped" panose="02000000000000000000" pitchFamily="2" charset="77"/>
            </a:endParaRPr>
          </a:p>
        </p:txBody>
      </p:sp>
      <p:sp>
        <p:nvSpPr>
          <p:cNvPr id="59" name="Cloud Callout 14">
            <a:extLst>
              <a:ext uri="{FF2B5EF4-FFF2-40B4-BE49-F238E27FC236}">
                <a16:creationId xmlns:a16="http://schemas.microsoft.com/office/drawing/2014/main" id="{3BE98BE1-8756-AA3F-37FC-961A3A117F44}"/>
              </a:ext>
            </a:extLst>
          </p:cNvPr>
          <p:cNvSpPr/>
          <p:nvPr userDrawn="1"/>
        </p:nvSpPr>
        <p:spPr>
          <a:xfrm>
            <a:off x="1642514" y="1326933"/>
            <a:ext cx="1913677" cy="1215720"/>
          </a:xfrm>
          <a:prstGeom prst="cloudCallout">
            <a:avLst>
              <a:gd name="adj1" fmla="val -57973"/>
              <a:gd name="adj2" fmla="val 5370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6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What am I learning?</a:t>
            </a:r>
          </a:p>
        </p:txBody>
      </p:sp>
      <p:sp>
        <p:nvSpPr>
          <p:cNvPr id="60" name="Cloud Callout 17">
            <a:extLst>
              <a:ext uri="{FF2B5EF4-FFF2-40B4-BE49-F238E27FC236}">
                <a16:creationId xmlns:a16="http://schemas.microsoft.com/office/drawing/2014/main" id="{83D62656-6C25-077C-4F80-552A71A1BC63}"/>
              </a:ext>
            </a:extLst>
          </p:cNvPr>
          <p:cNvSpPr/>
          <p:nvPr userDrawn="1"/>
        </p:nvSpPr>
        <p:spPr>
          <a:xfrm>
            <a:off x="5579272" y="1132775"/>
            <a:ext cx="2190940" cy="1409879"/>
          </a:xfrm>
          <a:prstGeom prst="cloudCallout">
            <a:avLst>
              <a:gd name="adj1" fmla="val -47544"/>
              <a:gd name="adj2" fmla="val 39152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6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Why am I learning this?</a:t>
            </a:r>
          </a:p>
        </p:txBody>
      </p:sp>
      <p:sp>
        <p:nvSpPr>
          <p:cNvPr id="61" name="Cloud Callout 60">
            <a:extLst>
              <a:ext uri="{FF2B5EF4-FFF2-40B4-BE49-F238E27FC236}">
                <a16:creationId xmlns:a16="http://schemas.microsoft.com/office/drawing/2014/main" id="{D209243E-CE20-B43A-B229-5E6919A22DBC}"/>
              </a:ext>
            </a:extLst>
          </p:cNvPr>
          <p:cNvSpPr/>
          <p:nvPr userDrawn="1"/>
        </p:nvSpPr>
        <p:spPr>
          <a:xfrm>
            <a:off x="9768925" y="1166214"/>
            <a:ext cx="2190940" cy="1409879"/>
          </a:xfrm>
          <a:prstGeom prst="cloudCallout">
            <a:avLst>
              <a:gd name="adj1" fmla="val -52552"/>
              <a:gd name="adj2" fmla="val 33963"/>
            </a:avLst>
          </a:prstGeom>
          <a:solidFill>
            <a:srgbClr val="FFF3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GB" sz="16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How will I know when I</a:t>
            </a:r>
            <a:r>
              <a:rPr lang="en-GB" sz="1600" b="0" i="0" baseline="0">
                <a:solidFill>
                  <a:schemeClr val="tx1"/>
                </a:solidFill>
                <a:latin typeface="Twinkl Cursive Looped" panose="02000000000000000000" pitchFamily="2" charset="77"/>
              </a:rPr>
              <a:t>’m</a:t>
            </a:r>
            <a:r>
              <a:rPr lang="en-GB" sz="16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 successful?</a:t>
            </a:r>
          </a:p>
        </p:txBody>
      </p:sp>
      <p:sp>
        <p:nvSpPr>
          <p:cNvPr id="62" name="Rounded Rectangle 25">
            <a:extLst>
              <a:ext uri="{FF2B5EF4-FFF2-40B4-BE49-F238E27FC236}">
                <a16:creationId xmlns:a16="http://schemas.microsoft.com/office/drawing/2014/main" id="{2EAD39BD-B099-6728-8D13-A4C177B6F805}"/>
              </a:ext>
            </a:extLst>
          </p:cNvPr>
          <p:cNvSpPr/>
          <p:nvPr userDrawn="1"/>
        </p:nvSpPr>
        <p:spPr>
          <a:xfrm>
            <a:off x="337503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 dirty="0">
                <a:solidFill>
                  <a:schemeClr val="tx1"/>
                </a:solidFill>
                <a:latin typeface="Twinkl Cursive Looped" panose="02000000000000000000" pitchFamily="2" charset="77"/>
              </a:rPr>
              <a:t>I am learning…</a:t>
            </a:r>
          </a:p>
          <a:p>
            <a:pPr algn="ctr"/>
            <a:endParaRPr lang="en-GB" sz="24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  <a:p>
            <a:pPr algn="ctr"/>
            <a:endParaRPr lang="en-GB" sz="1600" b="0" i="0" dirty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9C9530EB-C903-8086-18DC-0C03544C45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4327174" y="1652289"/>
            <a:ext cx="1750251" cy="214668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07629C6-4FFA-FF30-5372-13F87DC076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24959" y="1618101"/>
            <a:ext cx="1679750" cy="239860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6D0A70B-6C4D-F75B-6A9F-D8FDC6BEEF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8796562" y="1484991"/>
            <a:ext cx="1645920" cy="2398601"/>
          </a:xfrm>
          <a:prstGeom prst="rect">
            <a:avLst/>
          </a:prstGeom>
        </p:spPr>
      </p:pic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E4259EB2-DF36-65F9-FFFF-42FBE54E1CB4}"/>
              </a:ext>
            </a:extLst>
          </p:cNvPr>
          <p:cNvSpPr/>
          <p:nvPr userDrawn="1"/>
        </p:nvSpPr>
        <p:spPr>
          <a:xfrm>
            <a:off x="4547775" y="3820472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This is so…</a:t>
            </a:r>
          </a:p>
          <a:p>
            <a:pPr algn="ctr"/>
            <a:endParaRPr lang="en-GB" sz="24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4E77597-DD8E-B80E-CAF9-828893FC90DF}"/>
              </a:ext>
            </a:extLst>
          </p:cNvPr>
          <p:cNvSpPr/>
          <p:nvPr userDrawn="1"/>
        </p:nvSpPr>
        <p:spPr>
          <a:xfrm>
            <a:off x="8650126" y="3815694"/>
            <a:ext cx="3218688" cy="2629173"/>
          </a:xfrm>
          <a:prstGeom prst="roundRect">
            <a:avLst/>
          </a:prstGeom>
          <a:solidFill>
            <a:srgbClr val="FFF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algn="ctr"/>
            <a:r>
              <a:rPr lang="en-GB" sz="2000" b="0" i="0">
                <a:solidFill>
                  <a:schemeClr val="tx1"/>
                </a:solidFill>
                <a:latin typeface="Twinkl Cursive Looped" panose="02000000000000000000" pitchFamily="2" charset="77"/>
              </a:rPr>
              <a:t>I will be successful by…</a:t>
            </a:r>
          </a:p>
          <a:p>
            <a:pPr algn="ctr"/>
            <a:endParaRPr lang="en-GB" sz="2400" b="0" i="0">
              <a:solidFill>
                <a:schemeClr val="tx1"/>
              </a:solidFill>
              <a:latin typeface="Twinkl Cursive Looped" panose="02000000000000000000" pitchFamily="2" charset="77"/>
            </a:endParaRP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733A7B6A-9986-B44B-965C-F4FEB75A0AB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F6726C-E838-A211-A104-5E9189108BDD}"/>
              </a:ext>
            </a:extLst>
          </p:cNvPr>
          <p:cNvSpPr txBox="1"/>
          <p:nvPr userDrawn="1"/>
        </p:nvSpPr>
        <p:spPr>
          <a:xfrm>
            <a:off x="11864468" y="6685920"/>
            <a:ext cx="3353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rgbClr val="AB8000"/>
                </a:solidFill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3356167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 1">
            <a:extLst>
              <a:ext uri="{FF2B5EF4-FFF2-40B4-BE49-F238E27FC236}">
                <a16:creationId xmlns:a16="http://schemas.microsoft.com/office/drawing/2014/main" id="{9DC8D6E1-66BF-48AB-5A0F-5A8155165EE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939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BF554-C9DF-1E20-73BD-9BEBF65F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DEC16-6EFE-8F98-D786-F7FA33F73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50926-EAE1-8CBC-B944-95606793B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2D5E0-039A-4068-97A9-A3C4BF080BAA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DD0ED-4188-0860-8E6D-81E93458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E27D8-31F7-1112-ED89-AD6BFC9E0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7094B-D2BC-452F-93E3-9C4A8FC9449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53F08192-20AC-E71E-B828-D9F1BCC2608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226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2BE6-1BBB-6E8F-925B-028A6251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27B21-08A8-373B-5759-CAD129496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20DE9CEA-55F7-EF9D-24CA-8452E61D71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8" name="Picture 7" descr="A close-up of a card&#10;&#10;AI-generated content may be incorrect.">
            <a:extLst>
              <a:ext uri="{FF2B5EF4-FFF2-40B4-BE49-F238E27FC236}">
                <a16:creationId xmlns:a16="http://schemas.microsoft.com/office/drawing/2014/main" id="{293F39AE-E6E3-F111-CDBF-BE2D1EFE14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639" y="119675"/>
            <a:ext cx="1569326" cy="7739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C3F53E-D256-4A94-C1E9-40B667BB1C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7120" y="759747"/>
            <a:ext cx="878845" cy="67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155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close-up of a pink sign&#10;&#10;AI-generated content may be incorrect.">
            <a:extLst>
              <a:ext uri="{FF2B5EF4-FFF2-40B4-BE49-F238E27FC236}">
                <a16:creationId xmlns:a16="http://schemas.microsoft.com/office/drawing/2014/main" id="{0B7F0C43-5A32-058E-34EF-2A306950E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90" y="120071"/>
            <a:ext cx="1717539" cy="738116"/>
          </a:xfrm>
          <a:prstGeom prst="rect">
            <a:avLst/>
          </a:prstGeom>
        </p:spPr>
      </p:pic>
      <p:sp>
        <p:nvSpPr>
          <p:cNvPr id="4" name="Frame 3">
            <a:extLst>
              <a:ext uri="{FF2B5EF4-FFF2-40B4-BE49-F238E27FC236}">
                <a16:creationId xmlns:a16="http://schemas.microsoft.com/office/drawing/2014/main" id="{A60EADDE-5F91-3E6C-BE89-53A2128AD4F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13EDE3-D53A-DDCF-412C-D3EFCEEFD5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7120" y="759747"/>
            <a:ext cx="878845" cy="67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00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5292D3-9B48-D839-900B-BC40E199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DC9B51-90C5-910F-0E5E-26C8FCD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Frame 3">
            <a:extLst>
              <a:ext uri="{FF2B5EF4-FFF2-40B4-BE49-F238E27FC236}">
                <a16:creationId xmlns:a16="http://schemas.microsoft.com/office/drawing/2014/main" id="{A60EADDE-5F91-3E6C-BE89-53A2128AD4F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13EDE3-D53A-DDCF-412C-D3EFCEEFD5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7120" y="759747"/>
            <a:ext cx="878845" cy="6781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975211-4831-3ECF-B2F0-488F92A796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6904" y="113435"/>
            <a:ext cx="1715096" cy="70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47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ou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AEF570-F9F4-B149-BF1A-BEF6DEE60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28" y="365125"/>
            <a:ext cx="10071847" cy="1325563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E87AD0-4B3C-76E5-0F15-7F5DFE335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1825625"/>
            <a:ext cx="11685495" cy="4351338"/>
          </a:xfrm>
        </p:spPr>
        <p:txBody>
          <a:bodyPr/>
          <a:lstStyle>
            <a:lvl1pPr>
              <a:defRPr b="0" i="0">
                <a:latin typeface="Twinkl Cursive Looped" panose="02000000000000000000" pitchFamily="2" charset="77"/>
              </a:defRPr>
            </a:lvl1pPr>
            <a:lvl2pPr>
              <a:defRPr b="0" i="0">
                <a:latin typeface="Twinkl Cursive Looped" panose="02000000000000000000" pitchFamily="2" charset="77"/>
              </a:defRPr>
            </a:lvl2pPr>
            <a:lvl3pPr>
              <a:defRPr b="0" i="0">
                <a:latin typeface="Twinkl Cursive Looped" panose="02000000000000000000" pitchFamily="2" charset="77"/>
              </a:defRPr>
            </a:lvl3pPr>
            <a:lvl4pPr>
              <a:defRPr b="0" i="0">
                <a:latin typeface="Twinkl Cursive Looped" panose="02000000000000000000" pitchFamily="2" charset="77"/>
              </a:defRPr>
            </a:lvl4pPr>
            <a:lvl5pPr>
              <a:defRPr b="0" i="0">
                <a:latin typeface="Twinkl Cursive Looped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sp>
        <p:nvSpPr>
          <p:cNvPr id="4" name="Frame 3">
            <a:extLst>
              <a:ext uri="{FF2B5EF4-FFF2-40B4-BE49-F238E27FC236}">
                <a16:creationId xmlns:a16="http://schemas.microsoft.com/office/drawing/2014/main" id="{0643A060-8EFE-9E1A-A4D0-952112D01D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4BFB22-0C94-37BC-872E-9CA17B5521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7120" y="759747"/>
            <a:ext cx="878845" cy="67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86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-cart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background with black text&#10;&#10;AI-generated content may be incorrect.">
            <a:extLst>
              <a:ext uri="{FF2B5EF4-FFF2-40B4-BE49-F238E27FC236}">
                <a16:creationId xmlns:a16="http://schemas.microsoft.com/office/drawing/2014/main" id="{25F460C6-509E-8D53-E313-AD7B04BB14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734" y="120459"/>
            <a:ext cx="1691510" cy="703611"/>
          </a:xfrm>
          <a:prstGeom prst="rect">
            <a:avLst/>
          </a:prstGeom>
        </p:spPr>
      </p:pic>
      <p:sp>
        <p:nvSpPr>
          <p:cNvPr id="4" name="Frame 3">
            <a:extLst>
              <a:ext uri="{FF2B5EF4-FFF2-40B4-BE49-F238E27FC236}">
                <a16:creationId xmlns:a16="http://schemas.microsoft.com/office/drawing/2014/main" id="{0643A060-8EFE-9E1A-A4D0-952112D01D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4BFB22-0C94-37BC-872E-9CA17B5521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7120" y="759747"/>
            <a:ext cx="878845" cy="67817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796619-569A-3A6E-1B61-0504AD26524F}"/>
              </a:ext>
            </a:extLst>
          </p:cNvPr>
          <p:cNvSpPr/>
          <p:nvPr userDrawn="1"/>
        </p:nvSpPr>
        <p:spPr>
          <a:xfrm>
            <a:off x="5098473" y="1874982"/>
            <a:ext cx="3112654" cy="3214338"/>
          </a:xfrm>
          <a:prstGeom prst="rect">
            <a:avLst/>
          </a:prstGeo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solidFill>
                  <a:sysClr val="windowText" lastClr="000000"/>
                </a:solidFill>
                <a:latin typeface="Twinkl Cursive Looped Light" panose="02000000000000000000" pitchFamily="2" charset="77"/>
              </a:rPr>
              <a:t>Overlay with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4E3AF-844A-75AC-73D3-3F30CE8708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121193" y="858967"/>
            <a:ext cx="1645920" cy="2398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79F25C-ACF1-3BF1-2B3F-455F546FCA4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12053" y="5089320"/>
            <a:ext cx="956012" cy="13919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706DD6-C525-36D5-1418-D0D8E989E1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10139038" y="858967"/>
            <a:ext cx="1186938" cy="1694889"/>
          </a:xfrm>
          <a:prstGeom prst="rect">
            <a:avLst/>
          </a:prstGeom>
        </p:spPr>
      </p:pic>
      <p:sp>
        <p:nvSpPr>
          <p:cNvPr id="11" name="Speech Bubble: Rectangle with Corners Rounded 20">
            <a:extLst>
              <a:ext uri="{FF2B5EF4-FFF2-40B4-BE49-F238E27FC236}">
                <a16:creationId xmlns:a16="http://schemas.microsoft.com/office/drawing/2014/main" id="{4642E148-55A3-521F-12C6-DCABA6A8F2DB}"/>
              </a:ext>
            </a:extLst>
          </p:cNvPr>
          <p:cNvSpPr/>
          <p:nvPr userDrawn="1"/>
        </p:nvSpPr>
        <p:spPr>
          <a:xfrm>
            <a:off x="2230051" y="5251345"/>
            <a:ext cx="4433639" cy="1229887"/>
          </a:xfrm>
          <a:prstGeom prst="wedgeRoundRectCallout">
            <a:avLst>
              <a:gd name="adj1" fmla="val -65727"/>
              <a:gd name="adj2" fmla="val 8904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sz="2000" dirty="0">
              <a:solidFill>
                <a:schemeClr val="tx1"/>
              </a:solidFill>
              <a:latin typeface="Twinkl Cursive Looped Light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12" name="Speech Bubble: Rectangle with Corners Rounded 21">
            <a:extLst>
              <a:ext uri="{FF2B5EF4-FFF2-40B4-BE49-F238E27FC236}">
                <a16:creationId xmlns:a16="http://schemas.microsoft.com/office/drawing/2014/main" id="{93E4F441-713C-9271-0241-3330E00EF2BE}"/>
              </a:ext>
            </a:extLst>
          </p:cNvPr>
          <p:cNvSpPr/>
          <p:nvPr userDrawn="1"/>
        </p:nvSpPr>
        <p:spPr>
          <a:xfrm>
            <a:off x="8344733" y="2681662"/>
            <a:ext cx="3543300" cy="1480162"/>
          </a:xfrm>
          <a:prstGeom prst="wedgeRoundRectCallout">
            <a:avLst>
              <a:gd name="adj1" fmla="val -3351"/>
              <a:gd name="adj2" fmla="val -79232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sz="2000" dirty="0">
              <a:solidFill>
                <a:schemeClr val="tx1"/>
              </a:solidFill>
              <a:latin typeface="Twinkl Cursive Looped Light" panose="02000000000000000000" pitchFamily="2" charset="77"/>
              <a:ea typeface="Sassoon Infant Rg" panose="02000503030000020003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96A5FA-BB85-2EFB-DFBA-457918FF9AF4}"/>
              </a:ext>
            </a:extLst>
          </p:cNvPr>
          <p:cNvSpPr txBox="1"/>
          <p:nvPr userDrawn="1"/>
        </p:nvSpPr>
        <p:spPr>
          <a:xfrm>
            <a:off x="391135" y="2899399"/>
            <a:ext cx="1131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latin typeface="Twinkl Cursive Looped Light" panose="02000000000000000000" pitchFamily="2" charset="77"/>
              </a:rPr>
              <a:t>Learner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584113-451F-0AC8-C96F-D21CAF18F9B7}"/>
              </a:ext>
            </a:extLst>
          </p:cNvPr>
          <p:cNvSpPr txBox="1"/>
          <p:nvPr userDrawn="1"/>
        </p:nvSpPr>
        <p:spPr>
          <a:xfrm>
            <a:off x="10267893" y="2280970"/>
            <a:ext cx="1134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winkl Cursive Looped Light" panose="02000000000000000000" pitchFamily="2" charset="77"/>
              </a:rPr>
              <a:t>Learner 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0831C7-E0BE-BDB6-55FE-E79E2E008C06}"/>
              </a:ext>
            </a:extLst>
          </p:cNvPr>
          <p:cNvSpPr txBox="1"/>
          <p:nvPr userDrawn="1"/>
        </p:nvSpPr>
        <p:spPr>
          <a:xfrm>
            <a:off x="612053" y="6354223"/>
            <a:ext cx="1155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>
                <a:latin typeface="Twinkl Cursive Looped Light" panose="02000000000000000000" pitchFamily="2" charset="77"/>
              </a:rPr>
              <a:t>Learner C</a:t>
            </a:r>
          </a:p>
        </p:txBody>
      </p:sp>
      <p:sp>
        <p:nvSpPr>
          <p:cNvPr id="16" name="Rectangle: Rounded Corners 2">
            <a:extLst>
              <a:ext uri="{FF2B5EF4-FFF2-40B4-BE49-F238E27FC236}">
                <a16:creationId xmlns:a16="http://schemas.microsoft.com/office/drawing/2014/main" id="{6443E800-81C1-A0AB-F9EC-DB03E6C301B3}"/>
              </a:ext>
            </a:extLst>
          </p:cNvPr>
          <p:cNvSpPr/>
          <p:nvPr userDrawn="1"/>
        </p:nvSpPr>
        <p:spPr>
          <a:xfrm>
            <a:off x="612053" y="224176"/>
            <a:ext cx="9655840" cy="81592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rgbClr val="002060"/>
                </a:solidFill>
                <a:latin typeface="Twinkl Cursive Looped Light" panose="02000000000000000000" pitchFamily="2" charset="77"/>
                <a:ea typeface="Sassoon Infant Rg" panose="02000503030000020003" pitchFamily="2" charset="0"/>
              </a:rPr>
              <a:t>Who do you agree/disagree with and why?</a:t>
            </a:r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6C80CDB2-AFA5-B8E9-7E4E-72F76B52AE7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>
              <a:latin typeface="Twinkl Cursive Looped Light" panose="02000000000000000000" pitchFamily="2" charset="77"/>
            </a:endParaRPr>
          </a:p>
        </p:txBody>
      </p:sp>
      <p:sp>
        <p:nvSpPr>
          <p:cNvPr id="17" name="Speech Bubble: Rectangle with Corners Rounded 19">
            <a:extLst>
              <a:ext uri="{FF2B5EF4-FFF2-40B4-BE49-F238E27FC236}">
                <a16:creationId xmlns:a16="http://schemas.microsoft.com/office/drawing/2014/main" id="{04A7440B-B906-7EEB-3B5F-D8F1B463EDCB}"/>
              </a:ext>
            </a:extLst>
          </p:cNvPr>
          <p:cNvSpPr/>
          <p:nvPr userDrawn="1"/>
        </p:nvSpPr>
        <p:spPr>
          <a:xfrm>
            <a:off x="1575198" y="1264272"/>
            <a:ext cx="3762612" cy="1341859"/>
          </a:xfrm>
          <a:prstGeom prst="wedgeRoundRectCallout">
            <a:avLst>
              <a:gd name="adj1" fmla="val -56873"/>
              <a:gd name="adj2" fmla="val -7773"/>
              <a:gd name="adj3" fmla="val 16667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GB" sz="2000" dirty="0">
              <a:solidFill>
                <a:schemeClr val="tx1"/>
              </a:solidFill>
              <a:latin typeface="Twinkl Cursive Looped Light" panose="02000000000000000000" pitchFamily="2" charset="77"/>
              <a:ea typeface="Sassoon Infant Rg" panose="0200050303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343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_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48A30F-B1A4-B3D4-92EE-2E82C55F19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376" b="80317" l="20847" r="34709">
                        <a14:foregroundMark x1="24656" y1="80000" x2="24656" y2="80000"/>
                        <a14:foregroundMark x1="29312" y1="80317" x2="29312" y2="80317"/>
                      </a14:backgroundRemoval>
                    </a14:imgEffect>
                  </a14:imgLayer>
                </a14:imgProps>
              </a:ext>
            </a:extLst>
          </a:blip>
          <a:srcRect l="19127" t="59276" r="63462" b="18202"/>
          <a:stretch/>
        </p:blipFill>
        <p:spPr>
          <a:xfrm>
            <a:off x="700279" y="2316590"/>
            <a:ext cx="2239115" cy="27462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A2E3694-BFF0-3321-FC02-4F86816A20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64809" r="78176">
                        <a14:foregroundMark x1="75238" y1="61799" x2="75238" y2="61799"/>
                      </a14:backgroundRemoval>
                    </a14:imgEffect>
                  </a14:imgLayer>
                </a14:imgProps>
              </a:ext>
            </a:extLst>
          </a:blip>
          <a:srcRect l="63138" t="59276" r="20153" b="15559"/>
          <a:stretch/>
        </p:blipFill>
        <p:spPr>
          <a:xfrm>
            <a:off x="9443522" y="3230880"/>
            <a:ext cx="1994611" cy="2848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8061C2-A7D5-56AB-1C2B-C46C664EB2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793" b="81925" l="43765" r="56864"/>
                    </a14:imgEffect>
                  </a14:imgLayer>
                </a14:imgProps>
              </a:ext>
            </a:extLst>
          </a:blip>
          <a:srcRect l="42128" t="59276" r="41499" b="15559"/>
          <a:stretch/>
        </p:blipFill>
        <p:spPr>
          <a:xfrm>
            <a:off x="5224521" y="2080496"/>
            <a:ext cx="2098966" cy="30588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F2AFB9-30A2-1D28-2A3E-13592F9A9950}"/>
              </a:ext>
            </a:extLst>
          </p:cNvPr>
          <p:cNvSpPr txBox="1"/>
          <p:nvPr userDrawn="1"/>
        </p:nvSpPr>
        <p:spPr>
          <a:xfrm>
            <a:off x="331625" y="1054834"/>
            <a:ext cx="3599387" cy="1328023"/>
          </a:xfrm>
          <a:prstGeom prst="wedgeRoundRectCallout">
            <a:avLst>
              <a:gd name="adj1" fmla="val -16346"/>
              <a:gd name="adj2" fmla="val 72094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>
              <a:latin typeface="Twinkl Cursive Looped" panose="02000000000000000000" pitchFamily="2" charset="77"/>
            </a:endParaRPr>
          </a:p>
          <a:p>
            <a:endParaRPr lang="en-US" sz="2400">
              <a:latin typeface="Twinkl Cursive Looped" panose="02000000000000000000" pitchFamily="2" charset="77"/>
            </a:endParaRPr>
          </a:p>
          <a:p>
            <a:endParaRPr lang="en-US" sz="2400">
              <a:latin typeface="Twinkl Cursive Looped" panose="02000000000000000000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08EE4E-A446-2828-FE49-83037CDAFD91}"/>
              </a:ext>
            </a:extLst>
          </p:cNvPr>
          <p:cNvSpPr txBox="1"/>
          <p:nvPr userDrawn="1"/>
        </p:nvSpPr>
        <p:spPr>
          <a:xfrm>
            <a:off x="4324958" y="1067463"/>
            <a:ext cx="3599387" cy="1328023"/>
          </a:xfrm>
          <a:prstGeom prst="wedgeRoundRectCallout">
            <a:avLst>
              <a:gd name="adj1" fmla="val -9110"/>
              <a:gd name="adj2" fmla="val 93229"/>
              <a:gd name="adj3" fmla="val 16667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>
              <a:latin typeface="Twinkl Cursive Looped" panose="02000000000000000000" pitchFamily="2" charset="77"/>
            </a:endParaRPr>
          </a:p>
          <a:p>
            <a:endParaRPr lang="en-US" sz="2400">
              <a:latin typeface="Twinkl Cursive Looped" panose="02000000000000000000" pitchFamily="2" charset="77"/>
            </a:endParaRPr>
          </a:p>
          <a:p>
            <a:endParaRPr lang="en-US" sz="2400">
              <a:latin typeface="Twinkl Cursive Looped" panose="02000000000000000000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676A77-B81C-04F7-42DB-CC6FCE9CD4E5}"/>
              </a:ext>
            </a:extLst>
          </p:cNvPr>
          <p:cNvSpPr txBox="1"/>
          <p:nvPr userDrawn="1"/>
        </p:nvSpPr>
        <p:spPr>
          <a:xfrm>
            <a:off x="8290560" y="1941004"/>
            <a:ext cx="3596185" cy="1328023"/>
          </a:xfrm>
          <a:prstGeom prst="wedgeRoundRectCallout">
            <a:avLst>
              <a:gd name="adj1" fmla="val -9520"/>
              <a:gd name="adj2" fmla="val 87403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400">
              <a:latin typeface="Twinkl Cursive Looped" panose="02000000000000000000" pitchFamily="2" charset="77"/>
            </a:endParaRPr>
          </a:p>
          <a:p>
            <a:endParaRPr lang="en-US" sz="2400">
              <a:latin typeface="Twinkl Cursive Looped" panose="02000000000000000000" pitchFamily="2" charset="77"/>
            </a:endParaRPr>
          </a:p>
          <a:p>
            <a:endParaRPr lang="en-US" sz="2400">
              <a:latin typeface="Twinkl Cursive Looped" panose="02000000000000000000" pitchFamily="2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80C2AC-F6C9-09E3-B8A0-3D895EAF40D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b="1534"/>
          <a:stretch>
            <a:fillRect/>
          </a:stretch>
        </p:blipFill>
        <p:spPr>
          <a:xfrm>
            <a:off x="10708779" y="202937"/>
            <a:ext cx="1325616" cy="161766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77C6724-8681-F2EF-C3B5-B04E6B3116FB}"/>
              </a:ext>
            </a:extLst>
          </p:cNvPr>
          <p:cNvGrpSpPr/>
          <p:nvPr userDrawn="1"/>
        </p:nvGrpSpPr>
        <p:grpSpPr>
          <a:xfrm>
            <a:off x="815682" y="4724634"/>
            <a:ext cx="1744788" cy="1942130"/>
            <a:chOff x="597162" y="1325071"/>
            <a:chExt cx="1923306" cy="2140839"/>
          </a:xfrm>
        </p:grpSpPr>
        <p:sp>
          <p:nvSpPr>
            <p:cNvPr id="12" name="Google Shape;59;p1">
              <a:extLst>
                <a:ext uri="{FF2B5EF4-FFF2-40B4-BE49-F238E27FC236}">
                  <a16:creationId xmlns:a16="http://schemas.microsoft.com/office/drawing/2014/main" id="{95F01BC5-772E-3DC2-DFF7-31D91B68AECE}"/>
                </a:ext>
              </a:extLst>
            </p:cNvPr>
            <p:cNvSpPr/>
            <p:nvPr/>
          </p:nvSpPr>
          <p:spPr>
            <a:xfrm>
              <a:off x="597162" y="2800225"/>
              <a:ext cx="1923306" cy="665685"/>
            </a:xfrm>
            <a:custGeom>
              <a:avLst/>
              <a:gdLst/>
              <a:ahLst/>
              <a:cxnLst/>
              <a:rect l="l" t="t" r="r" b="b"/>
              <a:pathLst>
                <a:path w="1904364" h="659129" extrusionOk="0">
                  <a:moveTo>
                    <a:pt x="1574431" y="0"/>
                  </a:moveTo>
                  <a:lnTo>
                    <a:pt x="329336" y="0"/>
                  </a:lnTo>
                  <a:lnTo>
                    <a:pt x="280669" y="3570"/>
                  </a:lnTo>
                  <a:lnTo>
                    <a:pt x="234218" y="13943"/>
                  </a:lnTo>
                  <a:lnTo>
                    <a:pt x="190495" y="30609"/>
                  </a:lnTo>
                  <a:lnTo>
                    <a:pt x="150008" y="53057"/>
                  </a:lnTo>
                  <a:lnTo>
                    <a:pt x="113266" y="80780"/>
                  </a:lnTo>
                  <a:lnTo>
                    <a:pt x="80780" y="113266"/>
                  </a:lnTo>
                  <a:lnTo>
                    <a:pt x="53057" y="150008"/>
                  </a:lnTo>
                  <a:lnTo>
                    <a:pt x="30609" y="190495"/>
                  </a:lnTo>
                  <a:lnTo>
                    <a:pt x="13943" y="234218"/>
                  </a:lnTo>
                  <a:lnTo>
                    <a:pt x="3570" y="280669"/>
                  </a:lnTo>
                  <a:lnTo>
                    <a:pt x="0" y="329336"/>
                  </a:lnTo>
                  <a:lnTo>
                    <a:pt x="3570" y="378003"/>
                  </a:lnTo>
                  <a:lnTo>
                    <a:pt x="13943" y="424453"/>
                  </a:lnTo>
                  <a:lnTo>
                    <a:pt x="30609" y="468177"/>
                  </a:lnTo>
                  <a:lnTo>
                    <a:pt x="53057" y="508664"/>
                  </a:lnTo>
                  <a:lnTo>
                    <a:pt x="80780" y="545406"/>
                  </a:lnTo>
                  <a:lnTo>
                    <a:pt x="113266" y="577892"/>
                  </a:lnTo>
                  <a:lnTo>
                    <a:pt x="150008" y="605615"/>
                  </a:lnTo>
                  <a:lnTo>
                    <a:pt x="190495" y="628063"/>
                  </a:lnTo>
                  <a:lnTo>
                    <a:pt x="234218" y="644729"/>
                  </a:lnTo>
                  <a:lnTo>
                    <a:pt x="280669" y="655101"/>
                  </a:lnTo>
                  <a:lnTo>
                    <a:pt x="329336" y="658672"/>
                  </a:lnTo>
                  <a:lnTo>
                    <a:pt x="1574431" y="658672"/>
                  </a:lnTo>
                  <a:lnTo>
                    <a:pt x="1623099" y="655101"/>
                  </a:lnTo>
                  <a:lnTo>
                    <a:pt x="1669549" y="644729"/>
                  </a:lnTo>
                  <a:lnTo>
                    <a:pt x="1713272" y="628063"/>
                  </a:lnTo>
                  <a:lnTo>
                    <a:pt x="1753759" y="605615"/>
                  </a:lnTo>
                  <a:lnTo>
                    <a:pt x="1790501" y="577892"/>
                  </a:lnTo>
                  <a:lnTo>
                    <a:pt x="1822988" y="545406"/>
                  </a:lnTo>
                  <a:lnTo>
                    <a:pt x="1850710" y="508664"/>
                  </a:lnTo>
                  <a:lnTo>
                    <a:pt x="1873159" y="468177"/>
                  </a:lnTo>
                  <a:lnTo>
                    <a:pt x="1889824" y="424453"/>
                  </a:lnTo>
                  <a:lnTo>
                    <a:pt x="1900197" y="378003"/>
                  </a:lnTo>
                  <a:lnTo>
                    <a:pt x="1903768" y="329336"/>
                  </a:lnTo>
                  <a:lnTo>
                    <a:pt x="1900197" y="280669"/>
                  </a:lnTo>
                  <a:lnTo>
                    <a:pt x="1889824" y="234218"/>
                  </a:lnTo>
                  <a:lnTo>
                    <a:pt x="1873159" y="190495"/>
                  </a:lnTo>
                  <a:lnTo>
                    <a:pt x="1850710" y="150008"/>
                  </a:lnTo>
                  <a:lnTo>
                    <a:pt x="1822988" y="113266"/>
                  </a:lnTo>
                  <a:lnTo>
                    <a:pt x="1790501" y="80780"/>
                  </a:lnTo>
                  <a:lnTo>
                    <a:pt x="1753759" y="53057"/>
                  </a:lnTo>
                  <a:lnTo>
                    <a:pt x="1713272" y="30609"/>
                  </a:lnTo>
                  <a:lnTo>
                    <a:pt x="1669549" y="13943"/>
                  </a:lnTo>
                  <a:lnTo>
                    <a:pt x="1623099" y="3570"/>
                  </a:lnTo>
                  <a:lnTo>
                    <a:pt x="1574431" y="0"/>
                  </a:lnTo>
                  <a:close/>
                </a:path>
              </a:pathLst>
            </a:custGeom>
            <a:solidFill>
              <a:srgbClr val="FFBE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60;p1">
              <a:extLst>
                <a:ext uri="{FF2B5EF4-FFF2-40B4-BE49-F238E27FC236}">
                  <a16:creationId xmlns:a16="http://schemas.microsoft.com/office/drawing/2014/main" id="{FC976EED-DCCC-9402-C8DB-0E3DCE803D35}"/>
                </a:ext>
              </a:extLst>
            </p:cNvPr>
            <p:cNvSpPr txBox="1"/>
            <p:nvPr/>
          </p:nvSpPr>
          <p:spPr>
            <a:xfrm>
              <a:off x="1071854" y="2933408"/>
              <a:ext cx="920288" cy="292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635" rIns="0" bIns="0" anchor="t" anchorCtr="0">
              <a:spAutoFit/>
            </a:bodyPr>
            <a:lstStyle/>
            <a:p>
              <a:pPr marL="11635"/>
              <a:r>
                <a:rPr lang="en-US" sz="1648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sz="164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" name="Google Shape;65;p1">
              <a:extLst>
                <a:ext uri="{FF2B5EF4-FFF2-40B4-BE49-F238E27FC236}">
                  <a16:creationId xmlns:a16="http://schemas.microsoft.com/office/drawing/2014/main" id="{7071CD88-5E3E-F785-924A-8B2D4903DC59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11851" y="1325071"/>
              <a:ext cx="1306360" cy="130634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321B78-8934-87A8-5F38-2500D81D4F0D}"/>
              </a:ext>
            </a:extLst>
          </p:cNvPr>
          <p:cNvGrpSpPr/>
          <p:nvPr userDrawn="1"/>
        </p:nvGrpSpPr>
        <p:grpSpPr>
          <a:xfrm>
            <a:off x="5350827" y="4778115"/>
            <a:ext cx="1770969" cy="1871232"/>
            <a:chOff x="5596320" y="1384023"/>
            <a:chExt cx="1952165" cy="2062687"/>
          </a:xfrm>
        </p:grpSpPr>
        <p:sp>
          <p:nvSpPr>
            <p:cNvPr id="16" name="Google Shape;63;p1">
              <a:extLst>
                <a:ext uri="{FF2B5EF4-FFF2-40B4-BE49-F238E27FC236}">
                  <a16:creationId xmlns:a16="http://schemas.microsoft.com/office/drawing/2014/main" id="{43A1C8AB-C799-7E73-F755-AA5F5FD699A4}"/>
                </a:ext>
              </a:extLst>
            </p:cNvPr>
            <p:cNvSpPr/>
            <p:nvPr/>
          </p:nvSpPr>
          <p:spPr>
            <a:xfrm>
              <a:off x="5596320" y="2781025"/>
              <a:ext cx="1952165" cy="665685"/>
            </a:xfrm>
            <a:custGeom>
              <a:avLst/>
              <a:gdLst/>
              <a:ahLst/>
              <a:cxnLst/>
              <a:rect l="l" t="t" r="r" b="b"/>
              <a:pathLst>
                <a:path w="1932940" h="659129" extrusionOk="0">
                  <a:moveTo>
                    <a:pt x="1603451" y="0"/>
                  </a:moveTo>
                  <a:lnTo>
                    <a:pt x="329336" y="0"/>
                  </a:lnTo>
                  <a:lnTo>
                    <a:pt x="280669" y="3570"/>
                  </a:lnTo>
                  <a:lnTo>
                    <a:pt x="234218" y="13943"/>
                  </a:lnTo>
                  <a:lnTo>
                    <a:pt x="190495" y="30609"/>
                  </a:lnTo>
                  <a:lnTo>
                    <a:pt x="150008" y="53057"/>
                  </a:lnTo>
                  <a:lnTo>
                    <a:pt x="113266" y="80780"/>
                  </a:lnTo>
                  <a:lnTo>
                    <a:pt x="80780" y="113266"/>
                  </a:lnTo>
                  <a:lnTo>
                    <a:pt x="53057" y="150008"/>
                  </a:lnTo>
                  <a:lnTo>
                    <a:pt x="30609" y="190495"/>
                  </a:lnTo>
                  <a:lnTo>
                    <a:pt x="13943" y="234218"/>
                  </a:lnTo>
                  <a:lnTo>
                    <a:pt x="3570" y="280669"/>
                  </a:lnTo>
                  <a:lnTo>
                    <a:pt x="0" y="329336"/>
                  </a:lnTo>
                  <a:lnTo>
                    <a:pt x="3570" y="378003"/>
                  </a:lnTo>
                  <a:lnTo>
                    <a:pt x="13943" y="424453"/>
                  </a:lnTo>
                  <a:lnTo>
                    <a:pt x="30609" y="468177"/>
                  </a:lnTo>
                  <a:lnTo>
                    <a:pt x="53057" y="508664"/>
                  </a:lnTo>
                  <a:lnTo>
                    <a:pt x="80780" y="545406"/>
                  </a:lnTo>
                  <a:lnTo>
                    <a:pt x="113266" y="577892"/>
                  </a:lnTo>
                  <a:lnTo>
                    <a:pt x="150008" y="605615"/>
                  </a:lnTo>
                  <a:lnTo>
                    <a:pt x="190495" y="628063"/>
                  </a:lnTo>
                  <a:lnTo>
                    <a:pt x="234218" y="644729"/>
                  </a:lnTo>
                  <a:lnTo>
                    <a:pt x="280669" y="655101"/>
                  </a:lnTo>
                  <a:lnTo>
                    <a:pt x="329336" y="658672"/>
                  </a:lnTo>
                  <a:lnTo>
                    <a:pt x="1603451" y="658672"/>
                  </a:lnTo>
                  <a:lnTo>
                    <a:pt x="1652118" y="655101"/>
                  </a:lnTo>
                  <a:lnTo>
                    <a:pt x="1698569" y="644729"/>
                  </a:lnTo>
                  <a:lnTo>
                    <a:pt x="1742294" y="628063"/>
                  </a:lnTo>
                  <a:lnTo>
                    <a:pt x="1782782" y="605615"/>
                  </a:lnTo>
                  <a:lnTo>
                    <a:pt x="1819526" y="577892"/>
                  </a:lnTo>
                  <a:lnTo>
                    <a:pt x="1852014" y="545406"/>
                  </a:lnTo>
                  <a:lnTo>
                    <a:pt x="1879738" y="508664"/>
                  </a:lnTo>
                  <a:lnTo>
                    <a:pt x="1902188" y="468177"/>
                  </a:lnTo>
                  <a:lnTo>
                    <a:pt x="1918855" y="424453"/>
                  </a:lnTo>
                  <a:lnTo>
                    <a:pt x="1929229" y="378003"/>
                  </a:lnTo>
                  <a:lnTo>
                    <a:pt x="1932800" y="329336"/>
                  </a:lnTo>
                  <a:lnTo>
                    <a:pt x="1929229" y="280669"/>
                  </a:lnTo>
                  <a:lnTo>
                    <a:pt x="1918855" y="234218"/>
                  </a:lnTo>
                  <a:lnTo>
                    <a:pt x="1902188" y="190495"/>
                  </a:lnTo>
                  <a:lnTo>
                    <a:pt x="1879738" y="150008"/>
                  </a:lnTo>
                  <a:lnTo>
                    <a:pt x="1852014" y="113266"/>
                  </a:lnTo>
                  <a:lnTo>
                    <a:pt x="1819526" y="80780"/>
                  </a:lnTo>
                  <a:lnTo>
                    <a:pt x="1782782" y="53057"/>
                  </a:lnTo>
                  <a:lnTo>
                    <a:pt x="1742294" y="30609"/>
                  </a:lnTo>
                  <a:lnTo>
                    <a:pt x="1698569" y="13943"/>
                  </a:lnTo>
                  <a:lnTo>
                    <a:pt x="1652118" y="3570"/>
                  </a:lnTo>
                  <a:lnTo>
                    <a:pt x="1603451" y="0"/>
                  </a:lnTo>
                  <a:close/>
                </a:path>
              </a:pathLst>
            </a:custGeom>
            <a:solidFill>
              <a:srgbClr val="FBE26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64;p1">
              <a:extLst>
                <a:ext uri="{FF2B5EF4-FFF2-40B4-BE49-F238E27FC236}">
                  <a16:creationId xmlns:a16="http://schemas.microsoft.com/office/drawing/2014/main" id="{F0C03CDB-C499-5727-ADA2-AF2158924293}"/>
                </a:ext>
              </a:extLst>
            </p:cNvPr>
            <p:cNvSpPr txBox="1"/>
            <p:nvPr/>
          </p:nvSpPr>
          <p:spPr>
            <a:xfrm>
              <a:off x="6032097" y="2950646"/>
              <a:ext cx="1035084" cy="292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635" rIns="0" bIns="0" anchor="t" anchorCtr="0">
              <a:spAutoFit/>
            </a:bodyPr>
            <a:lstStyle/>
            <a:p>
              <a:pPr marL="11635"/>
              <a:r>
                <a:rPr lang="en-US" sz="1648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Cognitive</a:t>
              </a:r>
              <a:endParaRPr sz="164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" name="Google Shape;66;p1">
              <a:extLst>
                <a:ext uri="{FF2B5EF4-FFF2-40B4-BE49-F238E27FC236}">
                  <a16:creationId xmlns:a16="http://schemas.microsoft.com/office/drawing/2014/main" id="{4DC9EA6D-01E3-781C-AC8B-3A7E42B719CB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002443" y="1384023"/>
              <a:ext cx="1306360" cy="130634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435C09-FDA6-F993-8516-8C106282FFA0}"/>
              </a:ext>
            </a:extLst>
          </p:cNvPr>
          <p:cNvGrpSpPr/>
          <p:nvPr userDrawn="1"/>
        </p:nvGrpSpPr>
        <p:grpSpPr>
          <a:xfrm>
            <a:off x="3047463" y="4725685"/>
            <a:ext cx="1910598" cy="1934786"/>
            <a:chOff x="3057287" y="1326229"/>
            <a:chExt cx="2106081" cy="2132743"/>
          </a:xfrm>
        </p:grpSpPr>
        <p:sp>
          <p:nvSpPr>
            <p:cNvPr id="20" name="Google Shape;61;p1">
              <a:extLst>
                <a:ext uri="{FF2B5EF4-FFF2-40B4-BE49-F238E27FC236}">
                  <a16:creationId xmlns:a16="http://schemas.microsoft.com/office/drawing/2014/main" id="{19689EDE-7B4F-F701-91E1-1D1C756B03AC}"/>
                </a:ext>
              </a:extLst>
            </p:cNvPr>
            <p:cNvSpPr/>
            <p:nvPr/>
          </p:nvSpPr>
          <p:spPr>
            <a:xfrm>
              <a:off x="3057287" y="2793287"/>
              <a:ext cx="2106081" cy="665685"/>
            </a:xfrm>
            <a:custGeom>
              <a:avLst/>
              <a:gdLst/>
              <a:ahLst/>
              <a:cxnLst/>
              <a:rect l="l" t="t" r="r" b="b"/>
              <a:pathLst>
                <a:path w="2085339" h="659129" extrusionOk="0">
                  <a:moveTo>
                    <a:pt x="1755482" y="0"/>
                  </a:moveTo>
                  <a:lnTo>
                    <a:pt x="329336" y="0"/>
                  </a:lnTo>
                  <a:lnTo>
                    <a:pt x="280669" y="3570"/>
                  </a:lnTo>
                  <a:lnTo>
                    <a:pt x="234218" y="13943"/>
                  </a:lnTo>
                  <a:lnTo>
                    <a:pt x="190495" y="30609"/>
                  </a:lnTo>
                  <a:lnTo>
                    <a:pt x="150008" y="53057"/>
                  </a:lnTo>
                  <a:lnTo>
                    <a:pt x="113266" y="80780"/>
                  </a:lnTo>
                  <a:lnTo>
                    <a:pt x="80780" y="113266"/>
                  </a:lnTo>
                  <a:lnTo>
                    <a:pt x="53057" y="150008"/>
                  </a:lnTo>
                  <a:lnTo>
                    <a:pt x="30609" y="190495"/>
                  </a:lnTo>
                  <a:lnTo>
                    <a:pt x="13943" y="234218"/>
                  </a:lnTo>
                  <a:lnTo>
                    <a:pt x="3570" y="280669"/>
                  </a:lnTo>
                  <a:lnTo>
                    <a:pt x="0" y="329336"/>
                  </a:lnTo>
                  <a:lnTo>
                    <a:pt x="3570" y="378003"/>
                  </a:lnTo>
                  <a:lnTo>
                    <a:pt x="13943" y="424453"/>
                  </a:lnTo>
                  <a:lnTo>
                    <a:pt x="30609" y="468177"/>
                  </a:lnTo>
                  <a:lnTo>
                    <a:pt x="53057" y="508664"/>
                  </a:lnTo>
                  <a:lnTo>
                    <a:pt x="80780" y="545406"/>
                  </a:lnTo>
                  <a:lnTo>
                    <a:pt x="113266" y="577892"/>
                  </a:lnTo>
                  <a:lnTo>
                    <a:pt x="150008" y="605615"/>
                  </a:lnTo>
                  <a:lnTo>
                    <a:pt x="190495" y="628063"/>
                  </a:lnTo>
                  <a:lnTo>
                    <a:pt x="234218" y="644729"/>
                  </a:lnTo>
                  <a:lnTo>
                    <a:pt x="280669" y="655101"/>
                  </a:lnTo>
                  <a:lnTo>
                    <a:pt x="329336" y="658672"/>
                  </a:lnTo>
                  <a:lnTo>
                    <a:pt x="1755482" y="658672"/>
                  </a:lnTo>
                  <a:lnTo>
                    <a:pt x="1804150" y="655101"/>
                  </a:lnTo>
                  <a:lnTo>
                    <a:pt x="1850600" y="644729"/>
                  </a:lnTo>
                  <a:lnTo>
                    <a:pt x="1894323" y="628063"/>
                  </a:lnTo>
                  <a:lnTo>
                    <a:pt x="1934810" y="605615"/>
                  </a:lnTo>
                  <a:lnTo>
                    <a:pt x="1971552" y="577892"/>
                  </a:lnTo>
                  <a:lnTo>
                    <a:pt x="2004039" y="545406"/>
                  </a:lnTo>
                  <a:lnTo>
                    <a:pt x="2031761" y="508664"/>
                  </a:lnTo>
                  <a:lnTo>
                    <a:pt x="2054210" y="468177"/>
                  </a:lnTo>
                  <a:lnTo>
                    <a:pt x="2070875" y="424453"/>
                  </a:lnTo>
                  <a:lnTo>
                    <a:pt x="2081248" y="378003"/>
                  </a:lnTo>
                  <a:lnTo>
                    <a:pt x="2084819" y="329336"/>
                  </a:lnTo>
                  <a:lnTo>
                    <a:pt x="2081248" y="280669"/>
                  </a:lnTo>
                  <a:lnTo>
                    <a:pt x="2070875" y="234218"/>
                  </a:lnTo>
                  <a:lnTo>
                    <a:pt x="2054210" y="190495"/>
                  </a:lnTo>
                  <a:lnTo>
                    <a:pt x="2031761" y="150008"/>
                  </a:lnTo>
                  <a:lnTo>
                    <a:pt x="2004039" y="113266"/>
                  </a:lnTo>
                  <a:lnTo>
                    <a:pt x="1971552" y="80780"/>
                  </a:lnTo>
                  <a:lnTo>
                    <a:pt x="1934810" y="53057"/>
                  </a:lnTo>
                  <a:lnTo>
                    <a:pt x="1894323" y="30609"/>
                  </a:lnTo>
                  <a:lnTo>
                    <a:pt x="1850600" y="13943"/>
                  </a:lnTo>
                  <a:lnTo>
                    <a:pt x="1804150" y="3570"/>
                  </a:lnTo>
                  <a:lnTo>
                    <a:pt x="1755482" y="0"/>
                  </a:lnTo>
                  <a:close/>
                </a:path>
              </a:pathLst>
            </a:custGeom>
            <a:solidFill>
              <a:srgbClr val="EEBED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62;p1">
              <a:extLst>
                <a:ext uri="{FF2B5EF4-FFF2-40B4-BE49-F238E27FC236}">
                  <a16:creationId xmlns:a16="http://schemas.microsoft.com/office/drawing/2014/main" id="{E9AC4A42-EEA6-BDD6-870A-099DD34771A0}"/>
                </a:ext>
              </a:extLst>
            </p:cNvPr>
            <p:cNvSpPr txBox="1"/>
            <p:nvPr/>
          </p:nvSpPr>
          <p:spPr>
            <a:xfrm>
              <a:off x="3602690" y="2955644"/>
              <a:ext cx="1052400" cy="2924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1635" rIns="0" bIns="0" anchor="t" anchorCtr="0">
              <a:spAutoFit/>
            </a:bodyPr>
            <a:lstStyle/>
            <a:p>
              <a:pPr marL="11635"/>
              <a:r>
                <a:rPr lang="en-US" sz="1648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Linguistic</a:t>
              </a:r>
              <a:endParaRPr sz="164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" name="Google Shape;67;p1">
              <a:extLst>
                <a:ext uri="{FF2B5EF4-FFF2-40B4-BE49-F238E27FC236}">
                  <a16:creationId xmlns:a16="http://schemas.microsoft.com/office/drawing/2014/main" id="{A3F3F08D-DB25-EF94-C080-8929986AA47C}"/>
                </a:ext>
              </a:extLst>
            </p:cNvPr>
            <p:cNvGrpSpPr/>
            <p:nvPr/>
          </p:nvGrpSpPr>
          <p:grpSpPr>
            <a:xfrm>
              <a:off x="3457147" y="1326229"/>
              <a:ext cx="1306360" cy="1306360"/>
              <a:chOff x="3470752" y="1712208"/>
              <a:chExt cx="1293495" cy="1293495"/>
            </a:xfrm>
          </p:grpSpPr>
          <p:sp>
            <p:nvSpPr>
              <p:cNvPr id="23" name="Google Shape;68;p1">
                <a:extLst>
                  <a:ext uri="{FF2B5EF4-FFF2-40B4-BE49-F238E27FC236}">
                    <a16:creationId xmlns:a16="http://schemas.microsoft.com/office/drawing/2014/main" id="{BB459599-3470-BB4D-63E7-D9E3EC9598A3}"/>
                  </a:ext>
                </a:extLst>
              </p:cNvPr>
              <p:cNvSpPr/>
              <p:nvPr/>
            </p:nvSpPr>
            <p:spPr>
              <a:xfrm>
                <a:off x="3470752" y="1712208"/>
                <a:ext cx="1293495" cy="1293495"/>
              </a:xfrm>
              <a:custGeom>
                <a:avLst/>
                <a:gdLst/>
                <a:ahLst/>
                <a:cxnLst/>
                <a:rect l="l" t="t" r="r" b="b"/>
                <a:pathLst>
                  <a:path w="1293495" h="1293495" extrusionOk="0">
                    <a:moveTo>
                      <a:pt x="646747" y="0"/>
                    </a:moveTo>
                    <a:lnTo>
                      <a:pt x="598480" y="1773"/>
                    </a:lnTo>
                    <a:lnTo>
                      <a:pt x="551176" y="7012"/>
                    </a:lnTo>
                    <a:lnTo>
                      <a:pt x="504960" y="15590"/>
                    </a:lnTo>
                    <a:lnTo>
                      <a:pt x="459958" y="27382"/>
                    </a:lnTo>
                    <a:lnTo>
                      <a:pt x="416295" y="42264"/>
                    </a:lnTo>
                    <a:lnTo>
                      <a:pt x="374095" y="60110"/>
                    </a:lnTo>
                    <a:lnTo>
                      <a:pt x="333484" y="80795"/>
                    </a:lnTo>
                    <a:lnTo>
                      <a:pt x="294587" y="104194"/>
                    </a:lnTo>
                    <a:lnTo>
                      <a:pt x="257528" y="130183"/>
                    </a:lnTo>
                    <a:lnTo>
                      <a:pt x="222434" y="158635"/>
                    </a:lnTo>
                    <a:lnTo>
                      <a:pt x="189428" y="189426"/>
                    </a:lnTo>
                    <a:lnTo>
                      <a:pt x="158636" y="222432"/>
                    </a:lnTo>
                    <a:lnTo>
                      <a:pt x="130183" y="257526"/>
                    </a:lnTo>
                    <a:lnTo>
                      <a:pt x="104195" y="294584"/>
                    </a:lnTo>
                    <a:lnTo>
                      <a:pt x="80795" y="333480"/>
                    </a:lnTo>
                    <a:lnTo>
                      <a:pt x="60110" y="374090"/>
                    </a:lnTo>
                    <a:lnTo>
                      <a:pt x="42264" y="416289"/>
                    </a:lnTo>
                    <a:lnTo>
                      <a:pt x="27382" y="459951"/>
                    </a:lnTo>
                    <a:lnTo>
                      <a:pt x="15590" y="504952"/>
                    </a:lnTo>
                    <a:lnTo>
                      <a:pt x="7012" y="551166"/>
                    </a:lnTo>
                    <a:lnTo>
                      <a:pt x="1773" y="598469"/>
                    </a:lnTo>
                    <a:lnTo>
                      <a:pt x="0" y="646734"/>
                    </a:lnTo>
                    <a:lnTo>
                      <a:pt x="1773" y="695002"/>
                    </a:lnTo>
                    <a:lnTo>
                      <a:pt x="7012" y="742306"/>
                    </a:lnTo>
                    <a:lnTo>
                      <a:pt x="15590" y="788521"/>
                    </a:lnTo>
                    <a:lnTo>
                      <a:pt x="27382" y="833523"/>
                    </a:lnTo>
                    <a:lnTo>
                      <a:pt x="42264" y="877186"/>
                    </a:lnTo>
                    <a:lnTo>
                      <a:pt x="60110" y="919386"/>
                    </a:lnTo>
                    <a:lnTo>
                      <a:pt x="80795" y="959997"/>
                    </a:lnTo>
                    <a:lnTo>
                      <a:pt x="104195" y="998895"/>
                    </a:lnTo>
                    <a:lnTo>
                      <a:pt x="130183" y="1035953"/>
                    </a:lnTo>
                    <a:lnTo>
                      <a:pt x="158636" y="1071048"/>
                    </a:lnTo>
                    <a:lnTo>
                      <a:pt x="189428" y="1104053"/>
                    </a:lnTo>
                    <a:lnTo>
                      <a:pt x="222434" y="1134845"/>
                    </a:lnTo>
                    <a:lnTo>
                      <a:pt x="257528" y="1163298"/>
                    </a:lnTo>
                    <a:lnTo>
                      <a:pt x="294587" y="1189286"/>
                    </a:lnTo>
                    <a:lnTo>
                      <a:pt x="333484" y="1212686"/>
                    </a:lnTo>
                    <a:lnTo>
                      <a:pt x="374095" y="1233371"/>
                    </a:lnTo>
                    <a:lnTo>
                      <a:pt x="416295" y="1251217"/>
                    </a:lnTo>
                    <a:lnTo>
                      <a:pt x="459958" y="1266099"/>
                    </a:lnTo>
                    <a:lnTo>
                      <a:pt x="504960" y="1277891"/>
                    </a:lnTo>
                    <a:lnTo>
                      <a:pt x="551176" y="1286469"/>
                    </a:lnTo>
                    <a:lnTo>
                      <a:pt x="598480" y="1291708"/>
                    </a:lnTo>
                    <a:lnTo>
                      <a:pt x="646747" y="1293482"/>
                    </a:lnTo>
                    <a:lnTo>
                      <a:pt x="695014" y="1291708"/>
                    </a:lnTo>
                    <a:lnTo>
                      <a:pt x="742318" y="1286469"/>
                    </a:lnTo>
                    <a:lnTo>
                      <a:pt x="788534" y="1277891"/>
                    </a:lnTo>
                    <a:lnTo>
                      <a:pt x="833536" y="1266099"/>
                    </a:lnTo>
                    <a:lnTo>
                      <a:pt x="877199" y="1251217"/>
                    </a:lnTo>
                    <a:lnTo>
                      <a:pt x="919399" y="1233371"/>
                    </a:lnTo>
                    <a:lnTo>
                      <a:pt x="960010" y="1212686"/>
                    </a:lnTo>
                    <a:lnTo>
                      <a:pt x="998907" y="1189286"/>
                    </a:lnTo>
                    <a:lnTo>
                      <a:pt x="1035966" y="1163298"/>
                    </a:lnTo>
                    <a:lnTo>
                      <a:pt x="1071060" y="1134845"/>
                    </a:lnTo>
                    <a:lnTo>
                      <a:pt x="1104066" y="1104053"/>
                    </a:lnTo>
                    <a:lnTo>
                      <a:pt x="1134858" y="1071048"/>
                    </a:lnTo>
                    <a:lnTo>
                      <a:pt x="1163311" y="1035953"/>
                    </a:lnTo>
                    <a:lnTo>
                      <a:pt x="1189299" y="998895"/>
                    </a:lnTo>
                    <a:lnTo>
                      <a:pt x="1212699" y="959997"/>
                    </a:lnTo>
                    <a:lnTo>
                      <a:pt x="1233384" y="919386"/>
                    </a:lnTo>
                    <a:lnTo>
                      <a:pt x="1251230" y="877186"/>
                    </a:lnTo>
                    <a:lnTo>
                      <a:pt x="1266112" y="833523"/>
                    </a:lnTo>
                    <a:lnTo>
                      <a:pt x="1277904" y="788521"/>
                    </a:lnTo>
                    <a:lnTo>
                      <a:pt x="1286482" y="742306"/>
                    </a:lnTo>
                    <a:lnTo>
                      <a:pt x="1291721" y="695002"/>
                    </a:lnTo>
                    <a:lnTo>
                      <a:pt x="1293495" y="646734"/>
                    </a:lnTo>
                    <a:lnTo>
                      <a:pt x="1291721" y="598469"/>
                    </a:lnTo>
                    <a:lnTo>
                      <a:pt x="1286482" y="551166"/>
                    </a:lnTo>
                    <a:lnTo>
                      <a:pt x="1277904" y="504952"/>
                    </a:lnTo>
                    <a:lnTo>
                      <a:pt x="1266112" y="459951"/>
                    </a:lnTo>
                    <a:lnTo>
                      <a:pt x="1251230" y="416289"/>
                    </a:lnTo>
                    <a:lnTo>
                      <a:pt x="1233384" y="374090"/>
                    </a:lnTo>
                    <a:lnTo>
                      <a:pt x="1212699" y="333480"/>
                    </a:lnTo>
                    <a:lnTo>
                      <a:pt x="1189299" y="294584"/>
                    </a:lnTo>
                    <a:lnTo>
                      <a:pt x="1163311" y="257526"/>
                    </a:lnTo>
                    <a:lnTo>
                      <a:pt x="1134858" y="222432"/>
                    </a:lnTo>
                    <a:lnTo>
                      <a:pt x="1104066" y="189426"/>
                    </a:lnTo>
                    <a:lnTo>
                      <a:pt x="1071060" y="158635"/>
                    </a:lnTo>
                    <a:lnTo>
                      <a:pt x="1035966" y="130183"/>
                    </a:lnTo>
                    <a:lnTo>
                      <a:pt x="998907" y="104194"/>
                    </a:lnTo>
                    <a:lnTo>
                      <a:pt x="960010" y="80795"/>
                    </a:lnTo>
                    <a:lnTo>
                      <a:pt x="919399" y="60110"/>
                    </a:lnTo>
                    <a:lnTo>
                      <a:pt x="877199" y="42264"/>
                    </a:lnTo>
                    <a:lnTo>
                      <a:pt x="833536" y="27382"/>
                    </a:lnTo>
                    <a:lnTo>
                      <a:pt x="788534" y="15590"/>
                    </a:lnTo>
                    <a:lnTo>
                      <a:pt x="742318" y="7012"/>
                    </a:lnTo>
                    <a:lnTo>
                      <a:pt x="695014" y="1773"/>
                    </a:lnTo>
                    <a:lnTo>
                      <a:pt x="646747" y="0"/>
                    </a:lnTo>
                    <a:close/>
                  </a:path>
                </a:pathLst>
              </a:custGeom>
              <a:solidFill>
                <a:srgbClr val="F4D4E1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64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69;p1">
                <a:extLst>
                  <a:ext uri="{FF2B5EF4-FFF2-40B4-BE49-F238E27FC236}">
                    <a16:creationId xmlns:a16="http://schemas.microsoft.com/office/drawing/2014/main" id="{D04166AE-6391-EFE6-9C59-E38ED9BCD3E4}"/>
                  </a:ext>
                </a:extLst>
              </p:cNvPr>
              <p:cNvSpPr/>
              <p:nvPr/>
            </p:nvSpPr>
            <p:spPr>
              <a:xfrm>
                <a:off x="3753736" y="2016171"/>
                <a:ext cx="306705" cy="767080"/>
              </a:xfrm>
              <a:custGeom>
                <a:avLst/>
                <a:gdLst/>
                <a:ahLst/>
                <a:cxnLst/>
                <a:rect l="l" t="t" r="r" b="b"/>
                <a:pathLst>
                  <a:path w="306704" h="767080" extrusionOk="0">
                    <a:moveTo>
                      <a:pt x="73353" y="0"/>
                    </a:moveTo>
                    <a:lnTo>
                      <a:pt x="34790" y="42279"/>
                    </a:lnTo>
                    <a:lnTo>
                      <a:pt x="27369" y="109547"/>
                    </a:lnTo>
                    <a:lnTo>
                      <a:pt x="26913" y="152277"/>
                    </a:lnTo>
                    <a:lnTo>
                      <a:pt x="27635" y="199901"/>
                    </a:lnTo>
                    <a:lnTo>
                      <a:pt x="28789" y="251543"/>
                    </a:lnTo>
                    <a:lnTo>
                      <a:pt x="29633" y="306326"/>
                    </a:lnTo>
                    <a:lnTo>
                      <a:pt x="29422" y="363374"/>
                    </a:lnTo>
                    <a:lnTo>
                      <a:pt x="27412" y="421811"/>
                    </a:lnTo>
                    <a:lnTo>
                      <a:pt x="22859" y="480759"/>
                    </a:lnTo>
                    <a:lnTo>
                      <a:pt x="15019" y="539342"/>
                    </a:lnTo>
                    <a:lnTo>
                      <a:pt x="3147" y="596684"/>
                    </a:lnTo>
                    <a:lnTo>
                      <a:pt x="0" y="641029"/>
                    </a:lnTo>
                    <a:lnTo>
                      <a:pt x="11725" y="681478"/>
                    </a:lnTo>
                    <a:lnTo>
                      <a:pt x="35767" y="716140"/>
                    </a:lnTo>
                    <a:lnTo>
                      <a:pt x="69572" y="743122"/>
                    </a:lnTo>
                    <a:lnTo>
                      <a:pt x="110584" y="760534"/>
                    </a:lnTo>
                    <a:lnTo>
                      <a:pt x="156246" y="766483"/>
                    </a:lnTo>
                    <a:lnTo>
                      <a:pt x="200157" y="759985"/>
                    </a:lnTo>
                    <a:lnTo>
                      <a:pt x="237250" y="742409"/>
                    </a:lnTo>
                    <a:lnTo>
                      <a:pt x="266971" y="715389"/>
                    </a:lnTo>
                    <a:lnTo>
                      <a:pt x="288767" y="680562"/>
                    </a:lnTo>
                    <a:lnTo>
                      <a:pt x="302085" y="639563"/>
                    </a:lnTo>
                    <a:lnTo>
                      <a:pt x="306373" y="594029"/>
                    </a:lnTo>
                    <a:lnTo>
                      <a:pt x="304163" y="567895"/>
                    </a:lnTo>
                    <a:lnTo>
                      <a:pt x="288735" y="486290"/>
                    </a:lnTo>
                    <a:lnTo>
                      <a:pt x="276306" y="434786"/>
                    </a:lnTo>
                    <a:lnTo>
                      <a:pt x="261262" y="378791"/>
                    </a:lnTo>
                    <a:lnTo>
                      <a:pt x="243996" y="320288"/>
                    </a:lnTo>
                    <a:lnTo>
                      <a:pt x="224905" y="261262"/>
                    </a:lnTo>
                    <a:lnTo>
                      <a:pt x="204384" y="203695"/>
                    </a:lnTo>
                    <a:lnTo>
                      <a:pt x="182828" y="149571"/>
                    </a:lnTo>
                    <a:lnTo>
                      <a:pt x="160632" y="100872"/>
                    </a:lnTo>
                    <a:lnTo>
                      <a:pt x="138191" y="59583"/>
                    </a:lnTo>
                    <a:lnTo>
                      <a:pt x="115901" y="27685"/>
                    </a:lnTo>
                    <a:lnTo>
                      <a:pt x="94156" y="7163"/>
                    </a:lnTo>
                    <a:lnTo>
                      <a:pt x="73353" y="0"/>
                    </a:lnTo>
                    <a:close/>
                  </a:path>
                </a:pathLst>
              </a:custGeom>
              <a:solidFill>
                <a:srgbClr val="97593E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64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70;p1">
                <a:extLst>
                  <a:ext uri="{FF2B5EF4-FFF2-40B4-BE49-F238E27FC236}">
                    <a16:creationId xmlns:a16="http://schemas.microsoft.com/office/drawing/2014/main" id="{973BA00E-33D5-547E-B4CD-6AC380E5D93D}"/>
                  </a:ext>
                </a:extLst>
              </p:cNvPr>
              <p:cNvSpPr/>
              <p:nvPr/>
            </p:nvSpPr>
            <p:spPr>
              <a:xfrm>
                <a:off x="3753736" y="2016171"/>
                <a:ext cx="306705" cy="767080"/>
              </a:xfrm>
              <a:custGeom>
                <a:avLst/>
                <a:gdLst/>
                <a:ahLst/>
                <a:cxnLst/>
                <a:rect l="l" t="t" r="r" b="b"/>
                <a:pathLst>
                  <a:path w="306704" h="767080" extrusionOk="0">
                    <a:moveTo>
                      <a:pt x="306373" y="594029"/>
                    </a:moveTo>
                    <a:lnTo>
                      <a:pt x="298152" y="531321"/>
                    </a:lnTo>
                    <a:lnTo>
                      <a:pt x="288735" y="486290"/>
                    </a:lnTo>
                    <a:lnTo>
                      <a:pt x="276306" y="434786"/>
                    </a:lnTo>
                    <a:lnTo>
                      <a:pt x="261262" y="378791"/>
                    </a:lnTo>
                    <a:lnTo>
                      <a:pt x="243996" y="320288"/>
                    </a:lnTo>
                    <a:lnTo>
                      <a:pt x="224905" y="261262"/>
                    </a:lnTo>
                    <a:lnTo>
                      <a:pt x="204384" y="203695"/>
                    </a:lnTo>
                    <a:lnTo>
                      <a:pt x="182828" y="149571"/>
                    </a:lnTo>
                    <a:lnTo>
                      <a:pt x="160632" y="100872"/>
                    </a:lnTo>
                    <a:lnTo>
                      <a:pt x="138191" y="59583"/>
                    </a:lnTo>
                    <a:lnTo>
                      <a:pt x="115901" y="27685"/>
                    </a:lnTo>
                    <a:lnTo>
                      <a:pt x="73353" y="0"/>
                    </a:lnTo>
                    <a:lnTo>
                      <a:pt x="55849" y="5107"/>
                    </a:lnTo>
                    <a:lnTo>
                      <a:pt x="34790" y="42279"/>
                    </a:lnTo>
                    <a:lnTo>
                      <a:pt x="27369" y="109547"/>
                    </a:lnTo>
                    <a:lnTo>
                      <a:pt x="26913" y="152277"/>
                    </a:lnTo>
                    <a:lnTo>
                      <a:pt x="27635" y="199901"/>
                    </a:lnTo>
                    <a:lnTo>
                      <a:pt x="28789" y="251543"/>
                    </a:lnTo>
                    <a:lnTo>
                      <a:pt x="29633" y="306326"/>
                    </a:lnTo>
                    <a:lnTo>
                      <a:pt x="29422" y="363374"/>
                    </a:lnTo>
                    <a:lnTo>
                      <a:pt x="27412" y="421811"/>
                    </a:lnTo>
                    <a:lnTo>
                      <a:pt x="22859" y="480759"/>
                    </a:lnTo>
                    <a:lnTo>
                      <a:pt x="15019" y="539342"/>
                    </a:lnTo>
                    <a:lnTo>
                      <a:pt x="3147" y="596684"/>
                    </a:lnTo>
                    <a:lnTo>
                      <a:pt x="0" y="641029"/>
                    </a:lnTo>
                    <a:lnTo>
                      <a:pt x="11725" y="681478"/>
                    </a:lnTo>
                    <a:lnTo>
                      <a:pt x="35767" y="716140"/>
                    </a:lnTo>
                    <a:lnTo>
                      <a:pt x="69572" y="743122"/>
                    </a:lnTo>
                    <a:lnTo>
                      <a:pt x="110584" y="760534"/>
                    </a:lnTo>
                    <a:lnTo>
                      <a:pt x="156246" y="766483"/>
                    </a:lnTo>
                    <a:lnTo>
                      <a:pt x="200157" y="759985"/>
                    </a:lnTo>
                    <a:lnTo>
                      <a:pt x="237250" y="742409"/>
                    </a:lnTo>
                    <a:lnTo>
                      <a:pt x="266971" y="715389"/>
                    </a:lnTo>
                    <a:lnTo>
                      <a:pt x="288767" y="680562"/>
                    </a:lnTo>
                    <a:lnTo>
                      <a:pt x="302085" y="639563"/>
                    </a:lnTo>
                    <a:lnTo>
                      <a:pt x="306373" y="594029"/>
                    </a:lnTo>
                    <a:close/>
                  </a:path>
                </a:pathLst>
              </a:custGeom>
              <a:noFill/>
              <a:ln w="136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64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71;p1">
                <a:extLst>
                  <a:ext uri="{FF2B5EF4-FFF2-40B4-BE49-F238E27FC236}">
                    <a16:creationId xmlns:a16="http://schemas.microsoft.com/office/drawing/2014/main" id="{D75A1212-544C-731B-D15D-89F16E2BBD6E}"/>
                  </a:ext>
                </a:extLst>
              </p:cNvPr>
              <p:cNvSpPr/>
              <p:nvPr/>
            </p:nvSpPr>
            <p:spPr>
              <a:xfrm>
                <a:off x="3710126" y="1935278"/>
                <a:ext cx="527050" cy="635635"/>
              </a:xfrm>
              <a:custGeom>
                <a:avLst/>
                <a:gdLst/>
                <a:ahLst/>
                <a:cxnLst/>
                <a:rect l="l" t="t" r="r" b="b"/>
                <a:pathLst>
                  <a:path w="527050" h="635635" extrusionOk="0">
                    <a:moveTo>
                      <a:pt x="218759" y="0"/>
                    </a:moveTo>
                    <a:lnTo>
                      <a:pt x="174119" y="1947"/>
                    </a:lnTo>
                    <a:lnTo>
                      <a:pt x="127754" y="12148"/>
                    </a:lnTo>
                    <a:lnTo>
                      <a:pt x="72488" y="49555"/>
                    </a:lnTo>
                    <a:lnTo>
                      <a:pt x="32524" y="116275"/>
                    </a:lnTo>
                    <a:lnTo>
                      <a:pt x="18398" y="157420"/>
                    </a:lnTo>
                    <a:lnTo>
                      <a:pt x="8237" y="202045"/>
                    </a:lnTo>
                    <a:lnTo>
                      <a:pt x="2089" y="248866"/>
                    </a:lnTo>
                    <a:lnTo>
                      <a:pt x="0" y="296601"/>
                    </a:lnTo>
                    <a:lnTo>
                      <a:pt x="2016" y="343966"/>
                    </a:lnTo>
                    <a:lnTo>
                      <a:pt x="8185" y="389679"/>
                    </a:lnTo>
                    <a:lnTo>
                      <a:pt x="18554" y="432457"/>
                    </a:lnTo>
                    <a:lnTo>
                      <a:pt x="33168" y="471017"/>
                    </a:lnTo>
                    <a:lnTo>
                      <a:pt x="75320" y="530350"/>
                    </a:lnTo>
                    <a:lnTo>
                      <a:pt x="132090" y="564043"/>
                    </a:lnTo>
                    <a:lnTo>
                      <a:pt x="168523" y="584629"/>
                    </a:lnTo>
                    <a:lnTo>
                      <a:pt x="211022" y="606168"/>
                    </a:lnTo>
                    <a:lnTo>
                      <a:pt x="258360" y="624508"/>
                    </a:lnTo>
                    <a:lnTo>
                      <a:pt x="309309" y="635500"/>
                    </a:lnTo>
                    <a:lnTo>
                      <a:pt x="362641" y="634994"/>
                    </a:lnTo>
                    <a:lnTo>
                      <a:pt x="401083" y="624433"/>
                    </a:lnTo>
                    <a:lnTo>
                      <a:pt x="432310" y="605420"/>
                    </a:lnTo>
                    <a:lnTo>
                      <a:pt x="456846" y="579099"/>
                    </a:lnTo>
                    <a:lnTo>
                      <a:pt x="475366" y="546284"/>
                    </a:lnTo>
                    <a:lnTo>
                      <a:pt x="475138" y="545903"/>
                    </a:lnTo>
                    <a:lnTo>
                      <a:pt x="447417" y="538790"/>
                    </a:lnTo>
                    <a:lnTo>
                      <a:pt x="424401" y="523277"/>
                    </a:lnTo>
                    <a:lnTo>
                      <a:pt x="407700" y="500903"/>
                    </a:lnTo>
                    <a:lnTo>
                      <a:pt x="399268" y="472929"/>
                    </a:lnTo>
                    <a:lnTo>
                      <a:pt x="399484" y="472637"/>
                    </a:lnTo>
                    <a:lnTo>
                      <a:pt x="490162" y="477768"/>
                    </a:lnTo>
                    <a:lnTo>
                      <a:pt x="497998" y="476701"/>
                    </a:lnTo>
                    <a:lnTo>
                      <a:pt x="499000" y="459310"/>
                    </a:lnTo>
                    <a:lnTo>
                      <a:pt x="499155" y="439060"/>
                    </a:lnTo>
                    <a:lnTo>
                      <a:pt x="498379" y="400565"/>
                    </a:lnTo>
                    <a:lnTo>
                      <a:pt x="498861" y="400311"/>
                    </a:lnTo>
                    <a:lnTo>
                      <a:pt x="526711" y="370316"/>
                    </a:lnTo>
                    <a:lnTo>
                      <a:pt x="524321" y="355846"/>
                    </a:lnTo>
                    <a:lnTo>
                      <a:pt x="514889" y="344011"/>
                    </a:lnTo>
                    <a:lnTo>
                      <a:pt x="511879" y="341814"/>
                    </a:lnTo>
                    <a:lnTo>
                      <a:pt x="508500" y="340151"/>
                    </a:lnTo>
                    <a:lnTo>
                      <a:pt x="497794" y="337115"/>
                    </a:lnTo>
                    <a:lnTo>
                      <a:pt x="492587" y="331172"/>
                    </a:lnTo>
                    <a:lnTo>
                      <a:pt x="481297" y="269756"/>
                    </a:lnTo>
                    <a:lnTo>
                      <a:pt x="467708" y="218789"/>
                    </a:lnTo>
                    <a:lnTo>
                      <a:pt x="450689" y="173533"/>
                    </a:lnTo>
                    <a:lnTo>
                      <a:pt x="428873" y="132347"/>
                    </a:lnTo>
                    <a:lnTo>
                      <a:pt x="402645" y="95755"/>
                    </a:lnTo>
                    <a:lnTo>
                      <a:pt x="372389" y="64280"/>
                    </a:lnTo>
                    <a:lnTo>
                      <a:pt x="338489" y="38445"/>
                    </a:lnTo>
                    <a:lnTo>
                      <a:pt x="301327" y="18771"/>
                    </a:lnTo>
                    <a:lnTo>
                      <a:pt x="261290" y="5782"/>
                    </a:lnTo>
                    <a:lnTo>
                      <a:pt x="218759" y="0"/>
                    </a:lnTo>
                    <a:close/>
                  </a:path>
                </a:pathLst>
              </a:custGeom>
              <a:solidFill>
                <a:srgbClr val="97593E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64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72;p1">
                <a:extLst>
                  <a:ext uri="{FF2B5EF4-FFF2-40B4-BE49-F238E27FC236}">
                    <a16:creationId xmlns:a16="http://schemas.microsoft.com/office/drawing/2014/main" id="{6CA880F0-9C05-3D6E-7ECB-FD4800CBC4E7}"/>
                  </a:ext>
                </a:extLst>
              </p:cNvPr>
              <p:cNvSpPr/>
              <p:nvPr/>
            </p:nvSpPr>
            <p:spPr>
              <a:xfrm>
                <a:off x="3710126" y="1935278"/>
                <a:ext cx="527050" cy="635635"/>
              </a:xfrm>
              <a:custGeom>
                <a:avLst/>
                <a:gdLst/>
                <a:ahLst/>
                <a:cxnLst/>
                <a:rect l="l" t="t" r="r" b="b"/>
                <a:pathLst>
                  <a:path w="527050" h="635635" extrusionOk="0">
                    <a:moveTo>
                      <a:pt x="514889" y="344011"/>
                    </a:moveTo>
                    <a:lnTo>
                      <a:pt x="511879" y="341814"/>
                    </a:lnTo>
                    <a:lnTo>
                      <a:pt x="508500" y="340151"/>
                    </a:lnTo>
                    <a:lnTo>
                      <a:pt x="504906" y="339135"/>
                    </a:lnTo>
                    <a:lnTo>
                      <a:pt x="497794" y="337115"/>
                    </a:lnTo>
                    <a:lnTo>
                      <a:pt x="492587" y="331172"/>
                    </a:lnTo>
                    <a:lnTo>
                      <a:pt x="491495" y="323857"/>
                    </a:lnTo>
                    <a:lnTo>
                      <a:pt x="486875" y="296537"/>
                    </a:lnTo>
                    <a:lnTo>
                      <a:pt x="474872" y="243759"/>
                    </a:lnTo>
                    <a:lnTo>
                      <a:pt x="450689" y="173533"/>
                    </a:lnTo>
                    <a:lnTo>
                      <a:pt x="428873" y="132347"/>
                    </a:lnTo>
                    <a:lnTo>
                      <a:pt x="402645" y="95755"/>
                    </a:lnTo>
                    <a:lnTo>
                      <a:pt x="372389" y="64280"/>
                    </a:lnTo>
                    <a:lnTo>
                      <a:pt x="338489" y="38445"/>
                    </a:lnTo>
                    <a:lnTo>
                      <a:pt x="301327" y="18771"/>
                    </a:lnTo>
                    <a:lnTo>
                      <a:pt x="261290" y="5782"/>
                    </a:lnTo>
                    <a:lnTo>
                      <a:pt x="218759" y="0"/>
                    </a:lnTo>
                    <a:lnTo>
                      <a:pt x="174119" y="1947"/>
                    </a:lnTo>
                    <a:lnTo>
                      <a:pt x="127754" y="12148"/>
                    </a:lnTo>
                    <a:lnTo>
                      <a:pt x="72488" y="49555"/>
                    </a:lnTo>
                    <a:lnTo>
                      <a:pt x="32524" y="116275"/>
                    </a:lnTo>
                    <a:lnTo>
                      <a:pt x="18398" y="157420"/>
                    </a:lnTo>
                    <a:lnTo>
                      <a:pt x="8237" y="202045"/>
                    </a:lnTo>
                    <a:lnTo>
                      <a:pt x="2089" y="248866"/>
                    </a:lnTo>
                    <a:lnTo>
                      <a:pt x="0" y="296601"/>
                    </a:lnTo>
                    <a:lnTo>
                      <a:pt x="2016" y="343966"/>
                    </a:lnTo>
                    <a:lnTo>
                      <a:pt x="8185" y="389679"/>
                    </a:lnTo>
                    <a:lnTo>
                      <a:pt x="18554" y="432457"/>
                    </a:lnTo>
                    <a:lnTo>
                      <a:pt x="33168" y="471017"/>
                    </a:lnTo>
                    <a:lnTo>
                      <a:pt x="75320" y="530350"/>
                    </a:lnTo>
                    <a:lnTo>
                      <a:pt x="132090" y="564043"/>
                    </a:lnTo>
                    <a:lnTo>
                      <a:pt x="168523" y="584629"/>
                    </a:lnTo>
                    <a:lnTo>
                      <a:pt x="211022" y="606168"/>
                    </a:lnTo>
                    <a:lnTo>
                      <a:pt x="258360" y="624508"/>
                    </a:lnTo>
                    <a:lnTo>
                      <a:pt x="309309" y="635500"/>
                    </a:lnTo>
                    <a:lnTo>
                      <a:pt x="362641" y="634994"/>
                    </a:lnTo>
                    <a:lnTo>
                      <a:pt x="401083" y="624433"/>
                    </a:lnTo>
                    <a:lnTo>
                      <a:pt x="456846" y="579099"/>
                    </a:lnTo>
                    <a:lnTo>
                      <a:pt x="475366" y="546284"/>
                    </a:lnTo>
                    <a:lnTo>
                      <a:pt x="475138" y="545903"/>
                    </a:lnTo>
                    <a:lnTo>
                      <a:pt x="474769" y="545878"/>
                    </a:lnTo>
                    <a:lnTo>
                      <a:pt x="447417" y="538790"/>
                    </a:lnTo>
                    <a:lnTo>
                      <a:pt x="424401" y="523277"/>
                    </a:lnTo>
                    <a:lnTo>
                      <a:pt x="407700" y="500903"/>
                    </a:lnTo>
                    <a:lnTo>
                      <a:pt x="399293" y="473234"/>
                    </a:lnTo>
                    <a:lnTo>
                      <a:pt x="399268" y="472929"/>
                    </a:lnTo>
                    <a:lnTo>
                      <a:pt x="399484" y="472637"/>
                    </a:lnTo>
                    <a:lnTo>
                      <a:pt x="399788" y="472612"/>
                    </a:lnTo>
                    <a:lnTo>
                      <a:pt x="489908" y="477806"/>
                    </a:lnTo>
                    <a:lnTo>
                      <a:pt x="490162" y="477768"/>
                    </a:lnTo>
                    <a:lnTo>
                      <a:pt x="497998" y="476701"/>
                    </a:lnTo>
                    <a:lnTo>
                      <a:pt x="498023" y="476447"/>
                    </a:lnTo>
                    <a:lnTo>
                      <a:pt x="499000" y="459310"/>
                    </a:lnTo>
                    <a:lnTo>
                      <a:pt x="499155" y="439060"/>
                    </a:lnTo>
                    <a:lnTo>
                      <a:pt x="498836" y="418602"/>
                    </a:lnTo>
                    <a:lnTo>
                      <a:pt x="498391" y="400844"/>
                    </a:lnTo>
                    <a:lnTo>
                      <a:pt x="498379" y="400565"/>
                    </a:lnTo>
                    <a:lnTo>
                      <a:pt x="498582" y="400336"/>
                    </a:lnTo>
                    <a:lnTo>
                      <a:pt x="498861" y="400311"/>
                    </a:lnTo>
                    <a:lnTo>
                      <a:pt x="503243" y="399980"/>
                    </a:lnTo>
                    <a:lnTo>
                      <a:pt x="507662" y="398952"/>
                    </a:lnTo>
                    <a:lnTo>
                      <a:pt x="511968" y="396069"/>
                    </a:lnTo>
                    <a:lnTo>
                      <a:pt x="522459" y="384649"/>
                    </a:lnTo>
                    <a:lnTo>
                      <a:pt x="526711" y="370316"/>
                    </a:lnTo>
                    <a:lnTo>
                      <a:pt x="524321" y="355846"/>
                    </a:lnTo>
                    <a:lnTo>
                      <a:pt x="514889" y="344011"/>
                    </a:lnTo>
                    <a:close/>
                  </a:path>
                </a:pathLst>
              </a:custGeom>
              <a:noFill/>
              <a:ln w="136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64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73;p1">
                <a:extLst>
                  <a:ext uri="{FF2B5EF4-FFF2-40B4-BE49-F238E27FC236}">
                    <a16:creationId xmlns:a16="http://schemas.microsoft.com/office/drawing/2014/main" id="{E2EC5F33-DCD9-991B-CB00-EBE6242A8BCD}"/>
                  </a:ext>
                </a:extLst>
              </p:cNvPr>
              <p:cNvSpPr/>
              <p:nvPr/>
            </p:nvSpPr>
            <p:spPr>
              <a:xfrm>
                <a:off x="3642518" y="1934728"/>
                <a:ext cx="455295" cy="561340"/>
              </a:xfrm>
              <a:custGeom>
                <a:avLst/>
                <a:gdLst/>
                <a:ahLst/>
                <a:cxnLst/>
                <a:rect l="l" t="t" r="r" b="b"/>
                <a:pathLst>
                  <a:path w="455295" h="561339" extrusionOk="0">
                    <a:moveTo>
                      <a:pt x="308014" y="0"/>
                    </a:moveTo>
                    <a:lnTo>
                      <a:pt x="254703" y="132"/>
                    </a:lnTo>
                    <a:lnTo>
                      <a:pt x="194800" y="12684"/>
                    </a:lnTo>
                    <a:lnTo>
                      <a:pt x="157416" y="28838"/>
                    </a:lnTo>
                    <a:lnTo>
                      <a:pt x="123679" y="52451"/>
                    </a:lnTo>
                    <a:lnTo>
                      <a:pt x="93715" y="82486"/>
                    </a:lnTo>
                    <a:lnTo>
                      <a:pt x="67646" y="117903"/>
                    </a:lnTo>
                    <a:lnTo>
                      <a:pt x="45598" y="157662"/>
                    </a:lnTo>
                    <a:lnTo>
                      <a:pt x="27693" y="200724"/>
                    </a:lnTo>
                    <a:lnTo>
                      <a:pt x="14057" y="246052"/>
                    </a:lnTo>
                    <a:lnTo>
                      <a:pt x="4814" y="292605"/>
                    </a:lnTo>
                    <a:lnTo>
                      <a:pt x="86" y="339344"/>
                    </a:lnTo>
                    <a:lnTo>
                      <a:pt x="0" y="385231"/>
                    </a:lnTo>
                    <a:lnTo>
                      <a:pt x="4677" y="429226"/>
                    </a:lnTo>
                    <a:lnTo>
                      <a:pt x="14244" y="470290"/>
                    </a:lnTo>
                    <a:lnTo>
                      <a:pt x="17487" y="486959"/>
                    </a:lnTo>
                    <a:lnTo>
                      <a:pt x="27103" y="544372"/>
                    </a:lnTo>
                    <a:lnTo>
                      <a:pt x="30703" y="560892"/>
                    </a:lnTo>
                    <a:lnTo>
                      <a:pt x="141206" y="548281"/>
                    </a:lnTo>
                    <a:lnTo>
                      <a:pt x="149028" y="499262"/>
                    </a:lnTo>
                    <a:lnTo>
                      <a:pt x="154654" y="453044"/>
                    </a:lnTo>
                    <a:lnTo>
                      <a:pt x="160206" y="409983"/>
                    </a:lnTo>
                    <a:lnTo>
                      <a:pt x="167805" y="370438"/>
                    </a:lnTo>
                    <a:lnTo>
                      <a:pt x="197631" y="303317"/>
                    </a:lnTo>
                    <a:lnTo>
                      <a:pt x="261105" y="254538"/>
                    </a:lnTo>
                    <a:lnTo>
                      <a:pt x="310764" y="237918"/>
                    </a:lnTo>
                    <a:lnTo>
                      <a:pt x="338671" y="217151"/>
                    </a:lnTo>
                    <a:lnTo>
                      <a:pt x="368870" y="176966"/>
                    </a:lnTo>
                    <a:lnTo>
                      <a:pt x="399505" y="131382"/>
                    </a:lnTo>
                    <a:lnTo>
                      <a:pt x="428722" y="94419"/>
                    </a:lnTo>
                    <a:lnTo>
                      <a:pt x="454667" y="80095"/>
                    </a:lnTo>
                    <a:lnTo>
                      <a:pt x="428059" y="52335"/>
                    </a:lnTo>
                    <a:lnTo>
                      <a:pt x="394725" y="28280"/>
                    </a:lnTo>
                    <a:lnTo>
                      <a:pt x="354699" y="10109"/>
                    </a:lnTo>
                    <a:lnTo>
                      <a:pt x="308014" y="0"/>
                    </a:lnTo>
                    <a:close/>
                  </a:path>
                </a:pathLst>
              </a:custGeom>
              <a:solidFill>
                <a:srgbClr val="E393B5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64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74;p1">
                <a:extLst>
                  <a:ext uri="{FF2B5EF4-FFF2-40B4-BE49-F238E27FC236}">
                    <a16:creationId xmlns:a16="http://schemas.microsoft.com/office/drawing/2014/main" id="{C4222299-1D56-A87D-145C-DF60638C7EFC}"/>
                  </a:ext>
                </a:extLst>
              </p:cNvPr>
              <p:cNvSpPr/>
              <p:nvPr/>
            </p:nvSpPr>
            <p:spPr>
              <a:xfrm>
                <a:off x="3642518" y="1934728"/>
                <a:ext cx="455295" cy="561340"/>
              </a:xfrm>
              <a:custGeom>
                <a:avLst/>
                <a:gdLst/>
                <a:ahLst/>
                <a:cxnLst/>
                <a:rect l="l" t="t" r="r" b="b"/>
                <a:pathLst>
                  <a:path w="455295" h="561339" extrusionOk="0">
                    <a:moveTo>
                      <a:pt x="194800" y="12684"/>
                    </a:moveTo>
                    <a:lnTo>
                      <a:pt x="157416" y="28838"/>
                    </a:lnTo>
                    <a:lnTo>
                      <a:pt x="123679" y="52451"/>
                    </a:lnTo>
                    <a:lnTo>
                      <a:pt x="93715" y="82486"/>
                    </a:lnTo>
                    <a:lnTo>
                      <a:pt x="67646" y="117903"/>
                    </a:lnTo>
                    <a:lnTo>
                      <a:pt x="45598" y="157662"/>
                    </a:lnTo>
                    <a:lnTo>
                      <a:pt x="27693" y="200724"/>
                    </a:lnTo>
                    <a:lnTo>
                      <a:pt x="14057" y="246052"/>
                    </a:lnTo>
                    <a:lnTo>
                      <a:pt x="4814" y="292605"/>
                    </a:lnTo>
                    <a:lnTo>
                      <a:pt x="86" y="339344"/>
                    </a:lnTo>
                    <a:lnTo>
                      <a:pt x="0" y="385231"/>
                    </a:lnTo>
                    <a:lnTo>
                      <a:pt x="4677" y="429226"/>
                    </a:lnTo>
                    <a:lnTo>
                      <a:pt x="14244" y="470290"/>
                    </a:lnTo>
                    <a:lnTo>
                      <a:pt x="17487" y="486959"/>
                    </a:lnTo>
                    <a:lnTo>
                      <a:pt x="22235" y="515691"/>
                    </a:lnTo>
                    <a:lnTo>
                      <a:pt x="27103" y="544372"/>
                    </a:lnTo>
                    <a:lnTo>
                      <a:pt x="30703" y="560892"/>
                    </a:lnTo>
                    <a:lnTo>
                      <a:pt x="141206" y="548281"/>
                    </a:lnTo>
                    <a:lnTo>
                      <a:pt x="149028" y="499262"/>
                    </a:lnTo>
                    <a:lnTo>
                      <a:pt x="154654" y="453044"/>
                    </a:lnTo>
                    <a:lnTo>
                      <a:pt x="160206" y="409983"/>
                    </a:lnTo>
                    <a:lnTo>
                      <a:pt x="167805" y="370438"/>
                    </a:lnTo>
                    <a:lnTo>
                      <a:pt x="197631" y="303317"/>
                    </a:lnTo>
                    <a:lnTo>
                      <a:pt x="261105" y="254538"/>
                    </a:lnTo>
                    <a:lnTo>
                      <a:pt x="310764" y="237918"/>
                    </a:lnTo>
                    <a:lnTo>
                      <a:pt x="338671" y="217151"/>
                    </a:lnTo>
                    <a:lnTo>
                      <a:pt x="368870" y="176966"/>
                    </a:lnTo>
                    <a:lnTo>
                      <a:pt x="399505" y="131382"/>
                    </a:lnTo>
                    <a:lnTo>
                      <a:pt x="428722" y="94419"/>
                    </a:lnTo>
                    <a:lnTo>
                      <a:pt x="428059" y="52335"/>
                    </a:lnTo>
                    <a:lnTo>
                      <a:pt x="394725" y="28280"/>
                    </a:lnTo>
                    <a:lnTo>
                      <a:pt x="354699" y="10109"/>
                    </a:lnTo>
                    <a:lnTo>
                      <a:pt x="308014" y="0"/>
                    </a:lnTo>
                    <a:lnTo>
                      <a:pt x="254703" y="132"/>
                    </a:lnTo>
                    <a:lnTo>
                      <a:pt x="194800" y="12684"/>
                    </a:lnTo>
                    <a:close/>
                  </a:path>
                </a:pathLst>
              </a:custGeom>
              <a:noFill/>
              <a:ln w="136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64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0" name="Google Shape;75;p1">
                <a:extLst>
                  <a:ext uri="{FF2B5EF4-FFF2-40B4-BE49-F238E27FC236}">
                    <a16:creationId xmlns:a16="http://schemas.microsoft.com/office/drawing/2014/main" id="{4BAC8DF8-1F2E-636C-ABC0-0A1644A239AB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4039187" y="2189150"/>
                <a:ext cx="93906" cy="720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" name="Google Shape;76;p1">
                <a:extLst>
                  <a:ext uri="{FF2B5EF4-FFF2-40B4-BE49-F238E27FC236}">
                    <a16:creationId xmlns:a16="http://schemas.microsoft.com/office/drawing/2014/main" id="{CFB54878-3425-5C29-AABF-9F5DFC8EE5AD}"/>
                  </a:ext>
                </a:extLst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3727457" y="2243477"/>
                <a:ext cx="130949" cy="1739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" name="Google Shape;77;p1">
                <a:extLst>
                  <a:ext uri="{FF2B5EF4-FFF2-40B4-BE49-F238E27FC236}">
                    <a16:creationId xmlns:a16="http://schemas.microsoft.com/office/drawing/2014/main" id="{7F90AB54-4464-486F-C38E-AB0AB27A0B3B}"/>
                  </a:ext>
                </a:extLst>
              </p:cNvPr>
              <p:cNvSpPr/>
              <p:nvPr/>
            </p:nvSpPr>
            <p:spPr>
              <a:xfrm>
                <a:off x="4454686" y="2254818"/>
                <a:ext cx="74295" cy="368300"/>
              </a:xfrm>
              <a:custGeom>
                <a:avLst/>
                <a:gdLst/>
                <a:ahLst/>
                <a:cxnLst/>
                <a:rect l="l" t="t" r="r" b="b"/>
                <a:pathLst>
                  <a:path w="74295" h="368300" extrusionOk="0">
                    <a:moveTo>
                      <a:pt x="0" y="368160"/>
                    </a:moveTo>
                    <a:lnTo>
                      <a:pt x="29719" y="332106"/>
                    </a:lnTo>
                    <a:lnTo>
                      <a:pt x="52009" y="292412"/>
                    </a:lnTo>
                    <a:lnTo>
                      <a:pt x="66869" y="250119"/>
                    </a:lnTo>
                    <a:lnTo>
                      <a:pt x="74299" y="206266"/>
                    </a:lnTo>
                    <a:lnTo>
                      <a:pt x="74299" y="161893"/>
                    </a:lnTo>
                    <a:lnTo>
                      <a:pt x="66869" y="118040"/>
                    </a:lnTo>
                    <a:lnTo>
                      <a:pt x="52009" y="75747"/>
                    </a:lnTo>
                    <a:lnTo>
                      <a:pt x="29719" y="36054"/>
                    </a:lnTo>
                    <a:lnTo>
                      <a:pt x="0" y="0"/>
                    </a:lnTo>
                  </a:path>
                </a:pathLst>
              </a:custGeom>
              <a:noFill/>
              <a:ln w="136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64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78;p1">
                <a:extLst>
                  <a:ext uri="{FF2B5EF4-FFF2-40B4-BE49-F238E27FC236}">
                    <a16:creationId xmlns:a16="http://schemas.microsoft.com/office/drawing/2014/main" id="{525BE291-E7DC-655D-2331-6C75DF34816F}"/>
                  </a:ext>
                </a:extLst>
              </p:cNvPr>
              <p:cNvSpPr/>
              <p:nvPr/>
            </p:nvSpPr>
            <p:spPr>
              <a:xfrm>
                <a:off x="4378455" y="2331054"/>
                <a:ext cx="4191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41910" h="215900" extrusionOk="0">
                    <a:moveTo>
                      <a:pt x="0" y="215696"/>
                    </a:moveTo>
                    <a:lnTo>
                      <a:pt x="27937" y="176110"/>
                    </a:lnTo>
                    <a:lnTo>
                      <a:pt x="41906" y="131194"/>
                    </a:lnTo>
                    <a:lnTo>
                      <a:pt x="41906" y="84502"/>
                    </a:lnTo>
                    <a:lnTo>
                      <a:pt x="27937" y="39586"/>
                    </a:lnTo>
                    <a:lnTo>
                      <a:pt x="0" y="0"/>
                    </a:lnTo>
                  </a:path>
                </a:pathLst>
              </a:custGeom>
              <a:noFill/>
              <a:ln w="136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64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79;p1">
                <a:extLst>
                  <a:ext uri="{FF2B5EF4-FFF2-40B4-BE49-F238E27FC236}">
                    <a16:creationId xmlns:a16="http://schemas.microsoft.com/office/drawing/2014/main" id="{278B9D9D-7ED0-CB26-A2A4-7D1B0CDD9738}"/>
                  </a:ext>
                </a:extLst>
              </p:cNvPr>
              <p:cNvSpPr/>
              <p:nvPr/>
            </p:nvSpPr>
            <p:spPr>
              <a:xfrm>
                <a:off x="4311752" y="2397752"/>
                <a:ext cx="1651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82550" extrusionOk="0">
                    <a:moveTo>
                      <a:pt x="0" y="82296"/>
                    </a:moveTo>
                    <a:lnTo>
                      <a:pt x="12015" y="63048"/>
                    </a:lnTo>
                    <a:lnTo>
                      <a:pt x="16021" y="41152"/>
                    </a:lnTo>
                    <a:lnTo>
                      <a:pt x="12015" y="19254"/>
                    </a:lnTo>
                    <a:lnTo>
                      <a:pt x="0" y="0"/>
                    </a:lnTo>
                  </a:path>
                </a:pathLst>
              </a:custGeom>
              <a:noFill/>
              <a:ln w="136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64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80;p1">
                <a:extLst>
                  <a:ext uri="{FF2B5EF4-FFF2-40B4-BE49-F238E27FC236}">
                    <a16:creationId xmlns:a16="http://schemas.microsoft.com/office/drawing/2014/main" id="{FBFC10D7-CCC7-E4A6-54D8-4A6EAB66094C}"/>
                  </a:ext>
                </a:extLst>
              </p:cNvPr>
              <p:cNvSpPr/>
              <p:nvPr/>
            </p:nvSpPr>
            <p:spPr>
              <a:xfrm>
                <a:off x="4241333" y="2438900"/>
                <a:ext cx="3937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393700" h="120000" extrusionOk="0">
                    <a:moveTo>
                      <a:pt x="0" y="0"/>
                    </a:moveTo>
                    <a:lnTo>
                      <a:pt x="393573" y="0"/>
                    </a:lnTo>
                  </a:path>
                </a:pathLst>
              </a:custGeom>
              <a:noFill/>
              <a:ln w="136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64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81;p1">
                <a:extLst>
                  <a:ext uri="{FF2B5EF4-FFF2-40B4-BE49-F238E27FC236}">
                    <a16:creationId xmlns:a16="http://schemas.microsoft.com/office/drawing/2014/main" id="{80C674FF-5786-C622-9FC2-3BA41E901935}"/>
                  </a:ext>
                </a:extLst>
              </p:cNvPr>
              <p:cNvSpPr/>
              <p:nvPr/>
            </p:nvSpPr>
            <p:spPr>
              <a:xfrm>
                <a:off x="4583069" y="2390702"/>
                <a:ext cx="52069" cy="96520"/>
              </a:xfrm>
              <a:custGeom>
                <a:avLst/>
                <a:gdLst/>
                <a:ahLst/>
                <a:cxnLst/>
                <a:rect l="l" t="t" r="r" b="b"/>
                <a:pathLst>
                  <a:path w="52070" h="96519" extrusionOk="0">
                    <a:moveTo>
                      <a:pt x="0" y="0"/>
                    </a:moveTo>
                    <a:lnTo>
                      <a:pt x="51841" y="48196"/>
                    </a:lnTo>
                    <a:lnTo>
                      <a:pt x="0" y="96393"/>
                    </a:lnTo>
                  </a:path>
                </a:pathLst>
              </a:custGeom>
              <a:noFill/>
              <a:ln w="136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64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82;p1">
                <a:extLst>
                  <a:ext uri="{FF2B5EF4-FFF2-40B4-BE49-F238E27FC236}">
                    <a16:creationId xmlns:a16="http://schemas.microsoft.com/office/drawing/2014/main" id="{AC6D866B-47A1-A177-89CF-6354AF1CC23D}"/>
                  </a:ext>
                </a:extLst>
              </p:cNvPr>
              <p:cNvSpPr/>
              <p:nvPr/>
            </p:nvSpPr>
            <p:spPr>
              <a:xfrm>
                <a:off x="4071449" y="2195248"/>
                <a:ext cx="57785" cy="57785"/>
              </a:xfrm>
              <a:custGeom>
                <a:avLst/>
                <a:gdLst/>
                <a:ahLst/>
                <a:cxnLst/>
                <a:rect l="l" t="t" r="r" b="b"/>
                <a:pathLst>
                  <a:path w="57785" h="57785" extrusionOk="0">
                    <a:moveTo>
                      <a:pt x="31740" y="0"/>
                    </a:moveTo>
                    <a:lnTo>
                      <a:pt x="20302" y="1143"/>
                    </a:lnTo>
                    <a:lnTo>
                      <a:pt x="10196" y="6631"/>
                    </a:lnTo>
                    <a:lnTo>
                      <a:pt x="3224" y="15267"/>
                    </a:lnTo>
                    <a:lnTo>
                      <a:pt x="0" y="25887"/>
                    </a:lnTo>
                    <a:lnTo>
                      <a:pt x="1138" y="37326"/>
                    </a:lnTo>
                    <a:lnTo>
                      <a:pt x="6631" y="47426"/>
                    </a:lnTo>
                    <a:lnTo>
                      <a:pt x="15268" y="54398"/>
                    </a:lnTo>
                    <a:lnTo>
                      <a:pt x="25889" y="57621"/>
                    </a:lnTo>
                    <a:lnTo>
                      <a:pt x="37333" y="56477"/>
                    </a:lnTo>
                    <a:lnTo>
                      <a:pt x="47431" y="50990"/>
                    </a:lnTo>
                    <a:lnTo>
                      <a:pt x="54400" y="42353"/>
                    </a:lnTo>
                    <a:lnTo>
                      <a:pt x="57623" y="31733"/>
                    </a:lnTo>
                    <a:lnTo>
                      <a:pt x="56484" y="20295"/>
                    </a:lnTo>
                    <a:lnTo>
                      <a:pt x="50997" y="10194"/>
                    </a:lnTo>
                    <a:lnTo>
                      <a:pt x="42360" y="3223"/>
                    </a:lnTo>
                    <a:lnTo>
                      <a:pt x="3174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endParaRPr sz="1648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067FB5E-256E-CCE1-C307-B2EDC19BF558}"/>
              </a:ext>
            </a:extLst>
          </p:cNvPr>
          <p:cNvGrpSpPr/>
          <p:nvPr userDrawn="1"/>
        </p:nvGrpSpPr>
        <p:grpSpPr>
          <a:xfrm>
            <a:off x="7555006" y="4725700"/>
            <a:ext cx="1987396" cy="1923648"/>
            <a:chOff x="8026019" y="1326246"/>
            <a:chExt cx="2190736" cy="2120465"/>
          </a:xfrm>
        </p:grpSpPr>
        <p:pic>
          <p:nvPicPr>
            <p:cNvPr id="39" name="Google Shape;83;p1">
              <a:extLst>
                <a:ext uri="{FF2B5EF4-FFF2-40B4-BE49-F238E27FC236}">
                  <a16:creationId xmlns:a16="http://schemas.microsoft.com/office/drawing/2014/main" id="{0537E76A-7E34-E768-B29B-5CF66FEA37BC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468207" y="1326246"/>
              <a:ext cx="1306360" cy="13063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" name="Google Shape;84;p1">
              <a:extLst>
                <a:ext uri="{FF2B5EF4-FFF2-40B4-BE49-F238E27FC236}">
                  <a16:creationId xmlns:a16="http://schemas.microsoft.com/office/drawing/2014/main" id="{095D1472-B014-74F3-77CF-03465DD5FAB6}"/>
                </a:ext>
              </a:extLst>
            </p:cNvPr>
            <p:cNvSpPr/>
            <p:nvPr/>
          </p:nvSpPr>
          <p:spPr>
            <a:xfrm>
              <a:off x="8026019" y="2781026"/>
              <a:ext cx="2190736" cy="665685"/>
            </a:xfrm>
            <a:custGeom>
              <a:avLst/>
              <a:gdLst/>
              <a:ahLst/>
              <a:cxnLst/>
              <a:rect l="l" t="t" r="r" b="b"/>
              <a:pathLst>
                <a:path w="2169159" h="909320" extrusionOk="0">
                  <a:moveTo>
                    <a:pt x="1714563" y="0"/>
                  </a:moveTo>
                  <a:lnTo>
                    <a:pt x="454444" y="0"/>
                  </a:lnTo>
                  <a:lnTo>
                    <a:pt x="407980" y="2346"/>
                  </a:lnTo>
                  <a:lnTo>
                    <a:pt x="362859" y="9232"/>
                  </a:lnTo>
                  <a:lnTo>
                    <a:pt x="319308" y="20431"/>
                  </a:lnTo>
                  <a:lnTo>
                    <a:pt x="277556" y="35713"/>
                  </a:lnTo>
                  <a:lnTo>
                    <a:pt x="237831" y="54849"/>
                  </a:lnTo>
                  <a:lnTo>
                    <a:pt x="200362" y="77613"/>
                  </a:lnTo>
                  <a:lnTo>
                    <a:pt x="165377" y="103774"/>
                  </a:lnTo>
                  <a:lnTo>
                    <a:pt x="133105" y="133105"/>
                  </a:lnTo>
                  <a:lnTo>
                    <a:pt x="103774" y="165377"/>
                  </a:lnTo>
                  <a:lnTo>
                    <a:pt x="77613" y="200362"/>
                  </a:lnTo>
                  <a:lnTo>
                    <a:pt x="54849" y="237831"/>
                  </a:lnTo>
                  <a:lnTo>
                    <a:pt x="35713" y="277556"/>
                  </a:lnTo>
                  <a:lnTo>
                    <a:pt x="20431" y="319308"/>
                  </a:lnTo>
                  <a:lnTo>
                    <a:pt x="9232" y="362859"/>
                  </a:lnTo>
                  <a:lnTo>
                    <a:pt x="2346" y="407980"/>
                  </a:lnTo>
                  <a:lnTo>
                    <a:pt x="0" y="454444"/>
                  </a:lnTo>
                  <a:lnTo>
                    <a:pt x="2346" y="500907"/>
                  </a:lnTo>
                  <a:lnTo>
                    <a:pt x="9232" y="546028"/>
                  </a:lnTo>
                  <a:lnTo>
                    <a:pt x="20431" y="589579"/>
                  </a:lnTo>
                  <a:lnTo>
                    <a:pt x="35713" y="631332"/>
                  </a:lnTo>
                  <a:lnTo>
                    <a:pt x="54849" y="671056"/>
                  </a:lnTo>
                  <a:lnTo>
                    <a:pt x="77613" y="708525"/>
                  </a:lnTo>
                  <a:lnTo>
                    <a:pt x="103774" y="743510"/>
                  </a:lnTo>
                  <a:lnTo>
                    <a:pt x="133105" y="775782"/>
                  </a:lnTo>
                  <a:lnTo>
                    <a:pt x="165377" y="805113"/>
                  </a:lnTo>
                  <a:lnTo>
                    <a:pt x="200362" y="831274"/>
                  </a:lnTo>
                  <a:lnTo>
                    <a:pt x="237831" y="854038"/>
                  </a:lnTo>
                  <a:lnTo>
                    <a:pt x="277556" y="873175"/>
                  </a:lnTo>
                  <a:lnTo>
                    <a:pt x="319308" y="888456"/>
                  </a:lnTo>
                  <a:lnTo>
                    <a:pt x="362859" y="899655"/>
                  </a:lnTo>
                  <a:lnTo>
                    <a:pt x="407980" y="906541"/>
                  </a:lnTo>
                  <a:lnTo>
                    <a:pt x="454444" y="908888"/>
                  </a:lnTo>
                  <a:lnTo>
                    <a:pt x="1714563" y="908888"/>
                  </a:lnTo>
                  <a:lnTo>
                    <a:pt x="1761026" y="906541"/>
                  </a:lnTo>
                  <a:lnTo>
                    <a:pt x="1806148" y="899655"/>
                  </a:lnTo>
                  <a:lnTo>
                    <a:pt x="1849699" y="888456"/>
                  </a:lnTo>
                  <a:lnTo>
                    <a:pt x="1891451" y="873175"/>
                  </a:lnTo>
                  <a:lnTo>
                    <a:pt x="1931176" y="854038"/>
                  </a:lnTo>
                  <a:lnTo>
                    <a:pt x="1968645" y="831274"/>
                  </a:lnTo>
                  <a:lnTo>
                    <a:pt x="2003630" y="805113"/>
                  </a:lnTo>
                  <a:lnTo>
                    <a:pt x="2035902" y="775782"/>
                  </a:lnTo>
                  <a:lnTo>
                    <a:pt x="2065232" y="743510"/>
                  </a:lnTo>
                  <a:lnTo>
                    <a:pt x="2091394" y="708525"/>
                  </a:lnTo>
                  <a:lnTo>
                    <a:pt x="2114157" y="671056"/>
                  </a:lnTo>
                  <a:lnTo>
                    <a:pt x="2133294" y="631332"/>
                  </a:lnTo>
                  <a:lnTo>
                    <a:pt x="2148576" y="589579"/>
                  </a:lnTo>
                  <a:lnTo>
                    <a:pt x="2159774" y="546028"/>
                  </a:lnTo>
                  <a:lnTo>
                    <a:pt x="2166661" y="500907"/>
                  </a:lnTo>
                  <a:lnTo>
                    <a:pt x="2169007" y="454444"/>
                  </a:lnTo>
                  <a:lnTo>
                    <a:pt x="2166661" y="407980"/>
                  </a:lnTo>
                  <a:lnTo>
                    <a:pt x="2159774" y="362859"/>
                  </a:lnTo>
                  <a:lnTo>
                    <a:pt x="2148576" y="319308"/>
                  </a:lnTo>
                  <a:lnTo>
                    <a:pt x="2133294" y="277556"/>
                  </a:lnTo>
                  <a:lnTo>
                    <a:pt x="2114157" y="237831"/>
                  </a:lnTo>
                  <a:lnTo>
                    <a:pt x="2091394" y="200362"/>
                  </a:lnTo>
                  <a:lnTo>
                    <a:pt x="2065232" y="165377"/>
                  </a:lnTo>
                  <a:lnTo>
                    <a:pt x="2035902" y="133105"/>
                  </a:lnTo>
                  <a:lnTo>
                    <a:pt x="2003630" y="103774"/>
                  </a:lnTo>
                  <a:lnTo>
                    <a:pt x="1968645" y="77613"/>
                  </a:lnTo>
                  <a:lnTo>
                    <a:pt x="1931176" y="54849"/>
                  </a:lnTo>
                  <a:lnTo>
                    <a:pt x="1891451" y="35713"/>
                  </a:lnTo>
                  <a:lnTo>
                    <a:pt x="1849699" y="20431"/>
                  </a:lnTo>
                  <a:lnTo>
                    <a:pt x="1806148" y="9232"/>
                  </a:lnTo>
                  <a:lnTo>
                    <a:pt x="1761026" y="2346"/>
                  </a:lnTo>
                  <a:lnTo>
                    <a:pt x="1714563" y="0"/>
                  </a:lnTo>
                  <a:close/>
                </a:path>
              </a:pathLst>
            </a:custGeom>
            <a:solidFill>
              <a:srgbClr val="8BDFC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6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85;p1">
              <a:extLst>
                <a:ext uri="{FF2B5EF4-FFF2-40B4-BE49-F238E27FC236}">
                  <a16:creationId xmlns:a16="http://schemas.microsoft.com/office/drawing/2014/main" id="{2B21AFC4-29A4-08E5-C56D-ABF4508675E6}"/>
                </a:ext>
              </a:extLst>
            </p:cNvPr>
            <p:cNvSpPr txBox="1"/>
            <p:nvPr/>
          </p:nvSpPr>
          <p:spPr>
            <a:xfrm>
              <a:off x="8054561" y="2931530"/>
              <a:ext cx="2106080" cy="3400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904" rIns="0" bIns="0" anchor="t" anchorCtr="0">
              <a:spAutoFit/>
            </a:bodyPr>
            <a:lstStyle/>
            <a:p>
              <a:pPr marL="11635" marR="4653" indent="84932">
                <a:lnSpc>
                  <a:spcPct val="111172"/>
                </a:lnSpc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Social &amp;  Emotional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33C7AEF-C65E-9E90-E1B9-810236639B27}"/>
              </a:ext>
            </a:extLst>
          </p:cNvPr>
          <p:cNvGrpSpPr/>
          <p:nvPr userDrawn="1"/>
        </p:nvGrpSpPr>
        <p:grpSpPr>
          <a:xfrm>
            <a:off x="9059046" y="250856"/>
            <a:ext cx="1569741" cy="1569741"/>
            <a:chOff x="7956409" y="9675304"/>
            <a:chExt cx="4089004" cy="4089004"/>
          </a:xfrm>
        </p:grpSpPr>
        <p:pic>
          <p:nvPicPr>
            <p:cNvPr id="43" name="Picture 42" descr="C:\Users\Jon\Downloads\Learning_Behaviours_Collaboration.jpg">
              <a:extLst>
                <a:ext uri="{FF2B5EF4-FFF2-40B4-BE49-F238E27FC236}">
                  <a16:creationId xmlns:a16="http://schemas.microsoft.com/office/drawing/2014/main" id="{74F8C545-560F-8222-9609-3C8522985DF0}"/>
                </a:ext>
              </a:extLst>
            </p:cNvPr>
            <p:cNvPicPr/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409" y="11719806"/>
              <a:ext cx="2044502" cy="2044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Picture 43" descr="C:\Users\Jon\Downloads\Learning_Behaviours_CuriosityAndImagination.jpg">
              <a:extLst>
                <a:ext uri="{FF2B5EF4-FFF2-40B4-BE49-F238E27FC236}">
                  <a16:creationId xmlns:a16="http://schemas.microsoft.com/office/drawing/2014/main" id="{C68A3E44-81B4-D021-CB29-171C71585D00}"/>
                </a:ext>
              </a:extLst>
            </p:cNvPr>
            <p:cNvPicPr/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0911" y="11719806"/>
              <a:ext cx="2044502" cy="2044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Picture 44" descr="C:\Users\Jon\Downloads\Learning_Behaviours_Independence.jpg">
              <a:extLst>
                <a:ext uri="{FF2B5EF4-FFF2-40B4-BE49-F238E27FC236}">
                  <a16:creationId xmlns:a16="http://schemas.microsoft.com/office/drawing/2014/main" id="{549D16C1-E994-89A4-7C36-D258D0692668}"/>
                </a:ext>
              </a:extLst>
            </p:cNvPr>
            <p:cNvPicPr/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0911" y="9675304"/>
              <a:ext cx="2044502" cy="2044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Picture 45" descr="C:\Users\Jon\Downloads\Learning_Behaviours_Resilience.jpg">
              <a:extLst>
                <a:ext uri="{FF2B5EF4-FFF2-40B4-BE49-F238E27FC236}">
                  <a16:creationId xmlns:a16="http://schemas.microsoft.com/office/drawing/2014/main" id="{6E463C19-82EA-0E4A-CC54-3A2B48E7BCF6}"/>
                </a:ext>
              </a:extLst>
            </p:cNvPr>
            <p:cNvPicPr/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6409" y="9675304"/>
              <a:ext cx="2044502" cy="2044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Content Placeholder 5">
            <a:extLst>
              <a:ext uri="{FF2B5EF4-FFF2-40B4-BE49-F238E27FC236}">
                <a16:creationId xmlns:a16="http://schemas.microsoft.com/office/drawing/2014/main" id="{52FC8FA8-BC9B-B7B9-F0AF-6B11F9E1839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48086" y="6299573"/>
            <a:ext cx="1111992" cy="404362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GB"/>
              <a:t>Timer</a:t>
            </a:r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7BE5F03-DD0B-9D96-90BA-6FA261308CD2}"/>
              </a:ext>
            </a:extLst>
          </p:cNvPr>
          <p:cNvSpPr txBox="1"/>
          <p:nvPr userDrawn="1"/>
        </p:nvSpPr>
        <p:spPr>
          <a:xfrm>
            <a:off x="980975" y="254033"/>
            <a:ext cx="391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>
                <a:solidFill>
                  <a:srgbClr val="F19551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Learning Review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30BF399-9B00-64F3-24E7-37E2A6CB767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93" y="223520"/>
            <a:ext cx="878845" cy="678176"/>
          </a:xfrm>
          <a:prstGeom prst="rect">
            <a:avLst/>
          </a:prstGeom>
        </p:spPr>
      </p:pic>
      <p:sp>
        <p:nvSpPr>
          <p:cNvPr id="56" name="Text Placeholder 51">
            <a:extLst>
              <a:ext uri="{FF2B5EF4-FFF2-40B4-BE49-F238E27FC236}">
                <a16:creationId xmlns:a16="http://schemas.microsoft.com/office/drawing/2014/main" id="{A9799D43-CA23-D971-2C12-4A1C14AD9B6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57372" y="1165793"/>
            <a:ext cx="3295650" cy="10842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latin typeface="Twinkl Cursive Looped" panose="02000000000000000000" pitchFamily="2" charset="77"/>
              </a:defRPr>
            </a:lvl1pPr>
            <a:lvl2pPr>
              <a:buNone/>
              <a:defRPr>
                <a:latin typeface="Twinkl Cursive Looped" panose="02000000000000000000" pitchFamily="2" charset="77"/>
              </a:defRPr>
            </a:lvl2pPr>
            <a:lvl3pPr>
              <a:buNone/>
              <a:defRPr>
                <a:latin typeface="Twinkl Cursive Looped" panose="02000000000000000000" pitchFamily="2" charset="77"/>
              </a:defRPr>
            </a:lvl3pPr>
            <a:lvl4pPr>
              <a:buNone/>
              <a:defRPr>
                <a:latin typeface="Twinkl Cursive Looped" panose="02000000000000000000" pitchFamily="2" charset="77"/>
              </a:defRPr>
            </a:lvl4pPr>
            <a:lvl5pPr>
              <a:buNone/>
              <a:defRPr>
                <a:latin typeface="Twinkl Cursive Looped" panose="02000000000000000000" pitchFamily="2" charset="77"/>
              </a:defRPr>
            </a:lvl5pPr>
          </a:lstStyle>
          <a:p>
            <a:pPr lvl="0"/>
            <a:endParaRPr lang="en-GB"/>
          </a:p>
        </p:txBody>
      </p:sp>
      <p:sp>
        <p:nvSpPr>
          <p:cNvPr id="57" name="Text Placeholder 51">
            <a:extLst>
              <a:ext uri="{FF2B5EF4-FFF2-40B4-BE49-F238E27FC236}">
                <a16:creationId xmlns:a16="http://schemas.microsoft.com/office/drawing/2014/main" id="{188AEB5F-2599-6A22-C24A-4B8EF8E7F7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95972" y="2042093"/>
            <a:ext cx="3295650" cy="10842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latin typeface="Twinkl Cursive Looped" panose="02000000000000000000" pitchFamily="2" charset="77"/>
              </a:defRPr>
            </a:lvl1pPr>
            <a:lvl2pPr>
              <a:buNone/>
              <a:defRPr>
                <a:latin typeface="Twinkl Cursive Looped" panose="02000000000000000000" pitchFamily="2" charset="77"/>
              </a:defRPr>
            </a:lvl2pPr>
            <a:lvl3pPr>
              <a:buNone/>
              <a:defRPr>
                <a:latin typeface="Twinkl Cursive Looped" panose="02000000000000000000" pitchFamily="2" charset="77"/>
              </a:defRPr>
            </a:lvl3pPr>
            <a:lvl4pPr>
              <a:buNone/>
              <a:defRPr>
                <a:latin typeface="Twinkl Cursive Looped" panose="02000000000000000000" pitchFamily="2" charset="77"/>
              </a:defRPr>
            </a:lvl4pPr>
            <a:lvl5pPr>
              <a:buNone/>
              <a:defRPr>
                <a:latin typeface="Twinkl Cursive Looped" panose="02000000000000000000" pitchFamily="2" charset="77"/>
              </a:defRPr>
            </a:lvl5pPr>
          </a:lstStyle>
          <a:p>
            <a:pPr lvl="0"/>
            <a:endParaRPr lang="en-GB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BC3F1C9-82B8-82E8-9145-F72706E5EE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472" y="1165793"/>
            <a:ext cx="3295650" cy="10842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latin typeface="Twinkl Cursive Looped" panose="02000000000000000000" pitchFamily="2" charset="77"/>
              </a:defRPr>
            </a:lvl1pPr>
            <a:lvl2pPr>
              <a:buNone/>
              <a:defRPr>
                <a:latin typeface="Twinkl Cursive Looped" panose="02000000000000000000" pitchFamily="2" charset="77"/>
              </a:defRPr>
            </a:lvl2pPr>
            <a:lvl3pPr>
              <a:buNone/>
              <a:defRPr>
                <a:latin typeface="Twinkl Cursive Looped" panose="02000000000000000000" pitchFamily="2" charset="77"/>
              </a:defRPr>
            </a:lvl3pPr>
            <a:lvl4pPr>
              <a:buNone/>
              <a:defRPr>
                <a:latin typeface="Twinkl Cursive Looped" panose="02000000000000000000" pitchFamily="2" charset="77"/>
              </a:defRPr>
            </a:lvl4pPr>
            <a:lvl5pPr>
              <a:buNone/>
              <a:defRPr>
                <a:latin typeface="Twinkl Cursive Looped" panose="02000000000000000000" pitchFamily="2" charset="77"/>
              </a:defRPr>
            </a:lvl5pPr>
          </a:lstStyle>
          <a:p>
            <a:pPr lvl="0"/>
            <a:endParaRPr lang="en-GB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5C53E682-4C5F-5C0E-4DA6-4EF775773F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388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0F56E-FE65-F3F1-9FAC-DB93F156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DE58-64FF-3948-39DF-734AF3C45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9CB98-5757-3839-A7C0-D2C85F063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44AB8-700B-C141-9852-6FF3C722C54D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89FE-E21F-55B3-2929-A51FD86C0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86D3-F974-31AE-72A2-76BAF8DF7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32073-090B-5244-8DDA-E3F362023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6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653" r:id="rId2"/>
    <p:sldLayoutId id="2147483787" r:id="rId3"/>
    <p:sldLayoutId id="2147483761" r:id="rId4"/>
    <p:sldLayoutId id="2147483763" r:id="rId5"/>
    <p:sldLayoutId id="2147483875" r:id="rId6"/>
    <p:sldLayoutId id="2147483876" r:id="rId7"/>
    <p:sldLayoutId id="2147483881" r:id="rId8"/>
    <p:sldLayoutId id="2147483882" r:id="rId9"/>
    <p:sldLayoutId id="2147483879" r:id="rId10"/>
    <p:sldLayoutId id="2147483878" r:id="rId11"/>
    <p:sldLayoutId id="2147483884" r:id="rId12"/>
    <p:sldLayoutId id="21474838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tandard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535</Words>
  <Application>Microsoft Macintosh PowerPoint</Application>
  <PresentationFormat>Widescreen</PresentationFormat>
  <Paragraphs>63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Sassoon Infant Rg</vt:lpstr>
      <vt:lpstr>Twinkl Cursive Looped</vt:lpstr>
      <vt:lpstr>Twinkl Cursive Looped Light</vt:lpstr>
      <vt:lpstr>Wingdings</vt:lpstr>
      <vt:lpstr>Standard</vt:lpstr>
      <vt:lpstr>PowerPoint Presentation</vt:lpstr>
      <vt:lpstr>PowerPoint Presentation</vt:lpstr>
      <vt:lpstr>PowerPoint Presentation</vt:lpstr>
      <vt:lpstr>Our Enquiry…</vt:lpstr>
      <vt:lpstr>How did Egyptian civilisation shape the ancient world?</vt:lpstr>
      <vt:lpstr>What knowledge am I bringing to this enquiry? What would I like to find out?</vt:lpstr>
      <vt:lpstr>PowerPoint Presentation</vt:lpstr>
      <vt:lpstr>Where in the World is Egypt?</vt:lpstr>
      <vt:lpstr>Reading a Map Together</vt:lpstr>
      <vt:lpstr>What Do We Already Know?</vt:lpstr>
      <vt:lpstr>Your Map of Egypt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Underwood - WFA</dc:creator>
  <cp:lastModifiedBy>innes mclean</cp:lastModifiedBy>
  <cp:revision>18</cp:revision>
  <cp:lastPrinted>2026-02-06T08:03:06Z</cp:lastPrinted>
  <dcterms:created xsi:type="dcterms:W3CDTF">2025-10-18T09:21:12Z</dcterms:created>
  <dcterms:modified xsi:type="dcterms:W3CDTF">2026-07-22T17:56:03Z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