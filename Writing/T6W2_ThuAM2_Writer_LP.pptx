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earning-paper/assets/ETIW_LK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827012"/>
            <a:ext cx="6601968" cy="937780"/>
          </a:xfrm>
          <a:prstGeom prst="rect">
            <a:avLst/>
          </a:prstGeom>
        </p:spPr>
      </p:pic>
      <p:pic>
        <p:nvPicPr>
          <p:cNvPr id="3" name="Image 1" descr="/mnt/skills/user/learning-paper/assets/school_logo_LK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09728"/>
            <a:ext cx="524247" cy="52424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" y="633975"/>
            <a:ext cx="6156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11/06/2026</a:t>
            </a:r>
            <a:endParaRPr lang="en-US" sz="700" dirty="0"/>
          </a:p>
        </p:txBody>
      </p:sp>
      <p:pic>
        <p:nvPicPr>
          <p:cNvPr id="5" name="Image 2" descr="/mnt/skills/user/learning-paper/assets/wri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92608"/>
            <a:ext cx="320040" cy="3200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63640" y="612648"/>
            <a:ext cx="539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Writer</a:t>
            </a:r>
            <a:endParaRPr lang="en-US" sz="700" dirty="0"/>
          </a:p>
        </p:txBody>
      </p:sp>
      <p:sp>
        <p:nvSpPr>
          <p:cNvPr id="7" name="Text 2"/>
          <p:cNvSpPr/>
          <p:nvPr/>
        </p:nvSpPr>
        <p:spPr>
          <a:xfrm>
            <a:off x="798567" y="146304"/>
            <a:ext cx="54376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Question: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 writer make a reader feel characters’ emotions?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798567" y="457200"/>
            <a:ext cx="54376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Focus:  </a:t>
            </a:r>
            <a:pPr indent="0" marL="0">
              <a:buNone/>
            </a:pPr>
            <a:r>
              <a:rPr lang="en-US" sz="1100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punctuate direct speech accurately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91440" y="1947672"/>
            <a:ext cx="6675120" cy="1115568"/>
          </a:xfrm>
          <a:prstGeom prst="rect">
            <a:avLst/>
          </a:prstGeom>
          <a:solidFill>
            <a:srgbClr val="EBF5FB"/>
          </a:solidFill>
          <a:ln w="9525">
            <a:solidFill>
              <a:srgbClr val="1798D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82880" y="199339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9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five rules of speech punctuation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28600" y="22037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Inverted commas around the spoken words.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28600" y="23728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Capital letter at the start of the speech.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28600" y="2542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Punctuation before the closing inverted comma.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228600" y="27111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If a reporting clause follows, use a comma (not a full stop) inside the inverted comma.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228600" y="28803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New speaker, new line.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91440" y="3200400"/>
            <a:ext cx="667512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137160" y="331012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Activity 1: Punctuate this exchange between Varjak and Holly.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7160" y="354787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Add inverted commas, capital letters, correct punctuation and paragraph breaks.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37160" y="3767328"/>
            <a:ext cx="6583680" cy="15727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28600" y="38404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hello said a voice from above. where are you going.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28600" y="40462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Varjak looked up. nowhere he said. just looking.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228600" y="4251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you new here asked the cat. i have not seen you before.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228600" y="44577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yes said Varjak. i only came outside tonight.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228600" y="46634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the cat dropped down beside him. i am Holly she said. what are you called.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28600" y="48691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Varjak said Varjak. i am looking for a dog.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5074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Holly stared at him. a dog she said. you have more courage than sense.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1440" y="5477256"/>
            <a:ext cx="667512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137160" y="560527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Activity 2: Write your own dialogue.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37160" y="584301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Varjak meets a cat for the first time. Write three or four lines of dialogue.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Twinkl Cursive Looped" pitchFamily="34" charset="0"/>
                <a:ea typeface="Twinkl Cursive Looped" pitchFamily="34" charset="-122"/>
                <a:cs typeface="Twinkl Cursive Looped" pitchFamily="34" charset="-120"/>
              </a:rPr>
              <a:t>At least one speech line must have a reporting clause after it.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137160" y="6227064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37160" y="6515100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37160" y="6803136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37160" y="7091172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37160" y="7379208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37160" y="7667244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37160" y="7955280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37160" y="8243316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37160" y="8531352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37160" y="8819388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37160" y="9107424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37160" y="9395460"/>
            <a:ext cx="658368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2026-06-05T12:48:11Z</dcterms:created>
  <dcterms:modified xsi:type="dcterms:W3CDTF">2026-06-05T12:48:11Z</dcterms:modified>
</cp:coreProperties>
</file>