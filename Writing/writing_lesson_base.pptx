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jpg" ContentType="image/jp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ink/ink1.xml" ContentType="application/inkml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83" r:id="rId4"/>
  </p:sldMasterIdLst>
  <p:notesMasterIdLst>
    <p:notesMasterId r:id="rId37"/>
  </p:notesMasterIdLst>
  <p:sldIdLst>
    <p:sldId id="4001" r:id="rId5"/>
    <p:sldId id="4002" r:id="rId6"/>
    <p:sldId id="4003" r:id="rId7"/>
    <p:sldId id="4004" r:id="rId8"/>
    <p:sldId id="4005" r:id="rId9"/>
    <p:sldId id="4006" r:id="rId10"/>
    <p:sldId id="4007" r:id="rId11"/>
    <p:sldId id="4008" r:id="rId12"/>
    <p:sldId id="4009" r:id="rId13"/>
    <p:sldId id="4010" r:id="rId14"/>
    <p:sldId id="4011" r:id="rId15"/>
    <p:sldId id="4012" r:id="rId16"/>
    <p:sldId id="4013" r:id="rId17"/>
    <p:sldId id="4014" r:id="rId18"/>
    <p:sldId id="4015" r:id="rId19"/>
  </p:sldIdLst>
  <p:sldSz cx="12192000" cy="6858000"/>
  <p:notesSz cx="6797675" cy="9926638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EECF8"/>
    <a:srgbClr val="FF2F92"/>
    <a:srgbClr val="DEEBF7"/>
    <a:srgbClr val="FFFFFF"/>
    <a:srgbClr val="FFFC00"/>
    <a:srgbClr val="92D050"/>
    <a:srgbClr val="E7EEE6"/>
    <a:srgbClr val="2E231A"/>
    <a:srgbClr val="49B949"/>
    <a:srgbClr val="A9D18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1"/>
    <p:restoredTop sz="94658"/>
  </p:normalViewPr>
  <p:slideViewPr>
    <p:cSldViewPr snapToGrid="0">
      <p:cViewPr varScale="1">
        <p:scale>
          <a:sx n="102" d="100"/>
          <a:sy n="102" d="100"/>
        </p:scale>
        <p:origin x="192" y="4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viewProps" Target="viewProps.xml"/><Relationship Id="rId21" Type="http://schemas.openxmlformats.org/officeDocument/2006/relationships/slide" Target="slides/slide17.xml"/><Relationship Id="rId34" Type="http://schemas.openxmlformats.org/officeDocument/2006/relationships/slide" Target="slides/slide30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notesMaster" Target="notesMasters/notesMaster1.xml"/><Relationship Id="rId40" Type="http://schemas.openxmlformats.org/officeDocument/2006/relationships/theme" Target="theme/theme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slide" Target="slides/slide32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slide" Target="slides/slide3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presProps" Target="presProps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D0451C63-56E7-4EBF-81BF-5BC191E403AF}" type="doc">
      <dgm:prSet loTypeId="urn:microsoft.com/office/officeart/2005/8/layout/radial6" loCatId="cycle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en-GB"/>
        </a:p>
      </dgm:t>
    </dgm:pt>
    <dgm:pt modelId="{43B77943-79BB-4D75-BB83-B0782482F446}">
      <dgm:prSet phldrT="[Text]"/>
      <dgm:spPr>
        <a:solidFill>
          <a:srgbClr val="DAE3F3"/>
        </a:solidFill>
        <a:ln w="38100">
          <a:solidFill>
            <a:srgbClr val="4472C4"/>
          </a:solidFill>
        </a:ln>
      </dgm:spPr>
      <dgm:t>
        <a:bodyPr/>
        <a:lstStyle/>
        <a:p>
          <a:endParaRPr lang="en-GB"/>
        </a:p>
        <a:p>
          <a:endParaRPr lang="en-GB"/>
        </a:p>
      </dgm:t>
    </dgm:pt>
    <dgm:pt modelId="{BF69E45C-870E-4CF5-BE19-6B8BD9950810}" type="parTrans" cxnId="{E93958A2-D8FF-4E34-8E21-EF01D93CE0C5}">
      <dgm:prSet/>
      <dgm:spPr/>
      <dgm:t>
        <a:bodyPr/>
        <a:lstStyle/>
        <a:p>
          <a:endParaRPr lang="en-GB"/>
        </a:p>
      </dgm:t>
    </dgm:pt>
    <dgm:pt modelId="{8736C1B4-1091-4FFE-A41C-126BAD603F86}" type="sibTrans" cxnId="{E93958A2-D8FF-4E34-8E21-EF01D93CE0C5}">
      <dgm:prSet/>
      <dgm:spPr/>
      <dgm:t>
        <a:bodyPr/>
        <a:lstStyle/>
        <a:p>
          <a:endParaRPr lang="en-GB"/>
        </a:p>
      </dgm:t>
    </dgm:pt>
    <dgm:pt modelId="{A1B71D7C-CEE2-48FB-876C-D8358EF52E01}">
      <dgm:prSet phldrT="[Text]" custT="1"/>
      <dgm:spPr>
        <a:solidFill>
          <a:srgbClr val="BDD7EE"/>
        </a:solidFill>
        <a:ln w="38100">
          <a:solidFill>
            <a:schemeClr val="accent1">
              <a:lumMod val="60000"/>
              <a:lumOff val="40000"/>
            </a:schemeClr>
          </a:solidFill>
        </a:ln>
      </dgm:spPr>
      <dgm:t>
        <a:bodyPr/>
        <a:lstStyle/>
        <a:p>
          <a:r>
            <a:rPr lang="en-GB" sz="1400" b="1">
              <a:solidFill>
                <a:schemeClr val="accent1">
                  <a:lumMod val="75000"/>
                </a:schemeClr>
              </a:solidFill>
              <a:latin typeface="Sassoon Infant Rg" panose="02000503030000020003"/>
            </a:rPr>
            <a:t>Composition</a:t>
          </a:r>
        </a:p>
        <a:p>
          <a:r>
            <a:rPr lang="en-GB" sz="1100" b="0">
              <a:solidFill>
                <a:schemeClr val="accent1">
                  <a:lumMod val="75000"/>
                </a:schemeClr>
              </a:solidFill>
              <a:latin typeface="Sassoon Infant Rg" panose="02000503030000020003"/>
              <a:ea typeface="Sassoon Infant Rg" panose="02000503030000020003" pitchFamily="2" charset="0"/>
            </a:rPr>
            <a:t>(planning, paragraphs, layouts, characterisation)</a:t>
          </a:r>
        </a:p>
      </dgm:t>
    </dgm:pt>
    <dgm:pt modelId="{5B130F9E-FC51-4B49-B3EB-174977B591A6}" type="parTrans" cxnId="{F24F65B7-73FC-4C68-A13B-E28AE93FB840}">
      <dgm:prSet/>
      <dgm:spPr/>
      <dgm:t>
        <a:bodyPr/>
        <a:lstStyle/>
        <a:p>
          <a:endParaRPr lang="en-GB"/>
        </a:p>
      </dgm:t>
    </dgm:pt>
    <dgm:pt modelId="{AEE1104B-6A2E-4203-ADFE-0F618FAE6FC0}" type="sibTrans" cxnId="{F24F65B7-73FC-4C68-A13B-E28AE93FB840}">
      <dgm:prSet/>
      <dgm:spPr>
        <a:solidFill>
          <a:srgbClr val="BDD7EE"/>
        </a:solidFill>
      </dgm:spPr>
      <dgm:t>
        <a:bodyPr/>
        <a:lstStyle/>
        <a:p>
          <a:endParaRPr lang="en-GB"/>
        </a:p>
      </dgm:t>
    </dgm:pt>
    <dgm:pt modelId="{B3ED78B5-363E-4DDE-9899-979653BD7748}">
      <dgm:prSet custT="1"/>
      <dgm:spPr>
        <a:solidFill>
          <a:srgbClr val="FCD0E2"/>
        </a:solidFill>
        <a:ln w="28575">
          <a:solidFill>
            <a:srgbClr val="FF3399"/>
          </a:solidFill>
        </a:ln>
      </dgm:spPr>
      <dgm:t>
        <a:bodyPr/>
        <a:lstStyle/>
        <a:p>
          <a:r>
            <a:rPr lang="en-GB" sz="1600" b="1">
              <a:solidFill>
                <a:srgbClr val="FE1288"/>
              </a:solidFill>
              <a:latin typeface="Sassoon Infant Rg" panose="02000503030000020003"/>
            </a:rPr>
            <a:t>Editing &amp; Revising</a:t>
          </a:r>
        </a:p>
        <a:p>
          <a:r>
            <a:rPr lang="en-GB" sz="1000" b="0">
              <a:solidFill>
                <a:srgbClr val="FE1288"/>
              </a:solidFill>
              <a:latin typeface="Sassoon Infant Rg" panose="02000503030000020003"/>
            </a:rPr>
            <a:t>(editing = accuracy, revising = upleveling thinking about our success criteria)</a:t>
          </a:r>
          <a:endParaRPr lang="en-GB" sz="1600" b="1">
            <a:solidFill>
              <a:srgbClr val="FE1288"/>
            </a:solidFill>
            <a:latin typeface="Sassoon Infant Rg" panose="02000503030000020003"/>
          </a:endParaRPr>
        </a:p>
      </dgm:t>
    </dgm:pt>
    <dgm:pt modelId="{53230468-D165-4661-9540-FF18360366ED}" type="parTrans" cxnId="{F1822D6F-60FB-4B7B-9B13-B0F2E68E1189}">
      <dgm:prSet/>
      <dgm:spPr/>
      <dgm:t>
        <a:bodyPr/>
        <a:lstStyle/>
        <a:p>
          <a:endParaRPr lang="en-GB"/>
        </a:p>
      </dgm:t>
    </dgm:pt>
    <dgm:pt modelId="{E483365F-2A7E-45A2-A8D1-FAACAA3D18BC}" type="sibTrans" cxnId="{F1822D6F-60FB-4B7B-9B13-B0F2E68E1189}">
      <dgm:prSet/>
      <dgm:spPr>
        <a:solidFill>
          <a:srgbClr val="BDD7EE"/>
        </a:solidFill>
      </dgm:spPr>
      <dgm:t>
        <a:bodyPr/>
        <a:lstStyle/>
        <a:p>
          <a:endParaRPr lang="en-GB"/>
        </a:p>
      </dgm:t>
    </dgm:pt>
    <dgm:pt modelId="{56E2D7A0-FFA5-4AA2-B8BF-477E9B09C626}">
      <dgm:prSet custT="1"/>
      <dgm:spPr>
        <a:solidFill>
          <a:schemeClr val="accent6">
            <a:lumMod val="40000"/>
            <a:lumOff val="60000"/>
          </a:schemeClr>
        </a:solidFill>
        <a:ln w="28575">
          <a:solidFill>
            <a:srgbClr val="00B050"/>
          </a:solidFill>
        </a:ln>
      </dgm:spPr>
      <dgm:t>
        <a:bodyPr lIns="0" tIns="0" rIns="0" bIns="0"/>
        <a:lstStyle/>
        <a:p>
          <a:endParaRPr lang="en-GB" sz="1000" b="0">
            <a:solidFill>
              <a:schemeClr val="accent6">
                <a:lumMod val="75000"/>
              </a:schemeClr>
            </a:solidFill>
            <a:latin typeface="Sassoon Infant Rg" panose="02000503030000020003"/>
          </a:endParaRPr>
        </a:p>
      </dgm:t>
    </dgm:pt>
    <dgm:pt modelId="{E475C3FE-8EA4-466A-AA29-96D60388C2C6}" type="parTrans" cxnId="{04DC175A-F316-4C8B-9275-60FE5B8D0948}">
      <dgm:prSet/>
      <dgm:spPr/>
      <dgm:t>
        <a:bodyPr/>
        <a:lstStyle/>
        <a:p>
          <a:endParaRPr lang="en-GB"/>
        </a:p>
      </dgm:t>
    </dgm:pt>
    <dgm:pt modelId="{04D7F05F-6C53-4D74-8335-4ACD3492563D}" type="sibTrans" cxnId="{04DC175A-F316-4C8B-9275-60FE5B8D0948}">
      <dgm:prSet/>
      <dgm:spPr>
        <a:solidFill>
          <a:srgbClr val="BDD7EE"/>
        </a:solidFill>
      </dgm:spPr>
      <dgm:t>
        <a:bodyPr/>
        <a:lstStyle/>
        <a:p>
          <a:endParaRPr lang="en-GB"/>
        </a:p>
      </dgm:t>
    </dgm:pt>
    <dgm:pt modelId="{229D9945-62EB-41F8-A115-4FE9AE8FFEFB}">
      <dgm:prSet custT="1"/>
      <dgm:spPr>
        <a:solidFill>
          <a:srgbClr val="FFC7B3"/>
        </a:solidFill>
        <a:ln w="28575">
          <a:solidFill>
            <a:schemeClr val="accent4"/>
          </a:solidFill>
        </a:ln>
      </dgm:spPr>
      <dgm:t>
        <a:bodyPr lIns="0" tIns="0" rIns="0" bIns="0"/>
        <a:lstStyle/>
        <a:p>
          <a:r>
            <a:rPr lang="en-GB" sz="1600" b="1">
              <a:solidFill>
                <a:schemeClr val="accent2">
                  <a:lumMod val="75000"/>
                </a:schemeClr>
              </a:solidFill>
              <a:latin typeface="Sassoon Infant Rg" panose="02000503030000020003"/>
            </a:rPr>
            <a:t>Cohesion</a:t>
          </a:r>
          <a:endParaRPr lang="en-GB" sz="1800" b="1">
            <a:solidFill>
              <a:schemeClr val="accent2">
                <a:lumMod val="75000"/>
              </a:schemeClr>
            </a:solidFill>
            <a:latin typeface="Sassoon Infant Rg" panose="02000503030000020003"/>
          </a:endParaRPr>
        </a:p>
        <a:p>
          <a:r>
            <a:rPr lang="en-GB" sz="1200" b="0">
              <a:solidFill>
                <a:schemeClr val="accent2">
                  <a:lumMod val="75000"/>
                </a:schemeClr>
              </a:solidFill>
              <a:latin typeface="Sassoon Infant Rg" panose="02000503030000020003"/>
            </a:rPr>
            <a:t>(flow of writing: openers, adverbials, pronouns, punctuation)</a:t>
          </a:r>
        </a:p>
      </dgm:t>
    </dgm:pt>
    <dgm:pt modelId="{8A76B9CB-AB3C-4C0A-8DEA-631464993387}" type="parTrans" cxnId="{F778A256-1D6E-4649-B6F1-AB0879DD5F60}">
      <dgm:prSet/>
      <dgm:spPr/>
      <dgm:t>
        <a:bodyPr/>
        <a:lstStyle/>
        <a:p>
          <a:endParaRPr lang="en-GB"/>
        </a:p>
      </dgm:t>
    </dgm:pt>
    <dgm:pt modelId="{C0ED7EA7-12EE-4CA9-A459-B9D8B2BCC108}" type="sibTrans" cxnId="{F778A256-1D6E-4649-B6F1-AB0879DD5F60}">
      <dgm:prSet/>
      <dgm:spPr>
        <a:solidFill>
          <a:srgbClr val="BDD7EE"/>
        </a:solidFill>
      </dgm:spPr>
      <dgm:t>
        <a:bodyPr/>
        <a:lstStyle/>
        <a:p>
          <a:endParaRPr lang="en-GB"/>
        </a:p>
      </dgm:t>
    </dgm:pt>
    <dgm:pt modelId="{C7ACD972-40F2-48B9-A4C4-C148A79EB095}">
      <dgm:prSet custT="1"/>
      <dgm:spPr>
        <a:solidFill>
          <a:srgbClr val="FFF19F"/>
        </a:solidFill>
        <a:ln w="28575">
          <a:solidFill>
            <a:schemeClr val="accent4">
              <a:lumMod val="75000"/>
            </a:schemeClr>
          </a:solidFill>
        </a:ln>
      </dgm:spPr>
      <dgm:t>
        <a:bodyPr lIns="0" rIns="0"/>
        <a:lstStyle/>
        <a:p>
          <a:r>
            <a:rPr lang="en-GB" sz="1600" b="1">
              <a:solidFill>
                <a:schemeClr val="accent4">
                  <a:lumMod val="75000"/>
                </a:schemeClr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Sentence Structure</a:t>
          </a:r>
        </a:p>
        <a:p>
          <a:r>
            <a:rPr lang="en-GB" sz="1050" b="0">
              <a:solidFill>
                <a:schemeClr val="accent4">
                  <a:lumMod val="75000"/>
                </a:schemeClr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(simple, compound, complex sentences; clauses; noun phrases)</a:t>
          </a:r>
        </a:p>
      </dgm:t>
    </dgm:pt>
    <dgm:pt modelId="{8B240793-F8CA-4DC2-AD98-190D61BF4AAF}" type="parTrans" cxnId="{7FC4CCE3-7A63-4885-ACD0-2198D7BA61BA}">
      <dgm:prSet/>
      <dgm:spPr/>
      <dgm:t>
        <a:bodyPr/>
        <a:lstStyle/>
        <a:p>
          <a:endParaRPr lang="en-GB"/>
        </a:p>
      </dgm:t>
    </dgm:pt>
    <dgm:pt modelId="{C7869593-8BCC-4C50-B0FF-F678F0C23440}" type="sibTrans" cxnId="{7FC4CCE3-7A63-4885-ACD0-2198D7BA61BA}">
      <dgm:prSet/>
      <dgm:spPr>
        <a:solidFill>
          <a:srgbClr val="BDD7EE"/>
        </a:solidFill>
      </dgm:spPr>
      <dgm:t>
        <a:bodyPr/>
        <a:lstStyle/>
        <a:p>
          <a:endParaRPr lang="en-GB"/>
        </a:p>
      </dgm:t>
    </dgm:pt>
    <dgm:pt modelId="{864A0757-90E4-4F71-9771-558444054F44}">
      <dgm:prSet custT="1"/>
      <dgm:spPr>
        <a:solidFill>
          <a:srgbClr val="F7CCFC"/>
        </a:solidFill>
        <a:ln w="28575">
          <a:solidFill>
            <a:srgbClr val="7030A0"/>
          </a:solidFill>
        </a:ln>
      </dgm:spPr>
      <dgm:t>
        <a:bodyPr lIns="0" rIns="0"/>
        <a:lstStyle/>
        <a:p>
          <a:r>
            <a:rPr lang="en-GB" sz="1400" b="1">
              <a:solidFill>
                <a:srgbClr val="002060"/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Vocabulary</a:t>
          </a:r>
        </a:p>
        <a:p>
          <a:r>
            <a:rPr lang="en-GB" sz="900" b="0">
              <a:solidFill>
                <a:srgbClr val="002060"/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(adventurous word choices, technical language, selecting language for effect, figurative language)</a:t>
          </a:r>
        </a:p>
      </dgm:t>
    </dgm:pt>
    <dgm:pt modelId="{5980955E-0284-4342-A64B-D3B3A1BB1654}" type="parTrans" cxnId="{8EC99ECA-3D69-4529-A2EC-1986320E57EC}">
      <dgm:prSet/>
      <dgm:spPr/>
      <dgm:t>
        <a:bodyPr/>
        <a:lstStyle/>
        <a:p>
          <a:endParaRPr lang="en-GB"/>
        </a:p>
      </dgm:t>
    </dgm:pt>
    <dgm:pt modelId="{AC6F6306-6686-4E9B-A77A-1DAA2EA33A44}" type="sibTrans" cxnId="{8EC99ECA-3D69-4529-A2EC-1986320E57EC}">
      <dgm:prSet/>
      <dgm:spPr/>
      <dgm:t>
        <a:bodyPr/>
        <a:lstStyle/>
        <a:p>
          <a:endParaRPr lang="en-GB"/>
        </a:p>
      </dgm:t>
    </dgm:pt>
    <dgm:pt modelId="{A6F5CC1E-DC45-4B34-9D9B-C2084679F9EC}" type="pres">
      <dgm:prSet presAssocID="{D0451C63-56E7-4EBF-81BF-5BC191E403AF}" presName="Name0" presStyleCnt="0">
        <dgm:presLayoutVars>
          <dgm:chMax val="1"/>
          <dgm:dir/>
          <dgm:animLvl val="ctr"/>
          <dgm:resizeHandles val="exact"/>
        </dgm:presLayoutVars>
      </dgm:prSet>
      <dgm:spPr/>
    </dgm:pt>
    <dgm:pt modelId="{34F9142E-2BF6-46BF-8BA2-648CA2893E52}" type="pres">
      <dgm:prSet presAssocID="{43B77943-79BB-4D75-BB83-B0782482F446}" presName="centerShape" presStyleLbl="node0" presStyleIdx="0" presStyleCnt="1" custLinFactNeighborY="1470"/>
      <dgm:spPr/>
    </dgm:pt>
    <dgm:pt modelId="{42300B8A-BC3C-4C5A-A59D-EF79175243DB}" type="pres">
      <dgm:prSet presAssocID="{A1B71D7C-CEE2-48FB-876C-D8358EF52E01}" presName="node" presStyleLbl="node1" presStyleIdx="0" presStyleCnt="6" custScaleX="112281" custScaleY="111676" custRadScaleRad="102351" custRadScaleInc="-1531">
        <dgm:presLayoutVars>
          <dgm:bulletEnabled val="1"/>
        </dgm:presLayoutVars>
      </dgm:prSet>
      <dgm:spPr/>
    </dgm:pt>
    <dgm:pt modelId="{C6139256-68C7-4515-BA1D-1C7F56C25554}" type="pres">
      <dgm:prSet presAssocID="{A1B71D7C-CEE2-48FB-876C-D8358EF52E01}" presName="dummy" presStyleCnt="0"/>
      <dgm:spPr/>
    </dgm:pt>
    <dgm:pt modelId="{098A9C61-527E-4070-93A8-0AF5DAFCAFB9}" type="pres">
      <dgm:prSet presAssocID="{AEE1104B-6A2E-4203-ADFE-0F618FAE6FC0}" presName="sibTrans" presStyleLbl="sibTrans2D1" presStyleIdx="0" presStyleCnt="6" custLinFactNeighborX="691" custLinFactNeighborY="-569"/>
      <dgm:spPr/>
    </dgm:pt>
    <dgm:pt modelId="{887F63AB-ADD2-4E3C-8371-4CB7A52EE0F5}" type="pres">
      <dgm:prSet presAssocID="{B3ED78B5-363E-4DDE-9899-979653BD7748}" presName="node" presStyleLbl="node1" presStyleIdx="1" presStyleCnt="6" custScaleX="112281" custScaleY="111676">
        <dgm:presLayoutVars>
          <dgm:bulletEnabled val="1"/>
        </dgm:presLayoutVars>
      </dgm:prSet>
      <dgm:spPr/>
    </dgm:pt>
    <dgm:pt modelId="{2280E60E-B643-4BBC-9317-6FF3BE36D54B}" type="pres">
      <dgm:prSet presAssocID="{B3ED78B5-363E-4DDE-9899-979653BD7748}" presName="dummy" presStyleCnt="0"/>
      <dgm:spPr/>
    </dgm:pt>
    <dgm:pt modelId="{C205EA7A-6113-4776-A3B8-1435E8370DFD}" type="pres">
      <dgm:prSet presAssocID="{E483365F-2A7E-45A2-A8D1-FAACAA3D18BC}" presName="sibTrans" presStyleLbl="sibTrans2D1" presStyleIdx="1" presStyleCnt="6"/>
      <dgm:spPr/>
    </dgm:pt>
    <dgm:pt modelId="{ED6EB0B0-A5D8-4B94-B33F-46B84AEAE95A}" type="pres">
      <dgm:prSet presAssocID="{56E2D7A0-FFA5-4AA2-B8BF-477E9B09C626}" presName="node" presStyleLbl="node1" presStyleIdx="2" presStyleCnt="6" custScaleX="112281" custScaleY="111676">
        <dgm:presLayoutVars>
          <dgm:bulletEnabled val="1"/>
        </dgm:presLayoutVars>
      </dgm:prSet>
      <dgm:spPr/>
    </dgm:pt>
    <dgm:pt modelId="{3D43BBBB-F177-43B4-98DB-1C25D1DD6384}" type="pres">
      <dgm:prSet presAssocID="{56E2D7A0-FFA5-4AA2-B8BF-477E9B09C626}" presName="dummy" presStyleCnt="0"/>
      <dgm:spPr/>
    </dgm:pt>
    <dgm:pt modelId="{FA4F4E66-7908-4F0B-8F01-1A2F31C53846}" type="pres">
      <dgm:prSet presAssocID="{04D7F05F-6C53-4D74-8335-4ACD3492563D}" presName="sibTrans" presStyleLbl="sibTrans2D1" presStyleIdx="2" presStyleCnt="6"/>
      <dgm:spPr/>
    </dgm:pt>
    <dgm:pt modelId="{DCECFFD5-18C8-4D1B-83A9-45599D385995}" type="pres">
      <dgm:prSet presAssocID="{229D9945-62EB-41F8-A115-4FE9AE8FFEFB}" presName="node" presStyleLbl="node1" presStyleIdx="3" presStyleCnt="6" custScaleX="112281" custScaleY="111676">
        <dgm:presLayoutVars>
          <dgm:bulletEnabled val="1"/>
        </dgm:presLayoutVars>
      </dgm:prSet>
      <dgm:spPr/>
    </dgm:pt>
    <dgm:pt modelId="{D59E8C21-4DB6-42F2-BA4C-346CC2995240}" type="pres">
      <dgm:prSet presAssocID="{229D9945-62EB-41F8-A115-4FE9AE8FFEFB}" presName="dummy" presStyleCnt="0"/>
      <dgm:spPr/>
    </dgm:pt>
    <dgm:pt modelId="{E463BEE0-7083-4E05-8C60-0B67E26D749F}" type="pres">
      <dgm:prSet presAssocID="{C0ED7EA7-12EE-4CA9-A459-B9D8B2BCC108}" presName="sibTrans" presStyleLbl="sibTrans2D1" presStyleIdx="3" presStyleCnt="6"/>
      <dgm:spPr/>
    </dgm:pt>
    <dgm:pt modelId="{1461967D-F510-4DC4-A6A9-E1A913110870}" type="pres">
      <dgm:prSet presAssocID="{C7ACD972-40F2-48B9-A4C4-C148A79EB095}" presName="node" presStyleLbl="node1" presStyleIdx="4" presStyleCnt="6" custScaleX="112570" custScaleY="111676" custRadScaleRad="100333" custRadScaleInc="2693">
        <dgm:presLayoutVars>
          <dgm:bulletEnabled val="1"/>
        </dgm:presLayoutVars>
      </dgm:prSet>
      <dgm:spPr/>
    </dgm:pt>
    <dgm:pt modelId="{A813DD2D-F87D-4F44-9E2C-4CCE6D08C1DB}" type="pres">
      <dgm:prSet presAssocID="{C7ACD972-40F2-48B9-A4C4-C148A79EB095}" presName="dummy" presStyleCnt="0"/>
      <dgm:spPr/>
    </dgm:pt>
    <dgm:pt modelId="{B5449882-2139-4E09-B445-F01F4AD1CDBA}" type="pres">
      <dgm:prSet presAssocID="{C7869593-8BCC-4C50-B0FF-F678F0C23440}" presName="sibTrans" presStyleLbl="sibTrans2D1" presStyleIdx="4" presStyleCnt="6" custLinFactNeighborX="-691" custLinFactNeighborY="-230"/>
      <dgm:spPr/>
    </dgm:pt>
    <dgm:pt modelId="{FED2A338-A74D-4C2D-8638-855C6B454919}" type="pres">
      <dgm:prSet presAssocID="{864A0757-90E4-4F71-9771-558444054F44}" presName="node" presStyleLbl="node1" presStyleIdx="5" presStyleCnt="6">
        <dgm:presLayoutVars>
          <dgm:bulletEnabled val="1"/>
        </dgm:presLayoutVars>
      </dgm:prSet>
      <dgm:spPr/>
    </dgm:pt>
    <dgm:pt modelId="{E2DB19ED-6265-4950-8FCD-F5F75E3F8BDA}" type="pres">
      <dgm:prSet presAssocID="{864A0757-90E4-4F71-9771-558444054F44}" presName="dummy" presStyleCnt="0"/>
      <dgm:spPr/>
    </dgm:pt>
    <dgm:pt modelId="{291C4135-7051-4918-8058-420B2C83DBB7}" type="pres">
      <dgm:prSet presAssocID="{AC6F6306-6686-4E9B-A77A-1DAA2EA33A44}" presName="sibTrans" presStyleLbl="sibTrans2D1" presStyleIdx="5" presStyleCnt="6"/>
      <dgm:spPr/>
    </dgm:pt>
  </dgm:ptLst>
  <dgm:cxnLst>
    <dgm:cxn modelId="{9BB0AE05-6274-4F34-BC36-A1806C728B9B}" type="presOf" srcId="{B3ED78B5-363E-4DDE-9899-979653BD7748}" destId="{887F63AB-ADD2-4E3C-8371-4CB7A52EE0F5}" srcOrd="0" destOrd="0" presId="urn:microsoft.com/office/officeart/2005/8/layout/radial6"/>
    <dgm:cxn modelId="{52B5E339-221A-49A2-A577-CD76CFC7F96D}" type="presOf" srcId="{04D7F05F-6C53-4D74-8335-4ACD3492563D}" destId="{FA4F4E66-7908-4F0B-8F01-1A2F31C53846}" srcOrd="0" destOrd="0" presId="urn:microsoft.com/office/officeart/2005/8/layout/radial6"/>
    <dgm:cxn modelId="{F778A256-1D6E-4649-B6F1-AB0879DD5F60}" srcId="{43B77943-79BB-4D75-BB83-B0782482F446}" destId="{229D9945-62EB-41F8-A115-4FE9AE8FFEFB}" srcOrd="3" destOrd="0" parTransId="{8A76B9CB-AB3C-4C0A-8DEA-631464993387}" sibTransId="{C0ED7EA7-12EE-4CA9-A459-B9D8B2BCC108}"/>
    <dgm:cxn modelId="{04DC175A-F316-4C8B-9275-60FE5B8D0948}" srcId="{43B77943-79BB-4D75-BB83-B0782482F446}" destId="{56E2D7A0-FFA5-4AA2-B8BF-477E9B09C626}" srcOrd="2" destOrd="0" parTransId="{E475C3FE-8EA4-466A-AA29-96D60388C2C6}" sibTransId="{04D7F05F-6C53-4D74-8335-4ACD3492563D}"/>
    <dgm:cxn modelId="{E767D85B-388D-4734-983F-28511C314B1F}" type="presOf" srcId="{43B77943-79BB-4D75-BB83-B0782482F446}" destId="{34F9142E-2BF6-46BF-8BA2-648CA2893E52}" srcOrd="0" destOrd="0" presId="urn:microsoft.com/office/officeart/2005/8/layout/radial6"/>
    <dgm:cxn modelId="{FA337963-36CF-40FF-83E7-ED8A7CA0E597}" type="presOf" srcId="{AC6F6306-6686-4E9B-A77A-1DAA2EA33A44}" destId="{291C4135-7051-4918-8058-420B2C83DBB7}" srcOrd="0" destOrd="0" presId="urn:microsoft.com/office/officeart/2005/8/layout/radial6"/>
    <dgm:cxn modelId="{F1822D6F-60FB-4B7B-9B13-B0F2E68E1189}" srcId="{43B77943-79BB-4D75-BB83-B0782482F446}" destId="{B3ED78B5-363E-4DDE-9899-979653BD7748}" srcOrd="1" destOrd="0" parTransId="{53230468-D165-4661-9540-FF18360366ED}" sibTransId="{E483365F-2A7E-45A2-A8D1-FAACAA3D18BC}"/>
    <dgm:cxn modelId="{10CFCC7E-69C1-40F8-B271-C440FFB4820D}" type="presOf" srcId="{56E2D7A0-FFA5-4AA2-B8BF-477E9B09C626}" destId="{ED6EB0B0-A5D8-4B94-B33F-46B84AEAE95A}" srcOrd="0" destOrd="0" presId="urn:microsoft.com/office/officeart/2005/8/layout/radial6"/>
    <dgm:cxn modelId="{DAC62E87-0FF8-45C3-9E43-E7836D684971}" type="presOf" srcId="{C7ACD972-40F2-48B9-A4C4-C148A79EB095}" destId="{1461967D-F510-4DC4-A6A9-E1A913110870}" srcOrd="0" destOrd="0" presId="urn:microsoft.com/office/officeart/2005/8/layout/radial6"/>
    <dgm:cxn modelId="{D51FA88E-50AA-4460-8409-7052740EED60}" type="presOf" srcId="{229D9945-62EB-41F8-A115-4FE9AE8FFEFB}" destId="{DCECFFD5-18C8-4D1B-83A9-45599D385995}" srcOrd="0" destOrd="0" presId="urn:microsoft.com/office/officeart/2005/8/layout/radial6"/>
    <dgm:cxn modelId="{61E25793-5346-4D5E-A268-E9EB469F6052}" type="presOf" srcId="{C0ED7EA7-12EE-4CA9-A459-B9D8B2BCC108}" destId="{E463BEE0-7083-4E05-8C60-0B67E26D749F}" srcOrd="0" destOrd="0" presId="urn:microsoft.com/office/officeart/2005/8/layout/radial6"/>
    <dgm:cxn modelId="{E93958A2-D8FF-4E34-8E21-EF01D93CE0C5}" srcId="{D0451C63-56E7-4EBF-81BF-5BC191E403AF}" destId="{43B77943-79BB-4D75-BB83-B0782482F446}" srcOrd="0" destOrd="0" parTransId="{BF69E45C-870E-4CF5-BE19-6B8BD9950810}" sibTransId="{8736C1B4-1091-4FFE-A41C-126BAD603F86}"/>
    <dgm:cxn modelId="{651246AD-6F72-4A9E-91E5-0A6345B86790}" type="presOf" srcId="{864A0757-90E4-4F71-9771-558444054F44}" destId="{FED2A338-A74D-4C2D-8638-855C6B454919}" srcOrd="0" destOrd="0" presId="urn:microsoft.com/office/officeart/2005/8/layout/radial6"/>
    <dgm:cxn modelId="{F24F65B7-73FC-4C68-A13B-E28AE93FB840}" srcId="{43B77943-79BB-4D75-BB83-B0782482F446}" destId="{A1B71D7C-CEE2-48FB-876C-D8358EF52E01}" srcOrd="0" destOrd="0" parTransId="{5B130F9E-FC51-4B49-B3EB-174977B591A6}" sibTransId="{AEE1104B-6A2E-4203-ADFE-0F618FAE6FC0}"/>
    <dgm:cxn modelId="{70ADA1C3-9B39-4A67-B10A-4088EF8F42F2}" type="presOf" srcId="{C7869593-8BCC-4C50-B0FF-F678F0C23440}" destId="{B5449882-2139-4E09-B445-F01F4AD1CDBA}" srcOrd="0" destOrd="0" presId="urn:microsoft.com/office/officeart/2005/8/layout/radial6"/>
    <dgm:cxn modelId="{8EC99ECA-3D69-4529-A2EC-1986320E57EC}" srcId="{43B77943-79BB-4D75-BB83-B0782482F446}" destId="{864A0757-90E4-4F71-9771-558444054F44}" srcOrd="5" destOrd="0" parTransId="{5980955E-0284-4342-A64B-D3B3A1BB1654}" sibTransId="{AC6F6306-6686-4E9B-A77A-1DAA2EA33A44}"/>
    <dgm:cxn modelId="{3F30D0D0-5424-4891-879E-8A82CFFFDF25}" type="presOf" srcId="{A1B71D7C-CEE2-48FB-876C-D8358EF52E01}" destId="{42300B8A-BC3C-4C5A-A59D-EF79175243DB}" srcOrd="0" destOrd="0" presId="urn:microsoft.com/office/officeart/2005/8/layout/radial6"/>
    <dgm:cxn modelId="{354DB2D2-859B-47F4-9205-FB98B0CEE0C5}" type="presOf" srcId="{D0451C63-56E7-4EBF-81BF-5BC191E403AF}" destId="{A6F5CC1E-DC45-4B34-9D9B-C2084679F9EC}" srcOrd="0" destOrd="0" presId="urn:microsoft.com/office/officeart/2005/8/layout/radial6"/>
    <dgm:cxn modelId="{7FC4CCE3-7A63-4885-ACD0-2198D7BA61BA}" srcId="{43B77943-79BB-4D75-BB83-B0782482F446}" destId="{C7ACD972-40F2-48B9-A4C4-C148A79EB095}" srcOrd="4" destOrd="0" parTransId="{8B240793-F8CA-4DC2-AD98-190D61BF4AAF}" sibTransId="{C7869593-8BCC-4C50-B0FF-F678F0C23440}"/>
    <dgm:cxn modelId="{F41DD4FB-A3CE-45BD-B77E-4CD0BC5A2245}" type="presOf" srcId="{AEE1104B-6A2E-4203-ADFE-0F618FAE6FC0}" destId="{098A9C61-527E-4070-93A8-0AF5DAFCAFB9}" srcOrd="0" destOrd="0" presId="urn:microsoft.com/office/officeart/2005/8/layout/radial6"/>
    <dgm:cxn modelId="{AC2832FF-CA4D-4808-AD70-275B24341FE6}" type="presOf" srcId="{E483365F-2A7E-45A2-A8D1-FAACAA3D18BC}" destId="{C205EA7A-6113-4776-A3B8-1435E8370DFD}" srcOrd="0" destOrd="0" presId="urn:microsoft.com/office/officeart/2005/8/layout/radial6"/>
    <dgm:cxn modelId="{E25B379E-158E-4A92-A5D5-3F182578F6B4}" type="presParOf" srcId="{A6F5CC1E-DC45-4B34-9D9B-C2084679F9EC}" destId="{34F9142E-2BF6-46BF-8BA2-648CA2893E52}" srcOrd="0" destOrd="0" presId="urn:microsoft.com/office/officeart/2005/8/layout/radial6"/>
    <dgm:cxn modelId="{26ED4237-64DD-4A19-A893-2CD3258086E2}" type="presParOf" srcId="{A6F5CC1E-DC45-4B34-9D9B-C2084679F9EC}" destId="{42300B8A-BC3C-4C5A-A59D-EF79175243DB}" srcOrd="1" destOrd="0" presId="urn:microsoft.com/office/officeart/2005/8/layout/radial6"/>
    <dgm:cxn modelId="{50362267-1B3B-4D34-96D3-A7C7E59C197A}" type="presParOf" srcId="{A6F5CC1E-DC45-4B34-9D9B-C2084679F9EC}" destId="{C6139256-68C7-4515-BA1D-1C7F56C25554}" srcOrd="2" destOrd="0" presId="urn:microsoft.com/office/officeart/2005/8/layout/radial6"/>
    <dgm:cxn modelId="{33778B6E-8472-4F64-8960-33106DEFAEF5}" type="presParOf" srcId="{A6F5CC1E-DC45-4B34-9D9B-C2084679F9EC}" destId="{098A9C61-527E-4070-93A8-0AF5DAFCAFB9}" srcOrd="3" destOrd="0" presId="urn:microsoft.com/office/officeart/2005/8/layout/radial6"/>
    <dgm:cxn modelId="{672E71FF-AC75-42A3-B4A4-084AF284C5E2}" type="presParOf" srcId="{A6F5CC1E-DC45-4B34-9D9B-C2084679F9EC}" destId="{887F63AB-ADD2-4E3C-8371-4CB7A52EE0F5}" srcOrd="4" destOrd="0" presId="urn:microsoft.com/office/officeart/2005/8/layout/radial6"/>
    <dgm:cxn modelId="{48C79BD6-605B-4A9C-B1F8-BDFBC110EB00}" type="presParOf" srcId="{A6F5CC1E-DC45-4B34-9D9B-C2084679F9EC}" destId="{2280E60E-B643-4BBC-9317-6FF3BE36D54B}" srcOrd="5" destOrd="0" presId="urn:microsoft.com/office/officeart/2005/8/layout/radial6"/>
    <dgm:cxn modelId="{3D71B9D3-A9BC-4363-8CDD-91BFBBF63790}" type="presParOf" srcId="{A6F5CC1E-DC45-4B34-9D9B-C2084679F9EC}" destId="{C205EA7A-6113-4776-A3B8-1435E8370DFD}" srcOrd="6" destOrd="0" presId="urn:microsoft.com/office/officeart/2005/8/layout/radial6"/>
    <dgm:cxn modelId="{01479B8F-EC58-4D89-88AC-85F28395F614}" type="presParOf" srcId="{A6F5CC1E-DC45-4B34-9D9B-C2084679F9EC}" destId="{ED6EB0B0-A5D8-4B94-B33F-46B84AEAE95A}" srcOrd="7" destOrd="0" presId="urn:microsoft.com/office/officeart/2005/8/layout/radial6"/>
    <dgm:cxn modelId="{21C0448A-2FCD-45AF-B0F6-1AAB60B69C5F}" type="presParOf" srcId="{A6F5CC1E-DC45-4B34-9D9B-C2084679F9EC}" destId="{3D43BBBB-F177-43B4-98DB-1C25D1DD6384}" srcOrd="8" destOrd="0" presId="urn:microsoft.com/office/officeart/2005/8/layout/radial6"/>
    <dgm:cxn modelId="{C6A846DF-F6C4-42D4-BBC8-0900351CF4D3}" type="presParOf" srcId="{A6F5CC1E-DC45-4B34-9D9B-C2084679F9EC}" destId="{FA4F4E66-7908-4F0B-8F01-1A2F31C53846}" srcOrd="9" destOrd="0" presId="urn:microsoft.com/office/officeart/2005/8/layout/radial6"/>
    <dgm:cxn modelId="{A50D10D7-D109-469C-BD81-0A1852CA30AB}" type="presParOf" srcId="{A6F5CC1E-DC45-4B34-9D9B-C2084679F9EC}" destId="{DCECFFD5-18C8-4D1B-83A9-45599D385995}" srcOrd="10" destOrd="0" presId="urn:microsoft.com/office/officeart/2005/8/layout/radial6"/>
    <dgm:cxn modelId="{5754D6E3-870C-4D9B-9699-B3EC3C753FCB}" type="presParOf" srcId="{A6F5CC1E-DC45-4B34-9D9B-C2084679F9EC}" destId="{D59E8C21-4DB6-42F2-BA4C-346CC2995240}" srcOrd="11" destOrd="0" presId="urn:microsoft.com/office/officeart/2005/8/layout/radial6"/>
    <dgm:cxn modelId="{4CA41875-9FF8-4BE3-A6F3-FBB73A7EF1B5}" type="presParOf" srcId="{A6F5CC1E-DC45-4B34-9D9B-C2084679F9EC}" destId="{E463BEE0-7083-4E05-8C60-0B67E26D749F}" srcOrd="12" destOrd="0" presId="urn:microsoft.com/office/officeart/2005/8/layout/radial6"/>
    <dgm:cxn modelId="{6648DE3F-552C-4F41-8AB1-3DE7DAA755D2}" type="presParOf" srcId="{A6F5CC1E-DC45-4B34-9D9B-C2084679F9EC}" destId="{1461967D-F510-4DC4-A6A9-E1A913110870}" srcOrd="13" destOrd="0" presId="urn:microsoft.com/office/officeart/2005/8/layout/radial6"/>
    <dgm:cxn modelId="{E7EE864A-EFBA-4FA8-BDF2-4F1327804F73}" type="presParOf" srcId="{A6F5CC1E-DC45-4B34-9D9B-C2084679F9EC}" destId="{A813DD2D-F87D-4F44-9E2C-4CCE6D08C1DB}" srcOrd="14" destOrd="0" presId="urn:microsoft.com/office/officeart/2005/8/layout/radial6"/>
    <dgm:cxn modelId="{9B56F497-B640-49EE-9785-A90B44469886}" type="presParOf" srcId="{A6F5CC1E-DC45-4B34-9D9B-C2084679F9EC}" destId="{B5449882-2139-4E09-B445-F01F4AD1CDBA}" srcOrd="15" destOrd="0" presId="urn:microsoft.com/office/officeart/2005/8/layout/radial6"/>
    <dgm:cxn modelId="{C5EB9737-C015-4A30-8D86-1741BA7CC326}" type="presParOf" srcId="{A6F5CC1E-DC45-4B34-9D9B-C2084679F9EC}" destId="{FED2A338-A74D-4C2D-8638-855C6B454919}" srcOrd="16" destOrd="0" presId="urn:microsoft.com/office/officeart/2005/8/layout/radial6"/>
    <dgm:cxn modelId="{70FB991C-98EA-49E3-880E-F4120531A533}" type="presParOf" srcId="{A6F5CC1E-DC45-4B34-9D9B-C2084679F9EC}" destId="{E2DB19ED-6265-4950-8FCD-F5F75E3F8BDA}" srcOrd="17" destOrd="0" presId="urn:microsoft.com/office/officeart/2005/8/layout/radial6"/>
    <dgm:cxn modelId="{A58E5494-02DE-44CF-AAE1-4926EDE464EB}" type="presParOf" srcId="{A6F5CC1E-DC45-4B34-9D9B-C2084679F9EC}" destId="{291C4135-7051-4918-8058-420B2C83DBB7}" srcOrd="18" destOrd="0" presId="urn:microsoft.com/office/officeart/2005/8/layout/radial6"/>
  </dgm:cxnLst>
  <dgm:bg>
    <a:noFill/>
  </dgm:bg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91C4135-7051-4918-8058-420B2C83DBB7}">
      <dsp:nvSpPr>
        <dsp:cNvPr id="0" name=""/>
        <dsp:cNvSpPr/>
      </dsp:nvSpPr>
      <dsp:spPr>
        <a:xfrm>
          <a:off x="1968003" y="612337"/>
          <a:ext cx="4193930" cy="4193930"/>
        </a:xfrm>
        <a:prstGeom prst="blockArc">
          <a:avLst>
            <a:gd name="adj1" fmla="val 12599940"/>
            <a:gd name="adj2" fmla="val 16181166"/>
            <a:gd name="adj3" fmla="val 4521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B5449882-2139-4E09-B445-F01F4AD1CDBA}">
      <dsp:nvSpPr>
        <dsp:cNvPr id="0" name=""/>
        <dsp:cNvSpPr/>
      </dsp:nvSpPr>
      <dsp:spPr>
        <a:xfrm>
          <a:off x="1935033" y="609573"/>
          <a:ext cx="4193930" cy="4193930"/>
        </a:xfrm>
        <a:prstGeom prst="blockArc">
          <a:avLst>
            <a:gd name="adj1" fmla="val 9039044"/>
            <a:gd name="adj2" fmla="val 12613284"/>
            <a:gd name="adj3" fmla="val 4521"/>
          </a:avLst>
        </a:prstGeom>
        <a:solidFill>
          <a:srgbClr val="BDD7EE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463BEE0-7083-4E05-8C60-0B67E26D749F}">
      <dsp:nvSpPr>
        <dsp:cNvPr id="0" name=""/>
        <dsp:cNvSpPr/>
      </dsp:nvSpPr>
      <dsp:spPr>
        <a:xfrm>
          <a:off x="1960151" y="612383"/>
          <a:ext cx="4193930" cy="4193930"/>
        </a:xfrm>
        <a:prstGeom prst="blockArc">
          <a:avLst>
            <a:gd name="adj1" fmla="val 5386859"/>
            <a:gd name="adj2" fmla="val 9025875"/>
            <a:gd name="adj3" fmla="val 4521"/>
          </a:avLst>
        </a:prstGeom>
        <a:solidFill>
          <a:srgbClr val="BDD7EE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FA4F4E66-7908-4F0B-8F01-1A2F31C53846}">
      <dsp:nvSpPr>
        <dsp:cNvPr id="0" name=""/>
        <dsp:cNvSpPr/>
      </dsp:nvSpPr>
      <dsp:spPr>
        <a:xfrm>
          <a:off x="1967986" y="612368"/>
          <a:ext cx="4193930" cy="4193930"/>
        </a:xfrm>
        <a:prstGeom prst="blockArc">
          <a:avLst>
            <a:gd name="adj1" fmla="val 1800000"/>
            <a:gd name="adj2" fmla="val 5400000"/>
            <a:gd name="adj3" fmla="val 4521"/>
          </a:avLst>
        </a:prstGeom>
        <a:solidFill>
          <a:srgbClr val="BDD7EE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205EA7A-6113-4776-A3B8-1435E8370DFD}">
      <dsp:nvSpPr>
        <dsp:cNvPr id="0" name=""/>
        <dsp:cNvSpPr/>
      </dsp:nvSpPr>
      <dsp:spPr>
        <a:xfrm>
          <a:off x="1967986" y="612368"/>
          <a:ext cx="4193930" cy="4193930"/>
        </a:xfrm>
        <a:prstGeom prst="blockArc">
          <a:avLst>
            <a:gd name="adj1" fmla="val 19800000"/>
            <a:gd name="adj2" fmla="val 1800000"/>
            <a:gd name="adj3" fmla="val 4521"/>
          </a:avLst>
        </a:prstGeom>
        <a:solidFill>
          <a:srgbClr val="BDD7EE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98A9C61-527E-4070-93A8-0AF5DAFCAFB9}">
      <dsp:nvSpPr>
        <dsp:cNvPr id="0" name=""/>
        <dsp:cNvSpPr/>
      </dsp:nvSpPr>
      <dsp:spPr>
        <a:xfrm>
          <a:off x="1996948" y="588474"/>
          <a:ext cx="4193930" cy="4193930"/>
        </a:xfrm>
        <a:prstGeom prst="blockArc">
          <a:avLst>
            <a:gd name="adj1" fmla="val 16181226"/>
            <a:gd name="adj2" fmla="val 19800059"/>
            <a:gd name="adj3" fmla="val 4521"/>
          </a:avLst>
        </a:prstGeom>
        <a:solidFill>
          <a:srgbClr val="BDD7EE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34F9142E-2BF6-46BF-8BA2-648CA2893E52}">
      <dsp:nvSpPr>
        <dsp:cNvPr id="0" name=""/>
        <dsp:cNvSpPr/>
      </dsp:nvSpPr>
      <dsp:spPr>
        <a:xfrm>
          <a:off x="3124357" y="1828996"/>
          <a:ext cx="1881187" cy="1881187"/>
        </a:xfrm>
        <a:prstGeom prst="ellipse">
          <a:avLst/>
        </a:prstGeom>
        <a:solidFill>
          <a:srgbClr val="DAE3F3"/>
        </a:solidFill>
        <a:ln w="38100" cap="flat" cmpd="sng" algn="ctr">
          <a:solidFill>
            <a:srgbClr val="4472C4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46990" tIns="46990" rIns="46990" bIns="46990" numCol="1" spcCol="1270" anchor="ctr" anchorCtr="0">
          <a:noAutofit/>
        </a:bodyPr>
        <a:lstStyle/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3700" kern="1200"/>
        </a:p>
        <a:p>
          <a:pPr marL="0" lvl="0" indent="0" algn="ctr" defTabSz="1644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3700" kern="1200"/>
        </a:p>
      </dsp:txBody>
      <dsp:txXfrm>
        <a:off x="3399850" y="2104489"/>
        <a:ext cx="1330201" cy="1330201"/>
      </dsp:txXfrm>
    </dsp:sp>
    <dsp:sp modelId="{42300B8A-BC3C-4C5A-A59D-EF79175243DB}">
      <dsp:nvSpPr>
        <dsp:cNvPr id="0" name=""/>
        <dsp:cNvSpPr/>
      </dsp:nvSpPr>
      <dsp:spPr>
        <a:xfrm>
          <a:off x="3314465" y="-75517"/>
          <a:ext cx="1478551" cy="1470584"/>
        </a:xfrm>
        <a:prstGeom prst="ellipse">
          <a:avLst/>
        </a:prstGeom>
        <a:solidFill>
          <a:srgbClr val="BDD7EE"/>
        </a:solidFill>
        <a:ln w="38100" cap="flat" cmpd="sng" algn="ctr">
          <a:solidFill>
            <a:schemeClr val="accent1">
              <a:lumMod val="60000"/>
              <a:lumOff val="40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7780" tIns="17780" rIns="1778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>
              <a:solidFill>
                <a:schemeClr val="accent1">
                  <a:lumMod val="75000"/>
                </a:schemeClr>
              </a:solidFill>
              <a:latin typeface="Sassoon Infant Rg" panose="02000503030000020003"/>
            </a:rPr>
            <a:t>Composition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100" b="0" kern="1200">
              <a:solidFill>
                <a:schemeClr val="accent1">
                  <a:lumMod val="75000"/>
                </a:schemeClr>
              </a:solidFill>
              <a:latin typeface="Sassoon Infant Rg" panose="02000503030000020003"/>
              <a:ea typeface="Sassoon Infant Rg" panose="02000503030000020003" pitchFamily="2" charset="0"/>
            </a:rPr>
            <a:t>(planning, paragraphs, layouts, characterisation)</a:t>
          </a:r>
        </a:p>
      </dsp:txBody>
      <dsp:txXfrm>
        <a:off x="3530994" y="139845"/>
        <a:ext cx="1045493" cy="1039860"/>
      </dsp:txXfrm>
    </dsp:sp>
    <dsp:sp modelId="{887F63AB-ADD2-4E3C-8371-4CB7A52EE0F5}">
      <dsp:nvSpPr>
        <dsp:cNvPr id="0" name=""/>
        <dsp:cNvSpPr/>
      </dsp:nvSpPr>
      <dsp:spPr>
        <a:xfrm>
          <a:off x="5100646" y="949261"/>
          <a:ext cx="1478551" cy="1470584"/>
        </a:xfrm>
        <a:prstGeom prst="ellipse">
          <a:avLst/>
        </a:prstGeom>
        <a:solidFill>
          <a:srgbClr val="FCD0E2"/>
        </a:solidFill>
        <a:ln w="28575" cap="flat" cmpd="sng" algn="ctr">
          <a:solidFill>
            <a:srgbClr val="FF3399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>
              <a:solidFill>
                <a:srgbClr val="FE1288"/>
              </a:solidFill>
              <a:latin typeface="Sassoon Infant Rg" panose="02000503030000020003"/>
            </a:rPr>
            <a:t>Editing &amp; Revising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00" b="0" kern="1200">
              <a:solidFill>
                <a:srgbClr val="FE1288"/>
              </a:solidFill>
              <a:latin typeface="Sassoon Infant Rg" panose="02000503030000020003"/>
            </a:rPr>
            <a:t>(editing = accuracy, revising = upleveling thinking about our success criteria)</a:t>
          </a:r>
          <a:endParaRPr lang="en-GB" sz="1600" b="1" kern="1200">
            <a:solidFill>
              <a:srgbClr val="FE1288"/>
            </a:solidFill>
            <a:latin typeface="Sassoon Infant Rg" panose="02000503030000020003"/>
          </a:endParaRPr>
        </a:p>
      </dsp:txBody>
      <dsp:txXfrm>
        <a:off x="5317175" y="1164623"/>
        <a:ext cx="1045493" cy="1039860"/>
      </dsp:txXfrm>
    </dsp:sp>
    <dsp:sp modelId="{ED6EB0B0-A5D8-4B94-B33F-46B84AEAE95A}">
      <dsp:nvSpPr>
        <dsp:cNvPr id="0" name=""/>
        <dsp:cNvSpPr/>
      </dsp:nvSpPr>
      <dsp:spPr>
        <a:xfrm>
          <a:off x="5100646" y="2998820"/>
          <a:ext cx="1478551" cy="1470584"/>
        </a:xfrm>
        <a:prstGeom prst="ellipse">
          <a:avLst/>
        </a:prstGeom>
        <a:solidFill>
          <a:schemeClr val="accent6">
            <a:lumMod val="40000"/>
            <a:lumOff val="60000"/>
          </a:schemeClr>
        </a:solidFill>
        <a:ln w="28575" cap="flat" cmpd="sng" algn="ctr">
          <a:solidFill>
            <a:srgbClr val="00B05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4445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GB" sz="1000" b="0" kern="1200">
            <a:solidFill>
              <a:schemeClr val="accent6">
                <a:lumMod val="75000"/>
              </a:schemeClr>
            </a:solidFill>
            <a:latin typeface="Sassoon Infant Rg" panose="02000503030000020003"/>
          </a:endParaRPr>
        </a:p>
      </dsp:txBody>
      <dsp:txXfrm>
        <a:off x="5317175" y="3214182"/>
        <a:ext cx="1045493" cy="1039860"/>
      </dsp:txXfrm>
    </dsp:sp>
    <dsp:sp modelId="{DCECFFD5-18C8-4D1B-83A9-45599D385995}">
      <dsp:nvSpPr>
        <dsp:cNvPr id="0" name=""/>
        <dsp:cNvSpPr/>
      </dsp:nvSpPr>
      <dsp:spPr>
        <a:xfrm>
          <a:off x="3325675" y="4023600"/>
          <a:ext cx="1478551" cy="1470584"/>
        </a:xfrm>
        <a:prstGeom prst="ellipse">
          <a:avLst/>
        </a:prstGeom>
        <a:solidFill>
          <a:srgbClr val="FFC7B3"/>
        </a:solidFill>
        <a:ln w="28575" cap="flat" cmpd="sng" algn="ctr">
          <a:solidFill>
            <a:schemeClr val="accent4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>
              <a:solidFill>
                <a:schemeClr val="accent2">
                  <a:lumMod val="75000"/>
                </a:schemeClr>
              </a:solidFill>
              <a:latin typeface="Sassoon Infant Rg" panose="02000503030000020003"/>
            </a:rPr>
            <a:t>Cohesion</a:t>
          </a:r>
          <a:endParaRPr lang="en-GB" sz="1800" b="1" kern="1200">
            <a:solidFill>
              <a:schemeClr val="accent2">
                <a:lumMod val="75000"/>
              </a:schemeClr>
            </a:solidFill>
            <a:latin typeface="Sassoon Infant Rg" panose="02000503030000020003"/>
          </a:endParaRP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200" b="0" kern="1200">
              <a:solidFill>
                <a:schemeClr val="accent2">
                  <a:lumMod val="75000"/>
                </a:schemeClr>
              </a:solidFill>
              <a:latin typeface="Sassoon Infant Rg" panose="02000503030000020003"/>
            </a:rPr>
            <a:t>(flow of writing: openers, adverbials, pronouns, punctuation)</a:t>
          </a:r>
        </a:p>
      </dsp:txBody>
      <dsp:txXfrm>
        <a:off x="3542204" y="4238962"/>
        <a:ext cx="1045493" cy="1039860"/>
      </dsp:txXfrm>
    </dsp:sp>
    <dsp:sp modelId="{1461967D-F510-4DC4-A6A9-E1A913110870}">
      <dsp:nvSpPr>
        <dsp:cNvPr id="0" name=""/>
        <dsp:cNvSpPr/>
      </dsp:nvSpPr>
      <dsp:spPr>
        <a:xfrm>
          <a:off x="1533305" y="2985447"/>
          <a:ext cx="1482356" cy="1470584"/>
        </a:xfrm>
        <a:prstGeom prst="ellipse">
          <a:avLst/>
        </a:prstGeom>
        <a:solidFill>
          <a:srgbClr val="FFF19F"/>
        </a:solidFill>
        <a:ln w="28575" cap="flat" cmpd="sng" algn="ctr">
          <a:solidFill>
            <a:schemeClr val="accent4">
              <a:lumMod val="7500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20320" rIns="0" bIns="20320" numCol="1" spcCol="1270" anchor="ctr" anchorCtr="0">
          <a:noAutofit/>
        </a:bodyPr>
        <a:lstStyle/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600" b="1" kern="1200">
              <a:solidFill>
                <a:schemeClr val="accent4">
                  <a:lumMod val="75000"/>
                </a:schemeClr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Sentence Structure</a:t>
          </a:r>
        </a:p>
        <a:p>
          <a:pPr marL="0" lvl="0" indent="0" algn="ctr" defTabSz="7112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050" b="0" kern="1200">
              <a:solidFill>
                <a:schemeClr val="accent4">
                  <a:lumMod val="75000"/>
                </a:schemeClr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(simple, compound, complex sentences; clauses; noun phrases)</a:t>
          </a:r>
        </a:p>
      </dsp:txBody>
      <dsp:txXfrm>
        <a:off x="1750391" y="3200809"/>
        <a:ext cx="1048184" cy="1039860"/>
      </dsp:txXfrm>
    </dsp:sp>
    <dsp:sp modelId="{FED2A338-A74D-4C2D-8638-855C6B454919}">
      <dsp:nvSpPr>
        <dsp:cNvPr id="0" name=""/>
        <dsp:cNvSpPr/>
      </dsp:nvSpPr>
      <dsp:spPr>
        <a:xfrm>
          <a:off x="1631565" y="1026138"/>
          <a:ext cx="1316831" cy="1316831"/>
        </a:xfrm>
        <a:prstGeom prst="ellipse">
          <a:avLst/>
        </a:prstGeom>
        <a:solidFill>
          <a:srgbClr val="F7CCFC"/>
        </a:solidFill>
        <a:ln w="28575" cap="flat" cmpd="sng" algn="ctr">
          <a:solidFill>
            <a:srgbClr val="7030A0"/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17780" rIns="0" bIns="1778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1400" b="1" kern="1200">
              <a:solidFill>
                <a:srgbClr val="002060"/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Vocabulary</a:t>
          </a:r>
        </a:p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GB" sz="900" b="0" kern="1200">
              <a:solidFill>
                <a:srgbClr val="002060"/>
              </a:solidFill>
              <a:latin typeface="Sassoon Infant Rg" panose="02000503030000020003" pitchFamily="2" charset="0"/>
              <a:ea typeface="Sassoon Infant Rg" panose="02000503030000020003" pitchFamily="2" charset="0"/>
            </a:rPr>
            <a:t>(adventurous word choices, technical language, selecting language for effect, figurative language)</a:t>
          </a:r>
        </a:p>
      </dsp:txBody>
      <dsp:txXfrm>
        <a:off x="1824410" y="1218983"/>
        <a:ext cx="931141" cy="931141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radial6">
  <dgm:title val=""/>
  <dgm:desc val=""/>
  <dgm:catLst>
    <dgm:cat type="cycle" pri="9000"/>
    <dgm:cat type="relationship" pri="2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13">
          <dgm:prSet phldr="1"/>
        </dgm:pt>
        <dgm:pt modelId="14">
          <dgm:prSet phldr="1"/>
        </dgm:pt>
      </dgm:ptLst>
      <dgm:cxnLst>
        <dgm:cxn modelId="2" srcId="0" destId="1" srcOrd="0" destOrd="0"/>
        <dgm:cxn modelId="3" srcId="1" destId="11" srcOrd="0" destOrd="0"/>
        <dgm:cxn modelId="4" srcId="1" destId="12" srcOrd="1" destOrd="0"/>
        <dgm:cxn modelId="5" srcId="1" destId="13" srcOrd="2" destOrd="0"/>
        <dgm:cxn modelId="6" srcId="1" destId="14" srcOrd="3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12"/>
        <dgm:pt modelId="13"/>
      </dgm:ptLst>
      <dgm:cxnLst>
        <dgm:cxn modelId="2" srcId="0" destId="1" srcOrd="0" destOrd="0"/>
        <dgm:cxn modelId="15" srcId="1" destId="11" srcOrd="0" destOrd="0"/>
        <dgm:cxn modelId="16" srcId="1" destId="12" srcOrd="1" destOrd="0"/>
        <dgm:cxn modelId="17" srcId="1" destId="13" srcOrd="2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12"/>
        <dgm:pt modelId="13"/>
        <dgm:pt modelId="14"/>
        <dgm:pt modelId="15"/>
        <dgm:pt modelId="16"/>
      </dgm:ptLst>
      <dgm:cxnLst>
        <dgm:cxn modelId="2" srcId="0" destId="1" srcOrd="0" destOrd="0"/>
        <dgm:cxn modelId="16" srcId="1" destId="11" srcOrd="0" destOrd="0"/>
        <dgm:cxn modelId="17" srcId="1" destId="12" srcOrd="1" destOrd="0"/>
        <dgm:cxn modelId="18" srcId="1" destId="13" srcOrd="2" destOrd="0"/>
        <dgm:cxn modelId="19" srcId="1" destId="14" srcOrd="3" destOrd="0"/>
        <dgm:cxn modelId="20" srcId="1" destId="15" srcOrd="4" destOrd="0"/>
        <dgm:cxn modelId="21" srcId="1" destId="16" srcOrd="5" destOrd="0"/>
      </dgm:cxnLst>
      <dgm:bg/>
      <dgm:whole/>
    </dgm:dataModel>
  </dgm:clrData>
  <dgm:layoutNode name="Name0">
    <dgm:varLst>
      <dgm:chMax val="1"/>
      <dgm:dir/>
      <dgm:animLvl val="ctr"/>
      <dgm:resizeHandles val="exact"/>
    </dgm:varLst>
    <dgm:choose name="Name1">
      <dgm:if name="Name2" func="var" arg="dir" op="equ" val="norm">
        <dgm:choose name="Name3">
          <dgm:if name="Name4" axis="ch ch" ptType="node node" st="1 1" cnt="1 0" func="cnt" op="lte" val="1">
            <dgm:alg type="cycle">
              <dgm:param type="stAng" val="90"/>
              <dgm:param type="spanAng" val="360"/>
              <dgm:param type="ctrShpMap" val="fNode"/>
            </dgm:alg>
          </dgm:if>
          <dgm:else name="Name5">
            <dgm:alg type="cycle">
              <dgm:param type="stAng" val="0"/>
              <dgm:param type="spanAng" val="360"/>
              <dgm:param type="ctrShpMap" val="fNode"/>
            </dgm:alg>
          </dgm:else>
        </dgm:choose>
      </dgm:if>
      <dgm:else name="Name6">
        <dgm:choose name="Name7">
          <dgm:if name="Name8" axis="ch ch" ptType="node node" st="1 1" cnt="1 0" func="cnt" op="lte" val="1">
            <dgm:alg type="cycle">
              <dgm:param type="stAng" val="-90"/>
              <dgm:param type="spanAng" val="360"/>
              <dgm:param type="ctrShpMap" val="fNode"/>
            </dgm:alg>
          </dgm:if>
          <dgm:else name="Name9">
            <dgm:alg type="cycle">
              <dgm:param type="stAng" val="0"/>
              <dgm:param type="spanAng" val="-360"/>
              <dgm:param type="ctrShpMap" val="fNode"/>
            </dgm:alg>
          </dgm:else>
        </dgm:choose>
      </dgm:else>
    </dgm:choose>
    <dgm:shape xmlns:r="http://schemas.openxmlformats.org/officeDocument/2006/relationships" r:blip="">
      <dgm:adjLst/>
    </dgm:shape>
    <dgm:presOf/>
    <dgm:choose name="Name10">
      <dgm:if name="Name11" func="var" arg="dir" op="equ" val="norm">
        <dgm:choose name="Name12">
          <dgm:if name="Name13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des" forName="oneNode" refType="primFontSz" refFor="ch" refForName="centerShape" op="lte" fact="0.95"/>
              <dgm:constr type="diam" for="ch" forName="singleconn" refType="diam" op="equ" fact="-1"/>
              <dgm:constr type="h" for="ch" forName="singleconn" refType="w" refFor="ch" refForName="oneComp" fact="0.24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4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forName="sibTrans" refType="diam" op="equ"/>
              <dgm:constr type="h" for="ch" forName="sibTrans" refType="w" refFor="ch" refForName="node" fact="0.24"/>
              <dgm:constr type="w" for="ch" forName="dummy" val="1"/>
            </dgm:constrLst>
          </dgm:else>
        </dgm:choose>
      </dgm:if>
      <dgm:else name="Name15">
        <dgm:choose name="Name16">
          <dgm:if name="Name17" axis="ch ch" ptType="node node" st="1 1" cnt="1 0" func="cnt" op="equ" val="1">
            <dgm:constrLst>
              <dgm:constr type="diam" val="170"/>
              <dgm:constr type="w" for="ch" forName="centerShape" refType="w"/>
              <dgm:constr type="w" for="ch" forName="oneComp" refType="w" refFor="ch" refForName="centerShape" op="equ" fact="0.7"/>
              <dgm:constr type="sp" refType="w" refFor="ch" refForName="oneComp" fact="0.3"/>
              <dgm:constr type="sibSp" refType="w" refFor="ch" refForName="oneComp" fact="0.3"/>
              <dgm:constr type="primFontSz" for="ch" forName="centerShape" val="65"/>
              <dgm:constr type="primFontSz" for="des" forName="oneNode" refType="primFontSz" refFor="ch" refForName="centerShape" fact="0.95"/>
              <dgm:constr type="primFontSz" for="ch" forName="oneNode" refType="primFontSz" refFor="ch" refForName="centerShape" op="lte" fact="0.95"/>
              <dgm:constr type="diam" for="ch" forName="singleconn" refType="diam"/>
              <dgm:constr type="h" for="ch" forName="singleconn" refType="w" refFor="ch" refForName="oneComp" fact="0.24"/>
              <dgm:constr type="diam" for="ch" refType="diam" op="equ"/>
              <dgm:constr type="w" for="ch" forName="dummya" refType="w" refFor="ch" refForName="oneComp" op="equ"/>
              <dgm:constr type="w" for="ch" forName="dummyb" refType="w" refFor="ch" refForName="oneComp" op="equ"/>
              <dgm:constr type="w" for="ch" forName="dummyc" refType="w" refFor="ch" refForName="oneComp" op="equ"/>
            </dgm:constrLst>
          </dgm:if>
          <dgm:else name="Name18">
            <dgm:constrLst>
              <dgm:constr type="diam" val="170"/>
              <dgm:constr type="w" for="ch" forName="centerShape" refType="w"/>
              <dgm:constr type="w" for="ch" forName="node" refType="w" refFor="ch" refForName="centerShape" op="equ" fact="0.7"/>
              <dgm:constr type="sp" refType="w" refFor="ch" refForName="node" fact="0.3"/>
              <dgm:constr type="sibSp" refType="w" refFor="ch" refForName="node" fact="0.3"/>
              <dgm:constr type="primFontSz" for="ch" forName="centerShape" val="65"/>
              <dgm:constr type="primFontSz" for="des" forName="node" refType="primFontSz" refFor="ch" refForName="centerShape" fact="0.78"/>
              <dgm:constr type="primFontSz" for="ch" forName="node" refType="primFontSz" refFor="ch" refForName="centerShape" op="lte" fact="0.95"/>
              <dgm:constr type="diam" for="ch" ptType="sibTrans" refType="diam" fact="-1"/>
              <dgm:constr type="h" for="ch" forName="sibTrans" refType="w" refFor="ch" refForName="node" fact="0.24"/>
              <dgm:constr type="diam" for="ch" refType="diam" op="equ" fact="-1"/>
              <dgm:constr type="w" for="ch" forName="dummy" val="1"/>
            </dgm:constrLst>
          </dgm:else>
        </dgm:choose>
      </dgm:else>
    </dgm:choose>
    <dgm:ruleLst>
      <dgm:rule type="diam" val="INF" fact="NaN" max="NaN"/>
    </dgm:ruleLst>
    <dgm:forEach name="Name19" axis="ch" ptType="node" cnt="1">
      <dgm:layoutNode name="centerShape" styleLbl="node0">
        <dgm:alg type="tx"/>
        <dgm:shape xmlns:r="http://schemas.openxmlformats.org/officeDocument/2006/relationships" type="ellipse" r:blip="">
          <dgm:adjLst/>
        </dgm:shape>
        <dgm:presOf axis="self"/>
        <dgm:constrLst>
          <dgm:constr type="h" refType="w"/>
          <dgm:constr type="tMarg" refType="primFontSz" fact="0.1"/>
          <dgm:constr type="bMarg" refType="primFontSz" fact="0.1"/>
          <dgm:constr type="lMarg" refType="primFontSz" fact="0.1"/>
          <dgm:constr type="rMarg" refType="primFontSz" fact="0.1"/>
        </dgm:constrLst>
        <dgm:ruleLst>
          <dgm:rule type="primFontSz" val="5" fact="NaN" max="NaN"/>
        </dgm:ruleLst>
      </dgm:layoutNode>
      <dgm:forEach name="Name20" axis="ch">
        <dgm:forEach name="Name21" axis="self" ptType="node">
          <dgm:choose name="Name22">
            <dgm:if name="Name23" axis="par ch" ptType="node node" func="cnt" op="gt" val="1">
              <dgm:layoutNode name="node" styleLbl="node1">
                <dgm:varLst>
                  <dgm:bulletEnabled val="1"/>
                </dgm:varLst>
                <dgm:alg type="tx">
                  <dgm:param type="txAnchorVertCh" val="mid"/>
                </dgm:alg>
                <dgm:shape xmlns:r="http://schemas.openxmlformats.org/officeDocument/2006/relationships" type="ellipse" r:blip="">
                  <dgm:adjLst/>
                </dgm:shape>
                <dgm:presOf axis="desOrSelf" ptType="node"/>
                <dgm:constrLst>
                  <dgm:constr type="h" refType="w"/>
                  <dgm:constr type="tMarg" refType="primFontSz" fact="0.1"/>
                  <dgm:constr type="bMarg" refType="primFontSz" fact="0.1"/>
                  <dgm:constr type="lMarg" refType="primFontSz" fact="0.1"/>
                  <dgm:constr type="rMarg" refType="primFontSz" fact="0.1"/>
                </dgm:constrLst>
                <dgm:ruleLst>
                  <dgm:rule type="primFontSz" val="5" fact="NaN" max="NaN"/>
                </dgm:ruleLst>
              </dgm:layoutNode>
              <dgm:layoutNode name="dummy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" axis="followSib" ptType="sibTrans" hideLastTrans="0" cnt="1">
                <dgm:layoutNode name="sibTrans" styleLbl="sibTrans2D1">
                  <dgm:alg type="conn">
                    <dgm:param type="connRout" val="curve"/>
                    <dgm:param type="begPts" val="ctr"/>
                    <dgm:param type="endPts" val="ctr"/>
                    <dgm:param type="begSty" val="noArr"/>
                    <dgm:param type="endSty" val="noArr"/>
                    <dgm:param type="dstNode" val="node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if name="Name24" axis="par ch" ptType="node node" func="cnt" op="equ" val="1">
              <dgm:layoutNode name="oneComp">
                <dgm:alg type="composite">
                  <dgm:param type="ar" val="1"/>
                </dgm:alg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  <dgm:constr type="l" for="ch" forName="dummyConnPt" refType="w" fact="0.5"/>
                  <dgm:constr type="t" for="ch" forName="dummyConnPt" refType="w" fact="0.5"/>
                  <dgm:constr type="l" for="ch" forName="oneNode"/>
                  <dgm:constr type="t" for="ch" forName="oneNode"/>
                  <dgm:constr type="h" for="ch" forName="oneNode" refType="h"/>
                  <dgm:constr type="w" for="ch" forName="oneNode" refType="w"/>
                </dgm:constrLst>
                <dgm:ruleLst/>
                <dgm:layoutNode name="dummyConnPt" styleLbl="node1">
                  <dgm:alg type="sp"/>
                  <dgm:shape xmlns:r="http://schemas.openxmlformats.org/officeDocument/2006/relationships" r:blip="">
                    <dgm:adjLst/>
                  </dgm:shape>
                  <dgm:presOf/>
                  <dgm:constrLst>
                    <dgm:constr type="w" val="1"/>
                    <dgm:constr type="h" val="1"/>
                  </dgm:constrLst>
                  <dgm:ruleLst/>
                </dgm:layoutNode>
                <dgm:layoutNode name="oneNode" styleLbl="node1">
                  <dgm:varLst>
                    <dgm:bulletEnabled val="1"/>
                  </dgm:varLst>
                  <dgm:alg type="tx">
                    <dgm:param type="txAnchorVertCh" val="mid"/>
                  </dgm:alg>
                  <dgm:shape xmlns:r="http://schemas.openxmlformats.org/officeDocument/2006/relationships" type="ellipse" r:blip="">
                    <dgm:adjLst/>
                  </dgm:shape>
                  <dgm:presOf axis="desOrSelf" ptType="node"/>
                  <dgm:constrLst>
                    <dgm:constr type="h" refType="w"/>
                    <dgm:constr type="tMarg" refType="primFontSz" fact="0.1"/>
                    <dgm:constr type="bMarg" refType="primFontSz" fact="0.1"/>
                    <dgm:constr type="lMarg" refType="primFontSz" fact="0.1"/>
                    <dgm:constr type="rMarg" refType="primFontSz" fact="0.1"/>
                  </dgm:constrLst>
                  <dgm:ruleLst>
                    <dgm:rule type="primFontSz" val="5" fact="NaN" max="NaN"/>
                  </dgm:ruleLst>
                </dgm:layoutNode>
              </dgm:layoutNode>
              <dgm:layoutNode name="dummya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b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layoutNode name="dummyc">
                <dgm:alg type="sp"/>
                <dgm:shape xmlns:r="http://schemas.openxmlformats.org/officeDocument/2006/relationships" r:blip="">
                  <dgm:adjLst/>
                </dgm:shape>
                <dgm:presOf/>
                <dgm:constrLst>
                  <dgm:constr type="h" refType="w"/>
                </dgm:constrLst>
                <dgm:ruleLst/>
              </dgm:layoutNode>
              <dgm:forEach name="sibTransForEach1" axis="followSib" ptType="sibTrans" hideLastTrans="0" cnt="1">
                <dgm:layoutNode name="singleconn" styleLbl="sibTrans2D1">
                  <dgm:alg type="conn">
                    <dgm:param type="connRout" val="longCurve"/>
                    <dgm:param type="begPts" val="bCtr"/>
                    <dgm:param type="endPts" val="tCtr"/>
                    <dgm:param type="begSty" val="noArr"/>
                    <dgm:param type="endSty" val="noArr"/>
                    <dgm:param type="srcNode" val="dummyConnPt"/>
                    <dgm:param type="dstNode" val="dummyConnPt"/>
                  </dgm:alg>
                  <dgm:shape xmlns:r="http://schemas.openxmlformats.org/officeDocument/2006/relationships" type="conn" r:blip="" zOrderOff="-999">
                    <dgm:adjLst/>
                  </dgm:shape>
                  <dgm:presOf axis="self"/>
                  <dgm:constrLst>
                    <dgm:constr type="begPad"/>
                    <dgm:constr type="endPad"/>
                  </dgm:constrLst>
                  <dgm:ruleLst/>
                </dgm:layoutNode>
              </dgm:forEach>
            </dgm:if>
            <dgm:else name="Name25"/>
          </dgm:choose>
        </dgm:forEach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6-02-22T19:34:01.027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C0126E8D-530E-4E03-95AB-A9A339AF49CE}" type="datetimeFigureOut">
              <a:rPr lang="en-GB" smtClean="0"/>
              <a:pPr/>
              <a:t>10/04/2026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 b="0" i="1">
                <a:latin typeface="Twinkl Cursive Looped" panose="02000000000000000000" pitchFamily="2" charset="77"/>
              </a:defRPr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 b="0" i="1">
                <a:latin typeface="Twinkl Cursive Looped" panose="02000000000000000000" pitchFamily="2" charset="77"/>
              </a:defRPr>
            </a:lvl1pPr>
          </a:lstStyle>
          <a:p>
            <a:fld id="{AF3014B5-151D-468A-B94E-68F12689CB73}" type="slidenum">
              <a:rPr lang="en-GB" smtClean="0"/>
              <a:pPr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154893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b="0" i="1" kern="1200">
        <a:solidFill>
          <a:schemeClr val="tx1"/>
        </a:solidFill>
        <a:latin typeface="Twinkl Cursive Looped" panose="02000000000000000000" pitchFamily="2" charset="77"/>
        <a:ea typeface="+mn-ea"/>
        <a:cs typeface="+mn-cs"/>
      </a:defRPr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3.png"/><Relationship Id="rId12" Type="http://schemas.openxmlformats.org/officeDocument/2006/relationships/image" Target="../media/image7.png"/><Relationship Id="rId2" Type="http://schemas.openxmlformats.org/officeDocument/2006/relationships/diagramData" Target="../diagrams/data1.xml"/><Relationship Id="rId1" Type="http://schemas.openxmlformats.org/officeDocument/2006/relationships/slideMaster" Target="../slideMasters/slideMaster1.xml"/><Relationship Id="rId6" Type="http://schemas.microsoft.com/office/2007/relationships/diagramDrawing" Target="../diagrams/drawing1.xml"/><Relationship Id="rId11" Type="http://schemas.openxmlformats.org/officeDocument/2006/relationships/image" Target="../media/image6.png"/><Relationship Id="rId5" Type="http://schemas.openxmlformats.org/officeDocument/2006/relationships/diagramColors" Target="../diagrams/colors1.xml"/><Relationship Id="rId10" Type="http://schemas.microsoft.com/office/2007/relationships/hdphoto" Target="../media/hdphoto1.wdp"/><Relationship Id="rId4" Type="http://schemas.openxmlformats.org/officeDocument/2006/relationships/diagramQuickStyle" Target="../diagrams/quickStyle1.xml"/><Relationship Id="rId9" Type="http://schemas.openxmlformats.org/officeDocument/2006/relationships/image" Target="../media/image5.png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customXml" Target="../ink/ink1.xml"/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1.png"/><Relationship Id="rId5" Type="http://schemas.openxmlformats.org/officeDocument/2006/relationships/image" Target="../media/image6.png"/><Relationship Id="rId4" Type="http://schemas.microsoft.com/office/2007/relationships/hdphoto" Target="../media/hdphoto1.wdp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8" Type="http://schemas.microsoft.com/office/2007/relationships/hdphoto" Target="../media/hdphoto2.wdp"/><Relationship Id="rId13" Type="http://schemas.openxmlformats.org/officeDocument/2006/relationships/image" Target="../media/image20.png"/><Relationship Id="rId3" Type="http://schemas.openxmlformats.org/officeDocument/2006/relationships/image" Target="../media/image14.png"/><Relationship Id="rId7" Type="http://schemas.openxmlformats.org/officeDocument/2006/relationships/image" Target="../media/image17.png"/><Relationship Id="rId12" Type="http://schemas.microsoft.com/office/2007/relationships/hdphoto" Target="../media/hdphoto4.wdp"/><Relationship Id="rId17" Type="http://schemas.openxmlformats.org/officeDocument/2006/relationships/image" Target="../media/image22.png"/><Relationship Id="rId2" Type="http://schemas.openxmlformats.org/officeDocument/2006/relationships/image" Target="../media/image13.png"/><Relationship Id="rId16" Type="http://schemas.microsoft.com/office/2007/relationships/hdphoto" Target="../media/hdphoto6.wdp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16.svg"/><Relationship Id="rId11" Type="http://schemas.openxmlformats.org/officeDocument/2006/relationships/image" Target="../media/image19.png"/><Relationship Id="rId5" Type="http://schemas.openxmlformats.org/officeDocument/2006/relationships/image" Target="../media/image12.png"/><Relationship Id="rId15" Type="http://schemas.openxmlformats.org/officeDocument/2006/relationships/image" Target="../media/image21.png"/><Relationship Id="rId10" Type="http://schemas.microsoft.com/office/2007/relationships/hdphoto" Target="../media/hdphoto3.wdp"/><Relationship Id="rId4" Type="http://schemas.openxmlformats.org/officeDocument/2006/relationships/image" Target="../media/image15.png"/><Relationship Id="rId9" Type="http://schemas.openxmlformats.org/officeDocument/2006/relationships/image" Target="../media/image18.png"/><Relationship Id="rId14" Type="http://schemas.microsoft.com/office/2007/relationships/hdphoto" Target="../media/hdphoto5.wdp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24.png"/><Relationship Id="rId7" Type="http://schemas.openxmlformats.org/officeDocument/2006/relationships/image" Target="../media/image28.png"/><Relationship Id="rId2" Type="http://schemas.openxmlformats.org/officeDocument/2006/relationships/image" Target="../media/image23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27.png"/><Relationship Id="rId11" Type="http://schemas.openxmlformats.org/officeDocument/2006/relationships/image" Target="../media/image11.png"/><Relationship Id="rId5" Type="http://schemas.openxmlformats.org/officeDocument/2006/relationships/image" Target="../media/image26.png"/><Relationship Id="rId10" Type="http://schemas.openxmlformats.org/officeDocument/2006/relationships/image" Target="../media/image6.png"/><Relationship Id="rId4" Type="http://schemas.openxmlformats.org/officeDocument/2006/relationships/image" Target="../media/image25.png"/><Relationship Id="rId9" Type="http://schemas.microsoft.com/office/2007/relationships/hdphoto" Target="../media/hdphoto1.wdp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Ques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hought Bubble: Cloud 4">
            <a:extLst>
              <a:ext uri="{FF2B5EF4-FFF2-40B4-BE49-F238E27FC236}">
                <a16:creationId xmlns:a16="http://schemas.microsoft.com/office/drawing/2014/main" id="{CDCACA2F-ADFC-69E9-04BD-DAAEF993EB7A}"/>
              </a:ext>
            </a:extLst>
          </p:cNvPr>
          <p:cNvSpPr/>
          <p:nvPr/>
        </p:nvSpPr>
        <p:spPr>
          <a:xfrm>
            <a:off x="4072380" y="174114"/>
            <a:ext cx="7893378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GB" sz="4800" b="0" i="0">
                <a:solidFill>
                  <a:schemeClr val="tx1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How do writers use language for effect??</a:t>
            </a:r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98ED66F4-F611-079D-F6E2-E11B0CADC37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9452" y="1820974"/>
            <a:ext cx="1178351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7A5A9E2-9C5C-FC70-B80B-630E8532DCD1}"/>
              </a:ext>
            </a:extLst>
          </p:cNvPr>
          <p:cNvSpPr txBox="1"/>
          <p:nvPr/>
        </p:nvSpPr>
        <p:spPr>
          <a:xfrm>
            <a:off x="226243" y="174114"/>
            <a:ext cx="48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0" i="0">
                <a:latin typeface="Twinkl Cursive Looped" panose="02000000000000000000" pitchFamily="2" charset="77"/>
              </a:rPr>
              <a:t>Our Enquiry question is…</a:t>
            </a:r>
          </a:p>
        </p:txBody>
      </p:sp>
      <p:pic>
        <p:nvPicPr>
          <p:cNvPr id="6" name="Picture 5" descr="A picture containing room&#10;&#10;Description automatically generated">
            <a:extLst>
              <a:ext uri="{FF2B5EF4-FFF2-40B4-BE49-F238E27FC236}">
                <a16:creationId xmlns:a16="http://schemas.microsoft.com/office/drawing/2014/main" id="{1395CC20-EA57-18D4-B892-045E7B22113F}"/>
              </a:ext>
            </a:extLst>
          </p:cNvPr>
          <p:cNvPicPr>
            <a:picLocks noChangeAspect="1"/>
          </p:cNvPicPr>
          <p:nvPr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03" y="3096007"/>
            <a:ext cx="2453811" cy="3561586"/>
          </a:xfrm>
          <a:prstGeom prst="rect">
            <a:avLst/>
          </a:prstGeom>
          <a:ln>
            <a:noFill/>
          </a:ln>
        </p:spPr>
      </p:pic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B1DD61C-B4D7-7863-E9C2-BDBF3F21F51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0484620" y="4152982"/>
            <a:ext cx="1481138" cy="2032000"/>
          </a:xfrm>
        </p:spPr>
        <p:txBody>
          <a:bodyPr/>
          <a:lstStyle>
            <a:lvl1pPr>
              <a:defRPr i="0"/>
            </a:lvl1pPr>
          </a:lstStyle>
          <a:p>
            <a:r>
              <a:rPr lang="en-GB"/>
              <a:t>Click icon to add picture</a:t>
            </a:r>
          </a:p>
        </p:txBody>
      </p:sp>
      <p:sp>
        <p:nvSpPr>
          <p:cNvPr id="2" name="Thought Bubble: Cloud 4">
            <a:extLst>
              <a:ext uri="{FF2B5EF4-FFF2-40B4-BE49-F238E27FC236}">
                <a16:creationId xmlns:a16="http://schemas.microsoft.com/office/drawing/2014/main" id="{C6D98AA2-FD8F-1753-4B02-19FE38C55F93}"/>
              </a:ext>
            </a:extLst>
          </p:cNvPr>
          <p:cNvSpPr/>
          <p:nvPr userDrawn="1"/>
        </p:nvSpPr>
        <p:spPr>
          <a:xfrm>
            <a:off x="4072380" y="174114"/>
            <a:ext cx="7893378" cy="4702686"/>
          </a:xfrm>
          <a:prstGeom prst="cloudCallout">
            <a:avLst>
              <a:gd name="adj1" fmla="val -63285"/>
              <a:gd name="adj2" fmla="val 49814"/>
            </a:avLst>
          </a:prstGeom>
          <a:solidFill>
            <a:schemeClr val="bg1"/>
          </a:solidFill>
          <a:ln w="38100">
            <a:solidFill>
              <a:schemeClr val="tx1">
                <a:lumMod val="95000"/>
                <a:lumOff val="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lvl="1" algn="ctr"/>
            <a:r>
              <a:rPr lang="en-GB" sz="4800" b="0" i="0">
                <a:solidFill>
                  <a:schemeClr val="tx1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How do authors convey emotion?</a:t>
            </a:r>
          </a:p>
        </p:txBody>
      </p:sp>
      <p:pic>
        <p:nvPicPr>
          <p:cNvPr id="7" name="Picture 2">
            <a:extLst>
              <a:ext uri="{FF2B5EF4-FFF2-40B4-BE49-F238E27FC236}">
                <a16:creationId xmlns:a16="http://schemas.microsoft.com/office/drawing/2014/main" id="{52AB8542-6182-7A12-FBA4-CFB98A15FD85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449452" y="1820974"/>
            <a:ext cx="1178351" cy="11393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F10D110E-0E61-818A-CCAA-08C2B7E13AB6}"/>
              </a:ext>
            </a:extLst>
          </p:cNvPr>
          <p:cNvSpPr txBox="1"/>
          <p:nvPr userDrawn="1"/>
        </p:nvSpPr>
        <p:spPr>
          <a:xfrm>
            <a:off x="226243" y="174114"/>
            <a:ext cx="484934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3200" b="0" i="0">
                <a:latin typeface="Twinkl Cursive Looped" panose="02000000000000000000" pitchFamily="2" charset="77"/>
              </a:rPr>
              <a:t>Our Enquiry question is…</a:t>
            </a:r>
          </a:p>
        </p:txBody>
      </p:sp>
      <p:pic>
        <p:nvPicPr>
          <p:cNvPr id="10" name="Picture 9" descr="A picture containing room&#10;&#10;Description automatically generated">
            <a:extLst>
              <a:ext uri="{FF2B5EF4-FFF2-40B4-BE49-F238E27FC236}">
                <a16:creationId xmlns:a16="http://schemas.microsoft.com/office/drawing/2014/main" id="{69BEC9D7-F664-15DC-B042-2E148F35185C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103" y="3096007"/>
            <a:ext cx="2453811" cy="3561586"/>
          </a:xfrm>
          <a:prstGeom prst="rect">
            <a:avLst/>
          </a:prstGeom>
          <a:ln>
            <a:noFill/>
          </a:ln>
        </p:spPr>
      </p:pic>
      <p:sp>
        <p:nvSpPr>
          <p:cNvPr id="12" name="Media Placeholder 11">
            <a:extLst>
              <a:ext uri="{FF2B5EF4-FFF2-40B4-BE49-F238E27FC236}">
                <a16:creationId xmlns:a16="http://schemas.microsoft.com/office/drawing/2014/main" id="{801311D9-ADC1-4796-1B40-E4498F37C39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>
          <a:xfrm>
            <a:off x="10483850" y="6359525"/>
            <a:ext cx="1598613" cy="411163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14346524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Key Concep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Frame 8">
            <a:extLst>
              <a:ext uri="{FF2B5EF4-FFF2-40B4-BE49-F238E27FC236}">
                <a16:creationId xmlns:a16="http://schemas.microsoft.com/office/drawing/2014/main" id="{58FDA134-C5A3-CB9F-122A-C1192CDCB5C0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frame">
            <a:avLst>
              <a:gd name="adj1" fmla="val 1241"/>
            </a:avLst>
          </a:prstGeo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>
              <a:solidFill>
                <a:schemeClr val="tx1"/>
              </a:solidFill>
            </a:endParaRPr>
          </a:p>
        </p:txBody>
      </p:sp>
      <p:sp>
        <p:nvSpPr>
          <p:cNvPr id="10" name="Speech Bubble: Rectangle with Corners Rounded 20">
            <a:extLst>
              <a:ext uri="{FF2B5EF4-FFF2-40B4-BE49-F238E27FC236}">
                <a16:creationId xmlns:a16="http://schemas.microsoft.com/office/drawing/2014/main" id="{F46FF9FB-4200-48E3-CDA9-DE800F269CEF}"/>
              </a:ext>
            </a:extLst>
          </p:cNvPr>
          <p:cNvSpPr/>
          <p:nvPr userDrawn="1"/>
        </p:nvSpPr>
        <p:spPr>
          <a:xfrm>
            <a:off x="6564086" y="712642"/>
            <a:ext cx="4800599" cy="1779124"/>
          </a:xfrm>
          <a:prstGeom prst="wedgeRoundRectCallout">
            <a:avLst>
              <a:gd name="adj1" fmla="val -6608"/>
              <a:gd name="adj2" fmla="val 73691"/>
              <a:gd name="adj3" fmla="val 16667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50000"/>
              </a:lnSpc>
            </a:pPr>
            <a:r>
              <a:rPr lang="en-GB" sz="2000">
                <a:solidFill>
                  <a:schemeClr val="tx1"/>
                </a:solidFill>
                <a:latin typeface="Twinkl Cursive Looped" panose="02000000000000000000" pitchFamily="2" charset="77"/>
              </a:rPr>
              <a:t>Writing allows us to communicate our ideas and express our identity to the world around us.</a:t>
            </a:r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BC799E41-5580-5120-108C-E3F2667087AC}"/>
              </a:ext>
            </a:extLst>
          </p:cNvPr>
          <p:cNvGrpSpPr/>
          <p:nvPr userDrawn="1"/>
        </p:nvGrpSpPr>
        <p:grpSpPr>
          <a:xfrm>
            <a:off x="-877176" y="480180"/>
            <a:ext cx="8128000" cy="5418667"/>
            <a:chOff x="-855404" y="719666"/>
            <a:chExt cx="8128000" cy="5418667"/>
          </a:xfrm>
        </p:grpSpPr>
        <p:grpSp>
          <p:nvGrpSpPr>
            <p:cNvPr id="12" name="Group 11">
              <a:extLst>
                <a:ext uri="{FF2B5EF4-FFF2-40B4-BE49-F238E27FC236}">
                  <a16:creationId xmlns:a16="http://schemas.microsoft.com/office/drawing/2014/main" id="{3CA2EB78-F433-C7D7-09DA-6E0EC3BB7A4B}"/>
                </a:ext>
              </a:extLst>
            </p:cNvPr>
            <p:cNvGrpSpPr/>
            <p:nvPr/>
          </p:nvGrpSpPr>
          <p:grpSpPr>
            <a:xfrm>
              <a:off x="-855404" y="719666"/>
              <a:ext cx="8128000" cy="5418667"/>
              <a:chOff x="158295" y="719666"/>
              <a:chExt cx="8128000" cy="5418667"/>
            </a:xfrm>
          </p:grpSpPr>
          <p:graphicFrame>
            <p:nvGraphicFramePr>
              <p:cNvPr id="14" name="Diagram 13">
                <a:extLst>
                  <a:ext uri="{FF2B5EF4-FFF2-40B4-BE49-F238E27FC236}">
                    <a16:creationId xmlns:a16="http://schemas.microsoft.com/office/drawing/2014/main" id="{DAC0ADB5-7E68-E3D8-9640-965A8143D3EE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1957061540"/>
                  </p:ext>
                </p:extLst>
              </p:nvPr>
            </p:nvGraphicFramePr>
            <p:xfrm>
              <a:off x="158295" y="719666"/>
              <a:ext cx="8128000" cy="5418667"/>
            </p:xfrm>
            <a:graphic>
              <a:graphicData uri="http://schemas.openxmlformats.org/drawingml/2006/diagram">
                <dgm:relIds xmlns:dgm="http://schemas.openxmlformats.org/drawingml/2006/diagram" xmlns:r="http://schemas.openxmlformats.org/officeDocument/2006/relationships" r:dm="rId2" r:lo="rId3" r:qs="rId4" r:cs="rId5"/>
              </a:graphicData>
            </a:graphic>
          </p:graphicFrame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C9CD2579-1DC0-6439-6F95-BFE0C2A100E4}"/>
                  </a:ext>
                </a:extLst>
              </p:cNvPr>
              <p:cNvSpPr txBox="1"/>
              <p:nvPr/>
            </p:nvSpPr>
            <p:spPr>
              <a:xfrm rot="16367761">
                <a:off x="3260800" y="2179571"/>
                <a:ext cx="1973014" cy="2366341"/>
              </a:xfrm>
              <a:prstGeom prst="rect">
                <a:avLst/>
              </a:prstGeom>
              <a:noFill/>
            </p:spPr>
            <p:txBody>
              <a:bodyPr wrap="square" rtlCol="0">
                <a:prstTxWarp prst="textCircle">
                  <a:avLst>
                    <a:gd name="adj" fmla="val 15621190"/>
                  </a:avLst>
                </a:prstTxWarp>
                <a:spAutoFit/>
              </a:bodyPr>
              <a:lstStyle/>
              <a:p>
                <a:pPr algn="ctr"/>
                <a:r>
                  <a:rPr lang="en-GB" sz="3200" b="1">
                    <a:solidFill>
                      <a:srgbClr val="0070C0"/>
                    </a:solidFill>
                    <a:latin typeface="Sassoon Infant Rg" panose="02000503030000020003" pitchFamily="2" charset="0"/>
                    <a:ea typeface="Sassoon Infant Rg" panose="02000503030000020003" pitchFamily="2" charset="0"/>
                  </a:rPr>
                  <a:t>Key concepts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B3DC86E1-536F-CCCF-3D15-D1018C63180E}"/>
                  </a:ext>
                </a:extLst>
              </p:cNvPr>
              <p:cNvSpPr txBox="1"/>
              <p:nvPr/>
            </p:nvSpPr>
            <p:spPr>
              <a:xfrm>
                <a:off x="2466547" y="3776903"/>
                <a:ext cx="3547152" cy="646331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GB" sz="1800" b="1">
                    <a:solidFill>
                      <a:srgbClr val="0070C0"/>
                    </a:solidFill>
                    <a:latin typeface="Sassoon Infant Rg" panose="02000503030000020003" pitchFamily="2" charset="0"/>
                    <a:ea typeface="Sassoon Infant Rg" panose="02000503030000020003" pitchFamily="2" charset="0"/>
                  </a:rPr>
                  <a:t>Being a </a:t>
                </a:r>
              </a:p>
              <a:p>
                <a:pPr algn="ctr"/>
                <a:r>
                  <a:rPr lang="en-GB" b="1">
                    <a:solidFill>
                      <a:srgbClr val="0070C0"/>
                    </a:solidFill>
                    <a:latin typeface="Sassoon Infant Rg" panose="02000503030000020003" pitchFamily="2" charset="0"/>
                    <a:ea typeface="Sassoon Infant Rg" panose="02000503030000020003" pitchFamily="2" charset="0"/>
                  </a:rPr>
                  <a:t>Writer</a:t>
                </a:r>
                <a:endParaRPr lang="en-GB" sz="1800" b="1">
                  <a:solidFill>
                    <a:srgbClr val="0070C0"/>
                  </a:solidFill>
                  <a:latin typeface="Sassoon Infant Rg" panose="02000503030000020003" pitchFamily="2" charset="0"/>
                  <a:ea typeface="Sassoon Infant Rg" panose="02000503030000020003" pitchFamily="2" charset="0"/>
                </a:endParaRPr>
              </a:p>
            </p:txBody>
          </p:sp>
          <p:pic>
            <p:nvPicPr>
              <p:cNvPr id="17" name="Picture 16">
                <a:extLst>
                  <a:ext uri="{FF2B5EF4-FFF2-40B4-BE49-F238E27FC236}">
                    <a16:creationId xmlns:a16="http://schemas.microsoft.com/office/drawing/2014/main" id="{89B83671-3697-DB6A-79E2-FE1A87D8479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477192" y="3970334"/>
                <a:ext cx="1103794" cy="969292"/>
              </a:xfrm>
              <a:prstGeom prst="rect">
                <a:avLst/>
              </a:prstGeom>
            </p:spPr>
          </p:pic>
          <p:pic>
            <p:nvPicPr>
              <p:cNvPr id="18" name="Picture 4">
                <a:extLst>
                  <a:ext uri="{FF2B5EF4-FFF2-40B4-BE49-F238E27FC236}">
                    <a16:creationId xmlns:a16="http://schemas.microsoft.com/office/drawing/2014/main" id="{49CC0311-99EF-2D4A-72AC-38989B4592B8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8" cstate="print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rcRect/>
              <a:stretch>
                <a:fillRect/>
              </a:stretch>
            </p:blipFill>
            <p:spPr bwMode="auto">
              <a:xfrm>
                <a:off x="3858551" y="2782325"/>
                <a:ext cx="1004469" cy="962832"/>
              </a:xfrm>
              <a:prstGeom prst="rect">
                <a:avLst/>
              </a:prstGeom>
              <a:noFill/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</a:extLst>
            </p:spPr>
          </p:pic>
        </p:grpSp>
        <p:sp>
          <p:nvSpPr>
            <p:cNvPr id="13" name="Arrow: Bent 22">
              <a:extLst>
                <a:ext uri="{FF2B5EF4-FFF2-40B4-BE49-F238E27FC236}">
                  <a16:creationId xmlns:a16="http://schemas.microsoft.com/office/drawing/2014/main" id="{62127C97-122D-ADAF-36A3-026415B5EFA9}"/>
                </a:ext>
              </a:extLst>
            </p:cNvPr>
            <p:cNvSpPr/>
            <p:nvPr/>
          </p:nvSpPr>
          <p:spPr>
            <a:xfrm rot="5400000">
              <a:off x="5607009" y="4529327"/>
              <a:ext cx="861337" cy="595615"/>
            </a:xfrm>
            <a:prstGeom prst="bentArrow">
              <a:avLst>
                <a:gd name="adj1" fmla="val 19000"/>
                <a:gd name="adj2" fmla="val 25000"/>
                <a:gd name="adj3" fmla="val 25000"/>
                <a:gd name="adj4" fmla="val 43750"/>
              </a:avLst>
            </a:prstGeom>
            <a:solidFill>
              <a:schemeClr val="accent6">
                <a:lumMod val="40000"/>
                <a:lumOff val="60000"/>
              </a:schemeClr>
            </a:solidFill>
            <a:ln w="19050">
              <a:solidFill>
                <a:srgbClr val="00B050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>
                <a:solidFill>
                  <a:schemeClr val="tx1"/>
                </a:solidFill>
              </a:endParaRPr>
            </a:p>
          </p:txBody>
        </p:sp>
      </p:grpSp>
      <p:pic>
        <p:nvPicPr>
          <p:cNvPr id="19" name="Picture 18">
            <a:extLst>
              <a:ext uri="{FF2B5EF4-FFF2-40B4-BE49-F238E27FC236}">
                <a16:creationId xmlns:a16="http://schemas.microsoft.com/office/drawing/2014/main" id="{D5464D8A-02CC-CF59-60EB-158DC8294C8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756308" y="2959785"/>
            <a:ext cx="1332436" cy="1634235"/>
          </a:xfrm>
          <a:prstGeom prst="rect">
            <a:avLst/>
          </a:prstGeom>
        </p:spPr>
      </p:pic>
      <p:pic>
        <p:nvPicPr>
          <p:cNvPr id="20" name="Picture 19">
            <a:extLst>
              <a:ext uri="{FF2B5EF4-FFF2-40B4-BE49-F238E27FC236}">
                <a16:creationId xmlns:a16="http://schemas.microsoft.com/office/drawing/2014/main" id="{66F85455-3D66-D3E5-CD05-E799BE88413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096303" y="2583086"/>
            <a:ext cx="1186938" cy="1694889"/>
          </a:xfrm>
          <a:prstGeom prst="rect">
            <a:avLst/>
          </a:prstGeom>
        </p:spPr>
      </p:pic>
      <p:sp>
        <p:nvSpPr>
          <p:cNvPr id="21" name="Rectangle: Rounded Corners 27">
            <a:extLst>
              <a:ext uri="{FF2B5EF4-FFF2-40B4-BE49-F238E27FC236}">
                <a16:creationId xmlns:a16="http://schemas.microsoft.com/office/drawing/2014/main" id="{E014B258-E78F-BADE-31B3-0EDDCBCF6DF9}"/>
              </a:ext>
            </a:extLst>
          </p:cNvPr>
          <p:cNvSpPr/>
          <p:nvPr userDrawn="1"/>
        </p:nvSpPr>
        <p:spPr>
          <a:xfrm>
            <a:off x="11364685" y="195943"/>
            <a:ext cx="609601" cy="284237"/>
          </a:xfrm>
          <a:prstGeom prst="round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sz="1200">
                <a:solidFill>
                  <a:schemeClr val="tx1"/>
                </a:solidFill>
              </a:rPr>
              <a:t>LKS2</a:t>
            </a:r>
          </a:p>
        </p:txBody>
      </p:sp>
      <p:pic>
        <p:nvPicPr>
          <p:cNvPr id="22" name="Picture 21" descr="A group of icons with words&#10;&#10;AI-generated content may be incorrect.">
            <a:extLst>
              <a:ext uri="{FF2B5EF4-FFF2-40B4-BE49-F238E27FC236}">
                <a16:creationId xmlns:a16="http://schemas.microsoft.com/office/drawing/2014/main" id="{4810A1F8-DFFE-C7E4-43CD-5FF4466C1916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326673" y="5138135"/>
            <a:ext cx="7432356" cy="1360065"/>
          </a:xfrm>
          <a:prstGeom prst="rect">
            <a:avLst/>
          </a:prstGeom>
          <a:ln w="28575">
            <a:solidFill>
              <a:srgbClr val="00B050"/>
            </a:solidFill>
          </a:ln>
        </p:spPr>
      </p:pic>
    </p:spTree>
    <p:extLst>
      <p:ext uri="{BB962C8B-B14F-4D97-AF65-F5344CB8AC3E}">
        <p14:creationId xmlns:p14="http://schemas.microsoft.com/office/powerpoint/2010/main" val="13565987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quiry Detai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2B14427-3D8F-C48B-809E-2641E983BA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98752" y="1169487"/>
            <a:ext cx="8994497" cy="2387600"/>
          </a:xfrm>
        </p:spPr>
        <p:txBody>
          <a:bodyPr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pic>
        <p:nvPicPr>
          <p:cNvPr id="5" name="Picture 17">
            <a:extLst>
              <a:ext uri="{FF2B5EF4-FFF2-40B4-BE49-F238E27FC236}">
                <a16:creationId xmlns:a16="http://schemas.microsoft.com/office/drawing/2014/main" id="{D44BF013-3CAD-6F88-26CE-6681EDD89538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3879" y="5196690"/>
            <a:ext cx="1679750" cy="1473969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mc:AlternateContent xmlns:mc="http://schemas.openxmlformats.org/markup-compatibility/2006" xmlns:p14="http://schemas.microsoft.com/office/powerpoint/2010/main">
        <mc:Choice Requires="p14">
          <p:contentPart p14:bwMode="auto" r:id="rId3">
            <p14:nvContentPartPr>
              <p14:cNvPr id="6" name="Ink 5">
                <a:extLst>
                  <a:ext uri="{FF2B5EF4-FFF2-40B4-BE49-F238E27FC236}">
                    <a16:creationId xmlns:a16="http://schemas.microsoft.com/office/drawing/2014/main" id="{562720CC-D27C-3CAC-E8FF-DEAEA76726DB}"/>
                  </a:ext>
                </a:extLst>
              </p14:cNvPr>
              <p14:cNvContentPartPr/>
              <p14:nvPr userDrawn="1"/>
            </p14:nvContentPartPr>
            <p14:xfrm>
              <a:off x="10551314" y="6733957"/>
              <a:ext cx="360" cy="360"/>
            </p14:xfrm>
          </p:contentPart>
        </mc:Choice>
        <mc:Fallback xmlns="">
          <p:pic>
            <p:nvPicPr>
              <p:cNvPr id="6" name="Ink 5">
                <a:extLst>
                  <a:ext uri="{FF2B5EF4-FFF2-40B4-BE49-F238E27FC236}">
                    <a16:creationId xmlns:a16="http://schemas.microsoft.com/office/drawing/2014/main" id="{562720CC-D27C-3CAC-E8FF-DEAEA76726DB}"/>
                  </a:ext>
                </a:extLst>
              </p:cNvPr>
              <p:cNvPicPr/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0545194" y="6727837"/>
                <a:ext cx="12600" cy="12600"/>
              </a:xfrm>
              <a:prstGeom prst="rect">
                <a:avLst/>
              </a:prstGeom>
            </p:spPr>
          </p:pic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2E51263-56C4-007F-C061-1DDB61A71BB7}"/>
              </a:ext>
            </a:extLst>
          </p:cNvPr>
          <p:cNvSpPr txBox="1"/>
          <p:nvPr userDrawn="1"/>
        </p:nvSpPr>
        <p:spPr>
          <a:xfrm>
            <a:off x="1598753" y="3760616"/>
            <a:ext cx="8994496" cy="1435714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l">
              <a:lnSpc>
                <a:spcPct val="150000"/>
              </a:lnSpc>
            </a:pPr>
            <a:r>
              <a:rPr lang="en-GB" sz="2000" b="1">
                <a:latin typeface="Twinkl Cursive Looped" panose="02000000000000000000" pitchFamily="2" charset="77"/>
              </a:rPr>
              <a:t>Challenge:</a:t>
            </a:r>
          </a:p>
          <a:p>
            <a:pPr algn="l">
              <a:lnSpc>
                <a:spcPct val="150000"/>
              </a:lnSpc>
            </a:pPr>
            <a:r>
              <a:rPr lang="en-GB" sz="2000" b="1">
                <a:latin typeface="Twinkl Cursive Looped" panose="02000000000000000000" pitchFamily="2" charset="77"/>
              </a:rPr>
              <a:t>Purpose</a:t>
            </a:r>
            <a:r>
              <a:rPr lang="en-GB" sz="2000">
                <a:latin typeface="Twinkl Cursive Looped" panose="02000000000000000000" pitchFamily="2" charset="77"/>
              </a:rPr>
              <a:t>: </a:t>
            </a:r>
          </a:p>
          <a:p>
            <a:pPr algn="l">
              <a:lnSpc>
                <a:spcPct val="150000"/>
              </a:lnSpc>
            </a:pPr>
            <a:r>
              <a:rPr lang="en-GB" sz="2000" b="1">
                <a:latin typeface="Twinkl Cursive Looped" panose="02000000000000000000" pitchFamily="2" charset="77"/>
              </a:rPr>
              <a:t>Audience</a:t>
            </a:r>
            <a:r>
              <a:rPr lang="en-GB" sz="2000">
                <a:latin typeface="Twinkl Cursive Looped" panose="02000000000000000000" pitchFamily="2" charset="77"/>
              </a:rPr>
              <a:t>: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E8A547B-6A94-9A41-BF74-8DB5E9A873D1}"/>
              </a:ext>
            </a:extLst>
          </p:cNvPr>
          <p:cNvSpPr txBox="1"/>
          <p:nvPr userDrawn="1"/>
        </p:nvSpPr>
        <p:spPr>
          <a:xfrm>
            <a:off x="990357" y="93525"/>
            <a:ext cx="9617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0" i="0">
                <a:latin typeface="Twinkl Cursive Looped" panose="02000000000000000000" pitchFamily="2" charset="77"/>
              </a:rPr>
              <a:t>Enquiry - Being a writer</a:t>
            </a:r>
          </a:p>
        </p:txBody>
      </p:sp>
      <p:sp>
        <p:nvSpPr>
          <p:cNvPr id="13" name="Text Placeholder 18">
            <a:extLst>
              <a:ext uri="{FF2B5EF4-FFF2-40B4-BE49-F238E27FC236}">
                <a16:creationId xmlns:a16="http://schemas.microsoft.com/office/drawing/2014/main" id="{EEBFBC87-5DAB-0BC0-8847-D1EE6D32FF5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26631" y="5447722"/>
            <a:ext cx="5138738" cy="841375"/>
          </a:xfrm>
        </p:spPr>
        <p:txBody>
          <a:bodyPr>
            <a:noAutofit/>
          </a:bodyPr>
          <a:lstStyle>
            <a:lvl1pPr algn="ctr">
              <a:buNone/>
              <a:defRPr sz="400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Day a.m.</a:t>
            </a:r>
          </a:p>
        </p:txBody>
      </p:sp>
      <p:pic>
        <p:nvPicPr>
          <p:cNvPr id="14" name="Picture 13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007CDAC2-42B5-AF76-74A6-6FA288890803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593249" y="93165"/>
            <a:ext cx="1651489" cy="164293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6" name="Picture Placeholder 15">
            <a:extLst>
              <a:ext uri="{FF2B5EF4-FFF2-40B4-BE49-F238E27FC236}">
                <a16:creationId xmlns:a16="http://schemas.microsoft.com/office/drawing/2014/main" id="{97356BB5-54CC-2C49-119E-ABA348D7D67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128639" y="152862"/>
            <a:ext cx="1257300" cy="1828800"/>
          </a:xfrm>
        </p:spPr>
        <p:txBody>
          <a:bodyPr/>
          <a:lstStyle/>
          <a:p>
            <a:r>
              <a:rPr lang="en-GB"/>
              <a:t>Click icon to add picture</a:t>
            </a:r>
            <a:endParaRPr lang="en-US"/>
          </a:p>
        </p:txBody>
      </p:sp>
      <p:sp>
        <p:nvSpPr>
          <p:cNvPr id="17" name="Text Placeholder 18">
            <a:extLst>
              <a:ext uri="{FF2B5EF4-FFF2-40B4-BE49-F238E27FC236}">
                <a16:creationId xmlns:a16="http://schemas.microsoft.com/office/drawing/2014/main" id="{54BB350A-C598-F012-9294-5B2871EC193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2823805" y="3919545"/>
            <a:ext cx="7640714" cy="313305"/>
          </a:xfrm>
        </p:spPr>
        <p:txBody>
          <a:bodyPr>
            <a:noAutofit/>
          </a:bodyPr>
          <a:lstStyle>
            <a:lvl1pPr algn="l">
              <a:buNone/>
              <a:defRPr sz="2000" b="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insert…</a:t>
            </a:r>
          </a:p>
        </p:txBody>
      </p:sp>
      <p:sp>
        <p:nvSpPr>
          <p:cNvPr id="22" name="Text Placeholder 18">
            <a:extLst>
              <a:ext uri="{FF2B5EF4-FFF2-40B4-BE49-F238E27FC236}">
                <a16:creationId xmlns:a16="http://schemas.microsoft.com/office/drawing/2014/main" id="{EC0F6257-0DFF-9A2D-B385-6F2A5A912F1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616469" y="4358546"/>
            <a:ext cx="7848050" cy="313305"/>
          </a:xfrm>
        </p:spPr>
        <p:txBody>
          <a:bodyPr>
            <a:noAutofit/>
          </a:bodyPr>
          <a:lstStyle>
            <a:lvl1pPr algn="l">
              <a:buNone/>
              <a:defRPr sz="2000" b="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insert…</a:t>
            </a:r>
          </a:p>
        </p:txBody>
      </p:sp>
      <p:sp>
        <p:nvSpPr>
          <p:cNvPr id="23" name="Text Placeholder 18">
            <a:extLst>
              <a:ext uri="{FF2B5EF4-FFF2-40B4-BE49-F238E27FC236}">
                <a16:creationId xmlns:a16="http://schemas.microsoft.com/office/drawing/2014/main" id="{C3CDB1C5-7C71-0F89-9EE3-B3DBFBC5F897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733427" y="4821062"/>
            <a:ext cx="7731092" cy="313305"/>
          </a:xfrm>
        </p:spPr>
        <p:txBody>
          <a:bodyPr>
            <a:noAutofit/>
          </a:bodyPr>
          <a:lstStyle>
            <a:lvl1pPr algn="l">
              <a:buNone/>
              <a:defRPr sz="2000" b="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/>
              <a:t>insert…</a:t>
            </a:r>
          </a:p>
        </p:txBody>
      </p:sp>
      <p:sp>
        <p:nvSpPr>
          <p:cNvPr id="9" name="Media Placeholder 8">
            <a:extLst>
              <a:ext uri="{FF2B5EF4-FFF2-40B4-BE49-F238E27FC236}">
                <a16:creationId xmlns:a16="http://schemas.microsoft.com/office/drawing/2014/main" id="{9547EF1A-FBA6-E246-0C60-F295143CE645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738225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ay Ses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BC48A443-4217-8D94-1CBF-40F5242F4877}"/>
              </a:ext>
            </a:extLst>
          </p:cNvPr>
          <p:cNvSpPr txBox="1"/>
          <p:nvPr/>
        </p:nvSpPr>
        <p:spPr>
          <a:xfrm>
            <a:off x="1156771" y="359821"/>
            <a:ext cx="9617726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5400" b="0" i="0">
                <a:latin typeface="Twinkl Cursive Looped" panose="02000000000000000000" pitchFamily="2" charset="77"/>
              </a:rPr>
              <a:t>Enquiry - Being a writer</a:t>
            </a:r>
          </a:p>
        </p:txBody>
      </p:sp>
      <p:pic>
        <p:nvPicPr>
          <p:cNvPr id="17" name="Picture 2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31CFA139-07F8-CCBE-F01F-CE05404626B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2394" y="3546341"/>
            <a:ext cx="2967212" cy="2951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 Placeholder 18">
            <a:extLst>
              <a:ext uri="{FF2B5EF4-FFF2-40B4-BE49-F238E27FC236}">
                <a16:creationId xmlns:a16="http://schemas.microsoft.com/office/drawing/2014/main" id="{F66256B4-FB76-FE56-647C-73763F8D29C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396265" y="1809941"/>
            <a:ext cx="5138738" cy="841375"/>
          </a:xfrm>
        </p:spPr>
        <p:txBody>
          <a:bodyPr>
            <a:noAutofit/>
          </a:bodyPr>
          <a:lstStyle>
            <a:lvl1pPr algn="ctr">
              <a:buNone/>
              <a:defRPr sz="4000" i="0"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en-GB" dirty="0"/>
              <a:t>Day a.m.</a:t>
            </a:r>
          </a:p>
        </p:txBody>
      </p:sp>
      <p:pic>
        <p:nvPicPr>
          <p:cNvPr id="3" name="Picture 2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BC41B23F-05BB-617F-DCA6-FF8AAB7B3D5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12394" y="3546341"/>
            <a:ext cx="2967212" cy="295183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edia Placeholder 8">
            <a:extLst>
              <a:ext uri="{FF2B5EF4-FFF2-40B4-BE49-F238E27FC236}">
                <a16:creationId xmlns:a16="http://schemas.microsoft.com/office/drawing/2014/main" id="{A6A3FD4D-1AA7-0081-266B-9482C49B0C86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93477376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2160" userDrawn="1">
          <p15:clr>
            <a:srgbClr val="FBAE40"/>
          </p15:clr>
        </p15:guide>
        <p15:guide id="4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Foc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2">
            <a:extLst>
              <a:ext uri="{FF2B5EF4-FFF2-40B4-BE49-F238E27FC236}">
                <a16:creationId xmlns:a16="http://schemas.microsoft.com/office/drawing/2014/main" id="{D56006D9-1335-F661-72AA-6B6D0400CC9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93" y="125067"/>
            <a:ext cx="975698" cy="74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4" name="Rounded Rectangle 23">
            <a:extLst>
              <a:ext uri="{FF2B5EF4-FFF2-40B4-BE49-F238E27FC236}">
                <a16:creationId xmlns:a16="http://schemas.microsoft.com/office/drawing/2014/main" id="{F6D42CA6-462B-65A7-9B5B-3C589F700F86}"/>
              </a:ext>
            </a:extLst>
          </p:cNvPr>
          <p:cNvSpPr/>
          <p:nvPr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5" name="Rounded Rectangle 22">
            <a:extLst>
              <a:ext uri="{FF2B5EF4-FFF2-40B4-BE49-F238E27FC236}">
                <a16:creationId xmlns:a16="http://schemas.microsoft.com/office/drawing/2014/main" id="{933816E0-3D73-5ED5-6343-3817A0CE1063}"/>
              </a:ext>
            </a:extLst>
          </p:cNvPr>
          <p:cNvSpPr/>
          <p:nvPr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6" name="Rounded Rectangle 21">
            <a:extLst>
              <a:ext uri="{FF2B5EF4-FFF2-40B4-BE49-F238E27FC236}">
                <a16:creationId xmlns:a16="http://schemas.microsoft.com/office/drawing/2014/main" id="{F6937F02-EEC3-C298-0063-EDDE7526730B}"/>
              </a:ext>
            </a:extLst>
          </p:cNvPr>
          <p:cNvSpPr/>
          <p:nvPr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7" name="Right Arrow 38">
            <a:extLst>
              <a:ext uri="{FF2B5EF4-FFF2-40B4-BE49-F238E27FC236}">
                <a16:creationId xmlns:a16="http://schemas.microsoft.com/office/drawing/2014/main" id="{B1CFD2A5-7039-037E-430B-B80B83385DB6}"/>
              </a:ext>
            </a:extLst>
          </p:cNvPr>
          <p:cNvSpPr/>
          <p:nvPr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8" name="Right Arrow 40">
            <a:extLst>
              <a:ext uri="{FF2B5EF4-FFF2-40B4-BE49-F238E27FC236}">
                <a16:creationId xmlns:a16="http://schemas.microsoft.com/office/drawing/2014/main" id="{372AD2D4-1CF6-11D1-3BEA-720CFCFE5006}"/>
              </a:ext>
            </a:extLst>
          </p:cNvPr>
          <p:cNvSpPr/>
          <p:nvPr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19" name="Cloud Callout 14">
            <a:extLst>
              <a:ext uri="{FF2B5EF4-FFF2-40B4-BE49-F238E27FC236}">
                <a16:creationId xmlns:a16="http://schemas.microsoft.com/office/drawing/2014/main" id="{72557F44-26CC-ABAB-3E13-3FFF710EA6C6}"/>
              </a:ext>
            </a:extLst>
          </p:cNvPr>
          <p:cNvSpPr/>
          <p:nvPr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20" name="Cloud Callout 17">
            <a:extLst>
              <a:ext uri="{FF2B5EF4-FFF2-40B4-BE49-F238E27FC236}">
                <a16:creationId xmlns:a16="http://schemas.microsoft.com/office/drawing/2014/main" id="{99034DEB-EBF2-656E-3440-CC2D10A6A536}"/>
              </a:ext>
            </a:extLst>
          </p:cNvPr>
          <p:cNvSpPr/>
          <p:nvPr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21" name="Cloud Callout 20">
            <a:extLst>
              <a:ext uri="{FF2B5EF4-FFF2-40B4-BE49-F238E27FC236}">
                <a16:creationId xmlns:a16="http://schemas.microsoft.com/office/drawing/2014/main" id="{C1DBC0FA-BEBC-DB1B-A07D-B992ACFA9B31}"/>
              </a:ext>
            </a:extLst>
          </p:cNvPr>
          <p:cNvSpPr/>
          <p:nvPr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 get there?</a:t>
            </a:r>
          </a:p>
        </p:txBody>
      </p:sp>
      <p:sp>
        <p:nvSpPr>
          <p:cNvPr id="22" name="Rounded Rectangle 25">
            <a:extLst>
              <a:ext uri="{FF2B5EF4-FFF2-40B4-BE49-F238E27FC236}">
                <a16:creationId xmlns:a16="http://schemas.microsoft.com/office/drawing/2014/main" id="{1646F1E1-DCB0-8652-1C01-B27E4DECEB83}"/>
              </a:ext>
            </a:extLst>
          </p:cNvPr>
          <p:cNvSpPr/>
          <p:nvPr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4E705862-A1AE-7F25-7136-07F0B8B9FD08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4" name="Picture 23">
            <a:extLst>
              <a:ext uri="{FF2B5EF4-FFF2-40B4-BE49-F238E27FC236}">
                <a16:creationId xmlns:a16="http://schemas.microsoft.com/office/drawing/2014/main" id="{DDA8159E-6768-ACF9-C38D-6273DAA9B842}"/>
              </a:ext>
            </a:extLst>
          </p:cNvPr>
          <p:cNvPicPr>
            <a:picLocks noChangeAspect="1"/>
          </p:cNvPicPr>
          <p:nvPr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411EE97E-6D16-40A1-3A53-1B671DC6713A}"/>
              </a:ext>
            </a:extLst>
          </p:cNvPr>
          <p:cNvPicPr>
            <a:picLocks noChangeAspect="1"/>
          </p:cNvPicPr>
          <p:nvPr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26" name="Rounded Rectangle 25">
            <a:extLst>
              <a:ext uri="{FF2B5EF4-FFF2-40B4-BE49-F238E27FC236}">
                <a16:creationId xmlns:a16="http://schemas.microsoft.com/office/drawing/2014/main" id="{12CB1FC9-FD58-52C0-23F6-FC4FDB6820AF}"/>
              </a:ext>
            </a:extLst>
          </p:cNvPr>
          <p:cNvSpPr/>
          <p:nvPr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7" name="Rounded Rectangle 26">
            <a:extLst>
              <a:ext uri="{FF2B5EF4-FFF2-40B4-BE49-F238E27FC236}">
                <a16:creationId xmlns:a16="http://schemas.microsoft.com/office/drawing/2014/main" id="{024503B1-BD02-EA02-AE0B-AC487CD2AFD0}"/>
              </a:ext>
            </a:extLst>
          </p:cNvPr>
          <p:cNvSpPr/>
          <p:nvPr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4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show this by…</a:t>
            </a:r>
          </a:p>
          <a:p>
            <a:pPr algn="ctr"/>
            <a:endParaRPr lang="en-GB" sz="28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28" name="Title 27">
            <a:extLst>
              <a:ext uri="{FF2B5EF4-FFF2-40B4-BE49-F238E27FC236}">
                <a16:creationId xmlns:a16="http://schemas.microsoft.com/office/drawing/2014/main" id="{AF9E9CD8-FC16-6852-0D5B-1861A37CC44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85691" y="252727"/>
            <a:ext cx="10515600" cy="587374"/>
          </a:xfrm>
        </p:spPr>
        <p:txBody>
          <a:bodyPr/>
          <a:lstStyle>
            <a:lvl1pPr>
              <a:defRPr i="0"/>
            </a:lvl1pPr>
          </a:lstStyle>
          <a:p>
            <a:r>
              <a:rPr lang="en-GB" dirty="0"/>
              <a:t>Key Question</a:t>
            </a:r>
          </a:p>
        </p:txBody>
      </p:sp>
      <p:sp>
        <p:nvSpPr>
          <p:cNvPr id="34" name="Text Placeholder 33">
            <a:extLst>
              <a:ext uri="{FF2B5EF4-FFF2-40B4-BE49-F238E27FC236}">
                <a16:creationId xmlns:a16="http://schemas.microsoft.com/office/drawing/2014/main" id="{23B7B291-D52D-95B8-84B9-3312C894774A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3218688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i="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7" name="Text Placeholder 33">
            <a:extLst>
              <a:ext uri="{FF2B5EF4-FFF2-40B4-BE49-F238E27FC236}">
                <a16:creationId xmlns:a16="http://schemas.microsoft.com/office/drawing/2014/main" id="{EC15CAA9-8C92-565C-C8AE-391C0A8CBAE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3218688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i="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38" name="Text Placeholder 33">
            <a:extLst>
              <a:ext uri="{FF2B5EF4-FFF2-40B4-BE49-F238E27FC236}">
                <a16:creationId xmlns:a16="http://schemas.microsoft.com/office/drawing/2014/main" id="{E591B14A-DBC9-599B-D8C3-00A1930120C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3218688" cy="16986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400" i="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D3BDB3CA-16D2-10C2-1B6E-4ED5A497CB30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09993" y="125067"/>
            <a:ext cx="975698" cy="74684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Rounded Rectangle 23">
            <a:extLst>
              <a:ext uri="{FF2B5EF4-FFF2-40B4-BE49-F238E27FC236}">
                <a16:creationId xmlns:a16="http://schemas.microsoft.com/office/drawing/2014/main" id="{DAD70EF2-B389-F6AB-9202-9947727C8EDE}"/>
              </a:ext>
            </a:extLst>
          </p:cNvPr>
          <p:cNvSpPr/>
          <p:nvPr userDrawn="1"/>
        </p:nvSpPr>
        <p:spPr>
          <a:xfrm>
            <a:off x="8522617" y="1018745"/>
            <a:ext cx="3473707" cy="556046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ounded Rectangle 22">
            <a:extLst>
              <a:ext uri="{FF2B5EF4-FFF2-40B4-BE49-F238E27FC236}">
                <a16:creationId xmlns:a16="http://schemas.microsoft.com/office/drawing/2014/main" id="{D73C95A5-B885-8E18-B952-7E5AF86E696D}"/>
              </a:ext>
            </a:extLst>
          </p:cNvPr>
          <p:cNvSpPr/>
          <p:nvPr userDrawn="1"/>
        </p:nvSpPr>
        <p:spPr>
          <a:xfrm>
            <a:off x="4410752" y="1052185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5" name="Rounded Rectangle 21">
            <a:extLst>
              <a:ext uri="{FF2B5EF4-FFF2-40B4-BE49-F238E27FC236}">
                <a16:creationId xmlns:a16="http://schemas.microsoft.com/office/drawing/2014/main" id="{23C0025D-E14A-72FF-7C65-379ECE5F2737}"/>
              </a:ext>
            </a:extLst>
          </p:cNvPr>
          <p:cNvSpPr/>
          <p:nvPr userDrawn="1"/>
        </p:nvSpPr>
        <p:spPr>
          <a:xfrm>
            <a:off x="209994" y="1052184"/>
            <a:ext cx="3473707" cy="5527021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6" name="Right Arrow 38">
            <a:extLst>
              <a:ext uri="{FF2B5EF4-FFF2-40B4-BE49-F238E27FC236}">
                <a16:creationId xmlns:a16="http://schemas.microsoft.com/office/drawing/2014/main" id="{3D46CA92-9C6A-1EB2-CD19-DFBD4DD8B983}"/>
              </a:ext>
            </a:extLst>
          </p:cNvPr>
          <p:cNvSpPr/>
          <p:nvPr userDrawn="1"/>
        </p:nvSpPr>
        <p:spPr>
          <a:xfrm>
            <a:off x="3833454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7" name="Right Arrow 40">
            <a:extLst>
              <a:ext uri="{FF2B5EF4-FFF2-40B4-BE49-F238E27FC236}">
                <a16:creationId xmlns:a16="http://schemas.microsoft.com/office/drawing/2014/main" id="{E9982F60-7E6B-FE98-094D-0F4FA10EE523}"/>
              </a:ext>
            </a:extLst>
          </p:cNvPr>
          <p:cNvSpPr/>
          <p:nvPr userDrawn="1"/>
        </p:nvSpPr>
        <p:spPr>
          <a:xfrm>
            <a:off x="7946662" y="4523091"/>
            <a:ext cx="457959" cy="384048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8" name="Cloud Callout 14">
            <a:extLst>
              <a:ext uri="{FF2B5EF4-FFF2-40B4-BE49-F238E27FC236}">
                <a16:creationId xmlns:a16="http://schemas.microsoft.com/office/drawing/2014/main" id="{F50ADCED-875C-6838-28A6-C82BB08B82A2}"/>
              </a:ext>
            </a:extLst>
          </p:cNvPr>
          <p:cNvSpPr/>
          <p:nvPr userDrawn="1"/>
        </p:nvSpPr>
        <p:spPr>
          <a:xfrm>
            <a:off x="1642514" y="1326933"/>
            <a:ext cx="1913677" cy="1215720"/>
          </a:xfrm>
          <a:prstGeom prst="cloudCallout">
            <a:avLst>
              <a:gd name="adj1" fmla="val -57973"/>
              <a:gd name="adj2" fmla="val 5370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What am I learning?</a:t>
            </a:r>
          </a:p>
        </p:txBody>
      </p:sp>
      <p:sp>
        <p:nvSpPr>
          <p:cNvPr id="9" name="Cloud Callout 17">
            <a:extLst>
              <a:ext uri="{FF2B5EF4-FFF2-40B4-BE49-F238E27FC236}">
                <a16:creationId xmlns:a16="http://schemas.microsoft.com/office/drawing/2014/main" id="{9EB5C331-51E6-1840-11BD-45C81C31DE97}"/>
              </a:ext>
            </a:extLst>
          </p:cNvPr>
          <p:cNvSpPr/>
          <p:nvPr userDrawn="1"/>
        </p:nvSpPr>
        <p:spPr>
          <a:xfrm>
            <a:off x="5579272" y="1132775"/>
            <a:ext cx="2190940" cy="1409879"/>
          </a:xfrm>
          <a:prstGeom prst="cloudCallout">
            <a:avLst>
              <a:gd name="adj1" fmla="val -47544"/>
              <a:gd name="adj2" fmla="val 39152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Why am I learning this?</a:t>
            </a:r>
          </a:p>
        </p:txBody>
      </p:sp>
      <p:sp>
        <p:nvSpPr>
          <p:cNvPr id="10" name="Cloud Callout 9">
            <a:extLst>
              <a:ext uri="{FF2B5EF4-FFF2-40B4-BE49-F238E27FC236}">
                <a16:creationId xmlns:a16="http://schemas.microsoft.com/office/drawing/2014/main" id="{41F1AAC0-BFF7-8E06-CE36-8B4483C203B0}"/>
              </a:ext>
            </a:extLst>
          </p:cNvPr>
          <p:cNvSpPr/>
          <p:nvPr userDrawn="1"/>
        </p:nvSpPr>
        <p:spPr>
          <a:xfrm>
            <a:off x="9768925" y="1166214"/>
            <a:ext cx="2190940" cy="1409879"/>
          </a:xfrm>
          <a:prstGeom prst="cloudCallout">
            <a:avLst>
              <a:gd name="adj1" fmla="val -52552"/>
              <a:gd name="adj2" fmla="val 33963"/>
            </a:avLst>
          </a:prstGeom>
          <a:solidFill>
            <a:schemeClr val="accent1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ctr"/>
          <a:lstStyle/>
          <a:p>
            <a:pPr algn="ctr"/>
            <a:r>
              <a:rPr lang="en-GB" sz="1800" b="0" i="0">
                <a:latin typeface="Twinkl Cursive Looped" panose="02000000000000000000" pitchFamily="2" charset="77"/>
              </a:rPr>
              <a:t>How will I know when I’m successful?</a:t>
            </a:r>
          </a:p>
        </p:txBody>
      </p:sp>
      <p:sp>
        <p:nvSpPr>
          <p:cNvPr id="11" name="Rounded Rectangle 25">
            <a:extLst>
              <a:ext uri="{FF2B5EF4-FFF2-40B4-BE49-F238E27FC236}">
                <a16:creationId xmlns:a16="http://schemas.microsoft.com/office/drawing/2014/main" id="{38CFA59B-1241-C90B-9097-3AA56ED96E90}"/>
              </a:ext>
            </a:extLst>
          </p:cNvPr>
          <p:cNvSpPr/>
          <p:nvPr userDrawn="1"/>
        </p:nvSpPr>
        <p:spPr>
          <a:xfrm>
            <a:off x="337503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000" b="0" i="0" dirty="0">
                <a:solidFill>
                  <a:schemeClr val="tx1"/>
                </a:solidFill>
                <a:latin typeface="Twinkl Cursive Looped" panose="02000000000000000000" pitchFamily="2" charset="77"/>
              </a:rPr>
              <a:t>I am learning to…</a:t>
            </a:r>
          </a:p>
          <a:p>
            <a:pPr algn="ctr"/>
            <a:endParaRPr lang="en-GB" sz="2400" b="0" i="0" dirty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sz="1600" b="0" i="0" dirty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CC6FADE6-BDC8-4964-257F-496A019EE8D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4327174" y="1652289"/>
            <a:ext cx="1750251" cy="2146686"/>
          </a:xfrm>
          <a:prstGeom prst="rect">
            <a:avLst/>
          </a:prstGeom>
        </p:spPr>
      </p:pic>
      <p:pic>
        <p:nvPicPr>
          <p:cNvPr id="29" name="Picture 28">
            <a:extLst>
              <a:ext uri="{FF2B5EF4-FFF2-40B4-BE49-F238E27FC236}">
                <a16:creationId xmlns:a16="http://schemas.microsoft.com/office/drawing/2014/main" id="{FD205D91-B0B4-D7D8-36D2-12B57E5E744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124959" y="1618101"/>
            <a:ext cx="1679750" cy="2398601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07C74EBA-17CE-389D-DB85-9D1D1F50A3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8796562" y="1484991"/>
            <a:ext cx="1645920" cy="2398601"/>
          </a:xfrm>
          <a:prstGeom prst="rect">
            <a:avLst/>
          </a:prstGeom>
        </p:spPr>
      </p:pic>
      <p:sp>
        <p:nvSpPr>
          <p:cNvPr id="31" name="Rounded Rectangle 30">
            <a:extLst>
              <a:ext uri="{FF2B5EF4-FFF2-40B4-BE49-F238E27FC236}">
                <a16:creationId xmlns:a16="http://schemas.microsoft.com/office/drawing/2014/main" id="{3EEE8F13-34A7-26CF-FFAD-B348960624BA}"/>
              </a:ext>
            </a:extLst>
          </p:cNvPr>
          <p:cNvSpPr/>
          <p:nvPr userDrawn="1"/>
        </p:nvSpPr>
        <p:spPr>
          <a:xfrm>
            <a:off x="4547775" y="3820472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0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This is so…</a:t>
            </a:r>
          </a:p>
          <a:p>
            <a:pPr algn="ctr"/>
            <a:endParaRPr lang="en-GB" sz="24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2" name="Rounded Rectangle 31">
            <a:extLst>
              <a:ext uri="{FF2B5EF4-FFF2-40B4-BE49-F238E27FC236}">
                <a16:creationId xmlns:a16="http://schemas.microsoft.com/office/drawing/2014/main" id="{565D1644-9817-EFA8-570C-FA8D62C945E7}"/>
              </a:ext>
            </a:extLst>
          </p:cNvPr>
          <p:cNvSpPr/>
          <p:nvPr userDrawn="1"/>
        </p:nvSpPr>
        <p:spPr>
          <a:xfrm>
            <a:off x="8650126" y="3815694"/>
            <a:ext cx="3218688" cy="2629173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rIns="0" rtlCol="0" anchor="t"/>
          <a:lstStyle/>
          <a:p>
            <a:pPr algn="ctr"/>
            <a:r>
              <a:rPr lang="en-GB" sz="2000" b="0" i="0">
                <a:solidFill>
                  <a:schemeClr val="tx1"/>
                </a:solidFill>
                <a:latin typeface="Twinkl Cursive Looped" panose="02000000000000000000" pitchFamily="2" charset="77"/>
              </a:rPr>
              <a:t>I will be successful by…</a:t>
            </a:r>
            <a:endParaRPr lang="en-GB" sz="2400" b="0" i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sp>
        <p:nvSpPr>
          <p:cNvPr id="33" name="Media Placeholder 8">
            <a:extLst>
              <a:ext uri="{FF2B5EF4-FFF2-40B4-BE49-F238E27FC236}">
                <a16:creationId xmlns:a16="http://schemas.microsoft.com/office/drawing/2014/main" id="{638EA5C2-9E91-E429-EBE0-1777B588400F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  <p:sp>
        <p:nvSpPr>
          <p:cNvPr id="36" name="Text Placeholder 35">
            <a:extLst>
              <a:ext uri="{FF2B5EF4-FFF2-40B4-BE49-F238E27FC236}">
                <a16:creationId xmlns:a16="http://schemas.microsoft.com/office/drawing/2014/main" id="{B1482391-6604-3B87-A388-F9D7A198626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54038" y="4484688"/>
            <a:ext cx="2795587" cy="17367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0" name="Text Placeholder 35">
            <a:extLst>
              <a:ext uri="{FF2B5EF4-FFF2-40B4-BE49-F238E27FC236}">
                <a16:creationId xmlns:a16="http://schemas.microsoft.com/office/drawing/2014/main" id="{628AD0DB-CE14-D6F2-2254-535E132297F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4749811" y="4464098"/>
            <a:ext cx="2795587" cy="17367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1" name="Text Placeholder 35">
            <a:extLst>
              <a:ext uri="{FF2B5EF4-FFF2-40B4-BE49-F238E27FC236}">
                <a16:creationId xmlns:a16="http://schemas.microsoft.com/office/drawing/2014/main" id="{A6424571-E656-60D6-7FC8-5E4AFB3C2E0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873666" y="4443508"/>
            <a:ext cx="2795587" cy="1736725"/>
          </a:xfrm>
        </p:spPr>
        <p:txBody>
          <a:bodyPr>
            <a:normAutofit/>
          </a:bodyPr>
          <a:lstStyle>
            <a:lvl1pPr marL="9525" indent="-9525">
              <a:buNone/>
              <a:tabLst/>
              <a:defRPr sz="2000"/>
            </a:lvl1pPr>
          </a:lstStyle>
          <a:p>
            <a:pPr lvl="0"/>
            <a:r>
              <a:rPr lang="en-GB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402234834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5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4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  <p:bldP spid="38" grpId="0" build="p">
        <p:tmplLst>
          <p:tmpl lvl="1">
            <p:tnLst>
              <p:par>
                <p:cTn presetID="1" presetClass="entr" presetSubtype="0" fill="hold" nodeType="clickEffect" nodePh="1">
                  <p:stCondLst>
                    <p:cond delay="0"/>
                  </p:stCondLst>
                  <p:endCondLst>
                    <p:cond delay="0"/>
                  </p:end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</p:childTnLst>
                </p:cTn>
              </p:par>
            </p:tnLst>
          </p:tmpl>
        </p:tmplLst>
      </p:bldP>
    </p:bld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342BE6-1BBB-6E8F-925B-028A6251E99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E327B21-08A8-373B-5759-CAD129496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12" name="Picture 11" descr="A close-up of a card&#10;&#10;AI-generated content may be incorrect.">
            <a:extLst>
              <a:ext uri="{FF2B5EF4-FFF2-40B4-BE49-F238E27FC236}">
                <a16:creationId xmlns:a16="http://schemas.microsoft.com/office/drawing/2014/main" id="{19C37659-7358-BC03-60AF-B392A7BB23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4" name="Picture 3" descr="A close-up of a card&#10;&#10;AI-generated content may be incorrect.">
            <a:extLst>
              <a:ext uri="{FF2B5EF4-FFF2-40B4-BE49-F238E27FC236}">
                <a16:creationId xmlns:a16="http://schemas.microsoft.com/office/drawing/2014/main" id="{17BDC2BB-DA77-CA24-620C-A60F80F4E2E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485619" y="119675"/>
            <a:ext cx="1569326" cy="773914"/>
          </a:xfrm>
          <a:prstGeom prst="rect">
            <a:avLst/>
          </a:prstGeom>
        </p:spPr>
      </p:pic>
      <p:pic>
        <p:nvPicPr>
          <p:cNvPr id="5" name="Picture 4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FFCEDCA4-5840-D1ED-4374-DF25EE6BB9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0764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Media Placeholder 8">
            <a:extLst>
              <a:ext uri="{FF2B5EF4-FFF2-40B4-BE49-F238E27FC236}">
                <a16:creationId xmlns:a16="http://schemas.microsoft.com/office/drawing/2014/main" id="{658DDC16-A158-4518-1431-7EC8F521D388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4686538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pink sign&#10;&#10;AI-generated content may be incorrect.">
            <a:extLst>
              <a:ext uri="{FF2B5EF4-FFF2-40B4-BE49-F238E27FC236}">
                <a16:creationId xmlns:a16="http://schemas.microsoft.com/office/drawing/2014/main" id="{19068DFF-8F6D-50B2-E291-8172C80B0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0314" y="113196"/>
            <a:ext cx="1536700" cy="660400"/>
          </a:xfrm>
          <a:prstGeom prst="rect">
            <a:avLst/>
          </a:prstGeom>
        </p:spPr>
      </p:pic>
      <p:pic>
        <p:nvPicPr>
          <p:cNvPr id="4" name="Picture 3" descr="A close-up of a pink sign&#10;&#10;AI-generated content may be incorrect.">
            <a:extLst>
              <a:ext uri="{FF2B5EF4-FFF2-40B4-BE49-F238E27FC236}">
                <a16:creationId xmlns:a16="http://schemas.microsoft.com/office/drawing/2014/main" id="{B44060F6-303F-47CC-481E-B9DD514198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0314" y="113196"/>
            <a:ext cx="1536700" cy="6604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8" name="Picture 7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085D168E-9DF7-063E-E5FA-EC20A9CD64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0764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edia Placeholder 8">
            <a:extLst>
              <a:ext uri="{FF2B5EF4-FFF2-40B4-BE49-F238E27FC236}">
                <a16:creationId xmlns:a16="http://schemas.microsoft.com/office/drawing/2014/main" id="{4858029D-68F9-521A-1AFE-C5AFCB0CC384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9518656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 Tr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pink background with a cartoon character&#10;&#10;AI-generated content may be incorrect.">
            <a:extLst>
              <a:ext uri="{FF2B5EF4-FFF2-40B4-BE49-F238E27FC236}">
                <a16:creationId xmlns:a16="http://schemas.microsoft.com/office/drawing/2014/main" id="{581A9594-F87A-CB36-0ABE-02311C173D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21" y="120460"/>
            <a:ext cx="1605893" cy="661250"/>
          </a:xfrm>
          <a:prstGeom prst="rect">
            <a:avLst/>
          </a:prstGeom>
        </p:spPr>
      </p:pic>
      <p:pic>
        <p:nvPicPr>
          <p:cNvPr id="4" name="Picture 3" descr="A pink background with a cartoon character&#10;&#10;AI-generated content may be incorrect.">
            <a:extLst>
              <a:ext uri="{FF2B5EF4-FFF2-40B4-BE49-F238E27FC236}">
                <a16:creationId xmlns:a16="http://schemas.microsoft.com/office/drawing/2014/main" id="{75C624FD-5353-4FB3-9F7F-A8AD95C7EEB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80221" y="120460"/>
            <a:ext cx="1605893" cy="6612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BBA2D6B0-18BA-C1F5-A3CF-A118B5DF63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F42BF2B-5700-B0C0-6B69-6699F0F4E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8" name="Picture 7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48640B76-20A9-FF00-F36B-4F378F2055A9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0764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edia Placeholder 8">
            <a:extLst>
              <a:ext uri="{FF2B5EF4-FFF2-40B4-BE49-F238E27FC236}">
                <a16:creationId xmlns:a16="http://schemas.microsoft.com/office/drawing/2014/main" id="{31804D1C-F540-D1B8-F905-DEB244B1FFE6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1855712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You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green background with black text&#10;&#10;AI-generated content may be incorrect.">
            <a:extLst>
              <a:ext uri="{FF2B5EF4-FFF2-40B4-BE49-F238E27FC236}">
                <a16:creationId xmlns:a16="http://schemas.microsoft.com/office/drawing/2014/main" id="{900AD193-2DC7-1578-A05D-9BBEEF0D83A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79442" y="206432"/>
            <a:ext cx="1511300" cy="62865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3AAEF570-F9F4-B149-BF1A-BEF6DEE603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EFE87AD0-4B3C-76E5-0F15-7F5DFE335D4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8" name="Picture 7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5D49223C-623B-7CCA-8226-A89B79F79A27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0764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edia Placeholder 8">
            <a:extLst>
              <a:ext uri="{FF2B5EF4-FFF2-40B4-BE49-F238E27FC236}">
                <a16:creationId xmlns:a16="http://schemas.microsoft.com/office/drawing/2014/main" id="{74BF2990-C6DC-5DC8-DFD5-24469B5B62A0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662413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eedback-feedforw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close-up of a pink sign&#10;&#10;AI-generated content may be incorrect.">
            <a:extLst>
              <a:ext uri="{FF2B5EF4-FFF2-40B4-BE49-F238E27FC236}">
                <a16:creationId xmlns:a16="http://schemas.microsoft.com/office/drawing/2014/main" id="{7CE8091E-E8A3-2C41-15F3-13CF21EAE94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212475" y="-1065565"/>
            <a:ext cx="1650650" cy="709370"/>
          </a:xfrm>
          <a:prstGeom prst="rect">
            <a:avLst/>
          </a:prstGeom>
        </p:spPr>
      </p:pic>
      <p:pic>
        <p:nvPicPr>
          <p:cNvPr id="3" name="Picture 2" descr="A pink background with a cartoon character&#10;&#10;AI-generated content may be incorrect.">
            <a:extLst>
              <a:ext uri="{FF2B5EF4-FFF2-40B4-BE49-F238E27FC236}">
                <a16:creationId xmlns:a16="http://schemas.microsoft.com/office/drawing/2014/main" id="{D267AE21-3708-9878-8E93-E6DB38AE58D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16392" y="-1055198"/>
            <a:ext cx="1623367" cy="668445"/>
          </a:xfrm>
          <a:prstGeom prst="rect">
            <a:avLst/>
          </a:prstGeom>
        </p:spPr>
      </p:pic>
      <p:pic>
        <p:nvPicPr>
          <p:cNvPr id="4" name="Picture 3" descr="A green background with black text&#10;&#10;AI-generated content may be incorrect.">
            <a:extLst>
              <a:ext uri="{FF2B5EF4-FFF2-40B4-BE49-F238E27FC236}">
                <a16:creationId xmlns:a16="http://schemas.microsoft.com/office/drawing/2014/main" id="{10F20908-8D73-B70B-EE9D-DDCCC096ED63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93025" y="-1075660"/>
            <a:ext cx="1623367" cy="675266"/>
          </a:xfrm>
          <a:prstGeom prst="rect">
            <a:avLst/>
          </a:prstGeom>
        </p:spPr>
      </p:pic>
      <p:pic>
        <p:nvPicPr>
          <p:cNvPr id="5" name="Picture 4" descr="A close-up of a card&#10;&#10;AI-generated content may be incorrect.">
            <a:extLst>
              <a:ext uri="{FF2B5EF4-FFF2-40B4-BE49-F238E27FC236}">
                <a16:creationId xmlns:a16="http://schemas.microsoft.com/office/drawing/2014/main" id="{961A3F42-6653-90C1-9F29-A58F82A2361F}"/>
              </a:ext>
            </a:extLst>
          </p:cNvPr>
          <p:cNvPicPr>
            <a:picLocks noChangeAspect="1"/>
          </p:cNvPicPr>
          <p:nvPr userDrawn="1"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835842" y="-1092849"/>
            <a:ext cx="1493770" cy="736654"/>
          </a:xfrm>
          <a:prstGeom prst="rect">
            <a:avLst/>
          </a:prstGeom>
        </p:spPr>
      </p:pic>
      <p:sp>
        <p:nvSpPr>
          <p:cNvPr id="6" name="Media Placeholder 8">
            <a:extLst>
              <a:ext uri="{FF2B5EF4-FFF2-40B4-BE49-F238E27FC236}">
                <a16:creationId xmlns:a16="http://schemas.microsoft.com/office/drawing/2014/main" id="{1EA32F11-F57D-731D-6F46-A49BF51670DD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>
            <a:lvl1pPr>
              <a:defRPr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icon to add media</a:t>
            </a:r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BE852A3-E407-F70F-A18B-7673975F3A6D}"/>
              </a:ext>
            </a:extLst>
          </p:cNvPr>
          <p:cNvCxnSpPr>
            <a:cxnSpLocks/>
          </p:cNvCxnSpPr>
          <p:nvPr userDrawn="1"/>
        </p:nvCxnSpPr>
        <p:spPr>
          <a:xfrm>
            <a:off x="0" y="3986220"/>
            <a:ext cx="12192000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5AB33D82-4819-6A3E-9081-425311AF9C58}"/>
              </a:ext>
            </a:extLst>
          </p:cNvPr>
          <p:cNvCxnSpPr>
            <a:cxnSpLocks/>
          </p:cNvCxnSpPr>
          <p:nvPr userDrawn="1"/>
        </p:nvCxnSpPr>
        <p:spPr>
          <a:xfrm flipH="1">
            <a:off x="6095999" y="0"/>
            <a:ext cx="1" cy="2866437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Graphic 8">
            <a:extLst>
              <a:ext uri="{FF2B5EF4-FFF2-40B4-BE49-F238E27FC236}">
                <a16:creationId xmlns:a16="http://schemas.microsoft.com/office/drawing/2014/main" id="{76020483-B556-3066-D375-D2562571DD07}"/>
              </a:ext>
            </a:extLst>
          </p:cNvPr>
          <p:cNvPicPr>
            <a:picLocks noChangeAspect="1"/>
          </p:cNvPicPr>
          <p:nvPr userDrawn="1"/>
        </p:nvPicPr>
        <p:blipFill rotWithShape="1">
          <a:blip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rcRect b="19802"/>
          <a:stretch/>
        </p:blipFill>
        <p:spPr>
          <a:xfrm>
            <a:off x="8552726" y="80151"/>
            <a:ext cx="542923" cy="548741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216340F-5FF7-4E72-EF46-55D799691B39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0000" b="90000" l="10000" r="90000">
                        <a14:foregroundMark x1="50473" y1="61836" x2="50473" y2="61836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03457" y="1189994"/>
            <a:ext cx="757163" cy="494425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57AEA74-7C2C-0DA8-E0A2-24F895055F7A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9222" b="95101" l="9320" r="91940">
                        <a14:foregroundMark x1="22418" y1="13545" x2="22418" y2="13545"/>
                        <a14:foregroundMark x1="41814" y1="15562" x2="41814" y2="15562"/>
                        <a14:foregroundMark x1="66247" y1="13545" x2="66247" y2="13545"/>
                        <a14:foregroundMark x1="92443" y1="19597" x2="92443" y2="19597"/>
                        <a14:foregroundMark x1="12091" y1="37464" x2="12091" y2="37464"/>
                        <a14:foregroundMark x1="20907" y1="46686" x2="20907" y2="46686"/>
                        <a14:foregroundMark x1="23174" y1="55331" x2="23174" y2="55331"/>
                        <a14:foregroundMark x1="23678" y1="65130" x2="23678" y2="65130"/>
                        <a14:foregroundMark x1="24181" y1="74063" x2="24181" y2="74063"/>
                        <a14:foregroundMark x1="48866" y1="95101" x2="48866" y2="95101"/>
                        <a14:foregroundMark x1="9320" y1="58213" x2="9320" y2="58213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19063" y="116113"/>
            <a:ext cx="686562" cy="600093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0A8E1264-CDBC-7F1A-5298-346C3FAE1C9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BEBA8EAE-BF5A-486C-A8C5-ECC9F3942E4B}">
                <a14:imgProps xmlns:a14="http://schemas.microsoft.com/office/drawing/2010/main">
                  <a14:imgLayer r:embed="rId12">
                    <a14:imgEffect>
                      <a14:backgroundRemoval t="9750" b="94250" l="6107" r="94148">
                        <a14:foregroundMark x1="9415" y1="9750" x2="9415" y2="9750"/>
                        <a14:foregroundMark x1="74300" y1="9750" x2="74300" y2="9750"/>
                        <a14:foregroundMark x1="94148" y1="25500" x2="94148" y2="25500"/>
                        <a14:foregroundMark x1="6361" y1="24750" x2="6361" y2="24750"/>
                        <a14:foregroundMark x1="54198" y1="94250" x2="54198" y2="94250"/>
                        <a14:foregroundMark x1="65140" y1="62500" x2="65140" y2="62500"/>
                        <a14:foregroundMark x1="48092" y1="52500" x2="48092" y2="52500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219144" y="4043941"/>
            <a:ext cx="636365" cy="647700"/>
          </a:xfrm>
          <a:prstGeom prst="rect">
            <a:avLst/>
          </a:pr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F527677F-D477-05F5-E26F-B39192E093E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backgroundRemoval t="9938" b="92857" l="9898" r="89761">
                        <a14:foregroundMark x1="55631" y1="27019" x2="55631" y2="27019"/>
                        <a14:foregroundMark x1="54608" y1="92857" x2="54608" y2="92857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10877033" y="4186245"/>
            <a:ext cx="650036" cy="714374"/>
          </a:xfrm>
          <a:prstGeom prst="rect">
            <a:avLst/>
          </a:prstGeom>
        </p:spPr>
      </p:pic>
      <p:sp>
        <p:nvSpPr>
          <p:cNvPr id="14" name="Rectangle 13">
            <a:extLst>
              <a:ext uri="{FF2B5EF4-FFF2-40B4-BE49-F238E27FC236}">
                <a16:creationId xmlns:a16="http://schemas.microsoft.com/office/drawing/2014/main" id="{46F5D594-167D-574E-D53F-A97A4C86C4A9}"/>
              </a:ext>
            </a:extLst>
          </p:cNvPr>
          <p:cNvSpPr/>
          <p:nvPr userDrawn="1"/>
        </p:nvSpPr>
        <p:spPr>
          <a:xfrm>
            <a:off x="10369265" y="4124325"/>
            <a:ext cx="1665573" cy="2560678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endParaRPr lang="en-GB" dirty="0">
              <a:solidFill>
                <a:schemeClr val="tx1"/>
              </a:solidFill>
              <a:latin typeface="Twinkl Cursive Looped" panose="02000000000000000000" pitchFamily="2" charset="77"/>
            </a:endParaRPr>
          </a:p>
          <a:p>
            <a:pPr algn="ctr"/>
            <a:r>
              <a:rPr lang="en-GB" dirty="0">
                <a:solidFill>
                  <a:schemeClr val="tx1"/>
                </a:solidFill>
                <a:latin typeface="Twinkl Cursive Looped" panose="02000000000000000000" pitchFamily="2" charset="77"/>
              </a:rPr>
              <a:t>C1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Twinkl Cursive Looped" panose="02000000000000000000" pitchFamily="2" charset="77"/>
              </a:rPr>
              <a:t>C2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Twinkl Cursive Looped" panose="02000000000000000000" pitchFamily="2" charset="77"/>
              </a:rPr>
              <a:t>C3</a:t>
            </a:r>
          </a:p>
          <a:p>
            <a:pPr algn="ctr"/>
            <a:r>
              <a:rPr lang="en-GB" dirty="0">
                <a:solidFill>
                  <a:schemeClr val="tx1"/>
                </a:solidFill>
                <a:latin typeface="Twinkl Cursive Looped" panose="02000000000000000000" pitchFamily="2" charset="77"/>
              </a:rPr>
              <a:t>C4</a:t>
            </a:r>
          </a:p>
          <a:p>
            <a:pPr algn="ctr"/>
            <a:endParaRPr lang="en-GB" dirty="0">
              <a:solidFill>
                <a:schemeClr val="tx1"/>
              </a:solidFill>
              <a:latin typeface="Twinkl Cursive Looped" panose="02000000000000000000" pitchFamily="2" charset="77"/>
            </a:endParaRPr>
          </a:p>
        </p:txBody>
      </p: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D01A5177-06AF-F810-E0E6-84D0FEB9472F}"/>
              </a:ext>
            </a:extLst>
          </p:cNvPr>
          <p:cNvCxnSpPr>
            <a:cxnSpLocks/>
          </p:cNvCxnSpPr>
          <p:nvPr userDrawn="1"/>
        </p:nvCxnSpPr>
        <p:spPr>
          <a:xfrm>
            <a:off x="9163050" y="59356"/>
            <a:ext cx="0" cy="3926864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BB9B8822-24AA-42EE-6FF2-4C2D6F2EF4BF}"/>
              </a:ext>
            </a:extLst>
          </p:cNvPr>
          <p:cNvCxnSpPr>
            <a:cxnSpLocks/>
          </p:cNvCxnSpPr>
          <p:nvPr userDrawn="1"/>
        </p:nvCxnSpPr>
        <p:spPr>
          <a:xfrm>
            <a:off x="6095999" y="1728548"/>
            <a:ext cx="6067426" cy="0"/>
          </a:xfrm>
          <a:prstGeom prst="line">
            <a:avLst/>
          </a:prstGeom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7" name="Picture 16">
            <a:extLst>
              <a:ext uri="{FF2B5EF4-FFF2-40B4-BE49-F238E27FC236}">
                <a16:creationId xmlns:a16="http://schemas.microsoft.com/office/drawing/2014/main" id="{7D114824-E0C7-663B-AE08-8C249B8CD8AC}"/>
              </a:ext>
            </a:extLst>
          </p:cNvPr>
          <p:cNvPicPr>
            <a:picLocks noChangeAspect="1"/>
          </p:cNvPicPr>
          <p:nvPr userDrawn="1"/>
        </p:nvPicPr>
        <p:blipFill>
          <a:blip r:embed="rId15">
            <a:extLst>
              <a:ext uri="{BEBA8EAE-BF5A-486C-A8C5-ECC9F3942E4B}">
                <a14:imgProps xmlns:a14="http://schemas.microsoft.com/office/drawing/2010/main">
                  <a14:imgLayer r:embed="rId16">
                    <a14:imgEffect>
                      <a14:backgroundRemoval t="8084" b="92515" l="10000" r="90000">
                        <a14:foregroundMark x1="43429" y1="92814" x2="43429" y2="92814"/>
                        <a14:foregroundMark x1="55714" y1="34731" x2="55714" y2="34731"/>
                        <a14:foregroundMark x1="74571" y1="8084" x2="74571" y2="8084"/>
                      </a14:backgroundRemoval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9255320" y="1772678"/>
            <a:ext cx="502428" cy="479460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137D7A06-02F3-5BA9-9A96-BBC70F5C0DC7}"/>
              </a:ext>
            </a:extLst>
          </p:cNvPr>
          <p:cNvSpPr txBox="1"/>
          <p:nvPr userDrawn="1"/>
        </p:nvSpPr>
        <p:spPr>
          <a:xfrm>
            <a:off x="137435" y="596220"/>
            <a:ext cx="5801268" cy="3293209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pPr>
              <a:lnSpc>
                <a:spcPct val="150000"/>
              </a:lnSpc>
            </a:pPr>
            <a:r>
              <a:rPr lang="en-GB" sz="1600" u="sng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Highlights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1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2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3</a:t>
            </a:r>
          </a:p>
          <a:p>
            <a:pPr>
              <a:lnSpc>
                <a:spcPct val="150000"/>
              </a:lnSpc>
            </a:pPr>
            <a:r>
              <a:rPr lang="en-GB" sz="1600" u="sng" dirty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Things to consider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1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2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3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4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5</a:t>
            </a:r>
          </a:p>
          <a:p>
            <a:pPr marL="285750" indent="-285750">
              <a:buFontTx/>
              <a:buChar char="-"/>
            </a:pPr>
            <a:r>
              <a:rPr lang="en-GB" sz="1600" dirty="0">
                <a:latin typeface="Twinkl Cursive Looped" panose="02000000000000000000" pitchFamily="2" charset="77"/>
                <a:ea typeface="Sassoon Infant Rg" panose="02000503030000020003" pitchFamily="2" charset="0"/>
              </a:rPr>
              <a:t>6</a:t>
            </a:r>
          </a:p>
          <a:p>
            <a:pPr marL="285750" indent="-285750">
              <a:buFontTx/>
              <a:buChar char="-"/>
            </a:pPr>
            <a:endParaRPr lang="en-GB" sz="1600" dirty="0">
              <a:latin typeface="Twinkl Cursive Looped" panose="02000000000000000000" pitchFamily="2" charset="77"/>
              <a:ea typeface="Sassoon Infant Rg" panose="02000503030000020003" pitchFamily="2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D4F54CA-CF03-0BB8-9B2A-B7D1A1E3C7E1}"/>
              </a:ext>
            </a:extLst>
          </p:cNvPr>
          <p:cNvSpPr txBox="1"/>
          <p:nvPr userDrawn="1"/>
        </p:nvSpPr>
        <p:spPr>
          <a:xfrm>
            <a:off x="9737002" y="1845507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Carry on - Finish Learning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8B29B0-5897-0011-B248-6AF927ABCE98}"/>
              </a:ext>
            </a:extLst>
          </p:cNvPr>
          <p:cNvSpPr txBox="1"/>
          <p:nvPr userDrawn="1"/>
        </p:nvSpPr>
        <p:spPr>
          <a:xfrm>
            <a:off x="812999" y="4250959"/>
            <a:ext cx="3153672" cy="307777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400">
                <a:latin typeface="Twinkl Cursive Looped" panose="02000000000000000000" pitchFamily="2" charset="77"/>
                <a:ea typeface="Sassoon Infant Rg" panose="02000503030000020003" pitchFamily="2" charset="0"/>
              </a:rPr>
              <a:t>Deepening my learning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4A54CC-815A-6B44-6E0A-013150B3E215}"/>
              </a:ext>
            </a:extLst>
          </p:cNvPr>
          <p:cNvSpPr txBox="1"/>
          <p:nvPr userDrawn="1"/>
        </p:nvSpPr>
        <p:spPr>
          <a:xfrm>
            <a:off x="6114927" y="1800948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Shared Learning Conversation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E4E348A-F5CF-545B-AB87-E270AA745CDB}"/>
              </a:ext>
            </a:extLst>
          </p:cNvPr>
          <p:cNvSpPr txBox="1"/>
          <p:nvPr userDrawn="1"/>
        </p:nvSpPr>
        <p:spPr>
          <a:xfrm>
            <a:off x="9968496" y="1334292"/>
            <a:ext cx="215364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Small Group with an adult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99C439F-95D3-3BA1-497D-DE0589EC98EA}"/>
              </a:ext>
            </a:extLst>
          </p:cNvPr>
          <p:cNvSpPr txBox="1"/>
          <p:nvPr userDrawn="1"/>
        </p:nvSpPr>
        <p:spPr>
          <a:xfrm>
            <a:off x="6179868" y="114237"/>
            <a:ext cx="1960735" cy="261610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1100" dirty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Showcase Lead Learners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42BF8D9-2730-0458-8DDA-3E7712E1144B}"/>
              </a:ext>
            </a:extLst>
          </p:cNvPr>
          <p:cNvSpPr txBox="1"/>
          <p:nvPr userDrawn="1"/>
        </p:nvSpPr>
        <p:spPr>
          <a:xfrm>
            <a:off x="963617" y="135630"/>
            <a:ext cx="4898270" cy="46166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GB" sz="2400" dirty="0">
                <a:latin typeface="Twinkl Cursive Looped" panose="02000000000000000000" pitchFamily="2" charset="77"/>
                <a:ea typeface="Sassoon Infant Rg" panose="02000503030000020003" pitchFamily="2" charset="0"/>
                <a:cs typeface="Calibri"/>
              </a:rPr>
              <a:t>Whole Class Feedback - Clifton</a:t>
            </a:r>
          </a:p>
        </p:txBody>
      </p:sp>
      <p:grpSp>
        <p:nvGrpSpPr>
          <p:cNvPr id="25" name="Group 24">
            <a:extLst>
              <a:ext uri="{FF2B5EF4-FFF2-40B4-BE49-F238E27FC236}">
                <a16:creationId xmlns:a16="http://schemas.microsoft.com/office/drawing/2014/main" id="{2057FA9C-7A94-AC98-595D-4599A7348737}"/>
              </a:ext>
            </a:extLst>
          </p:cNvPr>
          <p:cNvGrpSpPr/>
          <p:nvPr userDrawn="1"/>
        </p:nvGrpSpPr>
        <p:grpSpPr>
          <a:xfrm>
            <a:off x="8421056" y="1838579"/>
            <a:ext cx="697934" cy="351845"/>
            <a:chOff x="3792251" y="3855257"/>
            <a:chExt cx="834434" cy="514481"/>
          </a:xfrm>
          <a:solidFill>
            <a:srgbClr val="0070C0"/>
          </a:solidFill>
        </p:grpSpPr>
        <p:sp>
          <p:nvSpPr>
            <p:cNvPr id="26" name="Rounded Rectangular Callout 25">
              <a:extLst>
                <a:ext uri="{FF2B5EF4-FFF2-40B4-BE49-F238E27FC236}">
                  <a16:creationId xmlns:a16="http://schemas.microsoft.com/office/drawing/2014/main" id="{10772BFD-2307-461C-6C9B-F3C5CCF8A7BA}"/>
                </a:ext>
              </a:extLst>
            </p:cNvPr>
            <p:cNvSpPr/>
            <p:nvPr/>
          </p:nvSpPr>
          <p:spPr>
            <a:xfrm>
              <a:off x="3792251" y="4063895"/>
              <a:ext cx="542594" cy="305843"/>
            </a:xfrm>
            <a:prstGeom prst="wedgeRoundRectCallout">
              <a:avLst>
                <a:gd name="adj1" fmla="val -30985"/>
                <a:gd name="adj2" fmla="val 84113"/>
                <a:gd name="adj3" fmla="val 16667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sz="1200">
                <a:solidFill>
                  <a:schemeClr val="bg1"/>
                </a:solidFill>
                <a:latin typeface="Twinkl Cursive Looped" panose="02000000000000000000" pitchFamily="2" charset="77"/>
              </a:endParaRPr>
            </a:p>
          </p:txBody>
        </p:sp>
        <p:sp>
          <p:nvSpPr>
            <p:cNvPr id="27" name="Rounded Rectangular Callout 26">
              <a:extLst>
                <a:ext uri="{FF2B5EF4-FFF2-40B4-BE49-F238E27FC236}">
                  <a16:creationId xmlns:a16="http://schemas.microsoft.com/office/drawing/2014/main" id="{CC616CA0-72AE-6D2C-7FE8-C1CCDE34B85F}"/>
                </a:ext>
              </a:extLst>
            </p:cNvPr>
            <p:cNvSpPr/>
            <p:nvPr/>
          </p:nvSpPr>
          <p:spPr>
            <a:xfrm>
              <a:off x="3957795" y="3855257"/>
              <a:ext cx="668890" cy="389052"/>
            </a:xfrm>
            <a:prstGeom prst="wedgeRoundRectCallout">
              <a:avLst>
                <a:gd name="adj1" fmla="val 17745"/>
                <a:gd name="adj2" fmla="val 73307"/>
                <a:gd name="adj3" fmla="val 16667"/>
              </a:avLst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sz="1200">
                  <a:solidFill>
                    <a:schemeClr val="bg1"/>
                  </a:solidFill>
                  <a:latin typeface="Twinkl Cursive Looped" panose="02000000000000000000" pitchFamily="2" charset="77"/>
                </a:rPr>
                <a:t>SLC</a:t>
              </a:r>
            </a:p>
          </p:txBody>
        </p:sp>
      </p:grpSp>
      <p:sp>
        <p:nvSpPr>
          <p:cNvPr id="28" name="TextBox 27">
            <a:extLst>
              <a:ext uri="{FF2B5EF4-FFF2-40B4-BE49-F238E27FC236}">
                <a16:creationId xmlns:a16="http://schemas.microsoft.com/office/drawing/2014/main" id="{77965CCB-D4FB-4CB2-DE16-F91D0918D606}"/>
              </a:ext>
            </a:extLst>
          </p:cNvPr>
          <p:cNvSpPr txBox="1"/>
          <p:nvPr userDrawn="1"/>
        </p:nvSpPr>
        <p:spPr>
          <a:xfrm>
            <a:off x="6247652" y="2213512"/>
            <a:ext cx="114807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winkl Cursive Looped" panose="02000000000000000000" pitchFamily="2" charset="77"/>
              </a:rPr>
              <a:t>C1 - </a:t>
            </a:r>
            <a:r>
              <a:rPr lang="en-GB" sz="1050" dirty="0">
                <a:latin typeface="Twinkl Cursive Looped" panose="02000000000000000000" pitchFamily="2" charset="77"/>
              </a:rPr>
              <a:t>REASON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98BA9EF0-7607-BC09-7C67-6C63CBBE2F0C}"/>
              </a:ext>
            </a:extLst>
          </p:cNvPr>
          <p:cNvSpPr txBox="1"/>
          <p:nvPr userDrawn="1"/>
        </p:nvSpPr>
        <p:spPr>
          <a:xfrm>
            <a:off x="6739992" y="2645015"/>
            <a:ext cx="11849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>
                <a:latin typeface="Twinkl Cursive Looped" panose="02000000000000000000" pitchFamily="2" charset="77"/>
              </a:rPr>
              <a:t>C2 - </a:t>
            </a:r>
            <a:r>
              <a:rPr lang="en-GB" sz="1050" dirty="0">
                <a:latin typeface="Twinkl Cursive Looped" panose="02000000000000000000" pitchFamily="2" charset="77"/>
              </a:rPr>
              <a:t>REASON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0FD351-E411-45F2-6809-A667969437FD}"/>
              </a:ext>
            </a:extLst>
          </p:cNvPr>
          <p:cNvSpPr txBox="1"/>
          <p:nvPr userDrawn="1"/>
        </p:nvSpPr>
        <p:spPr>
          <a:xfrm>
            <a:off x="9342644" y="2360254"/>
            <a:ext cx="740908" cy="175432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C1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C3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C4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C5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7E709B3-00C9-F775-733E-79312D1D0439}"/>
              </a:ext>
            </a:extLst>
          </p:cNvPr>
          <p:cNvSpPr txBox="1"/>
          <p:nvPr userDrawn="1"/>
        </p:nvSpPr>
        <p:spPr>
          <a:xfrm>
            <a:off x="6248484" y="346364"/>
            <a:ext cx="2461076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GB" dirty="0">
                <a:latin typeface="Twinkl Cursive Looped" panose="02000000000000000000" pitchFamily="2" charset="77"/>
              </a:rPr>
              <a:t>c1 </a:t>
            </a:r>
            <a:r>
              <a:rPr lang="en-GB" sz="1100" dirty="0">
                <a:latin typeface="Twinkl Cursive Looped" panose="02000000000000000000" pitchFamily="2" charset="77"/>
              </a:rPr>
              <a:t>– independence and clarity</a:t>
            </a:r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dirty="0">
                <a:latin typeface="Twinkl Cursive Looped" panose="02000000000000000000" pitchFamily="2" charset="77"/>
              </a:rPr>
              <a:t>c2 </a:t>
            </a:r>
            <a:r>
              <a:rPr lang="en-GB" sz="1200" dirty="0">
                <a:latin typeface="Twinkl Cursive Looped" panose="02000000000000000000" pitchFamily="2" charset="77"/>
              </a:rPr>
              <a:t>- extensive</a:t>
            </a:r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dirty="0">
                <a:latin typeface="Twinkl Cursive Looped" panose="02000000000000000000" pitchFamily="2" charset="77"/>
              </a:rPr>
              <a:t>c3 </a:t>
            </a:r>
            <a:r>
              <a:rPr lang="en-GB" sz="1200" dirty="0">
                <a:latin typeface="Twinkl Cursive Looped" panose="02000000000000000000" pitchFamily="2" charset="77"/>
              </a:rPr>
              <a:t>– clear and precise</a:t>
            </a:r>
          </a:p>
          <a:p>
            <a:pPr algn="l"/>
            <a:r>
              <a:rPr lang="en-GB" dirty="0">
                <a:latin typeface="Twinkl Cursive Looped" panose="02000000000000000000" pitchFamily="2" charset="77"/>
              </a:rPr>
              <a:t>C4+</a:t>
            </a:r>
            <a:r>
              <a:rPr lang="en-GB" sz="1200" dirty="0">
                <a:latin typeface="Twinkl Cursive Looped" panose="02000000000000000000" pitchFamily="2" charset="77"/>
              </a:rPr>
              <a:t> - </a:t>
            </a:r>
            <a:endParaRPr lang="en-GB" dirty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C6C8752-7FD0-4951-F797-810215B4E483}"/>
              </a:ext>
            </a:extLst>
          </p:cNvPr>
          <p:cNvSpPr txBox="1"/>
          <p:nvPr userDrawn="1"/>
        </p:nvSpPr>
        <p:spPr>
          <a:xfrm>
            <a:off x="9247210" y="86176"/>
            <a:ext cx="744114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C1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C2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C3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C4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1B2CB33-8411-9938-FB7C-43FB6FB407A2}"/>
              </a:ext>
            </a:extLst>
          </p:cNvPr>
          <p:cNvSpPr txBox="1"/>
          <p:nvPr userDrawn="1"/>
        </p:nvSpPr>
        <p:spPr>
          <a:xfrm>
            <a:off x="262353" y="5103084"/>
            <a:ext cx="998929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sz="1600" dirty="0">
                <a:latin typeface="Twinkl Cursive Looped" panose="02000000000000000000" pitchFamily="2" charset="77"/>
              </a:rPr>
              <a:t>comment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B6D9E31-34A7-37D9-C8C1-2097A3ACEBCC}"/>
              </a:ext>
            </a:extLst>
          </p:cNvPr>
          <p:cNvSpPr txBox="1"/>
          <p:nvPr userDrawn="1"/>
        </p:nvSpPr>
        <p:spPr>
          <a:xfrm>
            <a:off x="262353" y="4670440"/>
            <a:ext cx="181492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2400" b="1" dirty="0">
                <a:latin typeface="Twinkl Cursive Looped" panose="02000000000000000000" pitchFamily="2" charset="77"/>
              </a:rPr>
              <a:t>Title / focus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9F1BFB-19C3-CE0B-E9B1-5AB81CFE3885}"/>
              </a:ext>
            </a:extLst>
          </p:cNvPr>
          <p:cNvSpPr txBox="1"/>
          <p:nvPr userDrawn="1"/>
        </p:nvSpPr>
        <p:spPr>
          <a:xfrm>
            <a:off x="10755004" y="130882"/>
            <a:ext cx="74571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C5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C6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C7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dirty="0">
                <a:latin typeface="Twinkl Cursive Looped" panose="02000000000000000000" pitchFamily="2" charset="77"/>
              </a:rPr>
              <a:t>C8</a:t>
            </a:r>
          </a:p>
        </p:txBody>
      </p:sp>
      <p:grpSp>
        <p:nvGrpSpPr>
          <p:cNvPr id="44" name="Group 43">
            <a:extLst>
              <a:ext uri="{FF2B5EF4-FFF2-40B4-BE49-F238E27FC236}">
                <a16:creationId xmlns:a16="http://schemas.microsoft.com/office/drawing/2014/main" id="{FE39F8A3-4AFD-3D1A-9A0F-EA8EC86B15C6}"/>
              </a:ext>
            </a:extLst>
          </p:cNvPr>
          <p:cNvGrpSpPr/>
          <p:nvPr userDrawn="1"/>
        </p:nvGrpSpPr>
        <p:grpSpPr>
          <a:xfrm>
            <a:off x="5037801" y="3013901"/>
            <a:ext cx="2114482" cy="2089183"/>
            <a:chOff x="5037801" y="3013901"/>
            <a:chExt cx="2114482" cy="2089183"/>
          </a:xfrm>
        </p:grpSpPr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0496EBF2-D38B-890E-A9A7-4A7AB1A1864A}"/>
                </a:ext>
              </a:extLst>
            </p:cNvPr>
            <p:cNvCxnSpPr>
              <a:cxnSpLocks/>
            </p:cNvCxnSpPr>
            <p:nvPr userDrawn="1"/>
          </p:nvCxnSpPr>
          <p:spPr>
            <a:xfrm>
              <a:off x="6096696" y="3106859"/>
              <a:ext cx="0" cy="253804"/>
            </a:xfrm>
            <a:prstGeom prst="line">
              <a:avLst/>
            </a:prstGeom>
            <a:ln w="28575">
              <a:solidFill>
                <a:srgbClr val="0070C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ED15A9B5-E121-67DC-BF50-808F3C039A79}"/>
                </a:ext>
              </a:extLst>
            </p:cNvPr>
            <p:cNvSpPr txBox="1"/>
            <p:nvPr userDrawn="1"/>
          </p:nvSpPr>
          <p:spPr>
            <a:xfrm rot="16200000">
              <a:off x="5060303" y="3011105"/>
              <a:ext cx="2069477" cy="2114482"/>
            </a:xfrm>
            <a:prstGeom prst="rect">
              <a:avLst/>
            </a:prstGeom>
            <a:noFill/>
          </p:spPr>
          <p:txBody>
            <a:bodyPr wrap="square" rtlCol="0">
              <a:prstTxWarp prst="textCircle">
                <a:avLst>
                  <a:gd name="adj" fmla="val 11094218"/>
                </a:avLst>
              </a:prstTxWarp>
              <a:spAutoFit/>
            </a:bodyPr>
            <a:lstStyle/>
            <a:p>
              <a:pPr algn="ctr"/>
              <a:r>
                <a:rPr lang="en-GB" sz="2000" dirty="0"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Being a Writer</a:t>
              </a:r>
            </a:p>
          </p:txBody>
        </p:sp>
        <p:pic>
          <p:nvPicPr>
            <p:cNvPr id="33" name="Picture 32">
              <a:extLst>
                <a:ext uri="{FF2B5EF4-FFF2-40B4-BE49-F238E27FC236}">
                  <a16:creationId xmlns:a16="http://schemas.microsoft.com/office/drawing/2014/main" id="{F7657F09-B3D2-D661-55DC-CD4A4ECFF8F3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1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627" b="627"/>
            <a:stretch/>
          </p:blipFill>
          <p:spPr>
            <a:xfrm>
              <a:off x="5476666" y="3290982"/>
              <a:ext cx="1267574" cy="1254241"/>
            </a:xfrm>
            <a:prstGeom prst="ellipse">
              <a:avLst/>
            </a:prstGeom>
            <a:ln w="38100">
              <a:solidFill>
                <a:srgbClr val="0070C0"/>
              </a:solidFill>
            </a:ln>
          </p:spPr>
        </p:pic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16D50577-EBF0-6F73-BEB8-5040302C5B3E}"/>
                </a:ext>
              </a:extLst>
            </p:cNvPr>
            <p:cNvSpPr/>
            <p:nvPr userDrawn="1"/>
          </p:nvSpPr>
          <p:spPr>
            <a:xfrm>
              <a:off x="5229425" y="3013901"/>
              <a:ext cx="1855214" cy="1847848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prstTxWarp prst="textArchDown">
                <a:avLst>
                  <a:gd name="adj" fmla="val 18174041"/>
                </a:avLst>
              </a:prstTxWarp>
              <a:spAutoFit/>
            </a:bodyPr>
            <a:lstStyle/>
            <a:p>
              <a:pPr algn="ctr"/>
              <a:r>
                <a:rPr lang="en-GB" sz="2000" dirty="0">
                  <a:ln w="22225">
                    <a:noFill/>
                    <a:prstDash val="solid"/>
                  </a:ln>
                  <a:latin typeface="Twinkl Cursive Looped" panose="02000000000000000000" pitchFamily="2" charset="77"/>
                  <a:ea typeface="Sassoon Infant Rg" panose="02000503030000020003" pitchFamily="2" charset="0"/>
                </a:rPr>
                <a:t>feedforward</a:t>
              </a:r>
              <a:endParaRPr lang="en-GB" sz="2000" cap="none" spc="0" dirty="0">
                <a:ln w="22225">
                  <a:noFill/>
                  <a:prstDash val="solid"/>
                </a:ln>
                <a:latin typeface="Twinkl Cursive Looped" panose="02000000000000000000" pitchFamily="2" charset="77"/>
                <a:ea typeface="Sassoon Infant Rg" panose="02000503030000020003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24035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/>
      <p:bldP spid="28" grpId="0"/>
      <p:bldP spid="29" grpId="0"/>
      <p:bldP spid="34" grpId="0"/>
      <p:bldP spid="35" grpId="0"/>
      <p:bldP spid="36" grpId="0"/>
      <p:bldP spid="37" grpId="0"/>
      <p:bldP spid="38" grpId="0"/>
      <p:bldP spid="39" grpId="0"/>
    </p:bldLst>
  </p:timing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DF420A20-0427-FEBB-94F6-C4193F5D67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73834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8727FA49-916F-6379-73AB-F81F90D63BB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34334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6" name="Picture 5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9564ED98-CA10-B61B-2B62-474EE796BA4D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9473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Media Placeholder 8">
            <a:extLst>
              <a:ext uri="{FF2B5EF4-FFF2-40B4-BE49-F238E27FC236}">
                <a16:creationId xmlns:a16="http://schemas.microsoft.com/office/drawing/2014/main" id="{1361E347-BFE1-3BD6-915A-0227733C990F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36411824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F58A97-A842-41C0-0520-7D688F4F48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77A11D-219E-C3C1-CBA7-FD607AA7598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6724A70-FA1A-835D-6CCB-D562CB97C3A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Media Placeholder 8">
            <a:extLst>
              <a:ext uri="{FF2B5EF4-FFF2-40B4-BE49-F238E27FC236}">
                <a16:creationId xmlns:a16="http://schemas.microsoft.com/office/drawing/2014/main" id="{8F50310E-7BA1-9A8E-BBEB-0804AE31E89C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41093833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1BAA2-823E-F1D3-28F6-5DB0798CD6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AE0B2E-9D5E-F3ED-F220-8D8FC0519F6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89DABA0-4A48-1735-F3DC-EA381ECA332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321D479-9003-7BC3-1543-513E17B6900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0" i="0">
                <a:latin typeface="Twinkl Cursive Looped" panose="02000000000000000000" pitchFamily="2" charset="7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D8DB2E2-87B6-D88F-696B-1A9F6E08867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Media Placeholder 8">
            <a:extLst>
              <a:ext uri="{FF2B5EF4-FFF2-40B4-BE49-F238E27FC236}">
                <a16:creationId xmlns:a16="http://schemas.microsoft.com/office/drawing/2014/main" id="{83D33253-FAD9-229A-7D6D-8174F454C038}"/>
              </a:ext>
            </a:extLst>
          </p:cNvPr>
          <p:cNvSpPr>
            <a:spLocks noGrp="1"/>
          </p:cNvSpPr>
          <p:nvPr>
            <p:ph type="media" sz="quarter" idx="15"/>
          </p:nvPr>
        </p:nvSpPr>
        <p:spPr>
          <a:xfrm>
            <a:off x="10607675" y="6289675"/>
            <a:ext cx="1484313" cy="444500"/>
          </a:xfrm>
        </p:spPr>
        <p:txBody>
          <a:bodyPr/>
          <a:lstStyle/>
          <a:p>
            <a:r>
              <a:rPr lang="en-GB"/>
              <a:t>Click icon to add media</a:t>
            </a:r>
          </a:p>
        </p:txBody>
      </p:sp>
    </p:spTree>
    <p:extLst>
      <p:ext uri="{BB962C8B-B14F-4D97-AF65-F5344CB8AC3E}">
        <p14:creationId xmlns:p14="http://schemas.microsoft.com/office/powerpoint/2010/main" val="274523973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earning review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FAA6228-F73F-D8B9-5F48-E86C9594E068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b="1534"/>
          <a:stretch>
            <a:fillRect/>
          </a:stretch>
        </p:blipFill>
        <p:spPr>
          <a:xfrm>
            <a:off x="10708779" y="202937"/>
            <a:ext cx="1325616" cy="1617660"/>
          </a:xfrm>
          <a:prstGeom prst="rect">
            <a:avLst/>
          </a:prstGeom>
        </p:spPr>
      </p:pic>
      <p:pic>
        <p:nvPicPr>
          <p:cNvPr id="11" name="Google Shape;65;p1">
            <a:extLst>
              <a:ext uri="{FF2B5EF4-FFF2-40B4-BE49-F238E27FC236}">
                <a16:creationId xmlns:a16="http://schemas.microsoft.com/office/drawing/2014/main" id="{C1305342-075C-F937-30CC-E0CD0D80B05E}"/>
              </a:ext>
            </a:extLst>
          </p:cNvPr>
          <p:cNvPicPr preferRelativeResize="0"/>
          <p:nvPr userDrawn="1"/>
        </p:nvPicPr>
        <p:blipFill rotWithShape="1">
          <a:blip r:embed="rId3">
            <a:alphaModFix/>
          </a:blip>
          <a:srcRect/>
          <a:stretch/>
        </p:blipFill>
        <p:spPr>
          <a:xfrm>
            <a:off x="5665456" y="456723"/>
            <a:ext cx="1185106" cy="1185095"/>
          </a:xfrm>
          <a:prstGeom prst="rect">
            <a:avLst/>
          </a:prstGeom>
          <a:noFill/>
          <a:ln w="0"/>
        </p:spPr>
      </p:pic>
      <p:pic>
        <p:nvPicPr>
          <p:cNvPr id="12" name="Google Shape;66;p1">
            <a:extLst>
              <a:ext uri="{FF2B5EF4-FFF2-40B4-BE49-F238E27FC236}">
                <a16:creationId xmlns:a16="http://schemas.microsoft.com/office/drawing/2014/main" id="{3D5E20BE-10F0-E16B-7773-CCC0A5A3061D}"/>
              </a:ext>
            </a:extLst>
          </p:cNvPr>
          <p:cNvPicPr preferRelativeResize="0"/>
          <p:nvPr userDrawn="1"/>
        </p:nvPicPr>
        <p:blipFill rotWithShape="1">
          <a:blip r:embed="rId4">
            <a:alphaModFix/>
          </a:blip>
          <a:srcRect/>
          <a:stretch/>
        </p:blipFill>
        <p:spPr>
          <a:xfrm>
            <a:off x="8134998" y="510203"/>
            <a:ext cx="1185106" cy="1185095"/>
          </a:xfrm>
          <a:prstGeom prst="rect">
            <a:avLst/>
          </a:prstGeom>
          <a:noFill/>
          <a:ln w="0"/>
        </p:spPr>
      </p:pic>
      <p:grpSp>
        <p:nvGrpSpPr>
          <p:cNvPr id="13" name="Group 12">
            <a:extLst>
              <a:ext uri="{FF2B5EF4-FFF2-40B4-BE49-F238E27FC236}">
                <a16:creationId xmlns:a16="http://schemas.microsoft.com/office/drawing/2014/main" id="{172507BF-32F6-6592-B6C4-69F3D3CF5131}"/>
              </a:ext>
            </a:extLst>
          </p:cNvPr>
          <p:cNvGrpSpPr/>
          <p:nvPr userDrawn="1"/>
        </p:nvGrpSpPr>
        <p:grpSpPr>
          <a:xfrm>
            <a:off x="6881879" y="457773"/>
            <a:ext cx="1185106" cy="1185106"/>
            <a:chOff x="4333587" y="1203131"/>
            <a:chExt cx="1185106" cy="1185106"/>
          </a:xfrm>
        </p:grpSpPr>
        <p:sp>
          <p:nvSpPr>
            <p:cNvPr id="14" name="Google Shape;68;p1">
              <a:extLst>
                <a:ext uri="{FF2B5EF4-FFF2-40B4-BE49-F238E27FC236}">
                  <a16:creationId xmlns:a16="http://schemas.microsoft.com/office/drawing/2014/main" id="{37048448-9EFC-2D14-6C23-92AD1D5CD2C8}"/>
                </a:ext>
              </a:extLst>
            </p:cNvPr>
            <p:cNvSpPr/>
            <p:nvPr/>
          </p:nvSpPr>
          <p:spPr>
            <a:xfrm>
              <a:off x="4333587" y="1203131"/>
              <a:ext cx="1185106" cy="1185106"/>
            </a:xfrm>
            <a:custGeom>
              <a:avLst/>
              <a:gdLst/>
              <a:ahLst/>
              <a:cxnLst/>
              <a:rect l="l" t="t" r="r" b="b"/>
              <a:pathLst>
                <a:path w="1293495" h="1293495" extrusionOk="0">
                  <a:moveTo>
                    <a:pt x="646747" y="0"/>
                  </a:moveTo>
                  <a:lnTo>
                    <a:pt x="598480" y="1773"/>
                  </a:lnTo>
                  <a:lnTo>
                    <a:pt x="551176" y="7012"/>
                  </a:lnTo>
                  <a:lnTo>
                    <a:pt x="504960" y="15590"/>
                  </a:lnTo>
                  <a:lnTo>
                    <a:pt x="459958" y="27382"/>
                  </a:lnTo>
                  <a:lnTo>
                    <a:pt x="416295" y="42264"/>
                  </a:lnTo>
                  <a:lnTo>
                    <a:pt x="374095" y="60110"/>
                  </a:lnTo>
                  <a:lnTo>
                    <a:pt x="333484" y="80795"/>
                  </a:lnTo>
                  <a:lnTo>
                    <a:pt x="294587" y="104194"/>
                  </a:lnTo>
                  <a:lnTo>
                    <a:pt x="257528" y="130183"/>
                  </a:lnTo>
                  <a:lnTo>
                    <a:pt x="222434" y="158635"/>
                  </a:lnTo>
                  <a:lnTo>
                    <a:pt x="189428" y="189426"/>
                  </a:lnTo>
                  <a:lnTo>
                    <a:pt x="158636" y="222432"/>
                  </a:lnTo>
                  <a:lnTo>
                    <a:pt x="130183" y="257526"/>
                  </a:lnTo>
                  <a:lnTo>
                    <a:pt x="104195" y="294584"/>
                  </a:lnTo>
                  <a:lnTo>
                    <a:pt x="80795" y="333480"/>
                  </a:lnTo>
                  <a:lnTo>
                    <a:pt x="60110" y="374090"/>
                  </a:lnTo>
                  <a:lnTo>
                    <a:pt x="42264" y="416289"/>
                  </a:lnTo>
                  <a:lnTo>
                    <a:pt x="27382" y="459951"/>
                  </a:lnTo>
                  <a:lnTo>
                    <a:pt x="15590" y="504952"/>
                  </a:lnTo>
                  <a:lnTo>
                    <a:pt x="7012" y="551166"/>
                  </a:lnTo>
                  <a:lnTo>
                    <a:pt x="1773" y="598469"/>
                  </a:lnTo>
                  <a:lnTo>
                    <a:pt x="0" y="646734"/>
                  </a:lnTo>
                  <a:lnTo>
                    <a:pt x="1773" y="695002"/>
                  </a:lnTo>
                  <a:lnTo>
                    <a:pt x="7012" y="742306"/>
                  </a:lnTo>
                  <a:lnTo>
                    <a:pt x="15590" y="788521"/>
                  </a:lnTo>
                  <a:lnTo>
                    <a:pt x="27382" y="833523"/>
                  </a:lnTo>
                  <a:lnTo>
                    <a:pt x="42264" y="877186"/>
                  </a:lnTo>
                  <a:lnTo>
                    <a:pt x="60110" y="919386"/>
                  </a:lnTo>
                  <a:lnTo>
                    <a:pt x="80795" y="959997"/>
                  </a:lnTo>
                  <a:lnTo>
                    <a:pt x="104195" y="998895"/>
                  </a:lnTo>
                  <a:lnTo>
                    <a:pt x="130183" y="1035953"/>
                  </a:lnTo>
                  <a:lnTo>
                    <a:pt x="158636" y="1071048"/>
                  </a:lnTo>
                  <a:lnTo>
                    <a:pt x="189428" y="1104053"/>
                  </a:lnTo>
                  <a:lnTo>
                    <a:pt x="222434" y="1134845"/>
                  </a:lnTo>
                  <a:lnTo>
                    <a:pt x="257528" y="1163298"/>
                  </a:lnTo>
                  <a:lnTo>
                    <a:pt x="294587" y="1189286"/>
                  </a:lnTo>
                  <a:lnTo>
                    <a:pt x="333484" y="1212686"/>
                  </a:lnTo>
                  <a:lnTo>
                    <a:pt x="374095" y="1233371"/>
                  </a:lnTo>
                  <a:lnTo>
                    <a:pt x="416295" y="1251217"/>
                  </a:lnTo>
                  <a:lnTo>
                    <a:pt x="459958" y="1266099"/>
                  </a:lnTo>
                  <a:lnTo>
                    <a:pt x="504960" y="1277891"/>
                  </a:lnTo>
                  <a:lnTo>
                    <a:pt x="551176" y="1286469"/>
                  </a:lnTo>
                  <a:lnTo>
                    <a:pt x="598480" y="1291708"/>
                  </a:lnTo>
                  <a:lnTo>
                    <a:pt x="646747" y="1293482"/>
                  </a:lnTo>
                  <a:lnTo>
                    <a:pt x="695014" y="1291708"/>
                  </a:lnTo>
                  <a:lnTo>
                    <a:pt x="742318" y="1286469"/>
                  </a:lnTo>
                  <a:lnTo>
                    <a:pt x="788534" y="1277891"/>
                  </a:lnTo>
                  <a:lnTo>
                    <a:pt x="833536" y="1266099"/>
                  </a:lnTo>
                  <a:lnTo>
                    <a:pt x="877199" y="1251217"/>
                  </a:lnTo>
                  <a:lnTo>
                    <a:pt x="919399" y="1233371"/>
                  </a:lnTo>
                  <a:lnTo>
                    <a:pt x="960010" y="1212686"/>
                  </a:lnTo>
                  <a:lnTo>
                    <a:pt x="998907" y="1189286"/>
                  </a:lnTo>
                  <a:lnTo>
                    <a:pt x="1035966" y="1163298"/>
                  </a:lnTo>
                  <a:lnTo>
                    <a:pt x="1071060" y="1134845"/>
                  </a:lnTo>
                  <a:lnTo>
                    <a:pt x="1104066" y="1104053"/>
                  </a:lnTo>
                  <a:lnTo>
                    <a:pt x="1134858" y="1071048"/>
                  </a:lnTo>
                  <a:lnTo>
                    <a:pt x="1163311" y="1035953"/>
                  </a:lnTo>
                  <a:lnTo>
                    <a:pt x="1189299" y="998895"/>
                  </a:lnTo>
                  <a:lnTo>
                    <a:pt x="1212699" y="959997"/>
                  </a:lnTo>
                  <a:lnTo>
                    <a:pt x="1233384" y="919386"/>
                  </a:lnTo>
                  <a:lnTo>
                    <a:pt x="1251230" y="877186"/>
                  </a:lnTo>
                  <a:lnTo>
                    <a:pt x="1266112" y="833523"/>
                  </a:lnTo>
                  <a:lnTo>
                    <a:pt x="1277904" y="788521"/>
                  </a:lnTo>
                  <a:lnTo>
                    <a:pt x="1286482" y="742306"/>
                  </a:lnTo>
                  <a:lnTo>
                    <a:pt x="1291721" y="695002"/>
                  </a:lnTo>
                  <a:lnTo>
                    <a:pt x="1293495" y="646734"/>
                  </a:lnTo>
                  <a:lnTo>
                    <a:pt x="1291721" y="598469"/>
                  </a:lnTo>
                  <a:lnTo>
                    <a:pt x="1286482" y="551166"/>
                  </a:lnTo>
                  <a:lnTo>
                    <a:pt x="1277904" y="504952"/>
                  </a:lnTo>
                  <a:lnTo>
                    <a:pt x="1266112" y="459951"/>
                  </a:lnTo>
                  <a:lnTo>
                    <a:pt x="1251230" y="416289"/>
                  </a:lnTo>
                  <a:lnTo>
                    <a:pt x="1233384" y="374090"/>
                  </a:lnTo>
                  <a:lnTo>
                    <a:pt x="1212699" y="333480"/>
                  </a:lnTo>
                  <a:lnTo>
                    <a:pt x="1189299" y="294584"/>
                  </a:lnTo>
                  <a:lnTo>
                    <a:pt x="1163311" y="257526"/>
                  </a:lnTo>
                  <a:lnTo>
                    <a:pt x="1134858" y="222432"/>
                  </a:lnTo>
                  <a:lnTo>
                    <a:pt x="1104066" y="189426"/>
                  </a:lnTo>
                  <a:lnTo>
                    <a:pt x="1071060" y="158635"/>
                  </a:lnTo>
                  <a:lnTo>
                    <a:pt x="1035966" y="130183"/>
                  </a:lnTo>
                  <a:lnTo>
                    <a:pt x="998907" y="104194"/>
                  </a:lnTo>
                  <a:lnTo>
                    <a:pt x="960010" y="80795"/>
                  </a:lnTo>
                  <a:lnTo>
                    <a:pt x="919399" y="60110"/>
                  </a:lnTo>
                  <a:lnTo>
                    <a:pt x="877199" y="42264"/>
                  </a:lnTo>
                  <a:lnTo>
                    <a:pt x="833536" y="27382"/>
                  </a:lnTo>
                  <a:lnTo>
                    <a:pt x="788534" y="15590"/>
                  </a:lnTo>
                  <a:lnTo>
                    <a:pt x="742318" y="7012"/>
                  </a:lnTo>
                  <a:lnTo>
                    <a:pt x="695014" y="1773"/>
                  </a:lnTo>
                  <a:lnTo>
                    <a:pt x="646747" y="0"/>
                  </a:lnTo>
                  <a:close/>
                </a:path>
              </a:pathLst>
            </a:custGeom>
            <a:solidFill>
              <a:srgbClr val="F4D4E1"/>
            </a:solidFill>
            <a:ln w="0"/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5" name="Google Shape;69;p1">
              <a:extLst>
                <a:ext uri="{FF2B5EF4-FFF2-40B4-BE49-F238E27FC236}">
                  <a16:creationId xmlns:a16="http://schemas.microsoft.com/office/drawing/2014/main" id="{020A840D-F809-D687-56E7-2BE6D30B9EEA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73353" y="0"/>
                  </a:move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lnTo>
                    <a:pt x="304163" y="567895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94156" y="7163"/>
                  </a:lnTo>
                  <a:lnTo>
                    <a:pt x="73353" y="0"/>
                  </a:lnTo>
                  <a:close/>
                </a:path>
              </a:pathLst>
            </a:custGeom>
            <a:solidFill>
              <a:srgbClr val="97593E"/>
            </a:solidFill>
            <a:ln w="0"/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6" name="Google Shape;70;p1">
              <a:extLst>
                <a:ext uri="{FF2B5EF4-FFF2-40B4-BE49-F238E27FC236}">
                  <a16:creationId xmlns:a16="http://schemas.microsoft.com/office/drawing/2014/main" id="{B3554F48-57C1-9A8D-EFC8-B54CC79A6BED}"/>
                </a:ext>
              </a:extLst>
            </p:cNvPr>
            <p:cNvSpPr/>
            <p:nvPr/>
          </p:nvSpPr>
          <p:spPr>
            <a:xfrm>
              <a:off x="4592858" y="1481623"/>
              <a:ext cx="281005" cy="702802"/>
            </a:xfrm>
            <a:custGeom>
              <a:avLst/>
              <a:gdLst/>
              <a:ahLst/>
              <a:cxnLst/>
              <a:rect l="l" t="t" r="r" b="b"/>
              <a:pathLst>
                <a:path w="306704" h="767080" extrusionOk="0">
                  <a:moveTo>
                    <a:pt x="306373" y="594029"/>
                  </a:moveTo>
                  <a:lnTo>
                    <a:pt x="298152" y="531321"/>
                  </a:lnTo>
                  <a:lnTo>
                    <a:pt x="288735" y="486290"/>
                  </a:lnTo>
                  <a:lnTo>
                    <a:pt x="276306" y="434786"/>
                  </a:lnTo>
                  <a:lnTo>
                    <a:pt x="261262" y="378791"/>
                  </a:lnTo>
                  <a:lnTo>
                    <a:pt x="243996" y="320288"/>
                  </a:lnTo>
                  <a:lnTo>
                    <a:pt x="224905" y="261262"/>
                  </a:lnTo>
                  <a:lnTo>
                    <a:pt x="204384" y="203695"/>
                  </a:lnTo>
                  <a:lnTo>
                    <a:pt x="182828" y="149571"/>
                  </a:lnTo>
                  <a:lnTo>
                    <a:pt x="160632" y="100872"/>
                  </a:lnTo>
                  <a:lnTo>
                    <a:pt x="138191" y="59583"/>
                  </a:lnTo>
                  <a:lnTo>
                    <a:pt x="115901" y="27685"/>
                  </a:lnTo>
                  <a:lnTo>
                    <a:pt x="73353" y="0"/>
                  </a:lnTo>
                  <a:lnTo>
                    <a:pt x="55849" y="5107"/>
                  </a:lnTo>
                  <a:lnTo>
                    <a:pt x="34790" y="42279"/>
                  </a:lnTo>
                  <a:lnTo>
                    <a:pt x="27369" y="109547"/>
                  </a:lnTo>
                  <a:lnTo>
                    <a:pt x="26913" y="152277"/>
                  </a:lnTo>
                  <a:lnTo>
                    <a:pt x="27635" y="199901"/>
                  </a:lnTo>
                  <a:lnTo>
                    <a:pt x="28789" y="251543"/>
                  </a:lnTo>
                  <a:lnTo>
                    <a:pt x="29633" y="306326"/>
                  </a:lnTo>
                  <a:lnTo>
                    <a:pt x="29422" y="363374"/>
                  </a:lnTo>
                  <a:lnTo>
                    <a:pt x="27412" y="421811"/>
                  </a:lnTo>
                  <a:lnTo>
                    <a:pt x="22859" y="480759"/>
                  </a:lnTo>
                  <a:lnTo>
                    <a:pt x="15019" y="539342"/>
                  </a:lnTo>
                  <a:lnTo>
                    <a:pt x="3147" y="596684"/>
                  </a:lnTo>
                  <a:lnTo>
                    <a:pt x="0" y="641029"/>
                  </a:lnTo>
                  <a:lnTo>
                    <a:pt x="11725" y="681478"/>
                  </a:lnTo>
                  <a:lnTo>
                    <a:pt x="35767" y="716140"/>
                  </a:lnTo>
                  <a:lnTo>
                    <a:pt x="69572" y="743122"/>
                  </a:lnTo>
                  <a:lnTo>
                    <a:pt x="110584" y="760534"/>
                  </a:lnTo>
                  <a:lnTo>
                    <a:pt x="156246" y="766483"/>
                  </a:lnTo>
                  <a:lnTo>
                    <a:pt x="200157" y="759985"/>
                  </a:lnTo>
                  <a:lnTo>
                    <a:pt x="237250" y="742409"/>
                  </a:lnTo>
                  <a:lnTo>
                    <a:pt x="266971" y="715389"/>
                  </a:lnTo>
                  <a:lnTo>
                    <a:pt x="288767" y="680562"/>
                  </a:lnTo>
                  <a:lnTo>
                    <a:pt x="302085" y="639563"/>
                  </a:lnTo>
                  <a:lnTo>
                    <a:pt x="306373" y="594029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7" name="Google Shape;71;p1">
              <a:extLst>
                <a:ext uri="{FF2B5EF4-FFF2-40B4-BE49-F238E27FC236}">
                  <a16:creationId xmlns:a16="http://schemas.microsoft.com/office/drawing/2014/main" id="{A9ECB43F-B5AE-649D-D177-F7C7A4085F09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218759" y="0"/>
                  </a:move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32310" y="605420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379" y="400565"/>
                  </a:lnTo>
                  <a:lnTo>
                    <a:pt x="498861" y="400311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lnTo>
                    <a:pt x="511879" y="341814"/>
                  </a:lnTo>
                  <a:lnTo>
                    <a:pt x="508500" y="340151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81297" y="269756"/>
                  </a:lnTo>
                  <a:lnTo>
                    <a:pt x="467708" y="21878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close/>
                </a:path>
              </a:pathLst>
            </a:custGeom>
            <a:solidFill>
              <a:srgbClr val="97593E"/>
            </a:solidFill>
            <a:ln w="0"/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8" name="Google Shape;72;p1">
              <a:extLst>
                <a:ext uri="{FF2B5EF4-FFF2-40B4-BE49-F238E27FC236}">
                  <a16:creationId xmlns:a16="http://schemas.microsoft.com/office/drawing/2014/main" id="{EBE602EA-8CE1-A8FA-AD2E-BCC0B1ACA103}"/>
                </a:ext>
              </a:extLst>
            </p:cNvPr>
            <p:cNvSpPr/>
            <p:nvPr/>
          </p:nvSpPr>
          <p:spPr>
            <a:xfrm>
              <a:off x="4552903" y="1407509"/>
              <a:ext cx="482886" cy="582372"/>
            </a:xfrm>
            <a:custGeom>
              <a:avLst/>
              <a:gdLst/>
              <a:ahLst/>
              <a:cxnLst/>
              <a:rect l="l" t="t" r="r" b="b"/>
              <a:pathLst>
                <a:path w="527050" h="635635" extrusionOk="0">
                  <a:moveTo>
                    <a:pt x="514889" y="344011"/>
                  </a:moveTo>
                  <a:lnTo>
                    <a:pt x="511879" y="341814"/>
                  </a:lnTo>
                  <a:lnTo>
                    <a:pt x="508500" y="340151"/>
                  </a:lnTo>
                  <a:lnTo>
                    <a:pt x="504906" y="339135"/>
                  </a:lnTo>
                  <a:lnTo>
                    <a:pt x="497794" y="337115"/>
                  </a:lnTo>
                  <a:lnTo>
                    <a:pt x="492587" y="331172"/>
                  </a:lnTo>
                  <a:lnTo>
                    <a:pt x="491495" y="323857"/>
                  </a:lnTo>
                  <a:lnTo>
                    <a:pt x="486875" y="296537"/>
                  </a:lnTo>
                  <a:lnTo>
                    <a:pt x="474872" y="243759"/>
                  </a:lnTo>
                  <a:lnTo>
                    <a:pt x="450689" y="173533"/>
                  </a:lnTo>
                  <a:lnTo>
                    <a:pt x="428873" y="132347"/>
                  </a:lnTo>
                  <a:lnTo>
                    <a:pt x="402645" y="95755"/>
                  </a:lnTo>
                  <a:lnTo>
                    <a:pt x="372389" y="64280"/>
                  </a:lnTo>
                  <a:lnTo>
                    <a:pt x="338489" y="38445"/>
                  </a:lnTo>
                  <a:lnTo>
                    <a:pt x="301327" y="18771"/>
                  </a:lnTo>
                  <a:lnTo>
                    <a:pt x="261290" y="5782"/>
                  </a:lnTo>
                  <a:lnTo>
                    <a:pt x="218759" y="0"/>
                  </a:lnTo>
                  <a:lnTo>
                    <a:pt x="174119" y="1947"/>
                  </a:lnTo>
                  <a:lnTo>
                    <a:pt x="127754" y="12148"/>
                  </a:lnTo>
                  <a:lnTo>
                    <a:pt x="72488" y="49555"/>
                  </a:lnTo>
                  <a:lnTo>
                    <a:pt x="32524" y="116275"/>
                  </a:lnTo>
                  <a:lnTo>
                    <a:pt x="18398" y="157420"/>
                  </a:lnTo>
                  <a:lnTo>
                    <a:pt x="8237" y="202045"/>
                  </a:lnTo>
                  <a:lnTo>
                    <a:pt x="2089" y="248866"/>
                  </a:lnTo>
                  <a:lnTo>
                    <a:pt x="0" y="296601"/>
                  </a:lnTo>
                  <a:lnTo>
                    <a:pt x="2016" y="343966"/>
                  </a:lnTo>
                  <a:lnTo>
                    <a:pt x="8185" y="389679"/>
                  </a:lnTo>
                  <a:lnTo>
                    <a:pt x="18554" y="432457"/>
                  </a:lnTo>
                  <a:lnTo>
                    <a:pt x="33168" y="471017"/>
                  </a:lnTo>
                  <a:lnTo>
                    <a:pt x="75320" y="530350"/>
                  </a:lnTo>
                  <a:lnTo>
                    <a:pt x="132090" y="564043"/>
                  </a:lnTo>
                  <a:lnTo>
                    <a:pt x="168523" y="584629"/>
                  </a:lnTo>
                  <a:lnTo>
                    <a:pt x="211022" y="606168"/>
                  </a:lnTo>
                  <a:lnTo>
                    <a:pt x="258360" y="624508"/>
                  </a:lnTo>
                  <a:lnTo>
                    <a:pt x="309309" y="635500"/>
                  </a:lnTo>
                  <a:lnTo>
                    <a:pt x="362641" y="634994"/>
                  </a:lnTo>
                  <a:lnTo>
                    <a:pt x="401083" y="624433"/>
                  </a:lnTo>
                  <a:lnTo>
                    <a:pt x="456846" y="579099"/>
                  </a:lnTo>
                  <a:lnTo>
                    <a:pt x="475366" y="546284"/>
                  </a:lnTo>
                  <a:lnTo>
                    <a:pt x="475138" y="545903"/>
                  </a:lnTo>
                  <a:lnTo>
                    <a:pt x="474769" y="545878"/>
                  </a:lnTo>
                  <a:lnTo>
                    <a:pt x="447417" y="538790"/>
                  </a:lnTo>
                  <a:lnTo>
                    <a:pt x="424401" y="523277"/>
                  </a:lnTo>
                  <a:lnTo>
                    <a:pt x="407700" y="500903"/>
                  </a:lnTo>
                  <a:lnTo>
                    <a:pt x="399293" y="473234"/>
                  </a:lnTo>
                  <a:lnTo>
                    <a:pt x="399268" y="472929"/>
                  </a:lnTo>
                  <a:lnTo>
                    <a:pt x="399484" y="472637"/>
                  </a:lnTo>
                  <a:lnTo>
                    <a:pt x="399788" y="472612"/>
                  </a:lnTo>
                  <a:lnTo>
                    <a:pt x="489908" y="477806"/>
                  </a:lnTo>
                  <a:lnTo>
                    <a:pt x="490162" y="477768"/>
                  </a:lnTo>
                  <a:lnTo>
                    <a:pt x="497998" y="476701"/>
                  </a:lnTo>
                  <a:lnTo>
                    <a:pt x="498023" y="476447"/>
                  </a:lnTo>
                  <a:lnTo>
                    <a:pt x="499000" y="459310"/>
                  </a:lnTo>
                  <a:lnTo>
                    <a:pt x="499155" y="439060"/>
                  </a:lnTo>
                  <a:lnTo>
                    <a:pt x="498836" y="418602"/>
                  </a:lnTo>
                  <a:lnTo>
                    <a:pt x="498391" y="400844"/>
                  </a:lnTo>
                  <a:lnTo>
                    <a:pt x="498379" y="400565"/>
                  </a:lnTo>
                  <a:lnTo>
                    <a:pt x="498582" y="400336"/>
                  </a:lnTo>
                  <a:lnTo>
                    <a:pt x="498861" y="400311"/>
                  </a:lnTo>
                  <a:lnTo>
                    <a:pt x="503243" y="399980"/>
                  </a:lnTo>
                  <a:lnTo>
                    <a:pt x="507662" y="398952"/>
                  </a:lnTo>
                  <a:lnTo>
                    <a:pt x="511968" y="396069"/>
                  </a:lnTo>
                  <a:lnTo>
                    <a:pt x="522459" y="384649"/>
                  </a:lnTo>
                  <a:lnTo>
                    <a:pt x="526711" y="370316"/>
                  </a:lnTo>
                  <a:lnTo>
                    <a:pt x="524321" y="355846"/>
                  </a:lnTo>
                  <a:lnTo>
                    <a:pt x="514889" y="344011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9" name="Google Shape;73;p1">
              <a:extLst>
                <a:ext uri="{FF2B5EF4-FFF2-40B4-BE49-F238E27FC236}">
                  <a16:creationId xmlns:a16="http://schemas.microsoft.com/office/drawing/2014/main" id="{CC96D712-EF33-5AA4-4A2E-D10B6ED9B08E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308014" y="0"/>
                  </a:moveTo>
                  <a:lnTo>
                    <a:pt x="254703" y="132"/>
                  </a:lnTo>
                  <a:lnTo>
                    <a:pt x="194800" y="12684"/>
                  </a:ln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54667" y="80095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close/>
                </a:path>
              </a:pathLst>
            </a:custGeom>
            <a:solidFill>
              <a:srgbClr val="E393B5"/>
            </a:solidFill>
            <a:ln w="0"/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0" name="Google Shape;74;p1">
              <a:extLst>
                <a:ext uri="{FF2B5EF4-FFF2-40B4-BE49-F238E27FC236}">
                  <a16:creationId xmlns:a16="http://schemas.microsoft.com/office/drawing/2014/main" id="{E3A4CE8A-AAE4-FE46-4B41-3C15D5290A93}"/>
                </a:ext>
              </a:extLst>
            </p:cNvPr>
            <p:cNvSpPr/>
            <p:nvPr/>
          </p:nvSpPr>
          <p:spPr>
            <a:xfrm>
              <a:off x="4490960" y="1407005"/>
              <a:ext cx="417143" cy="514302"/>
            </a:xfrm>
            <a:custGeom>
              <a:avLst/>
              <a:gdLst/>
              <a:ahLst/>
              <a:cxnLst/>
              <a:rect l="l" t="t" r="r" b="b"/>
              <a:pathLst>
                <a:path w="455295" h="561339" extrusionOk="0">
                  <a:moveTo>
                    <a:pt x="194800" y="12684"/>
                  </a:moveTo>
                  <a:lnTo>
                    <a:pt x="157416" y="28838"/>
                  </a:lnTo>
                  <a:lnTo>
                    <a:pt x="123679" y="52451"/>
                  </a:lnTo>
                  <a:lnTo>
                    <a:pt x="93715" y="82486"/>
                  </a:lnTo>
                  <a:lnTo>
                    <a:pt x="67646" y="117903"/>
                  </a:lnTo>
                  <a:lnTo>
                    <a:pt x="45598" y="157662"/>
                  </a:lnTo>
                  <a:lnTo>
                    <a:pt x="27693" y="200724"/>
                  </a:lnTo>
                  <a:lnTo>
                    <a:pt x="14057" y="246052"/>
                  </a:lnTo>
                  <a:lnTo>
                    <a:pt x="4814" y="292605"/>
                  </a:lnTo>
                  <a:lnTo>
                    <a:pt x="86" y="339344"/>
                  </a:lnTo>
                  <a:lnTo>
                    <a:pt x="0" y="385231"/>
                  </a:lnTo>
                  <a:lnTo>
                    <a:pt x="4677" y="429226"/>
                  </a:lnTo>
                  <a:lnTo>
                    <a:pt x="14244" y="470290"/>
                  </a:lnTo>
                  <a:lnTo>
                    <a:pt x="17487" y="486959"/>
                  </a:lnTo>
                  <a:lnTo>
                    <a:pt x="22235" y="515691"/>
                  </a:lnTo>
                  <a:lnTo>
                    <a:pt x="27103" y="544372"/>
                  </a:lnTo>
                  <a:lnTo>
                    <a:pt x="30703" y="560892"/>
                  </a:lnTo>
                  <a:lnTo>
                    <a:pt x="141206" y="548281"/>
                  </a:lnTo>
                  <a:lnTo>
                    <a:pt x="149028" y="499262"/>
                  </a:lnTo>
                  <a:lnTo>
                    <a:pt x="154654" y="453044"/>
                  </a:lnTo>
                  <a:lnTo>
                    <a:pt x="160206" y="409983"/>
                  </a:lnTo>
                  <a:lnTo>
                    <a:pt x="167805" y="370438"/>
                  </a:lnTo>
                  <a:lnTo>
                    <a:pt x="197631" y="303317"/>
                  </a:lnTo>
                  <a:lnTo>
                    <a:pt x="261105" y="254538"/>
                  </a:lnTo>
                  <a:lnTo>
                    <a:pt x="310764" y="237918"/>
                  </a:lnTo>
                  <a:lnTo>
                    <a:pt x="338671" y="217151"/>
                  </a:lnTo>
                  <a:lnTo>
                    <a:pt x="368870" y="176966"/>
                  </a:lnTo>
                  <a:lnTo>
                    <a:pt x="399505" y="131382"/>
                  </a:lnTo>
                  <a:lnTo>
                    <a:pt x="428722" y="94419"/>
                  </a:lnTo>
                  <a:lnTo>
                    <a:pt x="428059" y="52335"/>
                  </a:lnTo>
                  <a:lnTo>
                    <a:pt x="394725" y="28280"/>
                  </a:lnTo>
                  <a:lnTo>
                    <a:pt x="354699" y="10109"/>
                  </a:lnTo>
                  <a:lnTo>
                    <a:pt x="308014" y="0"/>
                  </a:lnTo>
                  <a:lnTo>
                    <a:pt x="254703" y="132"/>
                  </a:lnTo>
                  <a:lnTo>
                    <a:pt x="194800" y="12684"/>
                  </a:lnTo>
                  <a:close/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pic>
          <p:nvPicPr>
            <p:cNvPr id="21" name="Google Shape;75;p1">
              <a:extLst>
                <a:ext uri="{FF2B5EF4-FFF2-40B4-BE49-F238E27FC236}">
                  <a16:creationId xmlns:a16="http://schemas.microsoft.com/office/drawing/2014/main" id="{E7018622-6283-5A76-86A5-021E3FFA2DEC}"/>
                </a:ext>
              </a:extLst>
            </p:cNvPr>
            <p:cNvPicPr preferRelativeResize="0"/>
            <p:nvPr/>
          </p:nvPicPr>
          <p:blipFill rotWithShape="1">
            <a:blip r:embed="rId5">
              <a:alphaModFix/>
            </a:blip>
            <a:srcRect/>
            <a:stretch/>
          </p:blipFill>
          <p:spPr>
            <a:xfrm>
              <a:off x="4854390" y="1640107"/>
              <a:ext cx="86037" cy="66006"/>
            </a:xfrm>
            <a:prstGeom prst="rect">
              <a:avLst/>
            </a:prstGeom>
            <a:noFill/>
            <a:ln w="0"/>
          </p:spPr>
        </p:pic>
        <p:pic>
          <p:nvPicPr>
            <p:cNvPr id="22" name="Google Shape;76;p1">
              <a:extLst>
                <a:ext uri="{FF2B5EF4-FFF2-40B4-BE49-F238E27FC236}">
                  <a16:creationId xmlns:a16="http://schemas.microsoft.com/office/drawing/2014/main" id="{4245ABFD-260F-B2AB-03EF-7F6633727327}"/>
                </a:ext>
              </a:extLst>
            </p:cNvPr>
            <p:cNvPicPr preferRelativeResize="0"/>
            <p:nvPr/>
          </p:nvPicPr>
          <p:blipFill rotWithShape="1">
            <a:blip r:embed="rId6">
              <a:alphaModFix/>
            </a:blip>
            <a:srcRect/>
            <a:stretch/>
          </p:blipFill>
          <p:spPr>
            <a:xfrm>
              <a:off x="4568781" y="1689882"/>
              <a:ext cx="119976" cy="159378"/>
            </a:xfrm>
            <a:prstGeom prst="rect">
              <a:avLst/>
            </a:prstGeom>
            <a:noFill/>
            <a:ln w="0"/>
          </p:spPr>
        </p:pic>
        <p:sp>
          <p:nvSpPr>
            <p:cNvPr id="23" name="Google Shape;77;p1">
              <a:extLst>
                <a:ext uri="{FF2B5EF4-FFF2-40B4-BE49-F238E27FC236}">
                  <a16:creationId xmlns:a16="http://schemas.microsoft.com/office/drawing/2014/main" id="{A03DC768-ABC7-73AD-BB87-57EC3ABCEC79}"/>
                </a:ext>
              </a:extLst>
            </p:cNvPr>
            <p:cNvSpPr/>
            <p:nvPr/>
          </p:nvSpPr>
          <p:spPr>
            <a:xfrm>
              <a:off x="5235072" y="1700273"/>
              <a:ext cx="68069" cy="337438"/>
            </a:xfrm>
            <a:custGeom>
              <a:avLst/>
              <a:gdLst/>
              <a:ahLst/>
              <a:cxnLst/>
              <a:rect l="l" t="t" r="r" b="b"/>
              <a:pathLst>
                <a:path w="74295" h="368300" extrusionOk="0">
                  <a:moveTo>
                    <a:pt x="0" y="368160"/>
                  </a:moveTo>
                  <a:lnTo>
                    <a:pt x="29719" y="332106"/>
                  </a:lnTo>
                  <a:lnTo>
                    <a:pt x="52009" y="292412"/>
                  </a:lnTo>
                  <a:lnTo>
                    <a:pt x="66869" y="250119"/>
                  </a:lnTo>
                  <a:lnTo>
                    <a:pt x="74299" y="206266"/>
                  </a:lnTo>
                  <a:lnTo>
                    <a:pt x="74299" y="161893"/>
                  </a:lnTo>
                  <a:lnTo>
                    <a:pt x="66869" y="118040"/>
                  </a:lnTo>
                  <a:lnTo>
                    <a:pt x="52009" y="75747"/>
                  </a:lnTo>
                  <a:lnTo>
                    <a:pt x="29719" y="360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4" name="Google Shape;78;p1">
              <a:extLst>
                <a:ext uri="{FF2B5EF4-FFF2-40B4-BE49-F238E27FC236}">
                  <a16:creationId xmlns:a16="http://schemas.microsoft.com/office/drawing/2014/main" id="{53D9BD77-31F8-225C-8DF6-EC0896D22568}"/>
                </a:ext>
              </a:extLst>
            </p:cNvPr>
            <p:cNvSpPr/>
            <p:nvPr/>
          </p:nvSpPr>
          <p:spPr>
            <a:xfrm>
              <a:off x="5165229" y="1770121"/>
              <a:ext cx="38398" cy="197809"/>
            </a:xfrm>
            <a:custGeom>
              <a:avLst/>
              <a:gdLst/>
              <a:ahLst/>
              <a:cxnLst/>
              <a:rect l="l" t="t" r="r" b="b"/>
              <a:pathLst>
                <a:path w="41910" h="215900" extrusionOk="0">
                  <a:moveTo>
                    <a:pt x="0" y="215696"/>
                  </a:moveTo>
                  <a:lnTo>
                    <a:pt x="27937" y="176110"/>
                  </a:lnTo>
                  <a:lnTo>
                    <a:pt x="41906" y="131194"/>
                  </a:lnTo>
                  <a:lnTo>
                    <a:pt x="41906" y="84502"/>
                  </a:lnTo>
                  <a:lnTo>
                    <a:pt x="27937" y="39586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5" name="Google Shape;79;p1">
              <a:extLst>
                <a:ext uri="{FF2B5EF4-FFF2-40B4-BE49-F238E27FC236}">
                  <a16:creationId xmlns:a16="http://schemas.microsoft.com/office/drawing/2014/main" id="{932A2315-3780-7350-351F-EB6484AC2D64}"/>
                </a:ext>
              </a:extLst>
            </p:cNvPr>
            <p:cNvSpPr/>
            <p:nvPr/>
          </p:nvSpPr>
          <p:spPr>
            <a:xfrm>
              <a:off x="5104115" y="1831230"/>
              <a:ext cx="15127" cy="75633"/>
            </a:xfrm>
            <a:custGeom>
              <a:avLst/>
              <a:gdLst/>
              <a:ahLst/>
              <a:cxnLst/>
              <a:rect l="l" t="t" r="r" b="b"/>
              <a:pathLst>
                <a:path w="16510" h="82550" extrusionOk="0">
                  <a:moveTo>
                    <a:pt x="0" y="82296"/>
                  </a:moveTo>
                  <a:lnTo>
                    <a:pt x="12015" y="63048"/>
                  </a:lnTo>
                  <a:lnTo>
                    <a:pt x="16021" y="41152"/>
                  </a:lnTo>
                  <a:lnTo>
                    <a:pt x="12015" y="19254"/>
                  </a:lnTo>
                  <a:lnTo>
                    <a:pt x="0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6" name="Google Shape;80;p1">
              <a:extLst>
                <a:ext uri="{FF2B5EF4-FFF2-40B4-BE49-F238E27FC236}">
                  <a16:creationId xmlns:a16="http://schemas.microsoft.com/office/drawing/2014/main" id="{0F155292-9284-FD55-BA9F-65E89FFD369D}"/>
                </a:ext>
              </a:extLst>
            </p:cNvPr>
            <p:cNvSpPr/>
            <p:nvPr/>
          </p:nvSpPr>
          <p:spPr>
            <a:xfrm>
              <a:off x="5039597" y="1868930"/>
              <a:ext cx="360710" cy="0"/>
            </a:xfrm>
            <a:custGeom>
              <a:avLst/>
              <a:gdLst/>
              <a:ahLst/>
              <a:cxnLst/>
              <a:rect l="l" t="t" r="r" b="b"/>
              <a:pathLst>
                <a:path w="393700" h="120000" extrusionOk="0">
                  <a:moveTo>
                    <a:pt x="0" y="0"/>
                  </a:moveTo>
                  <a:lnTo>
                    <a:pt x="393573" y="0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7" name="Google Shape;81;p1">
              <a:extLst>
                <a:ext uri="{FF2B5EF4-FFF2-40B4-BE49-F238E27FC236}">
                  <a16:creationId xmlns:a16="http://schemas.microsoft.com/office/drawing/2014/main" id="{59349477-ED61-5DE1-28A7-C5B122E74B19}"/>
                </a:ext>
              </a:extLst>
            </p:cNvPr>
            <p:cNvSpPr/>
            <p:nvPr/>
          </p:nvSpPr>
          <p:spPr>
            <a:xfrm>
              <a:off x="5352697" y="1824770"/>
              <a:ext cx="47706" cy="88432"/>
            </a:xfrm>
            <a:custGeom>
              <a:avLst/>
              <a:gdLst/>
              <a:ahLst/>
              <a:cxnLst/>
              <a:rect l="l" t="t" r="r" b="b"/>
              <a:pathLst>
                <a:path w="52070" h="96519" extrusionOk="0">
                  <a:moveTo>
                    <a:pt x="0" y="0"/>
                  </a:moveTo>
                  <a:lnTo>
                    <a:pt x="51841" y="48196"/>
                  </a:lnTo>
                  <a:lnTo>
                    <a:pt x="0" y="96393"/>
                  </a:lnTo>
                </a:path>
              </a:pathLst>
            </a:custGeom>
            <a:noFill/>
            <a:ln w="13600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28" name="Google Shape;82;p1">
              <a:extLst>
                <a:ext uri="{FF2B5EF4-FFF2-40B4-BE49-F238E27FC236}">
                  <a16:creationId xmlns:a16="http://schemas.microsoft.com/office/drawing/2014/main" id="{1192F79C-C463-5E88-3995-AC4A1D0F5723}"/>
                </a:ext>
              </a:extLst>
            </p:cNvPr>
            <p:cNvSpPr/>
            <p:nvPr/>
          </p:nvSpPr>
          <p:spPr>
            <a:xfrm>
              <a:off x="4883948" y="1645694"/>
              <a:ext cx="52943" cy="52943"/>
            </a:xfrm>
            <a:custGeom>
              <a:avLst/>
              <a:gdLst/>
              <a:ahLst/>
              <a:cxnLst/>
              <a:rect l="l" t="t" r="r" b="b"/>
              <a:pathLst>
                <a:path w="57785" h="57785" extrusionOk="0">
                  <a:moveTo>
                    <a:pt x="31740" y="0"/>
                  </a:moveTo>
                  <a:lnTo>
                    <a:pt x="20302" y="1143"/>
                  </a:lnTo>
                  <a:lnTo>
                    <a:pt x="10196" y="6631"/>
                  </a:lnTo>
                  <a:lnTo>
                    <a:pt x="3224" y="15267"/>
                  </a:lnTo>
                  <a:lnTo>
                    <a:pt x="0" y="25887"/>
                  </a:lnTo>
                  <a:lnTo>
                    <a:pt x="1138" y="37326"/>
                  </a:lnTo>
                  <a:lnTo>
                    <a:pt x="6631" y="47426"/>
                  </a:lnTo>
                  <a:lnTo>
                    <a:pt x="15268" y="54398"/>
                  </a:lnTo>
                  <a:lnTo>
                    <a:pt x="25889" y="57621"/>
                  </a:lnTo>
                  <a:lnTo>
                    <a:pt x="37333" y="56477"/>
                  </a:lnTo>
                  <a:lnTo>
                    <a:pt x="47431" y="50990"/>
                  </a:lnTo>
                  <a:lnTo>
                    <a:pt x="54400" y="42353"/>
                  </a:lnTo>
                  <a:lnTo>
                    <a:pt x="57623" y="31733"/>
                  </a:lnTo>
                  <a:lnTo>
                    <a:pt x="56484" y="20295"/>
                  </a:lnTo>
                  <a:lnTo>
                    <a:pt x="50997" y="10194"/>
                  </a:lnTo>
                  <a:lnTo>
                    <a:pt x="42360" y="3223"/>
                  </a:lnTo>
                  <a:lnTo>
                    <a:pt x="31740" y="0"/>
                  </a:lnTo>
                  <a:close/>
                </a:path>
              </a:pathLst>
            </a:custGeom>
            <a:solidFill>
              <a:srgbClr val="000000"/>
            </a:solidFill>
            <a:ln w="0"/>
          </p:spPr>
          <p:txBody>
            <a:bodyPr spcFirstLastPara="1" wrap="square" lIns="0" tIns="0" rIns="0" bIns="0" anchor="t" anchorCtr="0">
              <a:noAutofit/>
            </a:bodyPr>
            <a:lstStyle/>
            <a:p>
              <a:endParaRPr sz="1648" b="0" i="0">
                <a:solidFill>
                  <a:schemeClr val="dk1"/>
                </a:solidFill>
                <a:latin typeface="Twinkl Cursive Looped" panose="02000000000000000000" pitchFamily="2" charset="77"/>
                <a:ea typeface="Calibri"/>
                <a:cs typeface="Calibri"/>
                <a:sym typeface="Calibri"/>
              </a:endParaRPr>
            </a:p>
          </p:txBody>
        </p:sp>
      </p:grpSp>
      <p:pic>
        <p:nvPicPr>
          <p:cNvPr id="29" name="Google Shape;83;p1">
            <a:extLst>
              <a:ext uri="{FF2B5EF4-FFF2-40B4-BE49-F238E27FC236}">
                <a16:creationId xmlns:a16="http://schemas.microsoft.com/office/drawing/2014/main" id="{4BD80331-3743-A082-F2CB-77076B9AD88C}"/>
              </a:ext>
            </a:extLst>
          </p:cNvPr>
          <p:cNvPicPr preferRelativeResize="0"/>
          <p:nvPr userDrawn="1"/>
        </p:nvPicPr>
        <p:blipFill rotWithShape="1">
          <a:blip r:embed="rId7">
            <a:alphaModFix/>
          </a:blip>
          <a:srcRect/>
          <a:stretch/>
        </p:blipFill>
        <p:spPr>
          <a:xfrm>
            <a:off x="9391763" y="457789"/>
            <a:ext cx="1185106" cy="1185095"/>
          </a:xfrm>
          <a:prstGeom prst="rect">
            <a:avLst/>
          </a:prstGeom>
          <a:noFill/>
          <a:ln w="0"/>
        </p:spPr>
      </p:pic>
      <p:sp>
        <p:nvSpPr>
          <p:cNvPr id="30" name="TextBox 29">
            <a:extLst>
              <a:ext uri="{FF2B5EF4-FFF2-40B4-BE49-F238E27FC236}">
                <a16:creationId xmlns:a16="http://schemas.microsoft.com/office/drawing/2014/main" id="{63487627-56BE-7233-D9D5-D621609BB959}"/>
              </a:ext>
            </a:extLst>
          </p:cNvPr>
          <p:cNvSpPr txBox="1"/>
          <p:nvPr userDrawn="1"/>
        </p:nvSpPr>
        <p:spPr>
          <a:xfrm>
            <a:off x="204148" y="143188"/>
            <a:ext cx="7218007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GB" sz="4000" b="0" i="0">
                <a:solidFill>
                  <a:srgbClr val="0070C0"/>
                </a:solidFill>
                <a:latin typeface="Twinkl Cursive Looped" panose="02000000000000000000" pitchFamily="2" charset="77"/>
                <a:ea typeface="Sassoon Infant Rg" panose="02000503030000020003" pitchFamily="2" charset="0"/>
              </a:rPr>
              <a:t>Learning Review</a:t>
            </a:r>
          </a:p>
        </p:txBody>
      </p:sp>
      <p:pic>
        <p:nvPicPr>
          <p:cNvPr id="31" name="Picture 30">
            <a:extLst>
              <a:ext uri="{FF2B5EF4-FFF2-40B4-BE49-F238E27FC236}">
                <a16:creationId xmlns:a16="http://schemas.microsoft.com/office/drawing/2014/main" id="{6530E69C-C0FC-7B17-993A-76452BBAC01F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8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61376" b="80317" l="20847" r="34709">
                        <a14:foregroundMark x1="24656" y1="80000" x2="24656" y2="80000"/>
                        <a14:foregroundMark x1="29312" y1="80317" x2="29312" y2="80317"/>
                      </a14:backgroundRemoval>
                    </a14:imgEffect>
                  </a14:imgLayer>
                </a14:imgProps>
              </a:ext>
            </a:extLst>
          </a:blip>
          <a:srcRect l="19127" t="59276" r="63462" b="18202"/>
          <a:stretch/>
        </p:blipFill>
        <p:spPr>
          <a:xfrm>
            <a:off x="700279" y="3043024"/>
            <a:ext cx="2239115" cy="2746278"/>
          </a:xfrm>
          <a:prstGeom prst="rect">
            <a:avLst/>
          </a:prstGeom>
        </p:spPr>
      </p:pic>
      <p:pic>
        <p:nvPicPr>
          <p:cNvPr id="32" name="Picture 31">
            <a:extLst>
              <a:ext uri="{FF2B5EF4-FFF2-40B4-BE49-F238E27FC236}">
                <a16:creationId xmlns:a16="http://schemas.microsoft.com/office/drawing/2014/main" id="{0CB6CE24-5ECB-8429-3B69-796B94DDA02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0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61793" b="81925" l="64809" r="78176">
                        <a14:foregroundMark x1="75238" y1="61799" x2="75238" y2="61799"/>
                      </a14:backgroundRemoval>
                    </a14:imgEffect>
                  </a14:imgLayer>
                </a14:imgProps>
              </a:ext>
            </a:extLst>
          </a:blip>
          <a:srcRect l="63138" t="59276" r="20153" b="15559"/>
          <a:stretch/>
        </p:blipFill>
        <p:spPr>
          <a:xfrm>
            <a:off x="9443522" y="3230880"/>
            <a:ext cx="1994611" cy="2848206"/>
          </a:xfrm>
          <a:prstGeom prst="rect">
            <a:avLst/>
          </a:prstGeom>
        </p:spPr>
      </p:pic>
      <p:pic>
        <p:nvPicPr>
          <p:cNvPr id="33" name="Picture 32">
            <a:extLst>
              <a:ext uri="{FF2B5EF4-FFF2-40B4-BE49-F238E27FC236}">
                <a16:creationId xmlns:a16="http://schemas.microsoft.com/office/drawing/2014/main" id="{2EA78E95-0EF4-BE5E-ECBE-A99FFA4E702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1">
            <a:extLst>
              <a:ext uri="{BEBA8EAE-BF5A-486C-A8C5-ECC9F3942E4B}">
                <a14:imgProps xmlns:a14="http://schemas.microsoft.com/office/drawing/2010/main">
                  <a14:imgLayer r:embed="rId9">
                    <a14:imgEffect>
                      <a14:backgroundRemoval t="61793" b="81925" l="43765" r="56864"/>
                    </a14:imgEffect>
                  </a14:imgLayer>
                </a14:imgProps>
              </a:ext>
            </a:extLst>
          </a:blip>
          <a:srcRect l="42128" t="59276" r="41499" b="15559"/>
          <a:stretch/>
        </p:blipFill>
        <p:spPr>
          <a:xfrm>
            <a:off x="5224521" y="3020259"/>
            <a:ext cx="2098966" cy="3058827"/>
          </a:xfrm>
          <a:prstGeom prst="rect">
            <a:avLst/>
          </a:prstGeom>
        </p:spPr>
      </p:pic>
      <p:sp>
        <p:nvSpPr>
          <p:cNvPr id="34" name="TextBox 33">
            <a:extLst>
              <a:ext uri="{FF2B5EF4-FFF2-40B4-BE49-F238E27FC236}">
                <a16:creationId xmlns:a16="http://schemas.microsoft.com/office/drawing/2014/main" id="{2287EBEB-4CC1-EB1E-C512-4765901B94DC}"/>
              </a:ext>
            </a:extLst>
          </p:cNvPr>
          <p:cNvSpPr txBox="1"/>
          <p:nvPr userDrawn="1"/>
        </p:nvSpPr>
        <p:spPr>
          <a:xfrm>
            <a:off x="331626" y="1936003"/>
            <a:ext cx="3569816" cy="1328023"/>
          </a:xfrm>
          <a:prstGeom prst="wedgeRoundRectCallout">
            <a:avLst>
              <a:gd name="adj1" fmla="val -14004"/>
              <a:gd name="adj2" fmla="val 72935"/>
              <a:gd name="adj3" fmla="val 16667"/>
            </a:avLst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>
              <a:latin typeface="Twinkl Cursive Looped" panose="02000000000000000000" pitchFamily="2" charset="77"/>
            </a:endParaRPr>
          </a:p>
          <a:p>
            <a:endParaRPr lang="en-US" sz="2400" b="0" i="0">
              <a:latin typeface="Twinkl Cursive Looped" panose="02000000000000000000" pitchFamily="2" charset="77"/>
            </a:endParaRPr>
          </a:p>
          <a:p>
            <a:endParaRPr lang="en-US" sz="2400" b="0" i="0">
              <a:latin typeface="Twinkl Cursive Looped" panose="02000000000000000000" pitchFamily="2" charset="77"/>
            </a:endParaRP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9093585-931D-FB84-AC92-6AB8DD501231}"/>
              </a:ext>
            </a:extLst>
          </p:cNvPr>
          <p:cNvSpPr txBox="1"/>
          <p:nvPr userDrawn="1"/>
        </p:nvSpPr>
        <p:spPr>
          <a:xfrm>
            <a:off x="4355027" y="1925372"/>
            <a:ext cx="3569815" cy="1338654"/>
          </a:xfrm>
          <a:prstGeom prst="wedgeRoundRectCallout">
            <a:avLst>
              <a:gd name="adj1" fmla="val -10589"/>
              <a:gd name="adj2" fmla="val 93290"/>
              <a:gd name="adj3" fmla="val 16667"/>
            </a:avLst>
          </a:prstGeom>
          <a:solidFill>
            <a:schemeClr val="accent5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>
              <a:latin typeface="Twinkl Cursive Looped" panose="02000000000000000000" pitchFamily="2" charset="77"/>
            </a:endParaRP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1BE2A4C-CB2D-91E6-037A-8B2233CC0B42}"/>
              </a:ext>
            </a:extLst>
          </p:cNvPr>
          <p:cNvSpPr txBox="1"/>
          <p:nvPr userDrawn="1"/>
        </p:nvSpPr>
        <p:spPr>
          <a:xfrm>
            <a:off x="8290559" y="1930687"/>
            <a:ext cx="3569815" cy="1328023"/>
          </a:xfrm>
          <a:prstGeom prst="wedgeRoundRectCallout">
            <a:avLst>
              <a:gd name="adj1" fmla="val -7796"/>
              <a:gd name="adj2" fmla="val 95244"/>
              <a:gd name="adj3" fmla="val 16667"/>
            </a:avLst>
          </a:prstGeom>
          <a:solidFill>
            <a:schemeClr val="accent6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endParaRPr lang="en-US" sz="2400" b="0" i="0">
              <a:latin typeface="Twinkl Cursive Looped" panose="02000000000000000000" pitchFamily="2" charset="77"/>
            </a:endParaRPr>
          </a:p>
          <a:p>
            <a:endParaRPr lang="en-US" sz="2400" b="0" i="0">
              <a:latin typeface="Twinkl Cursive Looped" panose="02000000000000000000" pitchFamily="2" charset="77"/>
            </a:endParaRPr>
          </a:p>
          <a:p>
            <a:endParaRPr lang="en-US" sz="2400" b="0" i="0">
              <a:latin typeface="Twinkl Cursive Looped" panose="02000000000000000000" pitchFamily="2" charset="77"/>
            </a:endParaRPr>
          </a:p>
        </p:txBody>
      </p:sp>
      <p:sp>
        <p:nvSpPr>
          <p:cNvPr id="37" name="Text Placeholder 38">
            <a:extLst>
              <a:ext uri="{FF2B5EF4-FFF2-40B4-BE49-F238E27FC236}">
                <a16:creationId xmlns:a16="http://schemas.microsoft.com/office/drawing/2014/main" id="{6D8F337D-B3E7-ECBE-F6AB-D288F3A245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19100" y="2052638"/>
            <a:ext cx="3370263" cy="1096962"/>
          </a:xfrm>
        </p:spPr>
        <p:txBody>
          <a:bodyPr/>
          <a:lstStyle>
            <a:lvl1pPr marL="0">
              <a:buNone/>
              <a:defRPr/>
            </a:lvl1pPr>
          </a:lstStyle>
          <a:p>
            <a:pPr lvl="0"/>
            <a:r>
              <a:rPr lang="en-GB"/>
              <a:t>Insert</a:t>
            </a:r>
            <a:endParaRPr lang="en-US"/>
          </a:p>
        </p:txBody>
      </p:sp>
      <p:sp>
        <p:nvSpPr>
          <p:cNvPr id="38" name="Text Placeholder 38">
            <a:extLst>
              <a:ext uri="{FF2B5EF4-FFF2-40B4-BE49-F238E27FC236}">
                <a16:creationId xmlns:a16="http://schemas.microsoft.com/office/drawing/2014/main" id="{E54F6ADF-7592-92D1-82F9-ADD82583285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442460" y="2052638"/>
            <a:ext cx="3370263" cy="1096962"/>
          </a:xfrm>
        </p:spPr>
        <p:txBody>
          <a:bodyPr/>
          <a:lstStyle>
            <a:lvl1pPr marL="0">
              <a:buNone/>
              <a:defRPr/>
            </a:lvl1pPr>
          </a:lstStyle>
          <a:p>
            <a:pPr lvl="0"/>
            <a:r>
              <a:rPr lang="en-GB"/>
              <a:t>Insert</a:t>
            </a:r>
            <a:endParaRPr lang="en-US"/>
          </a:p>
        </p:txBody>
      </p:sp>
      <p:sp>
        <p:nvSpPr>
          <p:cNvPr id="39" name="Text Placeholder 38">
            <a:extLst>
              <a:ext uri="{FF2B5EF4-FFF2-40B4-BE49-F238E27FC236}">
                <a16:creationId xmlns:a16="http://schemas.microsoft.com/office/drawing/2014/main" id="{A53E32D3-AC69-B02A-EA56-17D62040379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8354060" y="2052638"/>
            <a:ext cx="3370263" cy="1096962"/>
          </a:xfrm>
        </p:spPr>
        <p:txBody>
          <a:bodyPr/>
          <a:lstStyle>
            <a:lvl1pPr marL="0">
              <a:buNone/>
              <a:defRPr/>
            </a:lvl1pPr>
          </a:lstStyle>
          <a:p>
            <a:pPr lvl="0"/>
            <a:r>
              <a:rPr lang="en-GB"/>
              <a:t>Insert</a:t>
            </a:r>
            <a:endParaRPr lang="en-US"/>
          </a:p>
        </p:txBody>
      </p:sp>
      <p:sp>
        <p:nvSpPr>
          <p:cNvPr id="50" name="Media Placeholder 8"/>
          <p:cNvSpPr>
            <a:spLocks noGrp="1"/>
          </p:cNvSpPr>
          <p:nvPr>
            <p:ph type="media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8466317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6429024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04598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4/10/26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  <p:sp>
        <p:nvSpPr>
          <p:cNvPr id="10" name="Media Placeholder 8"/>
          <p:cNvSpPr>
            <a:spLocks noGrp="1"/>
          </p:cNvSpPr>
          <p:nvPr>
            <p:ph type="media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74128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We 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close-up of a pink sign&#10;&#10;AI-generated content may be incorrect.">
            <a:extLst>
              <a:ext uri="{FF2B5EF4-FFF2-40B4-BE49-F238E27FC236}">
                <a16:creationId xmlns:a16="http://schemas.microsoft.com/office/drawing/2014/main" id="{19068DFF-8F6D-50B2-E291-8172C80B0F9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0314" y="113196"/>
            <a:ext cx="1536700" cy="660400"/>
          </a:xfrm>
          <a:prstGeom prst="rect">
            <a:avLst/>
          </a:prstGeom>
        </p:spPr>
      </p:pic>
      <p:pic>
        <p:nvPicPr>
          <p:cNvPr id="4" name="Picture 3" descr="A close-up of a pink sign&#10;&#10;AI-generated content may be incorrect.">
            <a:extLst>
              <a:ext uri="{FF2B5EF4-FFF2-40B4-BE49-F238E27FC236}">
                <a16:creationId xmlns:a16="http://schemas.microsoft.com/office/drawing/2014/main" id="{B44060F6-303F-47CC-481E-B9DD51419834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640314" y="113196"/>
            <a:ext cx="1536700" cy="660400"/>
          </a:xfrm>
          <a:prstGeom prst="rect">
            <a:avLst/>
          </a:prstGeom>
        </p:spPr>
      </p:pic>
      <p:sp>
        <p:nvSpPr>
          <p:cNvPr id="6" name="Title 1">
            <a:extLst>
              <a:ext uri="{FF2B5EF4-FFF2-40B4-BE49-F238E27FC236}">
                <a16:creationId xmlns:a16="http://schemas.microsoft.com/office/drawing/2014/main" id="{8D5292D3-9B48-D839-900B-BC40E19940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46528" y="365125"/>
            <a:ext cx="10071847" cy="1325563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18DC9B51-90C5-910F-0E5E-26C8FCDFE3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825625"/>
            <a:ext cx="11685495" cy="4351338"/>
          </a:xfrm>
        </p:spPr>
        <p:txBody>
          <a:bodyPr/>
          <a:lstStyle>
            <a:lvl1pPr>
              <a:defRPr b="0" i="0">
                <a:latin typeface="Twinkl Cursive Looped" panose="02000000000000000000" pitchFamily="2" charset="77"/>
              </a:defRPr>
            </a:lvl1pPr>
            <a:lvl2pPr>
              <a:defRPr b="0" i="0">
                <a:latin typeface="Twinkl Cursive Looped" panose="02000000000000000000" pitchFamily="2" charset="77"/>
              </a:defRPr>
            </a:lvl2pPr>
            <a:lvl3pPr>
              <a:defRPr b="0" i="0">
                <a:latin typeface="Twinkl Cursive Looped" panose="02000000000000000000" pitchFamily="2" charset="77"/>
              </a:defRPr>
            </a:lvl3pPr>
            <a:lvl4pPr>
              <a:defRPr b="0" i="0">
                <a:latin typeface="Twinkl Cursive Looped" panose="02000000000000000000" pitchFamily="2" charset="77"/>
              </a:defRPr>
            </a:lvl4pPr>
            <a:lvl5pPr>
              <a:defRPr b="0" i="0">
                <a:latin typeface="Twinkl Cursive Looped" panose="02000000000000000000" pitchFamily="2" charset="77"/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pic>
        <p:nvPicPr>
          <p:cNvPr id="8" name="Picture 7" descr="https://uksouth1-mediap.svc.ms/transform/thumbnail?provider=spo&amp;inputFormat=png&amp;cs=fFNQTw&amp;docid=https%3A%2F%2Fclfacademies.sharepoint.com%3A443%2F_api%2Fv2.0%2Fdrives%2Fb!GjAA-mnM_kWFFaa12We1WhevD7TXBipGohpoQ1m6DReZEQXzfZ_4QbD3os-f0ZvM%2Fitems%2F01AMXRAHDFBX6NPDCKLNBIZP7RAESD6BDD%3Fversion%3DPublished&amp;access_token=eyJ0eXAiOiJKV1QiLCJhbGciOiJub25lIn0.eyJhdWQiOiIwMDAwMDAwMy0wMDAwLTBmZjEtY2UwMC0wMDAwMDAwMDAwMDAvY2xmYWNhZGVtaWVzLnNoYXJlcG9pbnQuY29tQGE3OWIyMzU2LThjMjQtNDkyMi1iNDIwLWM2ZTI2ZDBiNDA5MSIsImlzcyI6IjAwMDAwMDAzLTAwMDAtMGZmMS1jZTAwLTAwMDAwMDAwMDAwMCIsIm5iZiI6IjE2MDgyOTI4MDAiLCJleHAiOiIxNjA4MzE0NDAwIiwiZW5kcG9pbnR1cmwiOiJjQ2h6NWVmTDRBMTBvTXFKbGJNUDZ4YVA2MVd3dkd0SVJRSm9PUnBlRmVZPSIsImVuZHBvaW50dXJsTGVuZ3RoIjoiMTE5IiwiaXNsb29wYmFjayI6IlRydWUiLCJ2ZXIiOiJoYXNoZWRwcm9vZnRva2VuIiwic2l0ZWlkIjoiWm1Fd01ETXdNV0V0WTJNMk9TMDBOV1psTFRnMU1UVXRZVFppTldRNU5qZGlOVFZoIiwic2lnbmluX3N0YXRlIjoiW1wia21zaVwiLFwiZHZjX2RtamRcIl0iLCJuYW1laWQiOiIwIy5mfG1lbWJlcnNoaXB8YW5hLmJyYWRkb2NrQGNsZi51ayIsIm5paSI6Im1pY3Jvc29mdC5zaGFyZXBvaW50IiwiaXN1c2VyIjoidHJ1ZSIsImNhY2hla2V5IjoiMGguZnxtZW1iZXJzaGlwfDEwMDMwMDAwYWQ3YzE1M2JAbGl2ZS5jb20iLCJ0dCI6IjAiLCJ1c2VQZXJzaXN0ZW50Q29va2llIjoiMyJ9.ZFhPTkNFaWs2Rm51REQ4K0xicm8wK0twMHNscXd1dU1iMTY5OUw4SFl5RT0&amp;encodeFailures=1&amp;srcWidth=&amp;srcHeight=&amp;width=579&amp;height=576&amp;action=Access">
            <a:extLst>
              <a:ext uri="{FF2B5EF4-FFF2-40B4-BE49-F238E27FC236}">
                <a16:creationId xmlns:a16="http://schemas.microsoft.com/office/drawing/2014/main" id="{085D168E-9DF7-063E-E5FA-EC20A9CD64DB}"/>
              </a:ext>
            </a:extLst>
          </p:cNvPr>
          <p:cNvPicPr>
            <a:picLocks noChangeAspect="1" noChangeArrowheads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46491" y="920764"/>
            <a:ext cx="647581" cy="644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Media Placeholder 8"/>
          <p:cNvSpPr>
            <a:spLocks noGrp="1"/>
          </p:cNvSpPr>
          <p:nvPr>
            <p:ph type="media" idx="15"/>
          </p:nvPr>
        </p:nvSpPr>
        <p:spPr>
          <a:xfrm>
            <a:off x="10607675" y="6289675"/>
            <a:ext cx="1484313" cy="444500"/>
          </a:xfrm>
          <a:prstGeom prst="rect">
            <a:avLst/>
          </a:prstGeom>
          <a:noFill/>
          <a:ln w="0"/>
        </p:spPr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816283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DEEBF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EA8D70D-55A8-11BA-DE55-C14C5FBE2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D707E47-679C-A35E-7E3A-96A091E308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486F4B34-A21D-32A6-5F1C-434AC0C9FF15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9C301A16-EA1C-46EA-4E33-6F5AAFB49FAB}"/>
              </a:ext>
            </a:extLst>
          </p:cNvPr>
          <p:cNvSpPr/>
          <p:nvPr userDrawn="1"/>
        </p:nvSpPr>
        <p:spPr>
          <a:xfrm>
            <a:off x="0" y="0"/>
            <a:ext cx="12192000" cy="6858000"/>
          </a:xfrm>
          <a:prstGeom prst="rect">
            <a:avLst/>
          </a:prstGeom>
          <a:noFill/>
          <a:ln w="76200">
            <a:solidFill>
              <a:srgbClr val="0070C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b="0" i="0">
              <a:latin typeface="Twinkl Cursive Looped" panose="02000000000000000000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212391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4" r:id="rId1"/>
    <p:sldLayoutId id="2147483698" r:id="rId2"/>
    <p:sldLayoutId id="2147483699" r:id="rId3"/>
    <p:sldLayoutId id="2147483685" r:id="rId4"/>
    <p:sldLayoutId id="2147483686" r:id="rId5"/>
    <p:sldLayoutId id="2147483688" r:id="rId6"/>
    <p:sldLayoutId id="2147483689" r:id="rId7"/>
    <p:sldLayoutId id="2147483690" r:id="rId8"/>
    <p:sldLayoutId id="2147483691" r:id="rId9"/>
    <p:sldLayoutId id="2147483695" r:id="rId10"/>
    <p:sldLayoutId id="2147483687" r:id="rId11"/>
    <p:sldLayoutId id="2147483692" r:id="rId12"/>
    <p:sldLayoutId id="2147483693" r:id="rId13"/>
    <p:sldLayoutId id="2147483677" r:id="rId14"/>
    <p:sldLayoutId id="2147483700" r:id="rId15"/>
    <p:sldLayoutId id="2147483701" r:id="rId16"/>
    <p:sldLayoutId id="2147483702" r:id="rId17"/>
    <p:sldLayoutId id="2147483703" r:id="rId1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Twinkl Cursive Looped" panose="02000000000000000000" pitchFamily="2" charset="77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0" i="0" kern="1200">
          <a:solidFill>
            <a:schemeClr val="tx1"/>
          </a:solidFill>
          <a:latin typeface="Twinkl Cursive Looped" panose="02000000000000000000" pitchFamily="2" charset="77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30.png"/><Relationship Id="rId4" Type="http://schemas.openxmlformats.org/officeDocument/2006/relationships/image" Target="../media/hat_back_cover.jpg"/></Relationships>
</file>

<file path=ppt/slides/_rels/slide2.xml.rels><?xml version="1.0" encoding="UTF-8" standalone="yes"?>
<Relationships xmlns="http://schemas.openxmlformats.org/package/2006/relationships"><Relationship Id="rId3" Type="http://schemas.openxmlformats.org/officeDocument/2006/relationships/slideLayout" Target="../slideLayouts/slideLayout5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30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Relationship Id="rId2" Type="http://schemas.openxmlformats.org/officeDocument/2006/relationships/image" Target="../media/kc_wheel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8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9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98A7403-4153-B4C0-7E8E-9D7722BEEC6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does a writer make a reader feel characters’ emotions?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8306185-E658-44E3-1E36-D53BBC4FF8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Monday AM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D8BFE335-CA31-18EC-9924-D70042D17AA3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/>
          </a:bodyPr>
          <a:lstStyle/>
          <a:p>
            <a:r>
              <a:rPr lang="en-GB" dirty="0"/>
              <a:t>Write a powerful narrative and survival guide inspired by Varjak Paw.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6C9CC734-6829-5C7C-6006-89B84FEE830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>
            <a:normAutofit/>
          </a:bodyPr>
          <a:lstStyle/>
          <a:p>
            <a:r>
              <a:rPr lang="en-US"/>
              <a:t>To Entertain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29C3ADD-8AAC-C76A-E158-9A70471D43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>
            <a:normAutofit/>
          </a:bodyPr>
          <a:lstStyle/>
          <a:p>
            <a:r>
              <a:rPr lang="en-US" dirty="0"/>
              <a:t>Other Y4 learners</a:t>
            </a:r>
          </a:p>
        </p:txBody>
      </p:sp>
      <p:pic>
        <p:nvPicPr>
          <p:cNvPr id="9" name="Picture Placeholder 5">
            <a:extLst>
              <a:ext uri="{FF2B5EF4-FFF2-40B4-BE49-F238E27FC236}">
                <a16:creationId xmlns:a16="http://schemas.microsoft.com/office/drawing/2014/main" id="{7FC67E59-F8AF-4877-233A-07D41FF0ED52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4"/>
          <a:srcRect l="2366" r="2366"/>
          <a:stretch>
            <a:fillRect/>
          </a:stretch>
        </p:blipFill>
        <p:spPr>
          <a:prstGeom prst="rect">
            <a:avLst/>
          </a:prstGeom>
        </p:spPr>
      </p:pic>
      <p:pic>
        <p:nvPicPr>
          <p:cNvPr id="2" name="1_min_timer.mp4">
            <a:hlinkClick r:id="" action="ppaction://media"/>
            <a:extLst>
              <a:ext uri="{FF2B5EF4-FFF2-40B4-BE49-F238E27FC236}">
                <a16:creationId xmlns:a16="http://schemas.microsoft.com/office/drawing/2014/main" id="{9E75FA87-AA23-182D-1900-B7482196E687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10948531" y="6435649"/>
            <a:ext cx="1130823" cy="33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162986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99642DB-382E-40F3-39E9-F82035D105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How does a writer make a reader feel characters’ emotions?</a:t>
            </a:r>
          </a:p>
        </p:txBody>
      </p:sp>
      <p:sp>
        <p:nvSpPr>
          <p:cNvPr id="10" name="Text Placeholder 22">
            <a:extLst>
              <a:ext uri="{FF2B5EF4-FFF2-40B4-BE49-F238E27FC236}">
                <a16:creationId xmlns:a16="http://schemas.microsoft.com/office/drawing/2014/main" id="{3E7DD57F-7E3E-E37A-12BF-13BA88627712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698500" y="4522788"/>
            <a:ext cx="2559050" cy="1698625"/>
          </a:xfrm>
        </p:spPr>
        <p:txBody>
          <a:bodyPr>
            <a:normAutofit/>
          </a:bodyPr>
          <a:lstStyle/>
          <a:p>
            <a:r>
              <a:rPr lang="en-GB" dirty="0"/>
              <a:t>write speech using inverted commas, capital letters and correct end punctuation</a:t>
            </a:r>
          </a:p>
        </p:txBody>
      </p:sp>
      <p:sp>
        <p:nvSpPr>
          <p:cNvPr id="11" name="Text Placeholder 23">
            <a:extLst>
              <a:ext uri="{FF2B5EF4-FFF2-40B4-BE49-F238E27FC236}">
                <a16:creationId xmlns:a16="http://schemas.microsoft.com/office/drawing/2014/main" id="{9A364A86-C542-5088-167B-C3D240F6E50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4877594" y="4522787"/>
            <a:ext cx="2559050" cy="1698625"/>
          </a:xfrm>
        </p:spPr>
        <p:txBody>
          <a:bodyPr>
            <a:normAutofit lnSpcReduction="10000"/>
          </a:bodyPr>
          <a:lstStyle/>
          <a:p>
            <a:pPr algn="ctr"/>
            <a:r>
              <a:rPr lang="en-GB" dirty="0"/>
              <a:t>I can punctuate dialogue accurately so that my writing is clear for the reader.</a:t>
            </a:r>
          </a:p>
        </p:txBody>
      </p:sp>
      <p:sp>
        <p:nvSpPr>
          <p:cNvPr id="12" name="Text Placeholder 26">
            <a:extLst>
              <a:ext uri="{FF2B5EF4-FFF2-40B4-BE49-F238E27FC236}">
                <a16:creationId xmlns:a16="http://schemas.microsoft.com/office/drawing/2014/main" id="{CF3FA1DE-C68E-3B52-3999-CBA3782D5BF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8979945" y="4485371"/>
            <a:ext cx="2559050" cy="1698625"/>
          </a:xfrm>
        </p:spPr>
        <p:txBody>
          <a:bodyPr>
            <a:normAutofit lnSpcReduction="10000"/>
          </a:bodyPr>
          <a:lstStyle/>
          <a:p>
            <a:pPr algn="ctr"/>
            <a:r>
              <a:rPr lang="en-GB" dirty="0"/>
              <a:t>converting dialogue from the book into correctly punctuated direct speech.</a:t>
            </a:r>
          </a:p>
        </p:txBody>
      </p:sp>
      <p:pic>
        <p:nvPicPr>
          <p:cNvPr id="2" name="1_min_timer.mp4">
            <a:hlinkClick r:id="" action="ppaction://media"/>
            <a:extLst>
              <a:ext uri="{FF2B5EF4-FFF2-40B4-BE49-F238E27FC236}">
                <a16:creationId xmlns:a16="http://schemas.microsoft.com/office/drawing/2014/main" id="{D4292C79-8FD4-BD8A-6C69-6A6A381DB9D5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10973583" y="6435649"/>
            <a:ext cx="1130823" cy="339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005807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63000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KeyConceptsWheel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itle 2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Grammar Warm-Up</a:t>
            </a:r>
          </a:p>
        </p:txBody>
      </p:sp>
      <p:sp>
        <p:nvSpPr>
          <p:cNvPr id="20" name="Subtitle"/>
          <p:cNvSpPr/>
          <p:nvPr/>
        </p:nvSpPr>
        <p:spPr>
          <a:xfrm>
            <a:off x="618786" y="1100000"/>
            <a:ext cx="10973228" cy="7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2133" dirty="0">
                <a:solidFill>
                  <a:srgbClr val="2C3E50"/>
                </a:solidFill>
                <a:latin typeface="Twinkl Cursive Looped" panose="02000000000000000000" pitchFamily="2" charset="77"/>
              </a:rPr>
              <a:t>What is the mistake? Can you spot the error in each sentence?</a:t>
            </a:r>
          </a:p>
        </p:txBody>
      </p:sp>
      <p:sp>
        <p:nvSpPr>
          <p:cNvPr id="10" name="Header10"/>
          <p:cNvSpPr/>
          <p:nvPr/>
        </p:nvSpPr>
        <p:spPr>
          <a:xfrm>
            <a:off x="618786" y="2200000"/>
            <a:ext cx="3413760" cy="548640"/>
          </a:xfrm>
          <a:prstGeom prst="rect">
            <a:avLst/>
          </a:prstGeom>
          <a:solidFill>
            <a:srgbClr val="1F618D"/>
          </a:solidFill>
          <a:ln/>
        </p:spPr>
        <p:txBody>
          <a:bodyPr anchor="ctr">
            <a:normAutofit/>
          </a:bodyPr>
          <a:lstStyle/>
          <a:p>
            <a:pPr algn="ctr"/>
            <a:r>
              <a:rPr lang="en-GB" sz="2400" b="1" dirty="0">
                <a:solidFill>
                  <a:srgbClr val="FFFFFF"/>
                </a:solidFill>
                <a:latin typeface="Twinkl Cursive Looped" panose="02000000000000000000" pitchFamily="2" charset="77"/>
              </a:rPr>
              <a:t>Sentence 1</a:t>
            </a:r>
          </a:p>
        </p:txBody>
      </p:sp>
      <p:sp>
        <p:nvSpPr>
          <p:cNvPr id="11" name="Body11"/>
          <p:cNvSpPr/>
          <p:nvPr/>
        </p:nvSpPr>
        <p:spPr>
          <a:xfrm>
            <a:off x="618786" y="2748640"/>
            <a:ext cx="3413760" cy="32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 lIns="91440" tIns="91440" rIns="91440" bIns="91440" anchor="t">
            <a:normAutofit/>
          </a:bodyPr>
          <a:lstStyle/>
          <a:p>
            <a:r>
              <a:rPr lang="en-GB" sz="2200" dirty="0">
                <a:latin typeface="Twinkl Cursive Looped" panose="02000000000000000000" pitchFamily="2" charset="77"/>
              </a:rPr>
              <a:t>"have you seen my hat?" asked the bear.</a:t>
            </a:r>
          </a:p>
          <a:p>
            <a:endParaRPr lang="en-GB" dirty="0"/>
          </a:p>
          <a:p>
            <a:r>
              <a:rPr lang="en-GB" sz="2200" dirty="0">
                <a:latin typeface="Twinkl Cursive Looped" panose="02000000000000000000" pitchFamily="2" charset="77"/>
              </a:rPr>
              <a:t>Spot the error!</a:t>
            </a:r>
          </a:p>
        </p:txBody>
      </p:sp>
      <p:sp>
        <p:nvSpPr>
          <p:cNvPr id="12" name="Header12"/>
          <p:cNvSpPr/>
          <p:nvPr/>
        </p:nvSpPr>
        <p:spPr>
          <a:xfrm>
            <a:off x="4378264" y="2200000"/>
            <a:ext cx="3413760" cy="548640"/>
          </a:xfrm>
          <a:prstGeom prst="rect">
            <a:avLst/>
          </a:prstGeom>
          <a:solidFill>
            <a:srgbClr val="CA6F1E"/>
          </a:solidFill>
          <a:ln/>
        </p:spPr>
        <p:txBody>
          <a:bodyPr anchor="ctr">
            <a:normAutofit/>
          </a:bodyPr>
          <a:lstStyle/>
          <a:p>
            <a:pPr algn="ctr"/>
            <a:r>
              <a:rPr lang="en-GB" sz="2400" b="1" dirty="0">
                <a:solidFill>
                  <a:srgbClr val="FFFFFF"/>
                </a:solidFill>
                <a:latin typeface="Twinkl Cursive Looped" panose="02000000000000000000" pitchFamily="2" charset="77"/>
              </a:rPr>
              <a:t>Sentence 2</a:t>
            </a:r>
          </a:p>
        </p:txBody>
      </p:sp>
      <p:sp>
        <p:nvSpPr>
          <p:cNvPr id="13" name="Body13"/>
          <p:cNvSpPr/>
          <p:nvPr/>
        </p:nvSpPr>
        <p:spPr>
          <a:xfrm>
            <a:off x="4378264" y="2748640"/>
            <a:ext cx="3413760" cy="32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 lIns="91440" tIns="91440" rIns="91440" bIns="91440" anchor="t">
            <a:normAutofit/>
          </a:bodyPr>
          <a:lstStyle/>
          <a:p>
            <a:r>
              <a:rPr lang="en-GB" sz="2200" dirty="0">
                <a:latin typeface="Twinkl Cursive Looped" panose="02000000000000000000" pitchFamily="2" charset="77"/>
              </a:rPr>
              <a:t>"Have you seen my hat? asked the bear.</a:t>
            </a:r>
          </a:p>
          <a:p>
            <a:endParaRPr lang="en-GB" dirty="0"/>
          </a:p>
          <a:p>
            <a:r>
              <a:rPr lang="en-GB" sz="2200" dirty="0">
                <a:latin typeface="Twinkl Cursive Looped" panose="02000000000000000000" pitchFamily="2" charset="77"/>
              </a:rPr>
              <a:t>Spot the error!</a:t>
            </a:r>
          </a:p>
        </p:txBody>
      </p:sp>
      <p:sp>
        <p:nvSpPr>
          <p:cNvPr id="14" name="Header14"/>
          <p:cNvSpPr/>
          <p:nvPr/>
        </p:nvSpPr>
        <p:spPr>
          <a:xfrm>
            <a:off x="8168640" y="2200000"/>
            <a:ext cx="3413760" cy="548640"/>
          </a:xfrm>
          <a:prstGeom prst="rect">
            <a:avLst/>
          </a:prstGeom>
          <a:solidFill>
            <a:srgbClr val="6C3483"/>
          </a:solidFill>
          <a:ln/>
        </p:spPr>
        <p:txBody>
          <a:bodyPr anchor="ctr">
            <a:normAutofit/>
          </a:bodyPr>
          <a:lstStyle/>
          <a:p>
            <a:pPr algn="ctr"/>
            <a:r>
              <a:rPr lang="en-GB" sz="2400" b="1" dirty="0">
                <a:solidFill>
                  <a:srgbClr val="FFFFFF"/>
                </a:solidFill>
                <a:latin typeface="Twinkl Cursive Looped" panose="02000000000000000000" pitchFamily="2" charset="77"/>
              </a:rPr>
              <a:t>Sentence 3</a:t>
            </a:r>
          </a:p>
        </p:txBody>
      </p:sp>
      <p:sp>
        <p:nvSpPr>
          <p:cNvPr id="15" name="Body15"/>
          <p:cNvSpPr/>
          <p:nvPr/>
        </p:nvSpPr>
        <p:spPr>
          <a:xfrm>
            <a:off x="8168640" y="2748640"/>
            <a:ext cx="3413760" cy="3200000"/>
          </a:xfrm>
          <a:prstGeom prst="rect">
            <a:avLst/>
          </a:prstGeom>
          <a:solidFill>
            <a:srgbClr val="FFFFFF"/>
          </a:solidFill>
          <a:ln/>
          <a:effectLst>
            <a:outerShdw blurRad="50800" dist="25400" dir="8100000" algn="bl" rotWithShape="0">
              <a:srgbClr val="000000">
                <a:alpha val="10000"/>
              </a:srgbClr>
            </a:outerShdw>
          </a:effectLst>
        </p:spPr>
        <p:txBody>
          <a:bodyPr lIns="91440" tIns="91440" rIns="91440" bIns="91440" anchor="t">
            <a:normAutofit/>
          </a:bodyPr>
          <a:lstStyle/>
          <a:p>
            <a:r>
              <a:rPr lang="en-GB" sz="2200" dirty="0">
                <a:latin typeface="Twinkl Cursive Looped" panose="02000000000000000000" pitchFamily="2" charset="77"/>
              </a:rPr>
              <a:t>"Have you seen my hat”? asked the bear.</a:t>
            </a:r>
          </a:p>
          <a:p>
            <a:endParaRPr lang="en-GB" dirty="0"/>
          </a:p>
          <a:p>
            <a:r>
              <a:rPr lang="en-GB" sz="2200" dirty="0">
                <a:latin typeface="Twinkl Cursive Looped" panose="02000000000000000000" pitchFamily="2" charset="77"/>
              </a:rPr>
              <a:t>Spot the error!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Let's remind ourselves...</a:t>
            </a:r>
          </a:p>
        </p:txBody>
      </p:sp>
      <p:sp>
        <p:nvSpPr>
          <p:cNvPr id="3" name="Content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Yesterday we read the whole story. Klassen doesn't use inverted commas in his book,</a:t>
            </a:r>
          </a:p>
          <a:p>
            <a:pPr marL="0" indent="0">
              <a:buNone/>
            </a:pPr>
            <a:r>
              <a:rPr lang="en-GB" dirty="0"/>
              <a:t>but when we write speech, we always need them.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Here is the Bear and Fox conversation from the story: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Have you seen my hat?</a:t>
            </a:r>
          </a:p>
          <a:p>
            <a:pPr marL="0" indent="0">
              <a:buNone/>
            </a:pPr>
            <a:r>
              <a:rPr lang="en-GB" dirty="0"/>
              <a:t>No. I have not seen any hats around here.</a:t>
            </a:r>
          </a:p>
          <a:p>
            <a:pPr marL="0" indent="0">
              <a:buNone/>
            </a:pPr>
            <a:r>
              <a:rPr lang="en-GB" dirty="0"/>
              <a:t>OK. Thank you anyway.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What needs to change before this counts as correctly written speech?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Note"/>
          <p:cNvSpPr/>
          <p:nvPr/>
        </p:nvSpPr>
        <p:spPr>
          <a:xfrm>
            <a:off x="300000" y="250000"/>
            <a:ext cx="11592000" cy="6100000"/>
          </a:xfrm>
          <a:prstGeom prst="rect">
            <a:avLst/>
          </a:prstGeom>
          <a:solidFill>
            <a:srgbClr val="F2F3F4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[ INSERT BOOK SPREAD: Bear and Fox ]</a:t>
            </a:r>
          </a:p>
          <a:p>
            <a:pPr algn="ctr"/>
            <a:endParaRPr lang="en-GB" dirty="0">
              <a:latin typeface="Twinkl Cursive Looped" panose="02000000000000000000" pitchFamily="2" charset="77"/>
            </a:endParaRP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Display the double-page spread showing the Bear meeting the Fox.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This is the conversation: Have you seen my hat? / No. I have not seen any hats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around here. / OK. Thank you anyway.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Adding speech punctuation</a:t>
            </a:r>
          </a:p>
        </p:txBody>
      </p:sp>
      <p:sp>
        <p:nvSpPr>
          <p:cNvPr id="10" name="LeftLabel"/>
          <p:cNvSpPr/>
          <p:nvPr/>
        </p:nvSpPr>
        <p:spPr>
          <a:xfrm>
            <a:off x="250000" y="1450000"/>
            <a:ext cx="5500000" cy="440000"/>
          </a:xfrm>
          <a:prstGeom prst="rect">
            <a:avLst/>
          </a:prstGeom>
          <a:solidFill>
            <a:srgbClr val="1F618D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1800" dirty="0" b="1">
                <a:solidFill>
                  <a:srgbClr val="FFFFFF"/>
                </a:solidFill>
                <a:latin typeface="Twinkl Cursive Looped" panose="02000000000000000000" pitchFamily="2" charset="77"/>
              </a:rPr>
              <a:t>Klassen's text (no inverted commas)</a:t>
            </a:r>
          </a:p>
        </p:txBody>
      </p:sp>
      <p:sp>
        <p:nvSpPr>
          <p:cNvPr id="11" name="LeftBody"/>
          <p:cNvSpPr/>
          <p:nvPr/>
        </p:nvSpPr>
        <p:spPr>
          <a:xfrm>
            <a:off x="250000" y="1890000"/>
            <a:ext cx="5500000" cy="4800000"/>
          </a:xfrm>
          <a:prstGeom prst="rect">
            <a:avLst/>
          </a:prstGeom>
          <a:solidFill>
            <a:srgbClr val="EBF5FB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Have you seen my hat?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No. I have not seen any hats around here.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OK. Thank you anyway.</a:t>
            </a:r>
          </a:p>
        </p:txBody>
      </p:sp>
      <p:sp>
        <p:nvSpPr>
          <p:cNvPr id="12" name="RightLabel"/>
          <p:cNvSpPr/>
          <p:nvPr/>
        </p:nvSpPr>
        <p:spPr>
          <a:xfrm>
            <a:off x="6350000" y="1450000"/>
            <a:ext cx="5500000" cy="440000"/>
          </a:xfrm>
          <a:prstGeom prst="rect">
            <a:avLst/>
          </a:prstGeom>
          <a:solidFill>
            <a:srgbClr val="1E8449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1800" dirty="0" b="1">
                <a:solidFill>
                  <a:srgbClr val="FFFFFF"/>
                </a:solidFill>
                <a:latin typeface="Twinkl Cursive Looped" panose="02000000000000000000" pitchFamily="2" charset="77"/>
              </a:rPr>
              <a:t>With speech punctuation</a:t>
            </a:r>
          </a:p>
        </p:txBody>
      </p:sp>
      <p:sp>
        <p:nvSpPr>
          <p:cNvPr id="13" name="RightBody"/>
          <p:cNvSpPr/>
          <p:nvPr/>
        </p:nvSpPr>
        <p:spPr>
          <a:xfrm>
            <a:off x="6350000" y="1890000"/>
            <a:ext cx="5500000" cy="4800000"/>
          </a:xfrm>
          <a:prstGeom prst="rect">
            <a:avLst/>
          </a:prstGeom>
          <a:solidFill>
            <a:srgbClr val="EAFAF1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22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“Have you seen my hat?” asked the bear.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22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“No. I have not seen any hats around here,”</a:t>
            </a:r>
          </a:p>
          <a:p>
            <a:pPr algn="l"/>
            <a:r>
              <a:rPr lang="en-GB" sz="22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replied the fox.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22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“OK. Thank you anyway,” said the bear.</a:t>
            </a:r>
          </a:p>
        </p:txBody>
      </p:sp>
      <p:sp>
        <p:nvSpPr>
          <p:cNvPr id="14" name="Arrow"/>
          <p:cNvSpPr/>
          <p:nvPr/>
        </p:nvSpPr>
        <p:spPr>
          <a:xfrm>
            <a:off x="5870000" y="3690000"/>
            <a:ext cx="430000" cy="55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5200" dirty="0">
                <a:solidFill>
                  <a:srgbClr val="1A252F"/>
                </a:solidFill>
              </a:rPr>
              <a:t>→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FC9122-D918-9218-0E59-3FE04E14E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/>
              <a:t>Speech Punctuation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BD0EDCB-8DB5-D394-878C-10F26241FEF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46528" y="1437005"/>
            <a:ext cx="11945472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Can you remember all the rules for writing speech punctuation?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70C0"/>
                </a:solidFill>
              </a:rPr>
              <a:t>Inverted commas / speech marks around what is said.</a:t>
            </a:r>
          </a:p>
          <a:p>
            <a:pPr marL="0" indent="0">
              <a:buNone/>
            </a:pPr>
            <a:r>
              <a:rPr lang="en-GB" b="1" dirty="0">
                <a:solidFill>
                  <a:srgbClr val="FF2F92"/>
                </a:solidFill>
              </a:rPr>
              <a:t>Capital letter at the beginning of the speech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2"/>
                </a:solidFill>
              </a:rPr>
              <a:t>Punctuation </a:t>
            </a:r>
            <a:r>
              <a:rPr lang="en-GB" b="1" u="sng" dirty="0">
                <a:solidFill>
                  <a:schemeClr val="accent2"/>
                </a:solidFill>
              </a:rPr>
              <a:t>inside the speech marks </a:t>
            </a:r>
            <a:r>
              <a:rPr lang="en-GB" b="1" dirty="0"/>
              <a:t>(, ? ! </a:t>
            </a:r>
            <a:r>
              <a:rPr lang="en-GB" sz="1800" b="1" dirty="0"/>
              <a:t>or</a:t>
            </a:r>
            <a:r>
              <a:rPr lang="en-GB" b="1" dirty="0"/>
              <a:t> .)</a:t>
            </a:r>
          </a:p>
          <a:p>
            <a:pPr marL="0" indent="0">
              <a:buNone/>
            </a:pPr>
            <a:r>
              <a:rPr lang="en-GB" b="1" dirty="0">
                <a:solidFill>
                  <a:srgbClr val="00B050"/>
                </a:solidFill>
              </a:rPr>
              <a:t>A reporting clause or a way to make it clear who has spoken</a:t>
            </a:r>
          </a:p>
          <a:p>
            <a:pPr marL="0" indent="0">
              <a:buNone/>
            </a:pPr>
            <a:r>
              <a:rPr lang="en-GB" b="1" dirty="0">
                <a:solidFill>
                  <a:srgbClr val="7030A0"/>
                </a:solidFill>
              </a:rPr>
              <a:t>Additional information for how it was said or what the character is doing</a:t>
            </a:r>
          </a:p>
          <a:p>
            <a:pPr marL="0" indent="0">
              <a:buNone/>
            </a:pPr>
            <a:r>
              <a:rPr lang="en-GB" b="1" dirty="0"/>
              <a:t>All other sentence punctuation rules.</a:t>
            </a:r>
            <a:r>
              <a:rPr lang="en-GB" dirty="0"/>
              <a:t> </a:t>
            </a:r>
          </a:p>
        </p:txBody>
      </p:sp>
      <p:pic>
        <p:nvPicPr>
          <p:cNvPr id="4" name="Picture 3" descr="A pink background with a cartoon character&#10;&#10;AI-generated content may be incorrect.">
            <a:extLst>
              <a:ext uri="{FF2B5EF4-FFF2-40B4-BE49-F238E27FC236}">
                <a16:creationId xmlns:a16="http://schemas.microsoft.com/office/drawing/2014/main" id="{CEEEBC0B-517F-53C8-B96C-B090FE2D201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58518" y="5366198"/>
            <a:ext cx="1623367" cy="668445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08BEE2F-16EE-C623-7079-370EDC5BDA21}"/>
              </a:ext>
            </a:extLst>
          </p:cNvPr>
          <p:cNvSpPr txBox="1"/>
          <p:nvPr/>
        </p:nvSpPr>
        <p:spPr>
          <a:xfrm>
            <a:off x="3831221" y="5942568"/>
            <a:ext cx="45239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GB" dirty="0">
                <a:latin typeface="Twinkl Cursive Looped" panose="02000000000000000000" pitchFamily="2" charset="77"/>
              </a:rPr>
              <a:t>What are the rules for speech punctuation?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284995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Let's convert this together.</a:t>
            </a:r>
          </a:p>
        </p:txBody>
      </p:sp>
      <p:sp>
        <p:nvSpPr>
          <p:cNvPr id="3" name="Content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Now let's try this one together. Convert the Bear and Turtle conversation</a:t>
            </a:r>
          </a:p>
          <a:p>
            <a:pPr marL="0" indent="0">
              <a:buNone/>
            </a:pPr>
            <a:r>
              <a:rPr lang="en-GB" dirty="0"/>
              <a:t>into correctly punctuated direct speech. Use your checklist to help.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Have you seen my hat?</a:t>
            </a:r>
          </a:p>
          <a:p>
            <a:pPr marL="0" indent="0">
              <a:buNone/>
            </a:pPr>
            <a:r>
              <a:rPr lang="en-GB" dirty="0"/>
              <a:t>I haven't seen anything all day. I have been trying to climb this rock.</a:t>
            </a:r>
          </a:p>
          <a:p>
            <a:pPr marL="0" indent="0">
              <a:buNone/>
            </a:pPr>
            <a:r>
              <a:rPr lang="en-GB" dirty="0"/>
              <a:t>Would you like me to lift you on top of it?</a:t>
            </a:r>
          </a:p>
          <a:p>
            <a:pPr marL="0" indent="0">
              <a:buNone/>
            </a:pPr>
            <a:r>
              <a:rPr lang="en-GB" dirty="0"/>
              <a:t>Yes, please.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Think: who is speaking each time? What punctuation is needed?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Note"/>
          <p:cNvSpPr/>
          <p:nvPr/>
        </p:nvSpPr>
        <p:spPr>
          <a:xfrm>
            <a:off x="300000" y="250000"/>
            <a:ext cx="11592000" cy="6100000"/>
          </a:xfrm>
          <a:prstGeom prst="rect">
            <a:avLst/>
          </a:prstGeom>
          <a:solidFill>
            <a:srgbClr val="F2F3F4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[ INSERT BOOK SPREAD: Bear and Turtle ]</a:t>
            </a:r>
          </a:p>
          <a:p>
            <a:pPr algn="ctr"/>
            <a:endParaRPr lang="en-GB" dirty="0">
              <a:latin typeface="Twinkl Cursive Looped" panose="02000000000000000000" pitchFamily="2" charset="77"/>
            </a:endParaRP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Display the double-page spread showing the Bear meeting the Turtle.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Conversation: Have you seen my hat? / I haven't seen anything all day.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I have been trying to climb this rock. / Would you like me to lift you?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Yes, please.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How did we do?</a:t>
            </a:r>
          </a:p>
        </p:txBody>
      </p:sp>
      <p:sp>
        <p:nvSpPr>
          <p:cNvPr id="3" name="Content 3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“Have you seen my hat?” asked the bear.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“I haven't seen anything all day. I have been trying to climb this rock,”</a:t>
            </a:r>
          </a:p>
          <a:p>
            <a:pPr marL="0" indent="0">
              <a:buNone/>
            </a:pPr>
            <a:r>
              <a:rPr lang="en-GB" dirty="0"/>
              <a:t>said the turtle.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“Would you like me to lift you on top of it?” asked the bear.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“Yes, please,” said the turtle.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3"/>
          <p:cNvSpPr>
            <a:spLocks noGrp="1"/>
          </p:cNvSpPr>
          <p:nvPr>
            <p:ph idx="1"/>
          </p:nvPr>
        </p:nvSpPr>
        <p:spPr>
          <a:xfrm>
            <a:off x="246528" y="365125"/>
            <a:ext cx="10206000" cy="6199200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Convert the Bear and Snake conversation into correctly punctuated direct speech.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Have you seen my hat?</a:t>
            </a:r>
          </a:p>
          <a:p>
            <a:pPr marL="0" indent="0">
              <a:buNone/>
            </a:pPr>
            <a:r>
              <a:rPr lang="en-GB" dirty="0"/>
              <a:t>I saw a hat once. It was blue and round.</a:t>
            </a:r>
          </a:p>
          <a:p>
            <a:pPr marL="0" indent="0">
              <a:buNone/>
            </a:pPr>
            <a:r>
              <a:rPr lang="en-GB" dirty="0"/>
              <a:t>My hat doesn't look like that. Thank you anyway.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Remember to:</a:t>
            </a:r>
          </a:p>
          <a:p>
            <a:pPr marL="0" indent="0">
              <a:buNone/>
            </a:pPr>
            <a:r>
              <a:rPr lang="en-GB" dirty="0"/>
              <a:t>  •  add inverted commas around what is said</a:t>
            </a:r>
          </a:p>
          <a:p>
            <a:pPr marL="0" indent="0">
              <a:buNone/>
            </a:pPr>
            <a:r>
              <a:rPr lang="en-GB" dirty="0"/>
              <a:t>  •  use a capital letter at the start of speech</a:t>
            </a:r>
          </a:p>
          <a:p>
            <a:pPr marL="0" indent="0">
              <a:buNone/>
            </a:pPr>
            <a:r>
              <a:rPr lang="en-GB" dirty="0"/>
              <a:t>  •  put punctuation inside the closing inverted comma</a:t>
            </a:r>
          </a:p>
          <a:p>
            <a:pPr marL="0" indent="0">
              <a:buNone/>
            </a:pPr>
            <a:r>
              <a:rPr lang="en-GB" dirty="0"/>
              <a:t>  •  add a reporting clause to show who is speaking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Peer check: swap with your partner and check using the speech punctuation checklist.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Note"/>
          <p:cNvSpPr/>
          <p:nvPr/>
        </p:nvSpPr>
        <p:spPr>
          <a:xfrm>
            <a:off x="300000" y="250000"/>
            <a:ext cx="11592000" cy="6100000"/>
          </a:xfrm>
          <a:prstGeom prst="rect">
            <a:avLst/>
          </a:prstGeom>
          <a:solidFill>
            <a:srgbClr val="F2F3F4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[ INSERT BOOK SPREAD: Bear and Snake ]</a:t>
            </a:r>
          </a:p>
          <a:p>
            <a:pPr algn="ctr"/>
            <a:endParaRPr lang="en-GB" dirty="0">
              <a:latin typeface="Twinkl Cursive Looped" panose="02000000000000000000" pitchFamily="2" charset="77"/>
            </a:endParaRP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Display the double-page spread showing the Bear meeting the Snake.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Conversation: Have you seen my hat? / I saw a hat once. It was blue and round.</a:t>
            </a:r>
          </a:p>
          <a:p>
            <a:pPr algn="ctr"/>
            <a:r>
              <a:rPr lang="en-GB" sz="24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/ My hat doesn't look like that. Thank you anyway.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/>
              <a:t>Now try on your own.</a:t>
            </a:r>
          </a:p>
        </p:txBody>
      </p:sp>
      <p:sp>
        <p:nvSpPr>
          <p:cNvPr id="10" name="SnakeText"/>
          <p:cNvSpPr/>
          <p:nvPr/>
        </p:nvSpPr>
        <p:spPr>
          <a:xfrm>
            <a:off x="618786" y="1700000"/>
            <a:ext cx="5200000" cy="2100000"/>
          </a:xfrm>
          <a:prstGeom prst="rect">
            <a:avLst/>
          </a:prstGeom>
          <a:solidFill>
            <a:srgbClr val="F0F0F0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2200" dirty="0">
                <a:solidFill>
                  <a:srgbClr val="2C3E50"/>
                </a:solidFill>
                <a:latin typeface="Twinkl Cursive Looped" panose="02000000000000000000" pitchFamily="2" charset="77"/>
              </a:rPr>
              <a:t>Have you seen my hat?</a:t>
            </a:r>
          </a:p>
          <a:p>
            <a:pPr algn="l"/>
            <a:r>
              <a:rPr lang="en-GB" sz="2200" dirty="0">
                <a:solidFill>
                  <a:srgbClr val="2C3E50"/>
                </a:solidFill>
                <a:latin typeface="Twinkl Cursive Looped" panose="02000000000000000000" pitchFamily="2" charset="77"/>
              </a:rPr>
              <a:t>I saw a hat once. It was blue and round.</a:t>
            </a:r>
          </a:p>
          <a:p>
            <a:pPr algn="l"/>
            <a:r>
              <a:rPr lang="en-GB" sz="2200" dirty="0">
                <a:solidFill>
                  <a:srgbClr val="2C3E50"/>
                </a:solidFill>
                <a:latin typeface="Twinkl Cursive Looped" panose="02000000000000000000" pitchFamily="2" charset="77"/>
              </a:rPr>
              <a:t>My hat doesn't look like that. Thank you anyway.</a:t>
            </a:r>
          </a:p>
        </p:txBody>
      </p:sp>
      <p:sp>
        <p:nvSpPr>
          <p:cNvPr id="11" name="Instructions"/>
          <p:cNvSpPr/>
          <p:nvPr/>
        </p:nvSpPr>
        <p:spPr>
          <a:xfrm>
            <a:off x="6050000" y="1700000"/>
            <a:ext cx="5524000" cy="2100000"/>
          </a:xfrm>
          <a:prstGeom prst="rect">
            <a:avLst/>
          </a:prstGeom>
          <a:noFill/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19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1.  Convert this conversation into correctly</a:t>
            </a:r>
          </a:p>
          <a:p>
            <a:pPr algn="l"/>
            <a:r>
              <a:rPr lang="en-GB" sz="19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     punctuated direct speech.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19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2.  Check your work using the speech</a:t>
            </a:r>
          </a:p>
          <a:p>
            <a:pPr algn="l"/>
            <a:r>
              <a:rPr lang="en-GB" sz="19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     punctuation checklist.</a:t>
            </a:r>
          </a:p>
          <a:p>
            <a:pPr algn="l"/>
            <a:endParaRPr lang="en-GB" dirty="0">
              <a:latin typeface="Twinkl Cursive Looped" panose="02000000000000000000" pitchFamily="2" charset="77"/>
            </a:endParaRPr>
          </a:p>
          <a:p>
            <a:pPr algn="l"/>
            <a:r>
              <a:rPr lang="en-GB" sz="1900" dirty="0">
                <a:solidFill>
                  <a:srgbClr val="1A252F"/>
                </a:solidFill>
                <a:latin typeface="Twinkl Cursive Looped" panose="02000000000000000000" pitchFamily="2" charset="77"/>
              </a:rPr>
              <a:t>3.  Swap with a partner and peer check.</a:t>
            </a:r>
          </a:p>
        </p:txBody>
      </p:sp>
      <p:sp>
        <p:nvSpPr>
          <p:cNvPr id="12" name="Challenge"/>
          <p:cNvSpPr/>
          <p:nvPr/>
        </p:nvSpPr>
        <p:spPr>
          <a:xfrm>
            <a:off x="618786" y="3900000"/>
            <a:ext cx="10973228" cy="500000"/>
          </a:xfrm>
          <a:prstGeom prst="rect">
            <a:avLst/>
          </a:prstGeom>
          <a:solidFill>
            <a:srgbClr val="1F618D"/>
          </a:solidFill>
          <a:ln/>
        </p:spPr>
        <p:txBody>
          <a:bodyPr wrap="square" lIns="91440" tIns="45720" rIns="91440" bIns="45720" rtlCol="0" anchor="ctr">
            <a:normAutofit/>
          </a:bodyPr>
          <a:lstStyle/>
          <a:p>
            <a:pPr algn="l"/>
            <a:r>
              <a:rPr lang="en-GB" sz="1900" dirty="0">
                <a:solidFill>
                  <a:srgbClr val="FFFFFF"/>
                </a:solidFill>
                <a:latin typeface="Twinkl Cursive Looped" panose="02000000000000000000" pitchFamily="2" charset="77"/>
              </a:rPr>
              <a:t>Challenge: choose a different speech verb for each line — not just ‘said’.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1D8ADED-093D-F7A3-CB38-887F48FC2609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 fontScale="92500" lnSpcReduction="10000"/>
          </a:bodyPr>
          <a:lstStyle/>
          <a:p>
            <a:r>
              <a:rPr lang="en-US" dirty="0"/>
              <a:t>Which speech punctuation rule did you find trickiest today?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527ECFA-A42A-C29F-54A2-76693013CE3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>
            <a:normAutofit/>
          </a:bodyPr>
          <a:lstStyle/>
          <a:p>
            <a:r>
              <a:rPr lang="en-US" dirty="0"/>
              <a:t>How does using inverted commas help the reader?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F374B6AC-A132-C991-3E1D-EC387F3C7CC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>
            <a:normAutofit fontScale="85000" lnSpcReduction="10000"/>
          </a:bodyPr>
          <a:lstStyle/>
          <a:p>
            <a:r>
              <a:rPr lang="en-US" dirty="0"/>
              <a:t>Which piece of speech you wrote today are you most pleased with?</a:t>
            </a:r>
          </a:p>
        </p:txBody>
      </p:sp>
      <p:sp>
        <p:nvSpPr>
          <p:cNvPr id="50" name="TimerPH"/>
          <p:cNvSpPr>
            <a:spLocks noGrp="1"/>
          </p:cNvSpPr>
          <p:nvPr>
            <p:ph type="media" idx="15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5749156"/>
      </p:ext>
    </p:extLst>
  </p:cSld>
  <p:clrMapOvr>
    <a:masterClrMapping/>
  </p:clrMapOvr>
</p:sld>
</file>

<file path=ppt/theme/theme1.xml><?xml version="1.0" encoding="utf-8"?>
<a:theme xmlns:a="http://schemas.openxmlformats.org/drawingml/2006/main" name="Y4-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>
        <a:noFill/>
      </a:spPr>
      <a:bodyPr wrap="none" rtlCol="0">
        <a:spAutoFit/>
      </a:bodyPr>
      <a:lstStyle>
        <a:defPPr algn="l">
          <a:defRPr dirty="0">
            <a:latin typeface="Twinkl Cursive Looped Light" panose="02000000000000000000" pitchFamily="2" charset="77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Writers Y4" id="{BD61C293-31E1-D44E-801A-879F4B14F233}" vid="{1A96E79C-AC00-874D-89C4-CA15C0329BA5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9e6dd442-da5e-411e-833f-0fee7dcd7819">
      <Terms xmlns="http://schemas.microsoft.com/office/infopath/2007/PartnerControls"/>
    </lcf76f155ced4ddcb4097134ff3c332f>
    <TaxCatchAll xmlns="4848fd07-94db-4308-8950-9cb0e230b958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AC71695694772F44B387615DF8DED97F" ma:contentTypeVersion="16" ma:contentTypeDescription="Create a new document." ma:contentTypeScope="" ma:versionID="6b988a150421d80c99f84aa2bfb3de38">
  <xsd:schema xmlns:xsd="http://www.w3.org/2001/XMLSchema" xmlns:xs="http://www.w3.org/2001/XMLSchema" xmlns:p="http://schemas.microsoft.com/office/2006/metadata/properties" xmlns:ns2="9e6dd442-da5e-411e-833f-0fee7dcd7819" xmlns:ns3="4848fd07-94db-4308-8950-9cb0e230b958" targetNamespace="http://schemas.microsoft.com/office/2006/metadata/properties" ma:root="true" ma:fieldsID="0840e1ae8104f568f88bbc0ee80d0ce2" ns2:_="" ns3:_="">
    <xsd:import namespace="9e6dd442-da5e-411e-833f-0fee7dcd7819"/>
    <xsd:import namespace="4848fd07-94db-4308-8950-9cb0e230b95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DateTaken" minOccurs="0"/>
                <xsd:element ref="ns2:MediaLengthInSecond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SearchProperties" minOccurs="0"/>
                <xsd:element ref="ns2:MediaServiceBillingMetadata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e6dd442-da5e-411e-833f-0fee7dcd781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LengthInSeconds" ma:index="12" nillable="true" ma:displayName="MediaLengthInSeconds" ma:hidden="true" ma:internalName="MediaLengthInSeconds" ma:readOnly="true">
      <xsd:simpleType>
        <xsd:restriction base="dms:Unknown"/>
      </xsd:simpleType>
    </xsd:element>
    <xsd:element name="MediaServiceLocation" ma:index="13" nillable="true" ma:displayName="Location" ma:indexed="true" ma:internalName="MediaServiceLocation" ma:readOnly="true">
      <xsd:simpleType>
        <xsd:restriction base="dms:Text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7" nillable="true" ma:taxonomy="true" ma:internalName="lcf76f155ced4ddcb4097134ff3c332f" ma:taxonomyFieldName="MediaServiceImageTags" ma:displayName="Image Tags" ma:readOnly="false" ma:fieldId="{5cf76f15-5ced-4ddc-b409-7134ff3c332f}" ma:taxonomyMulti="true" ma:sspId="bd08261e-ebf2-489e-9cf5-3c5ddf1ef556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SearchProperties" ma:index="22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BillingMetadata" ma:index="23" nillable="true" ma:displayName="MediaServiceBillingMetadata" ma:hidden="true" ma:internalName="MediaServiceBillingMetadata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848fd07-94db-4308-8950-9cb0e230b958" elementFormDefault="qualified">
    <xsd:import namespace="http://schemas.microsoft.com/office/2006/documentManagement/types"/>
    <xsd:import namespace="http://schemas.microsoft.com/office/infopath/2007/PartnerControls"/>
    <xsd:element name="TaxCatchAll" ma:index="18" nillable="true" ma:displayName="Taxonomy Catch All Column" ma:hidden="true" ma:list="{90903c9d-9125-4551-886d-abbd3fd64318}" ma:internalName="TaxCatchAll" ma:showField="CatchAllData" ma:web="4848fd07-94db-4308-8950-9cb0e230b95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20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21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72AF586-B0EC-4134-916D-7D2C3251232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EDB9D6E3-7B6B-42C4-BFBE-DA0ABC98CB10}">
  <ds:schemaRefs>
    <ds:schemaRef ds:uri="http://purl.org/dc/terms/"/>
    <ds:schemaRef ds:uri="http://schemas.microsoft.com/office/infopath/2007/PartnerControls"/>
    <ds:schemaRef ds:uri="4848fd07-94db-4308-8950-9cb0e230b958"/>
    <ds:schemaRef ds:uri="http://purl.org/dc/dcmitype/"/>
    <ds:schemaRef ds:uri="9e6dd442-da5e-411e-833f-0fee7dcd7819"/>
    <ds:schemaRef ds:uri="http://schemas.microsoft.com/office/2006/documentManagement/types"/>
    <ds:schemaRef ds:uri="http://schemas.openxmlformats.org/package/2006/metadata/core-properties"/>
    <ds:schemaRef ds:uri="http://purl.org/dc/elements/1.1/"/>
    <ds:schemaRef ds:uri="http://schemas.microsoft.com/office/2006/metadata/properties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951D2C11-57AF-4F8F-B52E-93801166CD87}">
  <ds:schemaRefs>
    <ds:schemaRef ds:uri="4848fd07-94db-4308-8950-9cb0e230b958"/>
    <ds:schemaRef ds:uri="9e6dd442-da5e-411e-833f-0fee7dcd7819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Y4-Theme</Template>
  <TotalTime>54</TotalTime>
  <Words>932</Words>
  <Application>Microsoft Macintosh PowerPoint</Application>
  <PresentationFormat>Widescreen</PresentationFormat>
  <Paragraphs>104</Paragraphs>
  <Slides>32</Slides>
  <Notes>1</Notes>
  <HiddenSlides>0</HiddenSlides>
  <MMClips>2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7" baseType="lpstr">
      <vt:lpstr>Arial</vt:lpstr>
      <vt:lpstr>Sassoon Infant Rg</vt:lpstr>
      <vt:lpstr>Twinkl Cursive Looped</vt:lpstr>
      <vt:lpstr>Twinkl Cursive Looped Light</vt:lpstr>
      <vt:lpstr>Y4-Theme</vt:lpstr>
      <vt:lpstr>How do writers use dialogue?</vt:lpstr>
      <vt:lpstr>How do writers use dialogue?</vt:lpstr>
      <vt:lpstr>Grammar Warm-Up</vt:lpstr>
      <vt:lpstr>Our new book…</vt:lpstr>
      <vt:lpstr>Let’s read our new book.   We are only reading the text. What do you notice about how the story is told?</vt:lpstr>
      <vt:lpstr>PowerPoint Presentation</vt:lpstr>
      <vt:lpstr>PowerPoint Presentation</vt:lpstr>
      <vt:lpstr>What did you notice about the story?</vt:lpstr>
      <vt:lpstr>Let’s read it again, this time the full book. What do the pictures tell us that the words did not?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What extra information did you get from the pictures?</vt:lpstr>
      <vt:lpstr>How do authors use dialogue?</vt:lpstr>
      <vt:lpstr>Identify the dialogue.</vt:lpstr>
      <vt:lpstr>What makes the rabbit seem suspicious?</vt:lpstr>
      <vt:lpstr>Speech Punctuation</vt:lpstr>
      <vt:lpstr>Re-write the dialogue in your learning journey.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innes mclean</dc:creator>
  <cp:lastModifiedBy>innes mclean</cp:lastModifiedBy>
  <cp:revision>5</cp:revision>
  <cp:lastPrinted>2025-01-10T12:20:03Z</cp:lastPrinted>
  <dcterms:created xsi:type="dcterms:W3CDTF">2026-04-10T12:44:25Z</dcterms:created>
  <dcterms:modified xsi:type="dcterms:W3CDTF">2026-04-10T13:39:12Z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0x010100AC71695694772F44B387615DF8DED97F</vt:lpwstr>
  </property>
  <property fmtid="{D5CDD505-2E9C-101B-9397-08002B2CF9AE}" pid="3" name="MediaServiceImageTags">
    <vt:lpwstr/>
  </property>
</Properties>
</file>