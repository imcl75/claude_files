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1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1653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1234440" cy="84124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1440" y="91440"/>
            <a:ext cx="1234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Group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54864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Spelling Practice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457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Write word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92440" y="71323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 err="1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4DD0E1"/>
          </a:solidFill>
          <a:ln w="12700">
            <a:solidFill>
              <a:srgbClr val="4DD0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7A657"/>
          </a:solidFill>
          <a:ln w="12700">
            <a:solidFill>
              <a:srgbClr val="57A65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1F1E6A0-3880-1ADF-ECAA-B3BEA0F4195F}"/>
              </a:ext>
            </a:extLst>
          </p:cNvPr>
          <p:cNvGrpSpPr/>
          <p:nvPr/>
        </p:nvGrpSpPr>
        <p:grpSpPr>
          <a:xfrm>
            <a:off x="527538" y="1293876"/>
            <a:ext cx="8229600" cy="411480"/>
            <a:chOff x="457200" y="4087368"/>
            <a:chExt cx="8229600" cy="411480"/>
          </a:xfrm>
        </p:grpSpPr>
        <p:sp>
          <p:nvSpPr>
            <p:cNvPr id="30" name="Shape 25">
              <a:extLst>
                <a:ext uri="{FF2B5EF4-FFF2-40B4-BE49-F238E27FC236}">
                  <a16:creationId xmlns:a16="http://schemas.microsoft.com/office/drawing/2014/main" id="{00DBE0D1-815D-6943-5268-B80A08228E03}"/>
                </a:ext>
              </a:extLst>
            </p:cNvPr>
            <p:cNvSpPr/>
            <p:nvPr/>
          </p:nvSpPr>
          <p:spPr>
            <a:xfrm>
              <a:off x="457200" y="4087368"/>
              <a:ext cx="8229600" cy="411480"/>
            </a:xfrm>
            <a:prstGeom prst="rect">
              <a:avLst/>
            </a:prstGeom>
            <a:solidFill>
              <a:srgbClr val="FFF9C4"/>
            </a:solidFill>
            <a:ln w="19050">
              <a:solidFill>
                <a:srgbClr val="F4C43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AC962EDB-071D-598C-AA4C-16D08EF0A83C}"/>
                </a:ext>
              </a:extLst>
            </p:cNvPr>
            <p:cNvSpPr/>
            <p:nvPr/>
          </p:nvSpPr>
          <p:spPr>
            <a:xfrm>
              <a:off x="457200" y="4087368"/>
              <a:ext cx="8229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Today’s word is…</a:t>
              </a:r>
              <a:endParaRPr lang="en-US" sz="1600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58891A3-8E67-1420-60FF-5B9FEBCADF29}"/>
              </a:ext>
            </a:extLst>
          </p:cNvPr>
          <p:cNvSpPr txBox="1"/>
          <p:nvPr/>
        </p:nvSpPr>
        <p:spPr>
          <a:xfrm>
            <a:off x="2560678" y="2141196"/>
            <a:ext cx="416331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600" dirty="0">
                <a:latin typeface="OpenDyslexic" pitchFamily="2" charset="77"/>
              </a:rPr>
              <a:t>February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0DEE32-5161-24B5-8C39-7CBD3E0EA4A4}"/>
              </a:ext>
            </a:extLst>
          </p:cNvPr>
          <p:cNvSpPr txBox="1"/>
          <p:nvPr/>
        </p:nvSpPr>
        <p:spPr>
          <a:xfrm>
            <a:off x="2201621" y="3908810"/>
            <a:ext cx="528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How many times can you write the word in 1 minute?</a:t>
            </a:r>
          </a:p>
        </p:txBody>
      </p:sp>
      <p:pic>
        <p:nvPicPr>
          <p:cNvPr id="36" name="1_min_timer.mp4">
            <a:hlinkClick r:id="" action="ppaction://media"/>
            <a:extLst>
              <a:ext uri="{FF2B5EF4-FFF2-40B4-BE49-F238E27FC236}">
                <a16:creationId xmlns:a16="http://schemas.microsoft.com/office/drawing/2014/main" id="{89F2F1B5-529C-2EFB-EA86-4238496779B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03918" y="4416425"/>
            <a:ext cx="1276838" cy="3830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</Words>
  <Application>Microsoft Macintosh PowerPoint</Application>
  <PresentationFormat>On-screen Show (16:9)</PresentationFormat>
  <Paragraphs>8</Paragraphs>
  <Slides>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OpenDyslexic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Spelling – Y to IES Rule</dc:title>
  <dc:subject>PptxGenJS Presentation</dc:subject>
  <dc:creator>PptxGenJS</dc:creator>
  <cp:lastModifiedBy>innes mclean</cp:lastModifiedBy>
  <cp:revision>3</cp:revision>
  <dcterms:created xsi:type="dcterms:W3CDTF">2026-04-06T12:33:55Z</dcterms:created>
  <dcterms:modified xsi:type="dcterms:W3CDTF">2026-04-06T14:27:19Z</dcterms:modified>
</cp:coreProperties>
</file>