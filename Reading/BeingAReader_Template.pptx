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ink/ink1.xml" ContentType="application/inkml+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Types>
</file>

<file path=_rels/.rels><?xml version="1.0" encoding="UTF-8"?><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20"/>
  </p:notesMasterIdLst>
  <p:sldIdLst>
    <p:sldId id="1923" r:id="rId5"/>
    <p:sldId id="1817" r:id="rId6"/>
    <p:sldId id="1884" r:id="rId7"/>
    <p:sldId id="1912" r:id="rId8"/>
    <p:sldId id="1907" r:id="rId9"/>
    <p:sldId id="1887" r:id="rId10"/>
    <p:sldId id="1800" r:id="rId11"/>
    <p:sldId id="1904" r:id="rId12"/>
    <p:sldId id="407" r:id="rId13"/>
    <p:sldId id="1799" r:id="rId14"/>
    <p:sldId id="1885" r:id="rId15"/>
    <p:sldId id="1903" r:id="rId16"/>
    <p:sldId id="1804" r:id="rId17"/>
    <p:sldId id="1902" r:id="rId18"/>
    <p:sldId id="1924" r:id="rId19"/>
    <p:sldId id="2001" r:id="rId27"/>
    <p:sldId id="2002" r:id="rId28"/>
    <p:sldId id="2003" r:id="rId29"/>
    <p:sldId id="2004" r:id="rId30"/>
    <p:sldId id="2005" r:id="rId31"/>
    <p:sldId id="2006" r:id="rId32"/>
    <p:sldId id="2007" r:id="rId33"/>
  </p:sldIdLst>
  <p:sldSz cx="12192000" cy="6858000"/>
  <p:notesSz cx="6797675" cy="9926638"/>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B0F0"/>
    <a:srgbClr val="FFFF00"/>
    <a:srgbClr val="DEECF8"/>
    <a:srgbClr val="DFF2C0"/>
    <a:srgbClr val="FFDD99"/>
    <a:srgbClr val="A2CFFC"/>
    <a:srgbClr val="CD007A"/>
    <a:srgbClr val="FFD5EE"/>
    <a:srgbClr val="D463AF"/>
    <a:srgbClr val="FFAFD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7195C1D-3DE4-4D47-948A-4F5D6034330B}" v="2" dt="2026-05-21T16:23:02.90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58"/>
  </p:normalViewPr>
  <p:slideViewPr>
    <p:cSldViewPr snapToGrid="0">
      <p:cViewPr varScale="1">
        <p:scale>
          <a:sx n="116" d="100"/>
          <a:sy n="116" d="100"/>
        </p:scale>
        <p:origin x="864" y="176"/>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microsoft.com/office/2015/10/relationships/revisionInfo" Target="revisionInfo.xml"/><Relationship Id="rId3" Type="http://schemas.openxmlformats.org/officeDocument/2006/relationships/customXml" Target="../customXml/item3.xml"/><Relationship Id="rId21"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microsoft.com/office/2016/11/relationships/changesInfo" Target="changesInfos/changesInfo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notesMaster" Target="notesMasters/notes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viewProps" Target="viewProps.xml"/><Relationship Id="rId27" Type="http://schemas.openxmlformats.org/officeDocument/2006/relationships/slide" Target="slides/slide16.xml"/><Relationship Id="rId28" Type="http://schemas.openxmlformats.org/officeDocument/2006/relationships/slide" Target="slides/slide17.xml"/><Relationship Id="rId29" Type="http://schemas.openxmlformats.org/officeDocument/2006/relationships/slide" Target="slides/slide18.xml"/><Relationship Id="rId30" Type="http://schemas.openxmlformats.org/officeDocument/2006/relationships/slide" Target="slides/slide19.xml"/><Relationship Id="rId31" Type="http://schemas.openxmlformats.org/officeDocument/2006/relationships/slide" Target="slides/slide20.xml"/><Relationship Id="rId32" Type="http://schemas.openxmlformats.org/officeDocument/2006/relationships/slide" Target="slides/slide21.xml"/><Relationship Id="rId33" Type="http://schemas.openxmlformats.org/officeDocument/2006/relationships/slide" Target="slides/slide2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Innes Mclean - WFA" userId="cffa568d-066a-4903-b028-bafd937e5ea6" providerId="ADAL" clId="{BBC503F0-0109-47F6-B1DF-E0A271B1FB53}"/>
    <pc:docChg chg="modSld">
      <pc:chgData name="Innes Mclean - WFA" userId="cffa568d-066a-4903-b028-bafd937e5ea6" providerId="ADAL" clId="{BBC503F0-0109-47F6-B1DF-E0A271B1FB53}" dt="2026-05-06T07:16:05.639" v="50" actId="403"/>
      <pc:docMkLst>
        <pc:docMk/>
      </pc:docMkLst>
      <pc:sldChg chg="modSp mod">
        <pc:chgData name="Innes Mclean - WFA" userId="cffa568d-066a-4903-b028-bafd937e5ea6" providerId="ADAL" clId="{BBC503F0-0109-47F6-B1DF-E0A271B1FB53}" dt="2026-05-06T07:16:05.639" v="50" actId="403"/>
        <pc:sldMkLst>
          <pc:docMk/>
          <pc:sldMk cId="3172617500" sldId="1817"/>
        </pc:sldMkLst>
        <pc:spChg chg="mod">
          <ac:chgData name="Innes Mclean - WFA" userId="cffa568d-066a-4903-b028-bafd937e5ea6" providerId="ADAL" clId="{BBC503F0-0109-47F6-B1DF-E0A271B1FB53}" dt="2026-05-06T07:16:05.639" v="50" actId="403"/>
          <ac:spMkLst>
            <pc:docMk/>
            <pc:sldMk cId="3172617500" sldId="1817"/>
            <ac:spMk id="8" creationId="{E3C356D1-4D69-6789-D9E9-77C69F82E055}"/>
          </ac:spMkLst>
        </pc:spChg>
      </pc:sldChg>
    </pc:docChg>
  </pc:docChgLst>
  <pc:docChgLst>
    <pc:chgData name="Innes Mclean - WFA" userId="cffa568d-066a-4903-b028-bafd937e5ea6" providerId="ADAL" clId="{BAFB47AA-30B1-57EF-A3A9-D4A2AD815BD7}"/>
    <pc:docChg chg="custSel addSld delSld modSld">
      <pc:chgData name="Innes Mclean - WFA" userId="cffa568d-066a-4903-b028-bafd937e5ea6" providerId="ADAL" clId="{BAFB47AA-30B1-57EF-A3A9-D4A2AD815BD7}" dt="2026-05-21T16:23:20.305" v="82" actId="1076"/>
      <pc:docMkLst>
        <pc:docMk/>
      </pc:docMkLst>
      <pc:sldChg chg="delSp modSp del mod modShow">
        <pc:chgData name="Innes Mclean - WFA" userId="cffa568d-066a-4903-b028-bafd937e5ea6" providerId="ADAL" clId="{BAFB47AA-30B1-57EF-A3A9-D4A2AD815BD7}" dt="2026-05-21T16:22:44.359" v="56" actId="2696"/>
        <pc:sldMkLst>
          <pc:docMk/>
          <pc:sldMk cId="1347850878" sldId="407"/>
        </pc:sldMkLst>
      </pc:sldChg>
      <pc:sldChg chg="addSp modSp add mod modShow">
        <pc:chgData name="Innes Mclean - WFA" userId="cffa568d-066a-4903-b028-bafd937e5ea6" providerId="ADAL" clId="{BAFB47AA-30B1-57EF-A3A9-D4A2AD815BD7}" dt="2026-05-21T16:23:12.533" v="81" actId="1076"/>
        <pc:sldMkLst>
          <pc:docMk/>
          <pc:sldMk cId="3303693540" sldId="407"/>
        </pc:sldMkLst>
        <pc:spChg chg="mod">
          <ac:chgData name="Innes Mclean - WFA" userId="cffa568d-066a-4903-b028-bafd937e5ea6" providerId="ADAL" clId="{BAFB47AA-30B1-57EF-A3A9-D4A2AD815BD7}" dt="2026-05-21T16:22:57.742" v="60" actId="20577"/>
          <ac:spMkLst>
            <pc:docMk/>
            <pc:sldMk cId="3303693540" sldId="407"/>
            <ac:spMk id="3" creationId="{9AA1DE16-8C7B-4868-2DE3-9C9C7D7D4324}"/>
          </ac:spMkLst>
        </pc:spChg>
        <pc:spChg chg="add mod">
          <ac:chgData name="Innes Mclean - WFA" userId="cffa568d-066a-4903-b028-bafd937e5ea6" providerId="ADAL" clId="{BAFB47AA-30B1-57EF-A3A9-D4A2AD815BD7}" dt="2026-05-21T16:23:12.533" v="81" actId="1076"/>
          <ac:spMkLst>
            <pc:docMk/>
            <pc:sldMk cId="3303693540" sldId="407"/>
            <ac:spMk id="6" creationId="{2B18F8C8-4B63-E425-87CE-D13C91BCA056}"/>
          </ac:spMkLst>
        </pc:spChg>
      </pc:sldChg>
      <pc:sldChg chg="add mod modShow">
        <pc:chgData name="Innes Mclean - WFA" userId="cffa568d-066a-4903-b028-bafd937e5ea6" providerId="ADAL" clId="{BAFB47AA-30B1-57EF-A3A9-D4A2AD815BD7}" dt="2026-05-21T16:22:52.831" v="59" actId="34476"/>
        <pc:sldMkLst>
          <pc:docMk/>
          <pc:sldMk cId="2855788608" sldId="1799"/>
        </pc:sldMkLst>
      </pc:sldChg>
      <pc:sldChg chg="del mod modShow">
        <pc:chgData name="Innes Mclean - WFA" userId="cffa568d-066a-4903-b028-bafd937e5ea6" providerId="ADAL" clId="{BAFB47AA-30B1-57EF-A3A9-D4A2AD815BD7}" dt="2026-05-21T16:22:44.359" v="56" actId="2696"/>
        <pc:sldMkLst>
          <pc:docMk/>
          <pc:sldMk cId="3068266800" sldId="1799"/>
        </pc:sldMkLst>
      </pc:sldChg>
      <pc:sldChg chg="del mod modShow">
        <pc:chgData name="Innes Mclean - WFA" userId="cffa568d-066a-4903-b028-bafd937e5ea6" providerId="ADAL" clId="{BAFB47AA-30B1-57EF-A3A9-D4A2AD815BD7}" dt="2026-05-21T16:22:44.359" v="56" actId="2696"/>
        <pc:sldMkLst>
          <pc:docMk/>
          <pc:sldMk cId="923010346" sldId="1804"/>
        </pc:sldMkLst>
      </pc:sldChg>
      <pc:sldChg chg="modSp add mod modShow">
        <pc:chgData name="Innes Mclean - WFA" userId="cffa568d-066a-4903-b028-bafd937e5ea6" providerId="ADAL" clId="{BAFB47AA-30B1-57EF-A3A9-D4A2AD815BD7}" dt="2026-05-21T16:23:20.305" v="82" actId="1076"/>
        <pc:sldMkLst>
          <pc:docMk/>
          <pc:sldMk cId="1979448493" sldId="1804"/>
        </pc:sldMkLst>
        <pc:spChg chg="mod">
          <ac:chgData name="Innes Mclean - WFA" userId="cffa568d-066a-4903-b028-bafd937e5ea6" providerId="ADAL" clId="{BAFB47AA-30B1-57EF-A3A9-D4A2AD815BD7}" dt="2026-05-21T16:23:20.305" v="82" actId="1076"/>
          <ac:spMkLst>
            <pc:docMk/>
            <pc:sldMk cId="1979448493" sldId="1804"/>
            <ac:spMk id="22" creationId="{BBE494B4-E4A1-C48A-15E2-3683EA0AD086}"/>
          </ac:spMkLst>
        </pc:spChg>
      </pc:sldChg>
      <pc:sldChg chg="modSp mod">
        <pc:chgData name="Innes Mclean - WFA" userId="cffa568d-066a-4903-b028-bafd937e5ea6" providerId="ADAL" clId="{BAFB47AA-30B1-57EF-A3A9-D4A2AD815BD7}" dt="2026-05-18T15:47:23.455" v="55" actId="20577"/>
        <pc:sldMkLst>
          <pc:docMk/>
          <pc:sldMk cId="3172617500" sldId="1817"/>
        </pc:sldMkLst>
        <pc:spChg chg="mod">
          <ac:chgData name="Innes Mclean - WFA" userId="cffa568d-066a-4903-b028-bafd937e5ea6" providerId="ADAL" clId="{BAFB47AA-30B1-57EF-A3A9-D4A2AD815BD7}" dt="2026-05-18T15:47:23.455" v="55" actId="20577"/>
          <ac:spMkLst>
            <pc:docMk/>
            <pc:sldMk cId="3172617500" sldId="1817"/>
            <ac:spMk id="6" creationId="{BB00753D-C189-01CA-44B1-B484F954D600}"/>
          </ac:spMkLst>
        </pc:spChg>
        <pc:grpChg chg="mod">
          <ac:chgData name="Innes Mclean - WFA" userId="cffa568d-066a-4903-b028-bafd937e5ea6" providerId="ADAL" clId="{BAFB47AA-30B1-57EF-A3A9-D4A2AD815BD7}" dt="2026-05-09T18:39:05.256" v="26" actId="1076"/>
          <ac:grpSpMkLst>
            <pc:docMk/>
            <pc:sldMk cId="3172617500" sldId="1817"/>
            <ac:grpSpMk id="4" creationId="{5F3F8467-5724-D86C-FDA4-D49533DEC4F0}"/>
          </ac:grpSpMkLst>
        </pc:grpChg>
        <pc:picChg chg="mod">
          <ac:chgData name="Innes Mclean - WFA" userId="cffa568d-066a-4903-b028-bafd937e5ea6" providerId="ADAL" clId="{BAFB47AA-30B1-57EF-A3A9-D4A2AD815BD7}" dt="2026-05-09T18:39:05.256" v="26" actId="1076"/>
          <ac:picMkLst>
            <pc:docMk/>
            <pc:sldMk cId="3172617500" sldId="1817"/>
            <ac:picMk id="5" creationId="{2B1C2540-38D6-7D21-7288-1F3B603531FB}"/>
          </ac:picMkLst>
        </pc:picChg>
        <pc:picChg chg="mod">
          <ac:chgData name="Innes Mclean - WFA" userId="cffa568d-066a-4903-b028-bafd937e5ea6" providerId="ADAL" clId="{BAFB47AA-30B1-57EF-A3A9-D4A2AD815BD7}" dt="2026-05-09T18:39:05.256" v="26" actId="1076"/>
          <ac:picMkLst>
            <pc:docMk/>
            <pc:sldMk cId="3172617500" sldId="1817"/>
            <ac:picMk id="7" creationId="{8F3344A5-4924-D3BC-68C4-52E2EB3B6D65}"/>
          </ac:picMkLst>
        </pc:picChg>
      </pc:sldChg>
      <pc:sldChg chg="add mod modShow">
        <pc:chgData name="Innes Mclean - WFA" userId="cffa568d-066a-4903-b028-bafd937e5ea6" providerId="ADAL" clId="{BAFB47AA-30B1-57EF-A3A9-D4A2AD815BD7}" dt="2026-05-21T16:22:52.831" v="59" actId="34476"/>
        <pc:sldMkLst>
          <pc:docMk/>
          <pc:sldMk cId="3287233457" sldId="1885"/>
        </pc:sldMkLst>
      </pc:sldChg>
      <pc:sldChg chg="del mod modShow">
        <pc:chgData name="Innes Mclean - WFA" userId="cffa568d-066a-4903-b028-bafd937e5ea6" providerId="ADAL" clId="{BAFB47AA-30B1-57EF-A3A9-D4A2AD815BD7}" dt="2026-05-21T16:22:44.359" v="56" actId="2696"/>
        <pc:sldMkLst>
          <pc:docMk/>
          <pc:sldMk cId="4267943230" sldId="1885"/>
        </pc:sldMkLst>
      </pc:sldChg>
      <pc:sldChg chg="modSp mod">
        <pc:chgData name="Innes Mclean - WFA" userId="cffa568d-066a-4903-b028-bafd937e5ea6" providerId="ADAL" clId="{BAFB47AA-30B1-57EF-A3A9-D4A2AD815BD7}" dt="2026-05-09T18:38:17.522" v="20" actId="1076"/>
        <pc:sldMkLst>
          <pc:docMk/>
          <pc:sldMk cId="303222904" sldId="1887"/>
        </pc:sldMkLst>
        <pc:spChg chg="mod">
          <ac:chgData name="Innes Mclean - WFA" userId="cffa568d-066a-4903-b028-bafd937e5ea6" providerId="ADAL" clId="{BAFB47AA-30B1-57EF-A3A9-D4A2AD815BD7}" dt="2026-05-09T18:38:17.522" v="20" actId="1076"/>
          <ac:spMkLst>
            <pc:docMk/>
            <pc:sldMk cId="303222904" sldId="1887"/>
            <ac:spMk id="15" creationId="{DB1CFDC9-8812-2D57-F259-9934E0E81FC7}"/>
          </ac:spMkLst>
        </pc:spChg>
      </pc:sldChg>
      <pc:sldChg chg="add mod modShow">
        <pc:chgData name="Innes Mclean - WFA" userId="cffa568d-066a-4903-b028-bafd937e5ea6" providerId="ADAL" clId="{BAFB47AA-30B1-57EF-A3A9-D4A2AD815BD7}" dt="2026-05-21T16:22:52.831" v="59" actId="34476"/>
        <pc:sldMkLst>
          <pc:docMk/>
          <pc:sldMk cId="2842610468" sldId="1902"/>
        </pc:sldMkLst>
      </pc:sldChg>
      <pc:sldChg chg="del mod modShow">
        <pc:chgData name="Innes Mclean - WFA" userId="cffa568d-066a-4903-b028-bafd937e5ea6" providerId="ADAL" clId="{BAFB47AA-30B1-57EF-A3A9-D4A2AD815BD7}" dt="2026-05-21T16:22:44.359" v="56" actId="2696"/>
        <pc:sldMkLst>
          <pc:docMk/>
          <pc:sldMk cId="4048027688" sldId="1902"/>
        </pc:sldMkLst>
      </pc:sldChg>
      <pc:sldChg chg="del mod modShow">
        <pc:chgData name="Innes Mclean - WFA" userId="cffa568d-066a-4903-b028-bafd937e5ea6" providerId="ADAL" clId="{BAFB47AA-30B1-57EF-A3A9-D4A2AD815BD7}" dt="2026-05-21T16:22:44.359" v="56" actId="2696"/>
        <pc:sldMkLst>
          <pc:docMk/>
          <pc:sldMk cId="2949455189" sldId="1903"/>
        </pc:sldMkLst>
      </pc:sldChg>
      <pc:sldChg chg="add mod modShow">
        <pc:chgData name="Innes Mclean - WFA" userId="cffa568d-066a-4903-b028-bafd937e5ea6" providerId="ADAL" clId="{BAFB47AA-30B1-57EF-A3A9-D4A2AD815BD7}" dt="2026-05-21T16:22:52.831" v="59" actId="34476"/>
        <pc:sldMkLst>
          <pc:docMk/>
          <pc:sldMk cId="3934231579" sldId="1903"/>
        </pc:sldMkLst>
      </pc:sldChg>
      <pc:sldChg chg="modSp mod">
        <pc:chgData name="Innes Mclean - WFA" userId="cffa568d-066a-4903-b028-bafd937e5ea6" providerId="ADAL" clId="{BAFB47AA-30B1-57EF-A3A9-D4A2AD815BD7}" dt="2026-05-21T16:22:48.227" v="58" actId="27636"/>
        <pc:sldMkLst>
          <pc:docMk/>
          <pc:sldMk cId="4127022080" sldId="1904"/>
        </pc:sldMkLst>
        <pc:spChg chg="mod">
          <ac:chgData name="Innes Mclean - WFA" userId="cffa568d-066a-4903-b028-bafd937e5ea6" providerId="ADAL" clId="{BAFB47AA-30B1-57EF-A3A9-D4A2AD815BD7}" dt="2026-05-21T16:22:48.227" v="58" actId="27636"/>
          <ac:spMkLst>
            <pc:docMk/>
            <pc:sldMk cId="4127022080" sldId="1904"/>
            <ac:spMk id="9" creationId="{C39F0976-7660-64BA-E055-E6E60B65E8BB}"/>
          </ac:spMkLst>
        </pc:spChg>
      </pc:sldChg>
      <pc:sldChg chg="add mod modShow">
        <pc:chgData name="Innes Mclean - WFA" userId="cffa568d-066a-4903-b028-bafd937e5ea6" providerId="ADAL" clId="{BAFB47AA-30B1-57EF-A3A9-D4A2AD815BD7}" dt="2026-05-21T16:22:52.831" v="59" actId="34476"/>
        <pc:sldMkLst>
          <pc:docMk/>
          <pc:sldMk cId="2161724486" sldId="1924"/>
        </pc:sldMkLst>
      </pc:sldChg>
      <pc:sldChg chg="del mod modShow">
        <pc:chgData name="Innes Mclean - WFA" userId="cffa568d-066a-4903-b028-bafd937e5ea6" providerId="ADAL" clId="{BAFB47AA-30B1-57EF-A3A9-D4A2AD815BD7}" dt="2026-05-21T16:22:44.359" v="56" actId="2696"/>
        <pc:sldMkLst>
          <pc:docMk/>
          <pc:sldMk cId="3615942781" sldId="1924"/>
        </pc:sldMkLst>
      </pc:sldChg>
    </pc:docChg>
  </pc:docChgLst>
</pc:chgInfo>
</file>

<file path=ppt/ink/ink1.xml><?xml version="1.0" encoding="utf-8"?>
<inkml:ink xmlns:inkml="http://www.w3.org/2003/InkML">
  <inkml:definitions>
    <inkml:context xml:id="ctx0">
      <inkml:inkSource xml:id="inkSrc0">
        <inkml:traceFormat>
          <inkml:channel name="X" type="integer" max="26395" units="cm"/>
          <inkml:channel name="Y" type="integer" max="14847" units="cm"/>
          <inkml:channel name="T" type="integer" max="2.14748E9" units="dev"/>
        </inkml:traceFormat>
        <inkml:channelProperties>
          <inkml:channelProperty channel="X" name="resolution" value="159.99879" units="1/cm"/>
          <inkml:channelProperty channel="Y" name="resolution" value="160.00647" units="1/cm"/>
          <inkml:channelProperty channel="T" name="resolution" value="1" units="1/dev"/>
        </inkml:channelProperties>
      </inkml:inkSource>
      <inkml:timestamp xml:id="ts0" timeString="2025-09-17T12:45:34.864"/>
    </inkml:context>
    <inkml:brush xml:id="br0">
      <inkml:brushProperty name="width" value="0.05292" units="cm"/>
      <inkml:brushProperty name="height" value="0.05292" units="cm"/>
      <inkml:brushProperty name="color" value="#FF0000"/>
    </inkml:brush>
  </inkml:definitions>
  <inkml:trace contextRef="#ctx0" brushRef="#br0">27383 10603 0,'0'0'0</inkml:trace>
</inkml:ink>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45659" cy="498056"/>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50443" y="0"/>
            <a:ext cx="2945659" cy="498056"/>
          </a:xfrm>
          <a:prstGeom prst="rect">
            <a:avLst/>
          </a:prstGeom>
        </p:spPr>
        <p:txBody>
          <a:bodyPr vert="horz" lIns="91440" tIns="45720" rIns="91440" bIns="45720" rtlCol="0"/>
          <a:lstStyle>
            <a:lvl1pPr algn="r">
              <a:defRPr sz="1200"/>
            </a:lvl1pPr>
          </a:lstStyle>
          <a:p>
            <a:fld id="{D225DB60-C16B-446D-B5DB-6D7125925E95}" type="datetimeFigureOut">
              <a:rPr lang="en-GB" smtClean="0"/>
              <a:t>21/05/2026</a:t>
            </a:fld>
            <a:endParaRPr lang="en-GB"/>
          </a:p>
        </p:txBody>
      </p:sp>
      <p:sp>
        <p:nvSpPr>
          <p:cNvPr id="4" name="Slide Image Placeholder 3"/>
          <p:cNvSpPr>
            <a:spLocks noGrp="1" noRot="1" noChangeAspect="1"/>
          </p:cNvSpPr>
          <p:nvPr>
            <p:ph type="sldImg" idx="2"/>
          </p:nvPr>
        </p:nvSpPr>
        <p:spPr>
          <a:xfrm>
            <a:off x="422275" y="1241425"/>
            <a:ext cx="5953125" cy="3349625"/>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79768" y="4777194"/>
            <a:ext cx="5438140" cy="3908614"/>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9428584"/>
            <a:ext cx="2945659" cy="498055"/>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50443" y="9428584"/>
            <a:ext cx="2945659" cy="498055"/>
          </a:xfrm>
          <a:prstGeom prst="rect">
            <a:avLst/>
          </a:prstGeom>
        </p:spPr>
        <p:txBody>
          <a:bodyPr vert="horz" lIns="91440" tIns="45720" rIns="91440" bIns="45720" rtlCol="0" anchor="b"/>
          <a:lstStyle>
            <a:lvl1pPr algn="r">
              <a:defRPr sz="1200"/>
            </a:lvl1pPr>
          </a:lstStyle>
          <a:p>
            <a:fld id="{B7E8E8B9-ADA3-45E0-8420-BE5E8FCCF1F7}" type="slidenum">
              <a:rPr lang="en-GB" smtClean="0"/>
              <a:t>‹#›</a:t>
            </a:fld>
            <a:endParaRPr lang="en-GB"/>
          </a:p>
        </p:txBody>
      </p:sp>
    </p:spTree>
    <p:extLst>
      <p:ext uri="{BB962C8B-B14F-4D97-AF65-F5344CB8AC3E}">
        <p14:creationId xmlns:p14="http://schemas.microsoft.com/office/powerpoint/2010/main" val="85713824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E11416-2BF0-1BF0-993C-D7EDF44CEA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7CAD52C-A15F-345E-DEC9-153A113F16DD}"/>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C3F11A5D-2009-B729-C92B-9C76C84A13B9}"/>
              </a:ext>
            </a:extLst>
          </p:cNvPr>
          <p:cNvSpPr>
            <a:spLocks noGrp="1"/>
          </p:cNvSpPr>
          <p:nvPr>
            <p:ph type="body" idx="1"/>
          </p:nvPr>
        </p:nvSpPr>
        <p:spPr/>
        <p:txBody>
          <a:bodyPr/>
          <a:lstStyle/>
          <a:p>
            <a:r>
              <a:rPr lang="en-GB"/>
              <a:t>Background knowledge – We use our background knowledge and experiences to help us with our reading</a:t>
            </a:r>
          </a:p>
          <a:p>
            <a:r>
              <a:rPr lang="en-GB"/>
              <a:t>Vocabulary – we use new vocabulary when reading</a:t>
            </a:r>
          </a:p>
          <a:p>
            <a:r>
              <a:rPr lang="en-GB"/>
              <a:t>Fluency &amp; Expression – We read fluently and with expression to make our reading exciting</a:t>
            </a:r>
          </a:p>
          <a:p>
            <a:r>
              <a:rPr lang="en-GB"/>
              <a:t>Discuss &amp; explain thinking – We discuss and explain our thinking and understanding of our reading</a:t>
            </a:r>
          </a:p>
          <a:p>
            <a:r>
              <a:rPr lang="en-GB"/>
              <a:t>Read a wide range of texts – We read a wide range of texts at WFA</a:t>
            </a:r>
          </a:p>
          <a:p>
            <a:r>
              <a:rPr lang="en-GB"/>
              <a:t>Decoding and phonics – We use our phonics to help us decode and learn new words when we are reading</a:t>
            </a:r>
          </a:p>
          <a:p>
            <a:endParaRPr lang="en-GB"/>
          </a:p>
        </p:txBody>
      </p:sp>
      <p:sp>
        <p:nvSpPr>
          <p:cNvPr id="4" name="Slide Number Placeholder 3">
            <a:extLst>
              <a:ext uri="{FF2B5EF4-FFF2-40B4-BE49-F238E27FC236}">
                <a16:creationId xmlns:a16="http://schemas.microsoft.com/office/drawing/2014/main" id="{19A8A58E-928C-8E71-2814-F5DCBF204BB4}"/>
              </a:ext>
            </a:extLst>
          </p:cNvPr>
          <p:cNvSpPr>
            <a:spLocks noGrp="1"/>
          </p:cNvSpPr>
          <p:nvPr>
            <p:ph type="sldNum" sz="quarter" idx="5"/>
          </p:nvPr>
        </p:nvSpPr>
        <p:spPr/>
        <p:txBody>
          <a:bodyPr/>
          <a:lstStyle/>
          <a:p>
            <a:fld id="{B7E8E8B9-ADA3-45E0-8420-BE5E8FCCF1F7}" type="slidenum">
              <a:rPr lang="en-GB" smtClean="0"/>
              <a:t>3</a:t>
            </a:fld>
            <a:endParaRPr lang="en-GB"/>
          </a:p>
        </p:txBody>
      </p:sp>
    </p:spTree>
    <p:extLst>
      <p:ext uri="{BB962C8B-B14F-4D97-AF65-F5344CB8AC3E}">
        <p14:creationId xmlns:p14="http://schemas.microsoft.com/office/powerpoint/2010/main" val="329358526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F93071-2F46-9644-A2D0-B7A516A87AA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6F26A4-4C33-FD41-8664-9FFE0D685774}"/>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B023575B-F319-685A-F4EB-043ABE52686C}"/>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86D2E282-AD31-3D4D-FFE7-ECB14224B778}"/>
              </a:ext>
            </a:extLst>
          </p:cNvPr>
          <p:cNvSpPr>
            <a:spLocks noGrp="1"/>
          </p:cNvSpPr>
          <p:nvPr>
            <p:ph type="sldNum" sz="quarter" idx="5"/>
          </p:nvPr>
        </p:nvSpPr>
        <p:spPr/>
        <p:txBody>
          <a:bodyPr/>
          <a:lstStyle/>
          <a:p>
            <a:fld id="{B7E8E8B9-ADA3-45E0-8420-BE5E8FCCF1F7}" type="slidenum">
              <a:rPr lang="en-GB" smtClean="0"/>
              <a:t>4</a:t>
            </a:fld>
            <a:endParaRPr lang="en-GB"/>
          </a:p>
        </p:txBody>
      </p:sp>
    </p:spTree>
    <p:extLst>
      <p:ext uri="{BB962C8B-B14F-4D97-AF65-F5344CB8AC3E}">
        <p14:creationId xmlns:p14="http://schemas.microsoft.com/office/powerpoint/2010/main" val="230421333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C9E6B0-A6BD-A747-E971-48B8368E97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60842B-70A3-6A87-DE71-DC5CDBBC8C28}"/>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F84E4DBC-5075-4DA5-C90B-BB7261D97387}"/>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3A90E457-613E-E4B9-F2D4-8EB91F55A8B1}"/>
              </a:ext>
            </a:extLst>
          </p:cNvPr>
          <p:cNvSpPr>
            <a:spLocks noGrp="1"/>
          </p:cNvSpPr>
          <p:nvPr>
            <p:ph type="sldNum" sz="quarter" idx="5"/>
          </p:nvPr>
        </p:nvSpPr>
        <p:spPr/>
        <p:txBody>
          <a:bodyPr/>
          <a:lstStyle/>
          <a:p>
            <a:fld id="{B7E8E8B9-ADA3-45E0-8420-BE5E8FCCF1F7}" type="slidenum">
              <a:rPr lang="en-GB" smtClean="0"/>
              <a:t>5</a:t>
            </a:fld>
            <a:endParaRPr lang="en-GB"/>
          </a:p>
        </p:txBody>
      </p:sp>
    </p:spTree>
    <p:extLst>
      <p:ext uri="{BB962C8B-B14F-4D97-AF65-F5344CB8AC3E}">
        <p14:creationId xmlns:p14="http://schemas.microsoft.com/office/powerpoint/2010/main" val="73207018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0BE0DF-E15F-5B7F-F1A7-97D7767E08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CDCBFC-DD36-F38E-02CE-18E5BFA080A5}"/>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DCBA88D1-8153-ACA0-4EC1-0560A2F1293A}"/>
              </a:ext>
            </a:extLst>
          </p:cNvPr>
          <p:cNvSpPr>
            <a:spLocks noGrp="1"/>
          </p:cNvSpPr>
          <p:nvPr>
            <p:ph type="body" idx="1"/>
          </p:nvPr>
        </p:nvSpPr>
        <p:spPr/>
        <p:txBody>
          <a:bodyPr/>
          <a:lstStyle/>
          <a:p>
            <a:r>
              <a:rPr lang="en-GB"/>
              <a:t>OH ES &amp; KW reading phonically decodable version with TP</a:t>
            </a:r>
          </a:p>
        </p:txBody>
      </p:sp>
      <p:sp>
        <p:nvSpPr>
          <p:cNvPr id="4" name="Slide Number Placeholder 3">
            <a:extLst>
              <a:ext uri="{FF2B5EF4-FFF2-40B4-BE49-F238E27FC236}">
                <a16:creationId xmlns:a16="http://schemas.microsoft.com/office/drawing/2014/main" id="{AEDBB03C-83C0-8406-0E5B-977918F0DAB0}"/>
              </a:ext>
            </a:extLst>
          </p:cNvPr>
          <p:cNvSpPr>
            <a:spLocks noGrp="1"/>
          </p:cNvSpPr>
          <p:nvPr>
            <p:ph type="sldNum" sz="quarter" idx="5"/>
          </p:nvPr>
        </p:nvSpPr>
        <p:spPr/>
        <p:txBody>
          <a:bodyPr/>
          <a:lstStyle/>
          <a:p>
            <a:fld id="{B7E8E8B9-ADA3-45E0-8420-BE5E8FCCF1F7}" type="slidenum">
              <a:rPr lang="en-GB" smtClean="0"/>
              <a:t>6</a:t>
            </a:fld>
            <a:endParaRPr lang="en-GB"/>
          </a:p>
        </p:txBody>
      </p:sp>
    </p:spTree>
    <p:extLst>
      <p:ext uri="{BB962C8B-B14F-4D97-AF65-F5344CB8AC3E}">
        <p14:creationId xmlns:p14="http://schemas.microsoft.com/office/powerpoint/2010/main" val="401260066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B7E8E8B9-ADA3-45E0-8420-BE5E8FCCF1F7}" type="slidenum">
              <a:rPr lang="en-GB" smtClean="0"/>
              <a:t>9</a:t>
            </a:fld>
            <a:endParaRPr lang="en-GB"/>
          </a:p>
        </p:txBody>
      </p:sp>
    </p:spTree>
    <p:extLst>
      <p:ext uri="{BB962C8B-B14F-4D97-AF65-F5344CB8AC3E}">
        <p14:creationId xmlns:p14="http://schemas.microsoft.com/office/powerpoint/2010/main" val="191100692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r>
              <a:rPr lang="en-GB"/>
              <a:t>Background knowledge – We use our background knowledge and experiences to help us with our reading</a:t>
            </a:r>
          </a:p>
          <a:p>
            <a:r>
              <a:rPr lang="en-GB"/>
              <a:t>Vocabulary – we use new vocabulary when reading</a:t>
            </a:r>
          </a:p>
          <a:p>
            <a:r>
              <a:rPr lang="en-GB"/>
              <a:t>Fluency &amp; Expression – We read fluently and with expression to make our reading exciting</a:t>
            </a:r>
          </a:p>
          <a:p>
            <a:r>
              <a:rPr lang="en-GB"/>
              <a:t>Discuss &amp; explain thinking – We discuss and explain our thinking and understanding of our reading</a:t>
            </a:r>
          </a:p>
          <a:p>
            <a:r>
              <a:rPr lang="en-GB"/>
              <a:t>Read a wide range of texts – We read a wide range of texts at WFA</a:t>
            </a:r>
          </a:p>
          <a:p>
            <a:r>
              <a:rPr lang="en-GB"/>
              <a:t>Decoding and phonics – We use our phonics to help us decode and learn new words when we are reading</a:t>
            </a:r>
          </a:p>
          <a:p>
            <a:endParaRPr lang="en-GB"/>
          </a:p>
        </p:txBody>
      </p:sp>
      <p:sp>
        <p:nvSpPr>
          <p:cNvPr id="4" name="Slide Number Placeholder 3"/>
          <p:cNvSpPr>
            <a:spLocks noGrp="1"/>
          </p:cNvSpPr>
          <p:nvPr>
            <p:ph type="sldNum" sz="quarter" idx="5"/>
          </p:nvPr>
        </p:nvSpPr>
        <p:spPr/>
        <p:txBody>
          <a:bodyPr/>
          <a:lstStyle/>
          <a:p>
            <a:fld id="{B7E8E8B9-ADA3-45E0-8420-BE5E8FCCF1F7}" type="slidenum">
              <a:rPr lang="en-GB" smtClean="0"/>
              <a:t>10</a:t>
            </a:fld>
            <a:endParaRPr lang="en-GB"/>
          </a:p>
        </p:txBody>
      </p:sp>
    </p:spTree>
    <p:extLst>
      <p:ext uri="{BB962C8B-B14F-4D97-AF65-F5344CB8AC3E}">
        <p14:creationId xmlns:p14="http://schemas.microsoft.com/office/powerpoint/2010/main" val="362449878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C990C4-3F63-5CE3-40C0-37C3972A605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E53583-2126-636C-06E9-AC409DB69760}"/>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2094D933-7CA1-A8E0-3C7B-D224B6723271}"/>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CBF62738-39F3-90E4-2B16-74770B32C315}"/>
              </a:ext>
            </a:extLst>
          </p:cNvPr>
          <p:cNvSpPr>
            <a:spLocks noGrp="1"/>
          </p:cNvSpPr>
          <p:nvPr>
            <p:ph type="sldNum" sz="quarter" idx="5"/>
          </p:nvPr>
        </p:nvSpPr>
        <p:spPr/>
        <p:txBody>
          <a:bodyPr/>
          <a:lstStyle/>
          <a:p>
            <a:fld id="{B7E8E8B9-ADA3-45E0-8420-BE5E8FCCF1F7}" type="slidenum">
              <a:rPr lang="en-GB" smtClean="0"/>
              <a:t>11</a:t>
            </a:fld>
            <a:endParaRPr lang="en-GB"/>
          </a:p>
        </p:txBody>
      </p:sp>
    </p:spTree>
    <p:extLst>
      <p:ext uri="{BB962C8B-B14F-4D97-AF65-F5344CB8AC3E}">
        <p14:creationId xmlns:p14="http://schemas.microsoft.com/office/powerpoint/2010/main" val="248000502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791006-C5AD-CE9A-768D-97FEB0FA18B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F2B318E-FA05-39EA-68AF-6B9E723A00DA}"/>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4CAEEA19-065F-0F91-7D7E-3BF882304030}"/>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3A651696-B6F4-AA2A-3057-6BD30C08333F}"/>
              </a:ext>
            </a:extLst>
          </p:cNvPr>
          <p:cNvSpPr>
            <a:spLocks noGrp="1"/>
          </p:cNvSpPr>
          <p:nvPr>
            <p:ph type="sldNum" sz="quarter" idx="5"/>
          </p:nvPr>
        </p:nvSpPr>
        <p:spPr/>
        <p:txBody>
          <a:bodyPr/>
          <a:lstStyle/>
          <a:p>
            <a:fld id="{B7E8E8B9-ADA3-45E0-8420-BE5E8FCCF1F7}" type="slidenum">
              <a:rPr lang="en-GB" smtClean="0"/>
              <a:t>12</a:t>
            </a:fld>
            <a:endParaRPr lang="en-GB"/>
          </a:p>
        </p:txBody>
      </p:sp>
    </p:spTree>
    <p:extLst>
      <p:ext uri="{BB962C8B-B14F-4D97-AF65-F5344CB8AC3E}">
        <p14:creationId xmlns:p14="http://schemas.microsoft.com/office/powerpoint/2010/main" val="189496573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r>
              <a:rPr lang="en-GB"/>
              <a:t>OH ES &amp; KW reading phonically decodable version with TP</a:t>
            </a:r>
          </a:p>
        </p:txBody>
      </p:sp>
      <p:sp>
        <p:nvSpPr>
          <p:cNvPr id="4" name="Slide Number Placeholder 3"/>
          <p:cNvSpPr>
            <a:spLocks noGrp="1"/>
          </p:cNvSpPr>
          <p:nvPr>
            <p:ph type="sldNum" sz="quarter" idx="5"/>
          </p:nvPr>
        </p:nvSpPr>
        <p:spPr/>
        <p:txBody>
          <a:bodyPr/>
          <a:lstStyle/>
          <a:p>
            <a:fld id="{B7E8E8B9-ADA3-45E0-8420-BE5E8FCCF1F7}" type="slidenum">
              <a:rPr lang="en-GB" smtClean="0"/>
              <a:t>13</a:t>
            </a:fld>
            <a:endParaRPr lang="en-GB"/>
          </a:p>
        </p:txBody>
      </p:sp>
    </p:spTree>
    <p:extLst>
      <p:ext uri="{BB962C8B-B14F-4D97-AF65-F5344CB8AC3E}">
        <p14:creationId xmlns:p14="http://schemas.microsoft.com/office/powerpoint/2010/main" val="268167286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B7E8E8B9-ADA3-45E0-8420-BE5E8FCCF1F7}" type="slidenum">
              <a:rPr lang="en-GB" smtClean="0"/>
              <a:t>9</a:t>
            </a:fld>
            <a:endParaRPr lang="en-GB"/>
          </a:p>
        </p:txBody>
      </p:sp>
    </p:spTree>
    <p:extLst>
      <p:ext uri="{BB962C8B-B14F-4D97-AF65-F5344CB8AC3E}">
        <p14:creationId xmlns:p14="http://schemas.microsoft.com/office/powerpoint/2010/main" val="191100692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r>
              <a:rPr lang="en-GB"/>
              <a:t>Background knowledge – We use our background knowledge and experiences to help us with our reading</a:t>
            </a:r>
          </a:p>
          <a:p>
            <a:r>
              <a:rPr lang="en-GB"/>
              <a:t>Vocabulary – we use new vocabulary when reading</a:t>
            </a:r>
          </a:p>
          <a:p>
            <a:r>
              <a:rPr lang="en-GB"/>
              <a:t>Fluency &amp; Expression – We read fluently and with expression to make our reading exciting</a:t>
            </a:r>
          </a:p>
          <a:p>
            <a:r>
              <a:rPr lang="en-GB"/>
              <a:t>Discuss &amp; explain thinking – We discuss and explain our thinking and understanding of our reading</a:t>
            </a:r>
          </a:p>
          <a:p>
            <a:r>
              <a:rPr lang="en-GB"/>
              <a:t>Read a wide range of texts – We read a wide range of texts at WFA</a:t>
            </a:r>
          </a:p>
          <a:p>
            <a:r>
              <a:rPr lang="en-GB"/>
              <a:t>Decoding and phonics – We use our phonics to help us decode and learn new words when we are reading</a:t>
            </a:r>
          </a:p>
          <a:p>
            <a:endParaRPr lang="en-GB"/>
          </a:p>
        </p:txBody>
      </p:sp>
      <p:sp>
        <p:nvSpPr>
          <p:cNvPr id="4" name="Slide Number Placeholder 3"/>
          <p:cNvSpPr>
            <a:spLocks noGrp="1"/>
          </p:cNvSpPr>
          <p:nvPr>
            <p:ph type="sldNum" sz="quarter" idx="5"/>
          </p:nvPr>
        </p:nvSpPr>
        <p:spPr/>
        <p:txBody>
          <a:bodyPr/>
          <a:lstStyle/>
          <a:p>
            <a:fld id="{B7E8E8B9-ADA3-45E0-8420-BE5E8FCCF1F7}" type="slidenum">
              <a:rPr lang="en-GB" smtClean="0"/>
              <a:t>10</a:t>
            </a:fld>
            <a:endParaRPr lang="en-GB"/>
          </a:p>
        </p:txBody>
      </p:sp>
    </p:spTree>
    <p:extLst>
      <p:ext uri="{BB962C8B-B14F-4D97-AF65-F5344CB8AC3E}">
        <p14:creationId xmlns:p14="http://schemas.microsoft.com/office/powerpoint/2010/main" val="362449878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C990C4-3F63-5CE3-40C0-37C3972A605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E53583-2126-636C-06E9-AC409DB69760}"/>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2094D933-7CA1-A8E0-3C7B-D224B6723271}"/>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CBF62738-39F3-90E4-2B16-74770B32C315}"/>
              </a:ext>
            </a:extLst>
          </p:cNvPr>
          <p:cNvSpPr>
            <a:spLocks noGrp="1"/>
          </p:cNvSpPr>
          <p:nvPr>
            <p:ph type="sldNum" sz="quarter" idx="5"/>
          </p:nvPr>
        </p:nvSpPr>
        <p:spPr/>
        <p:txBody>
          <a:bodyPr/>
          <a:lstStyle/>
          <a:p>
            <a:fld id="{B7E8E8B9-ADA3-45E0-8420-BE5E8FCCF1F7}" type="slidenum">
              <a:rPr lang="en-GB" smtClean="0"/>
              <a:t>11</a:t>
            </a:fld>
            <a:endParaRPr lang="en-GB"/>
          </a:p>
        </p:txBody>
      </p:sp>
    </p:spTree>
    <p:extLst>
      <p:ext uri="{BB962C8B-B14F-4D97-AF65-F5344CB8AC3E}">
        <p14:creationId xmlns:p14="http://schemas.microsoft.com/office/powerpoint/2010/main" val="248000502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791006-C5AD-CE9A-768D-97FEB0FA18B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F2B318E-FA05-39EA-68AF-6B9E723A00DA}"/>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4CAEEA19-065F-0F91-7D7E-3BF882304030}"/>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3A651696-B6F4-AA2A-3057-6BD30C08333F}"/>
              </a:ext>
            </a:extLst>
          </p:cNvPr>
          <p:cNvSpPr>
            <a:spLocks noGrp="1"/>
          </p:cNvSpPr>
          <p:nvPr>
            <p:ph type="sldNum" sz="quarter" idx="5"/>
          </p:nvPr>
        </p:nvSpPr>
        <p:spPr/>
        <p:txBody>
          <a:bodyPr/>
          <a:lstStyle/>
          <a:p>
            <a:fld id="{B7E8E8B9-ADA3-45E0-8420-BE5E8FCCF1F7}" type="slidenum">
              <a:rPr lang="en-GB" smtClean="0"/>
              <a:t>12</a:t>
            </a:fld>
            <a:endParaRPr lang="en-GB"/>
          </a:p>
        </p:txBody>
      </p:sp>
    </p:spTree>
    <p:extLst>
      <p:ext uri="{BB962C8B-B14F-4D97-AF65-F5344CB8AC3E}">
        <p14:creationId xmlns:p14="http://schemas.microsoft.com/office/powerpoint/2010/main" val="189496573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r>
              <a:rPr lang="en-GB"/>
              <a:t>OH ES &amp; KW reading phonically decodable version with TP</a:t>
            </a:r>
          </a:p>
        </p:txBody>
      </p:sp>
      <p:sp>
        <p:nvSpPr>
          <p:cNvPr id="4" name="Slide Number Placeholder 3"/>
          <p:cNvSpPr>
            <a:spLocks noGrp="1"/>
          </p:cNvSpPr>
          <p:nvPr>
            <p:ph type="sldNum" sz="quarter" idx="5"/>
          </p:nvPr>
        </p:nvSpPr>
        <p:spPr/>
        <p:txBody>
          <a:bodyPr/>
          <a:lstStyle/>
          <a:p>
            <a:fld id="{B7E8E8B9-ADA3-45E0-8420-BE5E8FCCF1F7}" type="slidenum">
              <a:rPr lang="en-GB" smtClean="0"/>
              <a:t>13</a:t>
            </a:fld>
            <a:endParaRPr lang="en-GB"/>
          </a:p>
        </p:txBody>
      </p:sp>
    </p:spTree>
    <p:extLst>
      <p:ext uri="{BB962C8B-B14F-4D97-AF65-F5344CB8AC3E}">
        <p14:creationId xmlns:p14="http://schemas.microsoft.com/office/powerpoint/2010/main" val="268167286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B7E8E8B9-ADA3-45E0-8420-BE5E8FCCF1F7}" type="slidenum">
              <a:rPr lang="en-GB" smtClean="0"/>
              <a:t>9</a:t>
            </a:fld>
            <a:endParaRPr lang="en-GB"/>
          </a:p>
        </p:txBody>
      </p:sp>
    </p:spTree>
    <p:extLst>
      <p:ext uri="{BB962C8B-B14F-4D97-AF65-F5344CB8AC3E}">
        <p14:creationId xmlns:p14="http://schemas.microsoft.com/office/powerpoint/2010/main" val="191100692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r>
              <a:rPr lang="en-GB"/>
              <a:t>Background knowledge – We use our background knowledge and experiences to help us with our reading</a:t>
            </a:r>
          </a:p>
          <a:p>
            <a:r>
              <a:rPr lang="en-GB"/>
              <a:t>Vocabulary – we use new vocabulary when reading</a:t>
            </a:r>
          </a:p>
          <a:p>
            <a:r>
              <a:rPr lang="en-GB"/>
              <a:t>Fluency &amp; Expression – We read fluently and with expression to make our reading exciting</a:t>
            </a:r>
          </a:p>
          <a:p>
            <a:r>
              <a:rPr lang="en-GB"/>
              <a:t>Discuss &amp; explain thinking – We discuss and explain our thinking and understanding of our reading</a:t>
            </a:r>
          </a:p>
          <a:p>
            <a:r>
              <a:rPr lang="en-GB"/>
              <a:t>Read a wide range of texts – We read a wide range of texts at WFA</a:t>
            </a:r>
          </a:p>
          <a:p>
            <a:r>
              <a:rPr lang="en-GB"/>
              <a:t>Decoding and phonics – We use our phonics to help us decode and learn new words when we are reading</a:t>
            </a:r>
          </a:p>
          <a:p>
            <a:endParaRPr lang="en-GB"/>
          </a:p>
        </p:txBody>
      </p:sp>
      <p:sp>
        <p:nvSpPr>
          <p:cNvPr id="4" name="Slide Number Placeholder 3"/>
          <p:cNvSpPr>
            <a:spLocks noGrp="1"/>
          </p:cNvSpPr>
          <p:nvPr>
            <p:ph type="sldNum" sz="quarter" idx="5"/>
          </p:nvPr>
        </p:nvSpPr>
        <p:spPr/>
        <p:txBody>
          <a:bodyPr/>
          <a:lstStyle/>
          <a:p>
            <a:fld id="{B7E8E8B9-ADA3-45E0-8420-BE5E8FCCF1F7}" type="slidenum">
              <a:rPr lang="en-GB" smtClean="0"/>
              <a:t>10</a:t>
            </a:fld>
            <a:endParaRPr lang="en-GB"/>
          </a:p>
        </p:txBody>
      </p:sp>
    </p:spTree>
    <p:extLst>
      <p:ext uri="{BB962C8B-B14F-4D97-AF65-F5344CB8AC3E}">
        <p14:creationId xmlns:p14="http://schemas.microsoft.com/office/powerpoint/2010/main" val="3624498783"/>
      </p:ext>
    </p:extLst>
  </p:cSld>
  <p:clrMapOvr>
    <a:masterClrMapping/>
  </p:clrMapOvr>
</p:note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65A21D-2FCA-5103-944C-97A33EAB499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4E451915-D313-134F-3B39-E2202692B0C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C0492851-C45E-2C62-1686-35F05261BF4A}"/>
              </a:ext>
            </a:extLst>
          </p:cNvPr>
          <p:cNvSpPr>
            <a:spLocks noGrp="1"/>
          </p:cNvSpPr>
          <p:nvPr>
            <p:ph type="dt" sz="half" idx="10"/>
          </p:nvPr>
        </p:nvSpPr>
        <p:spPr/>
        <p:txBody>
          <a:bodyPr/>
          <a:lstStyle/>
          <a:p>
            <a:fld id="{8B72D5E0-039A-4068-97A9-A3C4BF080BAA}" type="datetimeFigureOut">
              <a:rPr lang="en-GB" smtClean="0"/>
              <a:t>21/05/2026</a:t>
            </a:fld>
            <a:endParaRPr lang="en-GB"/>
          </a:p>
        </p:txBody>
      </p:sp>
      <p:sp>
        <p:nvSpPr>
          <p:cNvPr id="5" name="Footer Placeholder 4">
            <a:extLst>
              <a:ext uri="{FF2B5EF4-FFF2-40B4-BE49-F238E27FC236}">
                <a16:creationId xmlns:a16="http://schemas.microsoft.com/office/drawing/2014/main" id="{5565C8CD-ED83-6186-0E09-D60B801105B0}"/>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01FC3CD-1629-3981-C514-EA809A6DA1BC}"/>
              </a:ext>
            </a:extLst>
          </p:cNvPr>
          <p:cNvSpPr>
            <a:spLocks noGrp="1"/>
          </p:cNvSpPr>
          <p:nvPr>
            <p:ph type="sldNum" sz="quarter" idx="12"/>
          </p:nvPr>
        </p:nvSpPr>
        <p:spPr/>
        <p:txBody>
          <a:bodyPr/>
          <a:lstStyle/>
          <a:p>
            <a:fld id="{6AD7094B-D2BC-452F-93E3-9C4A8FC9449E}" type="slidenum">
              <a:rPr lang="en-GB" smtClean="0"/>
              <a:t>‹#›</a:t>
            </a:fld>
            <a:endParaRPr lang="en-GB"/>
          </a:p>
        </p:txBody>
      </p:sp>
    </p:spTree>
    <p:extLst>
      <p:ext uri="{BB962C8B-B14F-4D97-AF65-F5344CB8AC3E}">
        <p14:creationId xmlns:p14="http://schemas.microsoft.com/office/powerpoint/2010/main" val="31736733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7BF554-C9DF-1E20-73BD-9BEBF65F853C}"/>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C7DEC16-6EFE-8F98-D786-F7FA33F73DA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C0F50926-EAE1-8CBC-B944-95606793B845}"/>
              </a:ext>
            </a:extLst>
          </p:cNvPr>
          <p:cNvSpPr>
            <a:spLocks noGrp="1"/>
          </p:cNvSpPr>
          <p:nvPr>
            <p:ph type="dt" sz="half" idx="10"/>
          </p:nvPr>
        </p:nvSpPr>
        <p:spPr/>
        <p:txBody>
          <a:bodyPr/>
          <a:lstStyle/>
          <a:p>
            <a:fld id="{8B72D5E0-039A-4068-97A9-A3C4BF080BAA}" type="datetimeFigureOut">
              <a:rPr lang="en-GB" smtClean="0"/>
              <a:t>21/05/2026</a:t>
            </a:fld>
            <a:endParaRPr lang="en-GB"/>
          </a:p>
        </p:txBody>
      </p:sp>
      <p:sp>
        <p:nvSpPr>
          <p:cNvPr id="5" name="Footer Placeholder 4">
            <a:extLst>
              <a:ext uri="{FF2B5EF4-FFF2-40B4-BE49-F238E27FC236}">
                <a16:creationId xmlns:a16="http://schemas.microsoft.com/office/drawing/2014/main" id="{80EDD0ED-4188-0860-8E6D-81E93458E37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AAE27D8-31F7-1112-ED89-AD6BFC9E0107}"/>
              </a:ext>
            </a:extLst>
          </p:cNvPr>
          <p:cNvSpPr>
            <a:spLocks noGrp="1"/>
          </p:cNvSpPr>
          <p:nvPr>
            <p:ph type="sldNum" sz="quarter" idx="12"/>
          </p:nvPr>
        </p:nvSpPr>
        <p:spPr/>
        <p:txBody>
          <a:bodyPr/>
          <a:lstStyle/>
          <a:p>
            <a:fld id="{6AD7094B-D2BC-452F-93E3-9C4A8FC9449E}" type="slidenum">
              <a:rPr lang="en-GB" smtClean="0"/>
              <a:t>‹#›</a:t>
            </a:fld>
            <a:endParaRPr lang="en-GB"/>
          </a:p>
        </p:txBody>
      </p:sp>
    </p:spTree>
    <p:extLst>
      <p:ext uri="{BB962C8B-B14F-4D97-AF65-F5344CB8AC3E}">
        <p14:creationId xmlns:p14="http://schemas.microsoft.com/office/powerpoint/2010/main" val="348879297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85DCD8-D0E7-C7D8-C221-D51F0B68147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B84F57CA-859A-366E-BD81-B51EB9F3F1B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A816810-0B04-441A-BDC2-5334A4ED6B8F}"/>
              </a:ext>
            </a:extLst>
          </p:cNvPr>
          <p:cNvSpPr>
            <a:spLocks noGrp="1"/>
          </p:cNvSpPr>
          <p:nvPr>
            <p:ph type="dt" sz="half" idx="10"/>
          </p:nvPr>
        </p:nvSpPr>
        <p:spPr/>
        <p:txBody>
          <a:bodyPr/>
          <a:lstStyle/>
          <a:p>
            <a:fld id="{8B72D5E0-039A-4068-97A9-A3C4BF080BAA}" type="datetimeFigureOut">
              <a:rPr lang="en-GB" smtClean="0"/>
              <a:t>21/05/2026</a:t>
            </a:fld>
            <a:endParaRPr lang="en-GB"/>
          </a:p>
        </p:txBody>
      </p:sp>
      <p:sp>
        <p:nvSpPr>
          <p:cNvPr id="5" name="Footer Placeholder 4">
            <a:extLst>
              <a:ext uri="{FF2B5EF4-FFF2-40B4-BE49-F238E27FC236}">
                <a16:creationId xmlns:a16="http://schemas.microsoft.com/office/drawing/2014/main" id="{967743A6-7DF3-3A54-9EA1-0818278D5BF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C0B308D-ED7A-41CA-CE45-BFD4B52EE3FF}"/>
              </a:ext>
            </a:extLst>
          </p:cNvPr>
          <p:cNvSpPr>
            <a:spLocks noGrp="1"/>
          </p:cNvSpPr>
          <p:nvPr>
            <p:ph type="sldNum" sz="quarter" idx="12"/>
          </p:nvPr>
        </p:nvSpPr>
        <p:spPr/>
        <p:txBody>
          <a:bodyPr/>
          <a:lstStyle/>
          <a:p>
            <a:fld id="{6AD7094B-D2BC-452F-93E3-9C4A8FC9449E}" type="slidenum">
              <a:rPr lang="en-GB" smtClean="0"/>
              <a:t>‹#›</a:t>
            </a:fld>
            <a:endParaRPr lang="en-GB"/>
          </a:p>
        </p:txBody>
      </p:sp>
    </p:spTree>
    <p:extLst>
      <p:ext uri="{BB962C8B-B14F-4D97-AF65-F5344CB8AC3E}">
        <p14:creationId xmlns:p14="http://schemas.microsoft.com/office/powerpoint/2010/main" val="356957951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36C61B-06CA-A5BD-FF28-522B3C1C5EC1}"/>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56A4604E-C7F9-DE00-FC0E-9D0430CBD17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02FC8481-8445-D097-8868-FEBEF363086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7EAA810B-D0B6-055B-A7B2-A91D9312431E}"/>
              </a:ext>
            </a:extLst>
          </p:cNvPr>
          <p:cNvSpPr>
            <a:spLocks noGrp="1"/>
          </p:cNvSpPr>
          <p:nvPr>
            <p:ph type="dt" sz="half" idx="10"/>
          </p:nvPr>
        </p:nvSpPr>
        <p:spPr/>
        <p:txBody>
          <a:bodyPr/>
          <a:lstStyle/>
          <a:p>
            <a:fld id="{8B72D5E0-039A-4068-97A9-A3C4BF080BAA}" type="datetimeFigureOut">
              <a:rPr lang="en-GB" smtClean="0"/>
              <a:t>21/05/2026</a:t>
            </a:fld>
            <a:endParaRPr lang="en-GB"/>
          </a:p>
        </p:txBody>
      </p:sp>
      <p:sp>
        <p:nvSpPr>
          <p:cNvPr id="6" name="Footer Placeholder 5">
            <a:extLst>
              <a:ext uri="{FF2B5EF4-FFF2-40B4-BE49-F238E27FC236}">
                <a16:creationId xmlns:a16="http://schemas.microsoft.com/office/drawing/2014/main" id="{A3AD80D6-ABB1-0B43-2EF6-728A9BF7FFBD}"/>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DA1F566E-8C59-14B0-1B4A-013D19195555}"/>
              </a:ext>
            </a:extLst>
          </p:cNvPr>
          <p:cNvSpPr>
            <a:spLocks noGrp="1"/>
          </p:cNvSpPr>
          <p:nvPr>
            <p:ph type="sldNum" sz="quarter" idx="12"/>
          </p:nvPr>
        </p:nvSpPr>
        <p:spPr/>
        <p:txBody>
          <a:bodyPr/>
          <a:lstStyle/>
          <a:p>
            <a:fld id="{6AD7094B-D2BC-452F-93E3-9C4A8FC9449E}" type="slidenum">
              <a:rPr lang="en-GB" smtClean="0"/>
              <a:t>‹#›</a:t>
            </a:fld>
            <a:endParaRPr lang="en-GB"/>
          </a:p>
        </p:txBody>
      </p:sp>
    </p:spTree>
    <p:extLst>
      <p:ext uri="{BB962C8B-B14F-4D97-AF65-F5344CB8AC3E}">
        <p14:creationId xmlns:p14="http://schemas.microsoft.com/office/powerpoint/2010/main" val="131120490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DFD8B9-6D91-0488-0B6B-D8925368CB77}"/>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D93EC770-FFE0-0BCE-D25B-ED842005CA3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0ACAE04-0440-4429-84C8-7BB448E0612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79013C1A-78C5-C6A1-01F4-1F918414BE2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D5F05FB-98EA-3A71-20AF-C01DB3BD785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93A7D365-8161-72FD-ABB1-1B60E1F31FF2}"/>
              </a:ext>
            </a:extLst>
          </p:cNvPr>
          <p:cNvSpPr>
            <a:spLocks noGrp="1"/>
          </p:cNvSpPr>
          <p:nvPr>
            <p:ph type="dt" sz="half" idx="10"/>
          </p:nvPr>
        </p:nvSpPr>
        <p:spPr/>
        <p:txBody>
          <a:bodyPr/>
          <a:lstStyle/>
          <a:p>
            <a:fld id="{8B72D5E0-039A-4068-97A9-A3C4BF080BAA}" type="datetimeFigureOut">
              <a:rPr lang="en-GB" smtClean="0"/>
              <a:t>21/05/2026</a:t>
            </a:fld>
            <a:endParaRPr lang="en-GB"/>
          </a:p>
        </p:txBody>
      </p:sp>
      <p:sp>
        <p:nvSpPr>
          <p:cNvPr id="8" name="Footer Placeholder 7">
            <a:extLst>
              <a:ext uri="{FF2B5EF4-FFF2-40B4-BE49-F238E27FC236}">
                <a16:creationId xmlns:a16="http://schemas.microsoft.com/office/drawing/2014/main" id="{DD4C5E40-7DE8-3AB1-5251-3786AB7A8391}"/>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328ECA8F-EE24-6FAE-06B6-EAB0AA8C8997}"/>
              </a:ext>
            </a:extLst>
          </p:cNvPr>
          <p:cNvSpPr>
            <a:spLocks noGrp="1"/>
          </p:cNvSpPr>
          <p:nvPr>
            <p:ph type="sldNum" sz="quarter" idx="12"/>
          </p:nvPr>
        </p:nvSpPr>
        <p:spPr/>
        <p:txBody>
          <a:bodyPr/>
          <a:lstStyle/>
          <a:p>
            <a:fld id="{6AD7094B-D2BC-452F-93E3-9C4A8FC9449E}" type="slidenum">
              <a:rPr lang="en-GB" smtClean="0"/>
              <a:t>‹#›</a:t>
            </a:fld>
            <a:endParaRPr lang="en-GB"/>
          </a:p>
        </p:txBody>
      </p:sp>
    </p:spTree>
    <p:extLst>
      <p:ext uri="{BB962C8B-B14F-4D97-AF65-F5344CB8AC3E}">
        <p14:creationId xmlns:p14="http://schemas.microsoft.com/office/powerpoint/2010/main" val="21178559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21966A-38F6-03A2-7850-CBC3564D366C}"/>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2AC653EE-AB8C-20D9-EBAD-D2C658811A8D}"/>
              </a:ext>
            </a:extLst>
          </p:cNvPr>
          <p:cNvSpPr>
            <a:spLocks noGrp="1"/>
          </p:cNvSpPr>
          <p:nvPr>
            <p:ph type="dt" sz="half" idx="10"/>
          </p:nvPr>
        </p:nvSpPr>
        <p:spPr/>
        <p:txBody>
          <a:bodyPr/>
          <a:lstStyle/>
          <a:p>
            <a:fld id="{8B72D5E0-039A-4068-97A9-A3C4BF080BAA}" type="datetimeFigureOut">
              <a:rPr lang="en-GB" smtClean="0"/>
              <a:t>21/05/2026</a:t>
            </a:fld>
            <a:endParaRPr lang="en-GB"/>
          </a:p>
        </p:txBody>
      </p:sp>
      <p:sp>
        <p:nvSpPr>
          <p:cNvPr id="4" name="Footer Placeholder 3">
            <a:extLst>
              <a:ext uri="{FF2B5EF4-FFF2-40B4-BE49-F238E27FC236}">
                <a16:creationId xmlns:a16="http://schemas.microsoft.com/office/drawing/2014/main" id="{4B8671EA-7A81-2488-CC64-F7AA1FA5BC52}"/>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1D3FA76E-F712-5B71-1F05-B2754EBC1D19}"/>
              </a:ext>
            </a:extLst>
          </p:cNvPr>
          <p:cNvSpPr>
            <a:spLocks noGrp="1"/>
          </p:cNvSpPr>
          <p:nvPr>
            <p:ph type="sldNum" sz="quarter" idx="12"/>
          </p:nvPr>
        </p:nvSpPr>
        <p:spPr/>
        <p:txBody>
          <a:bodyPr/>
          <a:lstStyle/>
          <a:p>
            <a:fld id="{6AD7094B-D2BC-452F-93E3-9C4A8FC9449E}" type="slidenum">
              <a:rPr lang="en-GB" smtClean="0"/>
              <a:t>‹#›</a:t>
            </a:fld>
            <a:endParaRPr lang="en-GB"/>
          </a:p>
        </p:txBody>
      </p:sp>
    </p:spTree>
    <p:extLst>
      <p:ext uri="{BB962C8B-B14F-4D97-AF65-F5344CB8AC3E}">
        <p14:creationId xmlns:p14="http://schemas.microsoft.com/office/powerpoint/2010/main" val="221796313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97460A9-9D13-270B-29A4-50F492C07A7C}"/>
              </a:ext>
            </a:extLst>
          </p:cNvPr>
          <p:cNvSpPr>
            <a:spLocks noGrp="1"/>
          </p:cNvSpPr>
          <p:nvPr>
            <p:ph type="dt" sz="half" idx="10"/>
          </p:nvPr>
        </p:nvSpPr>
        <p:spPr/>
        <p:txBody>
          <a:bodyPr/>
          <a:lstStyle/>
          <a:p>
            <a:fld id="{8B72D5E0-039A-4068-97A9-A3C4BF080BAA}" type="datetimeFigureOut">
              <a:rPr lang="en-GB" smtClean="0"/>
              <a:t>21/05/2026</a:t>
            </a:fld>
            <a:endParaRPr lang="en-GB"/>
          </a:p>
        </p:txBody>
      </p:sp>
      <p:sp>
        <p:nvSpPr>
          <p:cNvPr id="3" name="Footer Placeholder 2">
            <a:extLst>
              <a:ext uri="{FF2B5EF4-FFF2-40B4-BE49-F238E27FC236}">
                <a16:creationId xmlns:a16="http://schemas.microsoft.com/office/drawing/2014/main" id="{3A1BD67B-379B-C75C-2673-E3D7E240730B}"/>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C727B918-0F9C-09A3-037D-B8A188A3028B}"/>
              </a:ext>
            </a:extLst>
          </p:cNvPr>
          <p:cNvSpPr>
            <a:spLocks noGrp="1"/>
          </p:cNvSpPr>
          <p:nvPr>
            <p:ph type="sldNum" sz="quarter" idx="12"/>
          </p:nvPr>
        </p:nvSpPr>
        <p:spPr/>
        <p:txBody>
          <a:bodyPr/>
          <a:lstStyle/>
          <a:p>
            <a:fld id="{6AD7094B-D2BC-452F-93E3-9C4A8FC9449E}" type="slidenum">
              <a:rPr lang="en-GB" smtClean="0"/>
              <a:t>‹#›</a:t>
            </a:fld>
            <a:endParaRPr lang="en-GB"/>
          </a:p>
        </p:txBody>
      </p:sp>
    </p:spTree>
    <p:extLst>
      <p:ext uri="{BB962C8B-B14F-4D97-AF65-F5344CB8AC3E}">
        <p14:creationId xmlns:p14="http://schemas.microsoft.com/office/powerpoint/2010/main" val="37555423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6DC67F-FB8D-658E-598C-C851430A8DE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2BFDB75E-8915-32DA-B58D-D893D674504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852C66A0-5168-1295-9EEA-6F4269952DD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3C462D3-A952-91CB-DCE0-30ED606AE43C}"/>
              </a:ext>
            </a:extLst>
          </p:cNvPr>
          <p:cNvSpPr>
            <a:spLocks noGrp="1"/>
          </p:cNvSpPr>
          <p:nvPr>
            <p:ph type="dt" sz="half" idx="10"/>
          </p:nvPr>
        </p:nvSpPr>
        <p:spPr/>
        <p:txBody>
          <a:bodyPr/>
          <a:lstStyle/>
          <a:p>
            <a:fld id="{8B72D5E0-039A-4068-97A9-A3C4BF080BAA}" type="datetimeFigureOut">
              <a:rPr lang="en-GB" smtClean="0"/>
              <a:t>21/05/2026</a:t>
            </a:fld>
            <a:endParaRPr lang="en-GB"/>
          </a:p>
        </p:txBody>
      </p:sp>
      <p:sp>
        <p:nvSpPr>
          <p:cNvPr id="6" name="Footer Placeholder 5">
            <a:extLst>
              <a:ext uri="{FF2B5EF4-FFF2-40B4-BE49-F238E27FC236}">
                <a16:creationId xmlns:a16="http://schemas.microsoft.com/office/drawing/2014/main" id="{7AECD06D-C0FC-9664-2ACD-9DF3C518ABEB}"/>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A4F2D1BB-BAD7-3C27-EF7C-8769CDC6FC62}"/>
              </a:ext>
            </a:extLst>
          </p:cNvPr>
          <p:cNvSpPr>
            <a:spLocks noGrp="1"/>
          </p:cNvSpPr>
          <p:nvPr>
            <p:ph type="sldNum" sz="quarter" idx="12"/>
          </p:nvPr>
        </p:nvSpPr>
        <p:spPr/>
        <p:txBody>
          <a:bodyPr/>
          <a:lstStyle/>
          <a:p>
            <a:fld id="{6AD7094B-D2BC-452F-93E3-9C4A8FC9449E}" type="slidenum">
              <a:rPr lang="en-GB" smtClean="0"/>
              <a:t>‹#›</a:t>
            </a:fld>
            <a:endParaRPr lang="en-GB"/>
          </a:p>
        </p:txBody>
      </p:sp>
    </p:spTree>
    <p:extLst>
      <p:ext uri="{BB962C8B-B14F-4D97-AF65-F5344CB8AC3E}">
        <p14:creationId xmlns:p14="http://schemas.microsoft.com/office/powerpoint/2010/main" val="234984605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E3220F-DE75-7293-BA54-A820732EB02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E5A7D88C-152E-EE3F-9132-C786827FA58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D4B973C0-9031-5A51-8DC0-CD8C2DBD6F2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EC7FE28-2AB1-A1AE-1DC1-2891CD211974}"/>
              </a:ext>
            </a:extLst>
          </p:cNvPr>
          <p:cNvSpPr>
            <a:spLocks noGrp="1"/>
          </p:cNvSpPr>
          <p:nvPr>
            <p:ph type="dt" sz="half" idx="10"/>
          </p:nvPr>
        </p:nvSpPr>
        <p:spPr/>
        <p:txBody>
          <a:bodyPr/>
          <a:lstStyle/>
          <a:p>
            <a:fld id="{8B72D5E0-039A-4068-97A9-A3C4BF080BAA}" type="datetimeFigureOut">
              <a:rPr lang="en-GB" smtClean="0"/>
              <a:t>21/05/2026</a:t>
            </a:fld>
            <a:endParaRPr lang="en-GB"/>
          </a:p>
        </p:txBody>
      </p:sp>
      <p:sp>
        <p:nvSpPr>
          <p:cNvPr id="6" name="Footer Placeholder 5">
            <a:extLst>
              <a:ext uri="{FF2B5EF4-FFF2-40B4-BE49-F238E27FC236}">
                <a16:creationId xmlns:a16="http://schemas.microsoft.com/office/drawing/2014/main" id="{4CFC7DF7-EE0C-A96A-0A71-4A20704DA625}"/>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B3F354D7-FA08-FBD4-1D6D-7C0D0115C50D}"/>
              </a:ext>
            </a:extLst>
          </p:cNvPr>
          <p:cNvSpPr>
            <a:spLocks noGrp="1"/>
          </p:cNvSpPr>
          <p:nvPr>
            <p:ph type="sldNum" sz="quarter" idx="12"/>
          </p:nvPr>
        </p:nvSpPr>
        <p:spPr/>
        <p:txBody>
          <a:bodyPr/>
          <a:lstStyle/>
          <a:p>
            <a:fld id="{6AD7094B-D2BC-452F-93E3-9C4A8FC9449E}" type="slidenum">
              <a:rPr lang="en-GB" smtClean="0"/>
              <a:t>‹#›</a:t>
            </a:fld>
            <a:endParaRPr lang="en-GB"/>
          </a:p>
        </p:txBody>
      </p:sp>
    </p:spTree>
    <p:extLst>
      <p:ext uri="{BB962C8B-B14F-4D97-AF65-F5344CB8AC3E}">
        <p14:creationId xmlns:p14="http://schemas.microsoft.com/office/powerpoint/2010/main" val="236494262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D6DE38-C159-DD3F-3419-061EC2706C5B}"/>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E4A78D7-9DB6-9FE7-D6A5-0D8C5113970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838ECF6-30BD-892C-0F30-CDFA8424ACF6}"/>
              </a:ext>
            </a:extLst>
          </p:cNvPr>
          <p:cNvSpPr>
            <a:spLocks noGrp="1"/>
          </p:cNvSpPr>
          <p:nvPr>
            <p:ph type="dt" sz="half" idx="10"/>
          </p:nvPr>
        </p:nvSpPr>
        <p:spPr/>
        <p:txBody>
          <a:bodyPr/>
          <a:lstStyle/>
          <a:p>
            <a:fld id="{8B72D5E0-039A-4068-97A9-A3C4BF080BAA}" type="datetimeFigureOut">
              <a:rPr lang="en-GB" smtClean="0"/>
              <a:t>21/05/2026</a:t>
            </a:fld>
            <a:endParaRPr lang="en-GB"/>
          </a:p>
        </p:txBody>
      </p:sp>
      <p:sp>
        <p:nvSpPr>
          <p:cNvPr id="5" name="Footer Placeholder 4">
            <a:extLst>
              <a:ext uri="{FF2B5EF4-FFF2-40B4-BE49-F238E27FC236}">
                <a16:creationId xmlns:a16="http://schemas.microsoft.com/office/drawing/2014/main" id="{A79E0C5A-96D4-3102-5A52-240B1FD840F8}"/>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5C3AA66-3D0D-0085-C81D-088B396324C7}"/>
              </a:ext>
            </a:extLst>
          </p:cNvPr>
          <p:cNvSpPr>
            <a:spLocks noGrp="1"/>
          </p:cNvSpPr>
          <p:nvPr>
            <p:ph type="sldNum" sz="quarter" idx="12"/>
          </p:nvPr>
        </p:nvSpPr>
        <p:spPr/>
        <p:txBody>
          <a:bodyPr/>
          <a:lstStyle/>
          <a:p>
            <a:fld id="{6AD7094B-D2BC-452F-93E3-9C4A8FC9449E}" type="slidenum">
              <a:rPr lang="en-GB" smtClean="0"/>
              <a:t>‹#›</a:t>
            </a:fld>
            <a:endParaRPr lang="en-GB"/>
          </a:p>
        </p:txBody>
      </p:sp>
    </p:spTree>
    <p:extLst>
      <p:ext uri="{BB962C8B-B14F-4D97-AF65-F5344CB8AC3E}">
        <p14:creationId xmlns:p14="http://schemas.microsoft.com/office/powerpoint/2010/main" val="195339533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C868FC3-86B3-8BF7-3C43-D7286B46EAF0}"/>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BDEA911C-6657-35D6-8679-F5861CAE8D1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07097C1-61F4-5117-4F0F-D1B0C168769E}"/>
              </a:ext>
            </a:extLst>
          </p:cNvPr>
          <p:cNvSpPr>
            <a:spLocks noGrp="1"/>
          </p:cNvSpPr>
          <p:nvPr>
            <p:ph type="dt" sz="half" idx="10"/>
          </p:nvPr>
        </p:nvSpPr>
        <p:spPr/>
        <p:txBody>
          <a:bodyPr/>
          <a:lstStyle/>
          <a:p>
            <a:fld id="{8B72D5E0-039A-4068-97A9-A3C4BF080BAA}" type="datetimeFigureOut">
              <a:rPr lang="en-GB" smtClean="0"/>
              <a:t>21/05/2026</a:t>
            </a:fld>
            <a:endParaRPr lang="en-GB"/>
          </a:p>
        </p:txBody>
      </p:sp>
      <p:sp>
        <p:nvSpPr>
          <p:cNvPr id="5" name="Footer Placeholder 4">
            <a:extLst>
              <a:ext uri="{FF2B5EF4-FFF2-40B4-BE49-F238E27FC236}">
                <a16:creationId xmlns:a16="http://schemas.microsoft.com/office/drawing/2014/main" id="{B2F7DD80-E551-6693-517F-57C80BD89A79}"/>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FC51674-A2E1-4818-8900-91FBB812AB3E}"/>
              </a:ext>
            </a:extLst>
          </p:cNvPr>
          <p:cNvSpPr>
            <a:spLocks noGrp="1"/>
          </p:cNvSpPr>
          <p:nvPr>
            <p:ph type="sldNum" sz="quarter" idx="12"/>
          </p:nvPr>
        </p:nvSpPr>
        <p:spPr/>
        <p:txBody>
          <a:bodyPr/>
          <a:lstStyle/>
          <a:p>
            <a:fld id="{6AD7094B-D2BC-452F-93E3-9C4A8FC9449E}" type="slidenum">
              <a:rPr lang="en-GB" smtClean="0"/>
              <a:t>‹#›</a:t>
            </a:fld>
            <a:endParaRPr lang="en-GB"/>
          </a:p>
        </p:txBody>
      </p:sp>
    </p:spTree>
    <p:extLst>
      <p:ext uri="{BB962C8B-B14F-4D97-AF65-F5344CB8AC3E}">
        <p14:creationId xmlns:p14="http://schemas.microsoft.com/office/powerpoint/2010/main" val="2747567405"/>
      </p:ext>
    </p:extLst>
  </p:cSld>
  <p:clrMapOvr>
    <a:masterClrMapping/>
  </p:clrMapOvr>
</p:sldLayout>
</file>

<file path=ppt/slideMasters/_rels/slideMaster1.xml.rels><?xml version="1.0" encoding="UTF-8"?><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5">
            <a:lumMod val="20000"/>
            <a:lumOff val="80000"/>
          </a:schemeClr>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45C16C3-8E98-21FD-43ED-3AA697B77AE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79AA3022-3424-75B4-F2EC-7CEB8FA07C5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9EC25384-14A1-0395-EDE6-D2A60BCE492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B72D5E0-039A-4068-97A9-A3C4BF080BAA}" type="datetimeFigureOut">
              <a:rPr lang="en-GB" smtClean="0"/>
              <a:t>21/05/2026</a:t>
            </a:fld>
            <a:endParaRPr lang="en-GB"/>
          </a:p>
        </p:txBody>
      </p:sp>
      <p:sp>
        <p:nvSpPr>
          <p:cNvPr id="5" name="Footer Placeholder 4">
            <a:extLst>
              <a:ext uri="{FF2B5EF4-FFF2-40B4-BE49-F238E27FC236}">
                <a16:creationId xmlns:a16="http://schemas.microsoft.com/office/drawing/2014/main" id="{09290F1D-4E4C-69C6-26A7-CE1716791C6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BB634093-083B-3EA6-BBB8-95BE7409B04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AD7094B-D2BC-452F-93E3-9C4A8FC9449E}" type="slidenum">
              <a:rPr lang="en-GB" smtClean="0"/>
              <a:t>‹#›</a:t>
            </a:fld>
            <a:endParaRPr lang="en-GB"/>
          </a:p>
        </p:txBody>
      </p:sp>
    </p:spTree>
    <p:extLst>
      <p:ext uri="{BB962C8B-B14F-4D97-AF65-F5344CB8AC3E}">
        <p14:creationId xmlns:p14="http://schemas.microsoft.com/office/powerpoint/2010/main" val="6997227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 Id="rId4" Type="http://schemas.microsoft.com/office/2007/relationships/hdphoto" Target="../media/hdphoto1.wdp"/></Relationships>
</file>

<file path=ppt/slides/_rels/slide3.xml.rels><?xml version="1.0" encoding="UTF-8"?><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microsoft.com/office/2007/relationships/hdphoto" Target="../media/hdphoto2.wdp"/></Relationships>
</file>

<file path=ppt/slides/_rels/slide4.xml.rels><?xml version="1.0" encoding="UTF-8"?><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5.xml.rels><?xml version="1.0" encoding="UTF-8"?><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image" Target="../media/image8.png"/></Relationships>
</file>

<file path=ppt/slides/_rels/slide6.xml.rels><?xml version="1.0" encoding="UTF-8"?><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7.xml.rels><?xml version="1.0" encoding="UTF-8"?><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8.xml.rels><?xml version="1.0" encoding="UTF-8"?><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9.xml.rels><?xml version="1.0" encoding="UTF-8"?><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 Id="rId5" Type="http://schemas.microsoft.com/office/2007/relationships/hdphoto" Target="../media/hdphoto1.wdp"/><Relationship Id="rId4" Type="http://schemas.openxmlformats.org/officeDocument/2006/relationships/image" Target="../media/image3.png"/></Relationships>
</file>

<file path=ppt/slides/_rels/slide10.xml.rels><?xml version="1.0" encoding="UTF-8"?><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microsoft.com/office/2007/relationships/hdphoto" Target="../media/hdphoto2.wdp"/></Relationships>
</file>

<file path=ppt/slides/_rels/slide11.xml.rels><?xml version="1.0" encoding="UTF-8"?><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7.xml"/><Relationship Id="rId5" Type="http://schemas.openxmlformats.org/officeDocument/2006/relationships/image" Target="../media/image80.png"/><Relationship Id="rId4" Type="http://schemas.openxmlformats.org/officeDocument/2006/relationships/customXml" Target="../ink/ink1.xml"/></Relationships>
</file>

<file path=ppt/slides/_rels/slide12.xml.rels><?xml version="1.0" encoding="UTF-8"?><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image" Target="../media/image8.png"/></Relationships>
</file>

<file path=ppt/slides/_rels/slide13.xml.rels><?xml version="1.0" encoding="UTF-8"?><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14.xml.rels><?xml version="1.0" encoding="UTF-8"?><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5.xml.rels><?xml version="1.0" encoding="UTF-8"?><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6.xml.rels><?xml version="1.0" encoding="UTF-8"?><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1.xml"/><Relationship Id="rId5" Type="http://schemas.microsoft.com/office/2007/relationships/hdphoto" Target="../media/hdphoto1.wdp"/><Relationship Id="rId4" Type="http://schemas.openxmlformats.org/officeDocument/2006/relationships/image" Target="../media/image3.png"/></Relationships>
</file>

<file path=ppt/slides/_rels/slide17.xml.rels><?xml version="1.0" encoding="UTF-8"?><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microsoft.com/office/2007/relationships/hdphoto" Target="../media/hdphoto2.wdp"/></Relationships>
</file>

<file path=ppt/slides/_rels/slide18.xml.rels><?xml version="1.0" encoding="UTF-8"?><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2.xml"/><Relationship Id="rId1" Type="http://schemas.openxmlformats.org/officeDocument/2006/relationships/slideLayout" Target="../slideLayouts/slideLayout7.xml"/><Relationship Id="rId5" Type="http://schemas.openxmlformats.org/officeDocument/2006/relationships/image" Target="../media/image80.png"/><Relationship Id="rId4" Type="http://schemas.openxmlformats.org/officeDocument/2006/relationships/customXml" Target="../ink/ink1.xml"/></Relationships>
</file>

<file path=ppt/slides/_rels/slide19.xml.rels><?xml version="1.0" encoding="UTF-8"?><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3.xml"/><Relationship Id="rId1" Type="http://schemas.openxmlformats.org/officeDocument/2006/relationships/slideLayout" Target="../slideLayouts/slideLayout7.xml"/><Relationship Id="rId4" Type="http://schemas.openxmlformats.org/officeDocument/2006/relationships/image" Target="../media/image8.png"/></Relationships>
</file>

<file path=ppt/slides/_rels/slide20.xml.rels><?xml version="1.0" encoding="UTF-8"?><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21.xml.rels><?xml version="1.0" encoding="UTF-8"?><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 Id="rId99" Type="http://schemas.openxmlformats.org/officeDocument/2006/relationships/notesSlide" Target="../notesSlides/notesSlide15.xml"/></Relationships>
</file>

<file path=ppt/slides/_rels/slide22.xml.rels><?xml version="1.0" encoding="UTF-8"?><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7.png"/><Relationship Id="rId1" Type="http://schemas.openxmlformats.org/officeDocument/2006/relationships/slideLayout" Target="../slideLayouts/slideLayout7.xml"/><Relationship Id="rId99"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4" name="Picture 3" descr="A white grid with black text  Description automatically generated">
            <a:extLst>
              <a:ext uri="{FF2B5EF4-FFF2-40B4-BE49-F238E27FC236}">
                <a16:creationId xmlns:a16="http://schemas.microsoft.com/office/drawing/2014/main" id="{1B42834E-5B1E-8CE4-BEEE-8784E10AE2DF}"/>
              </a:ext>
            </a:extLst>
          </p:cNvPr>
          <p:cNvPicPr>
            <a:picLocks noChangeAspect="1"/>
          </p:cNvPicPr>
          <p:nvPr/>
        </p:nvPicPr>
        <p:blipFill>
          <a:blip r:embed="rId2"/>
          <a:stretch>
            <a:fillRect/>
          </a:stretch>
        </p:blipFill>
        <p:spPr>
          <a:xfrm>
            <a:off x="343349" y="169879"/>
            <a:ext cx="10272264" cy="6455163"/>
          </a:xfrm>
          <a:prstGeom prst="rect">
            <a:avLst/>
          </a:prstGeom>
        </p:spPr>
      </p:pic>
    </p:spTree>
    <p:extLst>
      <p:ext uri="{BB962C8B-B14F-4D97-AF65-F5344CB8AC3E}">
        <p14:creationId xmlns:p14="http://schemas.microsoft.com/office/powerpoint/2010/main" val="12696281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D28150-E2BB-D124-E558-AC8A265F32E2}"/>
              </a:ext>
            </a:extLst>
          </p:cNvPr>
          <p:cNvSpPr>
            <a:spLocks noGrp="1"/>
          </p:cNvSpPr>
          <p:nvPr>
            <p:ph type="ctrTitle"/>
          </p:nvPr>
        </p:nvSpPr>
        <p:spPr>
          <a:xfrm>
            <a:off x="0" y="2017477"/>
            <a:ext cx="12192000" cy="2387600"/>
          </a:xfrm>
        </p:spPr>
        <p:txBody>
          <a:bodyPr/>
          <a:lstStyle/>
          <a:p>
            <a:r>
              <a:rPr lang="en-GB">
                <a:latin typeface="Sassoon Infant Rg" panose="02000503030000020003" pitchFamily="2" charset="0"/>
              </a:rPr>
              <a:t>Being a Reader</a:t>
            </a:r>
          </a:p>
        </p:txBody>
      </p:sp>
      <p:grpSp>
        <p:nvGrpSpPr>
          <p:cNvPr id="4" name="Group 3">
            <a:extLst>
              <a:ext uri="{FF2B5EF4-FFF2-40B4-BE49-F238E27FC236}">
                <a16:creationId xmlns:a16="http://schemas.microsoft.com/office/drawing/2014/main" id="{5F3F8467-5724-D86C-FDA4-D49533DEC4F0}"/>
              </a:ext>
            </a:extLst>
          </p:cNvPr>
          <p:cNvGrpSpPr/>
          <p:nvPr/>
        </p:nvGrpSpPr>
        <p:grpSpPr>
          <a:xfrm>
            <a:off x="4810699" y="542637"/>
            <a:ext cx="2570602" cy="2802616"/>
            <a:chOff x="7629233" y="677174"/>
            <a:chExt cx="2090136" cy="2455590"/>
          </a:xfrm>
        </p:grpSpPr>
        <p:pic>
          <p:nvPicPr>
            <p:cNvPr id="5" name="Picture 8" descr="Reading Icon 2954745">
              <a:extLst>
                <a:ext uri="{FF2B5EF4-FFF2-40B4-BE49-F238E27FC236}">
                  <a16:creationId xmlns:a16="http://schemas.microsoft.com/office/drawing/2014/main" id="{2B1C2540-38D6-7D21-7288-1F3B603531F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629233" y="1184735"/>
              <a:ext cx="2090136" cy="1948029"/>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8F3344A5-4924-D3BC-68C4-52E2EB3B6D65}"/>
                </a:ext>
              </a:extLst>
            </p:cNvPr>
            <p:cNvPicPr>
              <a:picLocks noChangeAspect="1"/>
            </p:cNvPicPr>
            <p:nvPr/>
          </p:nvPicPr>
          <p:blipFill>
            <a:blip r:embed="rId3">
              <a:extLst>
                <a:ext uri="{BEBA8EAE-BF5A-486C-A8C5-ECC9F3942E4B}">
                  <a14:imgProps xmlns:a14="http://schemas.microsoft.com/office/drawing/2010/main">
                    <a14:imgLayer r:embed="rId4">
                      <a14:imgEffect>
                        <a14:backgroundRemoval t="6627" b="95181" l="4969" r="92547">
                          <a14:foregroundMark x1="43478" y1="94578" x2="43478" y2="94578"/>
                          <a14:foregroundMark x1="4969" y1="50602" x2="4969" y2="50602"/>
                          <a14:foregroundMark x1="16770" y1="19277" x2="16770" y2="19277"/>
                          <a14:foregroundMark x1="49689" y1="8434" x2="49689" y2="8434"/>
                          <a14:foregroundMark x1="80124" y1="19277" x2="80124" y2="19277"/>
                          <a14:foregroundMark x1="56522" y1="95783" x2="56522" y2="95783"/>
                          <a14:foregroundMark x1="89441" y1="49398" x2="89441" y2="49398"/>
                          <a14:foregroundMark x1="49689" y1="6627" x2="49689" y2="6627"/>
                          <a14:foregroundMark x1="92547" y1="49398" x2="92547" y2="49398"/>
                        </a14:backgroundRemoval>
                      </a14:imgEffect>
                    </a14:imgLayer>
                  </a14:imgProps>
                </a:ext>
              </a:extLst>
            </a:blip>
            <a:stretch>
              <a:fillRect/>
            </a:stretch>
          </p:blipFill>
          <p:spPr>
            <a:xfrm>
              <a:off x="8856582" y="677174"/>
              <a:ext cx="716760" cy="688774"/>
            </a:xfrm>
            <a:prstGeom prst="rect">
              <a:avLst/>
            </a:prstGeom>
          </p:spPr>
        </p:pic>
      </p:grpSp>
      <p:sp>
        <p:nvSpPr>
          <p:cNvPr id="6" name="TextBox 5">
            <a:extLst>
              <a:ext uri="{FF2B5EF4-FFF2-40B4-BE49-F238E27FC236}">
                <a16:creationId xmlns:a16="http://schemas.microsoft.com/office/drawing/2014/main" id="{BB00753D-C189-01CA-44B1-B484F954D600}"/>
              </a:ext>
            </a:extLst>
          </p:cNvPr>
          <p:cNvSpPr txBox="1"/>
          <p:nvPr/>
        </p:nvSpPr>
        <p:spPr>
          <a:xfrm>
            <a:off x="0" y="4552141"/>
            <a:ext cx="12192000" cy="584775"/>
          </a:xfrm>
          <a:prstGeom prst="rect">
            <a:avLst/>
          </a:prstGeom>
          <a:noFill/>
        </p:spPr>
        <p:txBody>
          <a:bodyPr wrap="square">
            <a:spAutoFit/>
          </a:bodyPr>
          <a:lstStyle/>
          <a:p>
            <a:pPr algn="ctr"/>
            <a:r>
              <a:rPr lang="en-GB" sz="3200" dirty="0"/>
              <a:t>Vocabulary</a:t>
            </a:r>
          </a:p>
        </p:txBody>
      </p:sp>
      <p:sp>
        <p:nvSpPr>
          <p:cNvPr id="8" name="TextBox 7">
            <a:extLst>
              <a:ext uri="{FF2B5EF4-FFF2-40B4-BE49-F238E27FC236}">
                <a16:creationId xmlns:a16="http://schemas.microsoft.com/office/drawing/2014/main" id="{E3C356D1-4D69-6789-D9E9-77C69F82E055}"/>
              </a:ext>
            </a:extLst>
          </p:cNvPr>
          <p:cNvSpPr txBox="1"/>
          <p:nvPr/>
        </p:nvSpPr>
        <p:spPr>
          <a:xfrm>
            <a:off x="4423577" y="5199610"/>
            <a:ext cx="3329758" cy="1446550"/>
          </a:xfrm>
          <a:prstGeom prst="rect">
            <a:avLst/>
          </a:prstGeom>
          <a:noFill/>
        </p:spPr>
        <p:txBody>
          <a:bodyPr wrap="none" rtlCol="0" anchor="ctr">
            <a:spAutoFit/>
          </a:bodyPr>
          <a:lstStyle/>
          <a:p>
            <a:pPr algn="ctr"/>
            <a:r>
              <a:rPr lang="en-GB" sz="8800" dirty="0"/>
              <a:t>Monday</a:t>
            </a:r>
          </a:p>
        </p:txBody>
      </p:sp>
    </p:spTree>
    <p:extLst>
      <p:ext uri="{BB962C8B-B14F-4D97-AF65-F5344CB8AC3E}">
        <p14:creationId xmlns:p14="http://schemas.microsoft.com/office/powerpoint/2010/main" val="317261750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37DFFE-43F9-9789-7910-83BEEE3A3818}"/>
            </a:ext>
          </a:extLst>
        </p:cNvPr>
        <p:cNvGrpSpPr/>
        <p:nvPr/>
      </p:nvGrpSpPr>
      <p:grpSpPr>
        <a:xfrm>
          <a:off x="0" y="0"/>
          <a:ext cx="0" cy="0"/>
          <a:chOff x="0" y="0"/>
          <a:chExt cx="0" cy="0"/>
        </a:xfrm>
      </p:grpSpPr>
      <p:sp>
        <p:nvSpPr>
          <p:cNvPr id="8" name="Rectangle: Rounded Corners 7">
            <a:extLst>
              <a:ext uri="{FF2B5EF4-FFF2-40B4-BE49-F238E27FC236}">
                <a16:creationId xmlns:a16="http://schemas.microsoft.com/office/drawing/2014/main" id="{93E87004-6E1A-D1FF-FF85-9A712A9BB7B3}"/>
              </a:ext>
            </a:extLst>
          </p:cNvPr>
          <p:cNvSpPr/>
          <p:nvPr/>
        </p:nvSpPr>
        <p:spPr>
          <a:xfrm>
            <a:off x="6476397" y="19821"/>
            <a:ext cx="5576138" cy="6818358"/>
          </a:xfrm>
          <a:prstGeom prst="roundRect">
            <a:avLst/>
          </a:prstGeom>
          <a:solidFill>
            <a:schemeClr val="accent4">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081EF958-1030-773B-A7D6-6CEB89A8F58A}"/>
              </a:ext>
            </a:extLst>
          </p:cNvPr>
          <p:cNvSpPr txBox="1"/>
          <p:nvPr/>
        </p:nvSpPr>
        <p:spPr>
          <a:xfrm>
            <a:off x="6786658" y="-9273"/>
            <a:ext cx="4833400" cy="684803"/>
          </a:xfrm>
          <a:prstGeom prst="rect">
            <a:avLst/>
          </a:prstGeom>
          <a:noFill/>
        </p:spPr>
        <p:txBody>
          <a:bodyPr wrap="square" rtlCol="0">
            <a:spAutoFit/>
          </a:bodyPr>
          <a:lstStyle/>
          <a:p>
            <a:pPr algn="ctr">
              <a:lnSpc>
                <a:spcPct val="150000"/>
              </a:lnSpc>
            </a:pPr>
            <a:r>
              <a:rPr lang="en-GB" sz="2800" b="1" u="sng">
                <a:solidFill>
                  <a:schemeClr val="tx1"/>
                </a:solidFill>
                <a:latin typeface="Sassoon Infant Rg" panose="02000503030000020003" pitchFamily="2" charset="0"/>
                <a:ea typeface="Sassoon Infant Rg" panose="02000503030000020003" pitchFamily="2" charset="0"/>
              </a:rPr>
              <a:t>Why do we learn to read?</a:t>
            </a:r>
          </a:p>
        </p:txBody>
      </p:sp>
      <p:sp>
        <p:nvSpPr>
          <p:cNvPr id="11" name="TextBox 10">
            <a:extLst>
              <a:ext uri="{FF2B5EF4-FFF2-40B4-BE49-F238E27FC236}">
                <a16:creationId xmlns:a16="http://schemas.microsoft.com/office/drawing/2014/main" id="{CB992496-7EDE-333E-5CB0-3C40245FED5D}"/>
              </a:ext>
            </a:extLst>
          </p:cNvPr>
          <p:cNvSpPr txBox="1"/>
          <p:nvPr/>
        </p:nvSpPr>
        <p:spPr>
          <a:xfrm>
            <a:off x="8246543" y="848912"/>
            <a:ext cx="3654961" cy="2631490"/>
          </a:xfrm>
          <a:prstGeom prst="rect">
            <a:avLst/>
          </a:prstGeom>
          <a:noFill/>
        </p:spPr>
        <p:txBody>
          <a:bodyPr wrap="square">
            <a:spAutoFit/>
          </a:bodyPr>
          <a:lstStyle/>
          <a:p>
            <a:pPr algn="ctr">
              <a:lnSpc>
                <a:spcPct val="150000"/>
              </a:lnSpc>
            </a:pPr>
            <a:r>
              <a:rPr lang="en-GB" sz="2400">
                <a:solidFill>
                  <a:schemeClr val="tx1"/>
                </a:solidFill>
                <a:latin typeface="Sassoon Infant Rg" panose="02000503030000020003" pitchFamily="2" charset="0"/>
                <a:ea typeface="Sassoon Infant Rg" panose="02000503030000020003" pitchFamily="2" charset="0"/>
              </a:rPr>
              <a:t xml:space="preserve">Reading makes me </a:t>
            </a:r>
            <a:r>
              <a:rPr lang="en-GB" sz="3200" b="1">
                <a:solidFill>
                  <a:schemeClr val="tx1"/>
                </a:solidFill>
                <a:latin typeface="Sassoon Infant Rg" panose="02000503030000020003" pitchFamily="2" charset="0"/>
                <a:ea typeface="Sassoon Infant Rg" panose="02000503030000020003" pitchFamily="2" charset="0"/>
              </a:rPr>
              <a:t>powerful</a:t>
            </a:r>
            <a:r>
              <a:rPr lang="en-GB" sz="2400">
                <a:solidFill>
                  <a:schemeClr val="tx1"/>
                </a:solidFill>
                <a:latin typeface="Sassoon Infant Rg" panose="02000503030000020003" pitchFamily="2" charset="0"/>
                <a:ea typeface="Sassoon Infant Rg" panose="02000503030000020003" pitchFamily="2" charset="0"/>
              </a:rPr>
              <a:t xml:space="preserve"> because it helps me to </a:t>
            </a:r>
            <a:r>
              <a:rPr lang="en-GB" sz="3200" b="1">
                <a:solidFill>
                  <a:schemeClr val="tx1"/>
                </a:solidFill>
                <a:latin typeface="Sassoon Infant Rg" panose="02000503030000020003" pitchFamily="2" charset="0"/>
                <a:ea typeface="Sassoon Infant Rg" panose="02000503030000020003" pitchFamily="2" charset="0"/>
              </a:rPr>
              <a:t>understand</a:t>
            </a:r>
            <a:r>
              <a:rPr lang="en-GB" sz="2400">
                <a:solidFill>
                  <a:schemeClr val="tx1"/>
                </a:solidFill>
                <a:latin typeface="Sassoon Infant Rg" panose="02000503030000020003" pitchFamily="2" charset="0"/>
                <a:ea typeface="Sassoon Infant Rg" panose="02000503030000020003" pitchFamily="2" charset="0"/>
              </a:rPr>
              <a:t xml:space="preserve"> the world around me.</a:t>
            </a:r>
          </a:p>
        </p:txBody>
      </p:sp>
      <p:pic>
        <p:nvPicPr>
          <p:cNvPr id="7" name="Picture 6">
            <a:extLst>
              <a:ext uri="{FF2B5EF4-FFF2-40B4-BE49-F238E27FC236}">
                <a16:creationId xmlns:a16="http://schemas.microsoft.com/office/drawing/2014/main" id="{79FB5223-15E3-4844-7748-101D3E2F6D73}"/>
              </a:ext>
            </a:extLst>
          </p:cNvPr>
          <p:cNvPicPr>
            <a:picLocks noChangeAspect="1"/>
          </p:cNvPicPr>
          <p:nvPr/>
        </p:nvPicPr>
        <p:blipFill rotWithShape="1">
          <a:blip r:embed="rId3">
            <a:extLst>
              <a:ext uri="{BEBA8EAE-BF5A-486C-A8C5-ECC9F3942E4B}">
                <a14:imgProps xmlns:a14="http://schemas.microsoft.com/office/drawing/2010/main">
                  <a14:imgLayer r:embed="rId4">
                    <a14:imgEffect>
                      <a14:backgroundRemoval t="61376" b="80317" l="20847" r="34709">
                        <a14:foregroundMark x1="24656" y1="80000" x2="24656" y2="80000"/>
                        <a14:foregroundMark x1="29312" y1="80317" x2="29312" y2="80317"/>
                      </a14:backgroundRemoval>
                    </a14:imgEffect>
                  </a14:imgLayer>
                </a14:imgProps>
              </a:ext>
            </a:extLst>
          </a:blip>
          <a:srcRect l="19127" t="59276" r="63462" b="18202"/>
          <a:stretch/>
        </p:blipFill>
        <p:spPr>
          <a:xfrm>
            <a:off x="6896058" y="1151805"/>
            <a:ext cx="1350486" cy="1656373"/>
          </a:xfrm>
          <a:prstGeom prst="rect">
            <a:avLst/>
          </a:prstGeom>
        </p:spPr>
      </p:pic>
      <p:pic>
        <p:nvPicPr>
          <p:cNvPr id="12" name="Picture 11">
            <a:extLst>
              <a:ext uri="{FF2B5EF4-FFF2-40B4-BE49-F238E27FC236}">
                <a16:creationId xmlns:a16="http://schemas.microsoft.com/office/drawing/2014/main" id="{5594475F-C636-A29B-742C-0F17DB69B1FF}"/>
              </a:ext>
            </a:extLst>
          </p:cNvPr>
          <p:cNvPicPr>
            <a:picLocks noChangeAspect="1"/>
          </p:cNvPicPr>
          <p:nvPr/>
        </p:nvPicPr>
        <p:blipFill rotWithShape="1">
          <a:blip r:embed="rId5">
            <a:extLst>
              <a:ext uri="{BEBA8EAE-BF5A-486C-A8C5-ECC9F3942E4B}">
                <a14:imgProps xmlns:a14="http://schemas.microsoft.com/office/drawing/2010/main">
                  <a14:imgLayer r:embed="rId4">
                    <a14:imgEffect>
                      <a14:backgroundRemoval t="61793" b="81925" l="64809" r="78176">
                        <a14:foregroundMark x1="75238" y1="61799" x2="75238" y2="61799"/>
                      </a14:backgroundRemoval>
                    </a14:imgEffect>
                  </a14:imgLayer>
                </a14:imgProps>
              </a:ext>
            </a:extLst>
          </a:blip>
          <a:srcRect l="63138" t="59276" r="20153" b="15559"/>
          <a:stretch/>
        </p:blipFill>
        <p:spPr>
          <a:xfrm>
            <a:off x="10650071" y="4324983"/>
            <a:ext cx="1251434" cy="1786987"/>
          </a:xfrm>
          <a:prstGeom prst="rect">
            <a:avLst/>
          </a:prstGeom>
        </p:spPr>
      </p:pic>
      <p:sp>
        <p:nvSpPr>
          <p:cNvPr id="14" name="TextBox 13">
            <a:extLst>
              <a:ext uri="{FF2B5EF4-FFF2-40B4-BE49-F238E27FC236}">
                <a16:creationId xmlns:a16="http://schemas.microsoft.com/office/drawing/2014/main" id="{C934D238-3C31-683C-09D6-F097B09592C0}"/>
              </a:ext>
            </a:extLst>
          </p:cNvPr>
          <p:cNvSpPr txBox="1"/>
          <p:nvPr/>
        </p:nvSpPr>
        <p:spPr>
          <a:xfrm>
            <a:off x="6786658" y="4022091"/>
            <a:ext cx="3863413" cy="1708160"/>
          </a:xfrm>
          <a:prstGeom prst="rect">
            <a:avLst/>
          </a:prstGeom>
          <a:noFill/>
        </p:spPr>
        <p:txBody>
          <a:bodyPr wrap="square">
            <a:spAutoFit/>
          </a:bodyPr>
          <a:lstStyle/>
          <a:p>
            <a:pPr algn="ctr">
              <a:lnSpc>
                <a:spcPct val="150000"/>
              </a:lnSpc>
            </a:pPr>
            <a:r>
              <a:rPr lang="en-GB" sz="2400">
                <a:solidFill>
                  <a:schemeClr val="tx1"/>
                </a:solidFill>
                <a:latin typeface="Sassoon Infant Rg" panose="02000503030000020003" pitchFamily="2" charset="0"/>
                <a:ea typeface="Sassoon Infant Rg" panose="02000503030000020003" pitchFamily="2" charset="0"/>
              </a:rPr>
              <a:t>At Wallscourt Farm Academy:</a:t>
            </a:r>
          </a:p>
          <a:p>
            <a:pPr algn="ctr">
              <a:lnSpc>
                <a:spcPct val="150000"/>
              </a:lnSpc>
            </a:pPr>
            <a:r>
              <a:rPr lang="en-GB" sz="2400">
                <a:solidFill>
                  <a:schemeClr val="tx1"/>
                </a:solidFill>
                <a:latin typeface="Sassoon Infant Rg" panose="02000503030000020003" pitchFamily="2" charset="0"/>
                <a:ea typeface="Sassoon Infant Rg" panose="02000503030000020003" pitchFamily="2" charset="0"/>
              </a:rPr>
              <a:t xml:space="preserve">We love to read, learn to read and read to learn! </a:t>
            </a:r>
          </a:p>
        </p:txBody>
      </p:sp>
      <p:pic>
        <p:nvPicPr>
          <p:cNvPr id="3" name="Picture 2">
            <a:extLst>
              <a:ext uri="{FF2B5EF4-FFF2-40B4-BE49-F238E27FC236}">
                <a16:creationId xmlns:a16="http://schemas.microsoft.com/office/drawing/2014/main" id="{4C8634C0-C6DD-1B8E-85A5-094729686CE0}"/>
              </a:ext>
            </a:extLst>
          </p:cNvPr>
          <p:cNvPicPr>
            <a:picLocks noChangeAspect="1"/>
          </p:cNvPicPr>
          <p:nvPr/>
        </p:nvPicPr>
        <p:blipFill>
          <a:blip r:embed="rId6"/>
          <a:stretch>
            <a:fillRect/>
          </a:stretch>
        </p:blipFill>
        <p:spPr>
          <a:xfrm>
            <a:off x="631179" y="568742"/>
            <a:ext cx="5645882" cy="5654149"/>
          </a:xfrm>
          <a:prstGeom prst="roundRect">
            <a:avLst>
              <a:gd name="adj" fmla="val 8594"/>
            </a:avLst>
          </a:prstGeom>
          <a:solidFill>
            <a:srgbClr val="FFFFFF">
              <a:shade val="85000"/>
            </a:srgbClr>
          </a:solidFill>
          <a:ln>
            <a:noFill/>
          </a:ln>
          <a:effectLst/>
        </p:spPr>
      </p:pic>
    </p:spTree>
    <p:extLst>
      <p:ext uri="{BB962C8B-B14F-4D97-AF65-F5344CB8AC3E}">
        <p14:creationId xmlns:p14="http://schemas.microsoft.com/office/powerpoint/2010/main" val="4200216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4"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9EC2FE-E3EF-97C8-F7DC-C0A25E1D163D}"/>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5AA7E159-E28C-77BB-73A2-F381C7A90837}"/>
              </a:ext>
            </a:extLst>
          </p:cNvPr>
          <p:cNvPicPr>
            <a:picLocks noChangeAspect="1"/>
          </p:cNvPicPr>
          <p:nvPr/>
        </p:nvPicPr>
        <p:blipFill>
          <a:blip r:embed="rId3"/>
          <a:stretch>
            <a:fillRect/>
          </a:stretch>
        </p:blipFill>
        <p:spPr>
          <a:xfrm>
            <a:off x="10424916" y="134700"/>
            <a:ext cx="1616752" cy="697982"/>
          </a:xfrm>
          <a:prstGeom prst="rect">
            <a:avLst/>
          </a:prstGeom>
        </p:spPr>
      </p:pic>
      <p:grpSp>
        <p:nvGrpSpPr>
          <p:cNvPr id="9" name="Group 8">
            <a:extLst>
              <a:ext uri="{FF2B5EF4-FFF2-40B4-BE49-F238E27FC236}">
                <a16:creationId xmlns:a16="http://schemas.microsoft.com/office/drawing/2014/main" id="{91C39609-0D86-A5B7-4D8A-1F527D92392F}"/>
              </a:ext>
            </a:extLst>
          </p:cNvPr>
          <p:cNvGrpSpPr/>
          <p:nvPr/>
        </p:nvGrpSpPr>
        <p:grpSpPr>
          <a:xfrm>
            <a:off x="292072" y="239667"/>
            <a:ext cx="1145637" cy="1145637"/>
            <a:chOff x="5180554" y="1026138"/>
            <a:chExt cx="1316831" cy="1316831"/>
          </a:xfrm>
        </p:grpSpPr>
        <p:sp>
          <p:nvSpPr>
            <p:cNvPr id="10" name="Oval 9">
              <a:extLst>
                <a:ext uri="{FF2B5EF4-FFF2-40B4-BE49-F238E27FC236}">
                  <a16:creationId xmlns:a16="http://schemas.microsoft.com/office/drawing/2014/main" id="{84199F61-4B0B-8E0F-2DB2-ED5EBBDF58E5}"/>
                </a:ext>
              </a:extLst>
            </p:cNvPr>
            <p:cNvSpPr/>
            <p:nvPr/>
          </p:nvSpPr>
          <p:spPr>
            <a:xfrm>
              <a:off x="5180554" y="1026138"/>
              <a:ext cx="1316831" cy="1316831"/>
            </a:xfrm>
            <a:prstGeom prst="ellipse">
              <a:avLst/>
            </a:prstGeom>
            <a:solidFill>
              <a:srgbClr val="DFF2C0"/>
            </a:solidFill>
            <a:ln w="38100">
              <a:solidFill>
                <a:srgbClr val="82BB27"/>
              </a:solidFill>
            </a:ln>
          </p:spPr>
          <p:style>
            <a:lnRef idx="2">
              <a:scrgbClr r="0" g="0" b="0"/>
            </a:lnRef>
            <a:fillRef idx="1">
              <a:scrgbClr r="0" g="0" b="0"/>
            </a:fillRef>
            <a:effectRef idx="0">
              <a:schemeClr val="accent1">
                <a:hueOff val="0"/>
                <a:satOff val="0"/>
                <a:lumOff val="0"/>
                <a:alphaOff val="0"/>
              </a:schemeClr>
            </a:effectRef>
            <a:fontRef idx="minor">
              <a:schemeClr val="lt1"/>
            </a:fontRef>
          </p:style>
          <p:txBody>
            <a:bodyPr/>
            <a:lstStyle/>
            <a:p>
              <a:endParaRPr lang="en-GB"/>
            </a:p>
          </p:txBody>
        </p:sp>
        <p:sp>
          <p:nvSpPr>
            <p:cNvPr id="12" name="Oval 4">
              <a:extLst>
                <a:ext uri="{FF2B5EF4-FFF2-40B4-BE49-F238E27FC236}">
                  <a16:creationId xmlns:a16="http://schemas.microsoft.com/office/drawing/2014/main" id="{FC3196E5-5551-D86F-2179-6878DD23429F}"/>
                </a:ext>
              </a:extLst>
            </p:cNvPr>
            <p:cNvSpPr txBox="1"/>
            <p:nvPr/>
          </p:nvSpPr>
          <p:spPr>
            <a:xfrm>
              <a:off x="5373399" y="1218983"/>
              <a:ext cx="931141" cy="931141"/>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6510" tIns="16510" rIns="16510" bIns="16510" numCol="1" spcCol="1270" anchor="ctr" anchorCtr="0">
              <a:noAutofit/>
            </a:bodyPr>
            <a:lstStyle/>
            <a:p>
              <a:pPr marL="0" lvl="0" indent="0" algn="ctr" defTabSz="577850">
                <a:lnSpc>
                  <a:spcPct val="90000"/>
                </a:lnSpc>
                <a:spcBef>
                  <a:spcPct val="0"/>
                </a:spcBef>
                <a:spcAft>
                  <a:spcPct val="35000"/>
                </a:spcAft>
                <a:buNone/>
              </a:pPr>
              <a:r>
                <a:rPr lang="en-GB" sz="1300" b="1" kern="1200">
                  <a:solidFill>
                    <a:srgbClr val="82BB27"/>
                  </a:solidFill>
                  <a:latin typeface="Sassoon Infant Rg" panose="02000503030000020003" pitchFamily="2" charset="0"/>
                  <a:ea typeface="Sassoon Infant Rg" panose="02000503030000020003" pitchFamily="2" charset="0"/>
                </a:rPr>
                <a:t>Vocabulary</a:t>
              </a:r>
            </a:p>
          </p:txBody>
        </p:sp>
      </p:grpSp>
      <p:sp>
        <p:nvSpPr>
          <p:cNvPr id="14" name="Title 1">
            <a:extLst>
              <a:ext uri="{FF2B5EF4-FFF2-40B4-BE49-F238E27FC236}">
                <a16:creationId xmlns:a16="http://schemas.microsoft.com/office/drawing/2014/main" id="{BDA4AF79-C1C4-8EFA-F1F6-B418570C55CC}"/>
              </a:ext>
            </a:extLst>
          </p:cNvPr>
          <p:cNvSpPr txBox="1">
            <a:spLocks/>
          </p:cNvSpPr>
          <p:nvPr/>
        </p:nvSpPr>
        <p:spPr>
          <a:xfrm>
            <a:off x="-253388" y="85619"/>
            <a:ext cx="12153316" cy="1299685"/>
          </a:xfrm>
          <a:prstGeom prst="rect">
            <a:avLst/>
          </a:prstGeom>
        </p:spPr>
        <p:txBody>
          <a:bodyPr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GB"/>
              <a:t>Vocabulary Focus</a:t>
            </a:r>
          </a:p>
        </p:txBody>
      </p:sp>
      <p:sp>
        <p:nvSpPr>
          <p:cNvPr id="15" name="TextBox 14">
            <a:extLst>
              <a:ext uri="{FF2B5EF4-FFF2-40B4-BE49-F238E27FC236}">
                <a16:creationId xmlns:a16="http://schemas.microsoft.com/office/drawing/2014/main" id="{DB2EAE7E-9AF9-75F2-CFE5-9905D0F16B0E}"/>
              </a:ext>
            </a:extLst>
          </p:cNvPr>
          <p:cNvSpPr txBox="1"/>
          <p:nvPr/>
        </p:nvSpPr>
        <p:spPr>
          <a:xfrm>
            <a:off x="2442576" y="1217529"/>
            <a:ext cx="7503292" cy="646331"/>
          </a:xfrm>
          <a:prstGeom prst="rect">
            <a:avLst/>
          </a:prstGeom>
          <a:noFill/>
        </p:spPr>
        <p:txBody>
          <a:bodyPr wrap="square" rtlCol="0">
            <a:spAutoFit/>
          </a:bodyPr>
          <a:lstStyle/>
          <a:p>
            <a:r>
              <a:rPr lang="en-GB"/>
              <a:t>Are there any words you feel confident to explain the meaning of (definition)? Are there any where you are less confident?</a:t>
            </a:r>
          </a:p>
        </p:txBody>
      </p:sp>
      <p:graphicFrame>
        <p:nvGraphicFramePr>
          <p:cNvPr id="13" name="Table 12">
            <a:extLst>
              <a:ext uri="{FF2B5EF4-FFF2-40B4-BE49-F238E27FC236}">
                <a16:creationId xmlns:a16="http://schemas.microsoft.com/office/drawing/2014/main" id="{9464E341-C007-5632-B326-45797112EDA2}"/>
              </a:ext>
            </a:extLst>
          </p:cNvPr>
          <p:cNvGraphicFramePr>
            <a:graphicFrameLocks noGrp="1"/>
          </p:cNvGraphicFramePr>
          <p:nvPr>
            <p:extLst>
              <p:ext uri="{D42A27DB-BD31-4B8C-83A1-F6EECF244321}">
                <p14:modId xmlns:p14="http://schemas.microsoft.com/office/powerpoint/2010/main" val="3344407260"/>
              </p:ext>
            </p:extLst>
          </p:nvPr>
        </p:nvGraphicFramePr>
        <p:xfrm>
          <a:off x="647700" y="2173922"/>
          <a:ext cx="10663199" cy="3429000"/>
        </p:xfrm>
        <a:graphic>
          <a:graphicData uri="http://schemas.openxmlformats.org/drawingml/2006/table">
            <a:tbl>
              <a:tblPr>
                <a:tableStyleId>{5C22544A-7EE6-4342-B048-85BDC9FD1C3A}</a:tableStyleId>
              </a:tblPr>
              <a:tblGrid>
                <a:gridCol w="1638300">
                  <a:extLst>
                    <a:ext uri="{9D8B030D-6E8A-4147-A177-3AD203B41FA5}">
                      <a16:colId xmlns:a16="http://schemas.microsoft.com/office/drawing/2014/main" val="4160592141"/>
                    </a:ext>
                  </a:extLst>
                </a:gridCol>
                <a:gridCol w="9024899">
                  <a:extLst>
                    <a:ext uri="{9D8B030D-6E8A-4147-A177-3AD203B41FA5}">
                      <a16:colId xmlns:a16="http://schemas.microsoft.com/office/drawing/2014/main" val="3033414289"/>
                    </a:ext>
                  </a:extLst>
                </a:gridCol>
              </a:tblGrid>
              <a:tr h="685800">
                <a:tc>
                  <a:txBody>
                    <a:bodyPr/>
                    <a:lstStyle/>
                    <a:p>
                      <a:pPr algn="l" fontAlgn="b">
                        <a:buNone/>
                      </a:pPr>
                      <a:r>
                        <a:rPr lang="en-GB" sz="2000" b="0" i="0" u="none" strike="noStrike">
                          <a:solidFill>
                            <a:srgbClr val="000000"/>
                          </a:solidFill>
                          <a:effectLst/>
                          <a:latin typeface="Calibri" panose="020F0502020204030204" pitchFamily="34" charset="0"/>
                        </a:rPr>
                        <a:t>hemisphere</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1800" b="0" i="0" u="none" strike="noStrike">
                          <a:solidFill>
                            <a:srgbClr val="000000"/>
                          </a:solidFill>
                          <a:effectLst/>
                          <a:latin typeface="Calibri" panose="020F0502020204030204" pitchFamily="34" charset="0"/>
                        </a:rPr>
                        <a:t>one half of the Earth, divided into northern and southern or eastern and western halves</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53441562"/>
                  </a:ext>
                </a:extLst>
              </a:tr>
              <a:tr h="685800">
                <a:tc>
                  <a:txBody>
                    <a:bodyPr/>
                    <a:lstStyle/>
                    <a:p>
                      <a:pPr algn="l" fontAlgn="b">
                        <a:buNone/>
                      </a:pPr>
                      <a:r>
                        <a:rPr lang="en-GB" sz="2000" b="0" i="0" u="none" strike="noStrike">
                          <a:solidFill>
                            <a:srgbClr val="000000"/>
                          </a:solidFill>
                          <a:effectLst/>
                          <a:latin typeface="Calibri" panose="020F0502020204030204" pitchFamily="34" charset="0"/>
                        </a:rPr>
                        <a:t>equator</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2000" b="0" i="0" u="none" strike="noStrike">
                          <a:solidFill>
                            <a:srgbClr val="000000"/>
                          </a:solidFill>
                          <a:effectLst/>
                          <a:latin typeface="Calibri" panose="020F0502020204030204" pitchFamily="34" charset="0"/>
                        </a:rPr>
                        <a:t>an imaginary line around the middle of the Earth, equally distant from both poles</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24187290"/>
                  </a:ext>
                </a:extLst>
              </a:tr>
              <a:tr h="685800">
                <a:tc>
                  <a:txBody>
                    <a:bodyPr/>
                    <a:lstStyle/>
                    <a:p>
                      <a:pPr algn="l" fontAlgn="b">
                        <a:buNone/>
                      </a:pPr>
                      <a:r>
                        <a:rPr lang="en-GB" sz="2000" b="0" i="0" u="none" strike="noStrike">
                          <a:solidFill>
                            <a:srgbClr val="000000"/>
                          </a:solidFill>
                          <a:effectLst/>
                          <a:latin typeface="Calibri" panose="020F0502020204030204" pitchFamily="34" charset="0"/>
                        </a:rPr>
                        <a:t>latitude</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2000" b="0" i="0" u="none" strike="noStrike">
                          <a:solidFill>
                            <a:srgbClr val="000000"/>
                          </a:solidFill>
                          <a:effectLst/>
                          <a:latin typeface="Calibri" panose="020F0502020204030204" pitchFamily="34" charset="0"/>
                        </a:rPr>
                        <a:t>a measurement of how far north or south a place is from the equator</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47381064"/>
                  </a:ext>
                </a:extLst>
              </a:tr>
              <a:tr h="685800">
                <a:tc>
                  <a:txBody>
                    <a:bodyPr/>
                    <a:lstStyle/>
                    <a:p>
                      <a:pPr algn="l" fontAlgn="b">
                        <a:buNone/>
                      </a:pPr>
                      <a:r>
                        <a:rPr lang="en-GB" sz="2000" b="0" i="0" u="none" strike="noStrike">
                          <a:solidFill>
                            <a:srgbClr val="000000"/>
                          </a:solidFill>
                          <a:effectLst/>
                          <a:latin typeface="Calibri" panose="020F0502020204030204" pitchFamily="34" charset="0"/>
                        </a:rPr>
                        <a:t>longitude</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2000" b="0" i="0" u="none" strike="noStrike">
                          <a:solidFill>
                            <a:srgbClr val="000000"/>
                          </a:solidFill>
                          <a:effectLst/>
                          <a:latin typeface="Calibri" panose="020F0502020204030204" pitchFamily="34" charset="0"/>
                        </a:rPr>
                        <a:t>a measurement of how far east or west a place is from the Prime Meridian</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10434475"/>
                  </a:ext>
                </a:extLst>
              </a:tr>
              <a:tr h="685800">
                <a:tc>
                  <a:txBody>
                    <a:bodyPr/>
                    <a:lstStyle/>
                    <a:p>
                      <a:pPr algn="l" fontAlgn="b">
                        <a:buNone/>
                      </a:pPr>
                      <a:r>
                        <a:rPr lang="en-GB" sz="2000" b="0" i="0" u="none" strike="noStrike">
                          <a:solidFill>
                            <a:srgbClr val="000000"/>
                          </a:solidFill>
                          <a:effectLst/>
                          <a:latin typeface="Calibri" panose="020F0502020204030204" pitchFamily="34" charset="0"/>
                        </a:rPr>
                        <a:t>time zone</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2000" b="0" i="0" u="none" strike="noStrike">
                          <a:solidFill>
                            <a:srgbClr val="000000"/>
                          </a:solidFill>
                          <a:effectLst/>
                          <a:latin typeface="Calibri" panose="020F0502020204030204" pitchFamily="34" charset="0"/>
                        </a:rPr>
                        <a:t>a region of the Earth that shares the same standard time</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21865700"/>
                  </a:ext>
                </a:extLst>
              </a:tr>
            </a:tbl>
          </a:graphicData>
        </a:graphic>
      </p:graphicFrame>
      <p:sp>
        <p:nvSpPr>
          <p:cNvPr id="16" name="Rectangle 15">
            <a:extLst>
              <a:ext uri="{FF2B5EF4-FFF2-40B4-BE49-F238E27FC236}">
                <a16:creationId xmlns:a16="http://schemas.microsoft.com/office/drawing/2014/main" id="{E459C5E2-5BCA-E6D1-3FA2-4EE65FF057B2}"/>
              </a:ext>
            </a:extLst>
          </p:cNvPr>
          <p:cNvSpPr/>
          <p:nvPr/>
        </p:nvSpPr>
        <p:spPr>
          <a:xfrm>
            <a:off x="2312410" y="2173922"/>
            <a:ext cx="8985789" cy="685800"/>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a:t>?</a:t>
            </a:r>
          </a:p>
        </p:txBody>
      </p:sp>
      <p:sp>
        <p:nvSpPr>
          <p:cNvPr id="17" name="Rectangle 16">
            <a:extLst>
              <a:ext uri="{FF2B5EF4-FFF2-40B4-BE49-F238E27FC236}">
                <a16:creationId xmlns:a16="http://schemas.microsoft.com/office/drawing/2014/main" id="{8378AAAA-9509-6BC5-9C3F-9C67043451B7}"/>
              </a:ext>
            </a:extLst>
          </p:cNvPr>
          <p:cNvSpPr/>
          <p:nvPr/>
        </p:nvSpPr>
        <p:spPr>
          <a:xfrm>
            <a:off x="2312410" y="2859722"/>
            <a:ext cx="8985789" cy="685800"/>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a:t>?</a:t>
            </a:r>
          </a:p>
        </p:txBody>
      </p:sp>
      <p:sp>
        <p:nvSpPr>
          <p:cNvPr id="18" name="Rectangle 17">
            <a:extLst>
              <a:ext uri="{FF2B5EF4-FFF2-40B4-BE49-F238E27FC236}">
                <a16:creationId xmlns:a16="http://schemas.microsoft.com/office/drawing/2014/main" id="{483E4D50-B122-CB47-766E-B5E7AC2451E9}"/>
              </a:ext>
            </a:extLst>
          </p:cNvPr>
          <p:cNvSpPr/>
          <p:nvPr/>
        </p:nvSpPr>
        <p:spPr>
          <a:xfrm>
            <a:off x="2312410" y="3545522"/>
            <a:ext cx="8985789" cy="685800"/>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a:t>?</a:t>
            </a:r>
          </a:p>
        </p:txBody>
      </p:sp>
      <p:sp>
        <p:nvSpPr>
          <p:cNvPr id="19" name="Rectangle 18">
            <a:extLst>
              <a:ext uri="{FF2B5EF4-FFF2-40B4-BE49-F238E27FC236}">
                <a16:creationId xmlns:a16="http://schemas.microsoft.com/office/drawing/2014/main" id="{4F499D47-C8D0-1D00-07CE-6BF9DF183DEF}"/>
              </a:ext>
            </a:extLst>
          </p:cNvPr>
          <p:cNvSpPr/>
          <p:nvPr/>
        </p:nvSpPr>
        <p:spPr>
          <a:xfrm>
            <a:off x="2312410" y="4231322"/>
            <a:ext cx="8985789" cy="685800"/>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a:t>?</a:t>
            </a:r>
          </a:p>
        </p:txBody>
      </p:sp>
      <p:sp>
        <p:nvSpPr>
          <p:cNvPr id="20" name="Rectangle 19">
            <a:extLst>
              <a:ext uri="{FF2B5EF4-FFF2-40B4-BE49-F238E27FC236}">
                <a16:creationId xmlns:a16="http://schemas.microsoft.com/office/drawing/2014/main" id="{FB71A36C-7A6A-7242-D64C-17151302D893}"/>
              </a:ext>
            </a:extLst>
          </p:cNvPr>
          <p:cNvSpPr/>
          <p:nvPr/>
        </p:nvSpPr>
        <p:spPr>
          <a:xfrm>
            <a:off x="2312410" y="4917122"/>
            <a:ext cx="8985789" cy="685800"/>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a:t>?</a:t>
            </a:r>
          </a:p>
        </p:txBody>
      </p:sp>
    </p:spTree>
    <p:extLst>
      <p:ext uri="{BB962C8B-B14F-4D97-AF65-F5344CB8AC3E}">
        <p14:creationId xmlns:p14="http://schemas.microsoft.com/office/powerpoint/2010/main" val="4055174833"/>
      </p:ext>
    </p:extLst>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16"/>
                    </p:tgtEl>
                  </p:cond>
                </p:stCondLst>
                <p:endSync evt="end" delay="0">
                  <p:rtn val="all"/>
                </p:endSync>
                <p:childTnLst>
                  <p:par>
                    <p:cTn id="3" fill="hold">
                      <p:stCondLst>
                        <p:cond delay="0"/>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hidden"/>
                                      </p:to>
                                    </p:set>
                                  </p:childTnLst>
                                </p:cTn>
                              </p:par>
                            </p:childTnLst>
                          </p:cTn>
                        </p:par>
                      </p:childTnLst>
                    </p:cTn>
                  </p:par>
                </p:childTnLst>
              </p:cTn>
              <p:nextCondLst>
                <p:cond evt="onClick" delay="0">
                  <p:tgtEl>
                    <p:spTgt spid="16"/>
                  </p:tgtEl>
                </p:cond>
              </p:nextCondLst>
            </p:seq>
            <p:seq concurrent="1" nextAc="seek">
              <p:cTn id="7" restart="whenNotActive" fill="hold" evtFilter="cancelBubble" nodeType="interactiveSeq">
                <p:stCondLst>
                  <p:cond evt="onClick" delay="0">
                    <p:tgtEl>
                      <p:spTgt spid="17"/>
                    </p:tgtEl>
                  </p:cond>
                </p:stCondLst>
                <p:endSync evt="end" delay="0">
                  <p:rtn val="all"/>
                </p:endSync>
                <p:childTnLst>
                  <p:par>
                    <p:cTn id="8" fill="hold">
                      <p:stCondLst>
                        <p:cond delay="0"/>
                      </p:stCondLst>
                      <p:childTnLst>
                        <p:par>
                          <p:cTn id="9" fill="hold">
                            <p:stCondLst>
                              <p:cond delay="0"/>
                            </p:stCondLst>
                            <p:childTnLst>
                              <p:par>
                                <p:cTn id="10" presetID="1" presetClass="exit"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hidden"/>
                                      </p:to>
                                    </p:set>
                                  </p:childTnLst>
                                </p:cTn>
                              </p:par>
                            </p:childTnLst>
                          </p:cTn>
                        </p:par>
                      </p:childTnLst>
                    </p:cTn>
                  </p:par>
                </p:childTnLst>
              </p:cTn>
              <p:nextCondLst>
                <p:cond evt="onClick" delay="0">
                  <p:tgtEl>
                    <p:spTgt spid="17"/>
                  </p:tgtEl>
                </p:cond>
              </p:nextCondLst>
            </p:seq>
            <p:seq concurrent="1" nextAc="seek">
              <p:cTn id="12" restart="whenNotActive" fill="hold" evtFilter="cancelBubble" nodeType="interactiveSeq">
                <p:stCondLst>
                  <p:cond evt="onClick" delay="0">
                    <p:tgtEl>
                      <p:spTgt spid="18"/>
                    </p:tgtEl>
                  </p:cond>
                </p:stCondLst>
                <p:endSync evt="end" delay="0">
                  <p:rtn val="all"/>
                </p:endSync>
                <p:childTnLst>
                  <p:par>
                    <p:cTn id="13" fill="hold">
                      <p:stCondLst>
                        <p:cond delay="0"/>
                      </p:stCondLst>
                      <p:childTnLst>
                        <p:par>
                          <p:cTn id="14" fill="hold">
                            <p:stCondLst>
                              <p:cond delay="0"/>
                            </p:stCondLst>
                            <p:childTnLst>
                              <p:par>
                                <p:cTn id="15" presetID="1" presetClass="exit" presetSubtype="0" fill="hold" grpId="0" nodeType="clickEffect">
                                  <p:stCondLst>
                                    <p:cond delay="0"/>
                                  </p:stCondLst>
                                  <p:childTnLst>
                                    <p:set>
                                      <p:cBhvr>
                                        <p:cTn id="16" dur="1" fill="hold">
                                          <p:stCondLst>
                                            <p:cond delay="0"/>
                                          </p:stCondLst>
                                        </p:cTn>
                                        <p:tgtEl>
                                          <p:spTgt spid="18"/>
                                        </p:tgtEl>
                                        <p:attrNameLst>
                                          <p:attrName>style.visibility</p:attrName>
                                        </p:attrNameLst>
                                      </p:cBhvr>
                                      <p:to>
                                        <p:strVal val="hidden"/>
                                      </p:to>
                                    </p:set>
                                  </p:childTnLst>
                                </p:cTn>
                              </p:par>
                            </p:childTnLst>
                          </p:cTn>
                        </p:par>
                      </p:childTnLst>
                    </p:cTn>
                  </p:par>
                </p:childTnLst>
              </p:cTn>
              <p:nextCondLst>
                <p:cond evt="onClick" delay="0">
                  <p:tgtEl>
                    <p:spTgt spid="18"/>
                  </p:tgtEl>
                </p:cond>
              </p:nextCondLst>
            </p:seq>
            <p:seq concurrent="1" nextAc="seek">
              <p:cTn id="17" restart="whenNotActive" fill="hold" evtFilter="cancelBubble" nodeType="interactiveSeq">
                <p:stCondLst>
                  <p:cond evt="onClick" delay="0">
                    <p:tgtEl>
                      <p:spTgt spid="19"/>
                    </p:tgtEl>
                  </p:cond>
                </p:stCondLst>
                <p:endSync evt="end" delay="0">
                  <p:rtn val="all"/>
                </p:endSync>
                <p:childTnLst>
                  <p:par>
                    <p:cTn id="18" fill="hold">
                      <p:stCondLst>
                        <p:cond delay="0"/>
                      </p:stCondLst>
                      <p:childTnLst>
                        <p:par>
                          <p:cTn id="19" fill="hold">
                            <p:stCondLst>
                              <p:cond delay="0"/>
                            </p:stCondLst>
                            <p:childTnLst>
                              <p:par>
                                <p:cTn id="20" presetID="1" presetClass="exit" presetSubtype="0" fill="hold" grpId="0" nodeType="clickEffect">
                                  <p:stCondLst>
                                    <p:cond delay="0"/>
                                  </p:stCondLst>
                                  <p:childTnLst>
                                    <p:set>
                                      <p:cBhvr>
                                        <p:cTn id="21" dur="1" fill="hold">
                                          <p:stCondLst>
                                            <p:cond delay="0"/>
                                          </p:stCondLst>
                                        </p:cTn>
                                        <p:tgtEl>
                                          <p:spTgt spid="19"/>
                                        </p:tgtEl>
                                        <p:attrNameLst>
                                          <p:attrName>style.visibility</p:attrName>
                                        </p:attrNameLst>
                                      </p:cBhvr>
                                      <p:to>
                                        <p:strVal val="hidden"/>
                                      </p:to>
                                    </p:set>
                                  </p:childTnLst>
                                </p:cTn>
                              </p:par>
                            </p:childTnLst>
                          </p:cTn>
                        </p:par>
                      </p:childTnLst>
                    </p:cTn>
                  </p:par>
                </p:childTnLst>
              </p:cTn>
              <p:nextCondLst>
                <p:cond evt="onClick" delay="0">
                  <p:tgtEl>
                    <p:spTgt spid="19"/>
                  </p:tgtEl>
                </p:cond>
              </p:nextCondLst>
            </p:seq>
            <p:seq concurrent="1" nextAc="seek">
              <p:cTn id="22" restart="whenNotActive" fill="hold" evtFilter="cancelBubble" nodeType="interactiveSeq">
                <p:stCondLst>
                  <p:cond evt="onClick" delay="0">
                    <p:tgtEl>
                      <p:spTgt spid="20"/>
                    </p:tgtEl>
                  </p:cond>
                </p:stCondLst>
                <p:endSync evt="end" delay="0">
                  <p:rtn val="all"/>
                </p:endSync>
                <p:childTnLst>
                  <p:par>
                    <p:cTn id="23" fill="hold">
                      <p:stCondLst>
                        <p:cond delay="0"/>
                      </p:stCondLst>
                      <p:childTnLst>
                        <p:par>
                          <p:cTn id="24" fill="hold">
                            <p:stCondLst>
                              <p:cond delay="0"/>
                            </p:stCondLst>
                            <p:childTnLst>
                              <p:par>
                                <p:cTn id="25" presetID="1" presetClass="exit" presetSubtype="0" fill="hold" grpId="0" nodeType="clickEffect">
                                  <p:stCondLst>
                                    <p:cond delay="0"/>
                                  </p:stCondLst>
                                  <p:childTnLst>
                                    <p:set>
                                      <p:cBhvr>
                                        <p:cTn id="26" dur="1" fill="hold">
                                          <p:stCondLst>
                                            <p:cond delay="0"/>
                                          </p:stCondLst>
                                        </p:cTn>
                                        <p:tgtEl>
                                          <p:spTgt spid="20"/>
                                        </p:tgtEl>
                                        <p:attrNameLst>
                                          <p:attrName>style.visibility</p:attrName>
                                        </p:attrNameLst>
                                      </p:cBhvr>
                                      <p:to>
                                        <p:strVal val="hidden"/>
                                      </p:to>
                                    </p:set>
                                  </p:childTnLst>
                                </p:cTn>
                              </p:par>
                            </p:childTnLst>
                          </p:cTn>
                        </p:par>
                      </p:childTnLst>
                    </p:cTn>
                  </p:par>
                </p:childTnLst>
              </p:cTn>
              <p:nextCondLst>
                <p:cond evt="onClick" delay="0">
                  <p:tgtEl>
                    <p:spTgt spid="20"/>
                  </p:tgtEl>
                </p:cond>
              </p:nextCondLst>
            </p:seq>
          </p:childTnLst>
        </p:cTn>
      </p:par>
    </p:tnLst>
    <p:bldLst>
      <p:bldP spid="16" grpId="0" animBg="1"/>
      <p:bldP spid="17" grpId="0" animBg="1"/>
      <p:bldP spid="18" grpId="0" animBg="1"/>
      <p:bldP spid="19" grpId="0" animBg="1"/>
      <p:bldP spid="20"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E5D4AD-39BF-E719-97C7-B9FE8F2F1D23}"/>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51EC62D8-35F3-692D-E010-0DC4232EB396}"/>
              </a:ext>
            </a:extLst>
          </p:cNvPr>
          <p:cNvGrpSpPr/>
          <p:nvPr/>
        </p:nvGrpSpPr>
        <p:grpSpPr>
          <a:xfrm>
            <a:off x="38684" y="68473"/>
            <a:ext cx="1316831" cy="1316831"/>
            <a:chOff x="5180554" y="1026138"/>
            <a:chExt cx="1316831" cy="1316831"/>
          </a:xfrm>
        </p:grpSpPr>
        <p:sp>
          <p:nvSpPr>
            <p:cNvPr id="4" name="Oval 3">
              <a:extLst>
                <a:ext uri="{FF2B5EF4-FFF2-40B4-BE49-F238E27FC236}">
                  <a16:creationId xmlns:a16="http://schemas.microsoft.com/office/drawing/2014/main" id="{F8888C4F-1616-8D90-191F-5F1D6A12B17C}"/>
                </a:ext>
              </a:extLst>
            </p:cNvPr>
            <p:cNvSpPr/>
            <p:nvPr/>
          </p:nvSpPr>
          <p:spPr>
            <a:xfrm>
              <a:off x="5180554" y="1026138"/>
              <a:ext cx="1316831" cy="1316831"/>
            </a:xfrm>
            <a:prstGeom prst="ellipse">
              <a:avLst/>
            </a:prstGeom>
            <a:solidFill>
              <a:srgbClr val="DFF2C0"/>
            </a:solidFill>
            <a:ln w="38100">
              <a:solidFill>
                <a:srgbClr val="82BB27"/>
              </a:solidFill>
            </a:ln>
          </p:spPr>
          <p:style>
            <a:lnRef idx="2">
              <a:scrgbClr r="0" g="0" b="0"/>
            </a:lnRef>
            <a:fillRef idx="1">
              <a:scrgbClr r="0" g="0" b="0"/>
            </a:fillRef>
            <a:effectRef idx="0">
              <a:schemeClr val="accent1">
                <a:hueOff val="0"/>
                <a:satOff val="0"/>
                <a:lumOff val="0"/>
                <a:alphaOff val="0"/>
              </a:schemeClr>
            </a:effectRef>
            <a:fontRef idx="minor">
              <a:schemeClr val="lt1"/>
            </a:fontRef>
          </p:style>
          <p:txBody>
            <a:bodyPr/>
            <a:lstStyle/>
            <a:p>
              <a:endParaRPr lang="en-GB"/>
            </a:p>
          </p:txBody>
        </p:sp>
        <p:sp>
          <p:nvSpPr>
            <p:cNvPr id="6" name="Oval 4">
              <a:extLst>
                <a:ext uri="{FF2B5EF4-FFF2-40B4-BE49-F238E27FC236}">
                  <a16:creationId xmlns:a16="http://schemas.microsoft.com/office/drawing/2014/main" id="{A3B5DDCC-932B-F66F-471E-38658DC395B0}"/>
                </a:ext>
              </a:extLst>
            </p:cNvPr>
            <p:cNvSpPr txBox="1"/>
            <p:nvPr/>
          </p:nvSpPr>
          <p:spPr>
            <a:xfrm>
              <a:off x="5373399" y="1218983"/>
              <a:ext cx="931141" cy="931141"/>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6510" tIns="16510" rIns="16510" bIns="16510" numCol="1" spcCol="1270" anchor="ctr" anchorCtr="0">
              <a:noAutofit/>
            </a:bodyPr>
            <a:lstStyle/>
            <a:p>
              <a:pPr marL="0" lvl="0" indent="0" algn="ctr" defTabSz="577850">
                <a:lnSpc>
                  <a:spcPct val="90000"/>
                </a:lnSpc>
                <a:spcBef>
                  <a:spcPct val="0"/>
                </a:spcBef>
                <a:spcAft>
                  <a:spcPct val="35000"/>
                </a:spcAft>
                <a:buNone/>
              </a:pPr>
              <a:r>
                <a:rPr lang="en-GB" sz="1300" b="1" kern="1200">
                  <a:solidFill>
                    <a:srgbClr val="82BB27"/>
                  </a:solidFill>
                  <a:latin typeface="Sassoon Infant Rg" panose="02000503030000020003" pitchFamily="2" charset="0"/>
                  <a:ea typeface="Sassoon Infant Rg" panose="02000503030000020003" pitchFamily="2" charset="0"/>
                </a:rPr>
                <a:t>Vocabulary</a:t>
              </a:r>
            </a:p>
          </p:txBody>
        </p:sp>
      </p:grpSp>
      <p:sp>
        <p:nvSpPr>
          <p:cNvPr id="13" name="Title 1">
            <a:extLst>
              <a:ext uri="{FF2B5EF4-FFF2-40B4-BE49-F238E27FC236}">
                <a16:creationId xmlns:a16="http://schemas.microsoft.com/office/drawing/2014/main" id="{733E3EE1-243D-DB63-04F2-FFCC4E6120EC}"/>
              </a:ext>
            </a:extLst>
          </p:cNvPr>
          <p:cNvSpPr txBox="1">
            <a:spLocks/>
          </p:cNvSpPr>
          <p:nvPr/>
        </p:nvSpPr>
        <p:spPr>
          <a:xfrm>
            <a:off x="2535882" y="918780"/>
            <a:ext cx="5559247" cy="1325563"/>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endParaRPr lang="en-GB" sz="2800"/>
          </a:p>
        </p:txBody>
      </p:sp>
      <p:sp>
        <p:nvSpPr>
          <p:cNvPr id="3" name="Title 1">
            <a:extLst>
              <a:ext uri="{FF2B5EF4-FFF2-40B4-BE49-F238E27FC236}">
                <a16:creationId xmlns:a16="http://schemas.microsoft.com/office/drawing/2014/main" id="{2DCF07E4-FAD7-AFAB-73D7-E54C6A426087}"/>
              </a:ext>
            </a:extLst>
          </p:cNvPr>
          <p:cNvSpPr txBox="1">
            <a:spLocks/>
          </p:cNvSpPr>
          <p:nvPr/>
        </p:nvSpPr>
        <p:spPr>
          <a:xfrm>
            <a:off x="0" y="85619"/>
            <a:ext cx="12192000" cy="1498214"/>
          </a:xfrm>
          <a:prstGeom prst="rect">
            <a:avLst/>
          </a:prstGeom>
        </p:spPr>
        <p:txBody>
          <a:bodyP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lnSpc>
                <a:spcPct val="150000"/>
              </a:lnSpc>
            </a:pPr>
            <a:r>
              <a:rPr lang="en-GB" sz="4000"/>
              <a:t>Vocabulary Focus</a:t>
            </a:r>
          </a:p>
        </p:txBody>
      </p:sp>
      <p:sp>
        <p:nvSpPr>
          <p:cNvPr id="7" name="Title 1">
            <a:extLst>
              <a:ext uri="{FF2B5EF4-FFF2-40B4-BE49-F238E27FC236}">
                <a16:creationId xmlns:a16="http://schemas.microsoft.com/office/drawing/2014/main" id="{532B7159-F539-A363-45FE-8B91401BE68F}"/>
              </a:ext>
            </a:extLst>
          </p:cNvPr>
          <p:cNvSpPr txBox="1">
            <a:spLocks/>
          </p:cNvSpPr>
          <p:nvPr/>
        </p:nvSpPr>
        <p:spPr>
          <a:xfrm>
            <a:off x="5590032" y="604264"/>
            <a:ext cx="1873406" cy="97956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en-GB" sz="4000" b="1"/>
          </a:p>
        </p:txBody>
      </p:sp>
      <p:graphicFrame>
        <p:nvGraphicFramePr>
          <p:cNvPr id="9" name="Table 8">
            <a:extLst>
              <a:ext uri="{FF2B5EF4-FFF2-40B4-BE49-F238E27FC236}">
                <a16:creationId xmlns:a16="http://schemas.microsoft.com/office/drawing/2014/main" id="{1BDE9717-27F4-D48A-5961-BBB082A50FA4}"/>
              </a:ext>
            </a:extLst>
          </p:cNvPr>
          <p:cNvGraphicFramePr>
            <a:graphicFrameLocks noGrp="1"/>
          </p:cNvGraphicFramePr>
          <p:nvPr>
            <p:extLst>
              <p:ext uri="{D42A27DB-BD31-4B8C-83A1-F6EECF244321}">
                <p14:modId xmlns:p14="http://schemas.microsoft.com/office/powerpoint/2010/main" val="394122683"/>
              </p:ext>
            </p:extLst>
          </p:nvPr>
        </p:nvGraphicFramePr>
        <p:xfrm>
          <a:off x="2032000" y="1727002"/>
          <a:ext cx="8128000" cy="4922852"/>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811326830"/>
                    </a:ext>
                  </a:extLst>
                </a:gridCol>
                <a:gridCol w="4064000">
                  <a:extLst>
                    <a:ext uri="{9D8B030D-6E8A-4147-A177-3AD203B41FA5}">
                      <a16:colId xmlns:a16="http://schemas.microsoft.com/office/drawing/2014/main" val="773647625"/>
                    </a:ext>
                  </a:extLst>
                </a:gridCol>
              </a:tblGrid>
              <a:tr h="2461426">
                <a:tc>
                  <a:txBody>
                    <a:bodyPr/>
                    <a:lstStyle/>
                    <a:p>
                      <a:r>
                        <a:rPr lang="en-GB" b="0">
                          <a:solidFill>
                            <a:schemeClr val="tx1"/>
                          </a:solidFill>
                        </a:rPr>
                        <a:t>Write it 5 times</a:t>
                      </a:r>
                    </a:p>
                    <a:p>
                      <a:endParaRPr lang="en-GB" sz="3200" b="0">
                        <a:solidFill>
                          <a:schemeClr val="tx1"/>
                        </a:solidFill>
                        <a:latin typeface="Twinkl Cursive Looped Light" panose="02000000000000000000" pitchFamily="2" charset="77"/>
                      </a:endParaRPr>
                    </a:p>
                    <a:p>
                      <a:pPr algn="ctr"/>
                      <a:r>
                        <a:rPr lang="en-GB" sz="3200" b="0">
                          <a:solidFill>
                            <a:schemeClr val="tx1"/>
                          </a:solidFill>
                          <a:latin typeface="Twinkl Cursive Looped Light" panose="02000000000000000000" pitchFamily="2" charset="77"/>
                        </a:rPr>
                        <a:t>hemisphere</a:t>
                      </a:r>
                    </a:p>
                    <a:p>
                      <a:endParaRPr lang="en-GB" b="0">
                        <a:solidFill>
                          <a:schemeClr val="tx1"/>
                        </a:solidFill>
                        <a:latin typeface="XCCW Joined 4a" panose="03050602040000000000" pitchFamily="66" charset="77"/>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400">
                          <a:solidFill>
                            <a:schemeClr val="tx1"/>
                          </a:solidFill>
                        </a:rPr>
                        <a:t>Use it in a sentence</a:t>
                      </a:r>
                    </a:p>
                    <a:p>
                      <a:endParaRPr lang="en-GB" sz="2400" b="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264313380"/>
                  </a:ext>
                </a:extLst>
              </a:tr>
              <a:tr h="2461426">
                <a:tc gridSpan="2">
                  <a:txBody>
                    <a:bodyPr/>
                    <a:lstStyle/>
                    <a:p>
                      <a:r>
                        <a:rPr lang="en-GB">
                          <a:solidFill>
                            <a:schemeClr val="tx1"/>
                          </a:solidFill>
                        </a:rPr>
                        <a:t>Other linked words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83729397"/>
                  </a:ext>
                </a:extLst>
              </a:tr>
            </a:tbl>
          </a:graphicData>
        </a:graphic>
      </p:graphicFrame>
      <p:pic>
        <p:nvPicPr>
          <p:cNvPr id="8" name="Picture 7">
            <a:extLst>
              <a:ext uri="{FF2B5EF4-FFF2-40B4-BE49-F238E27FC236}">
                <a16:creationId xmlns:a16="http://schemas.microsoft.com/office/drawing/2014/main" id="{DCA91193-1537-0657-E11E-503EF19A61EE}"/>
              </a:ext>
            </a:extLst>
          </p:cNvPr>
          <p:cNvPicPr>
            <a:picLocks noChangeAspect="1"/>
          </p:cNvPicPr>
          <p:nvPr/>
        </p:nvPicPr>
        <p:blipFill>
          <a:blip r:embed="rId3"/>
          <a:stretch>
            <a:fillRect/>
          </a:stretch>
        </p:blipFill>
        <p:spPr>
          <a:xfrm>
            <a:off x="10424916" y="134700"/>
            <a:ext cx="1616752" cy="697982"/>
          </a:xfrm>
          <a:prstGeom prst="rect">
            <a:avLst/>
          </a:prstGeom>
        </p:spPr>
      </p:pic>
      <p:sp>
        <p:nvSpPr>
          <p:cNvPr id="5" name="TextBox 4">
            <a:extLst>
              <a:ext uri="{FF2B5EF4-FFF2-40B4-BE49-F238E27FC236}">
                <a16:creationId xmlns:a16="http://schemas.microsoft.com/office/drawing/2014/main" id="{D4A4253D-E3B5-EFA7-4B1C-50AA791A86AA}"/>
              </a:ext>
            </a:extLst>
          </p:cNvPr>
          <p:cNvSpPr txBox="1"/>
          <p:nvPr/>
        </p:nvSpPr>
        <p:spPr>
          <a:xfrm>
            <a:off x="4788984" y="5296822"/>
            <a:ext cx="2400000" cy="480000"/>
          </a:xfrm>
          <a:prstGeom prst="rect">
            <a:avLst/>
          </a:prstGeom>
          <a:noFill/>
        </p:spPr>
        <p:txBody>
          <a:bodyPr wrap="square" rtlCol="0" anchor="ctr"/>
          <a:lstStyle/>
          <a:p>
            <a:pPr algn="ctr"/>
            <a:r>
              <a:rPr lang="en-GB"/>
              <a:t>hemisphere</a:t>
            </a:r>
          </a:p>
        </p:txBody>
      </p:sp>
      <p:cxnSp>
        <p:nvCxnSpPr>
          <p:cNvPr id="12" name="Straight Connector 11">
            <a:extLst>
              <a:ext uri="{FF2B5EF4-FFF2-40B4-BE49-F238E27FC236}">
                <a16:creationId xmlns:a16="http://schemas.microsoft.com/office/drawing/2014/main" id="{7C8845E9-B967-EA4D-1D1A-9AF3DDA85380}"/>
              </a:ext>
            </a:extLst>
          </p:cNvPr>
          <p:cNvCxnSpPr/>
          <p:nvPr/>
        </p:nvCxnSpPr>
        <p:spPr>
          <a:xfrm flipV="1">
            <a:off x="6391527" y="4613658"/>
            <a:ext cx="807506" cy="782198"/>
          </a:xfrm>
          <a:prstGeom prst="line">
            <a:avLst/>
          </a:prstGeom>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BEB3BFB0-1A1A-2A77-4CC9-C8E227413B3E}"/>
              </a:ext>
            </a:extLst>
          </p:cNvPr>
          <p:cNvCxnSpPr>
            <a:cxnSpLocks/>
          </p:cNvCxnSpPr>
          <p:nvPr/>
        </p:nvCxnSpPr>
        <p:spPr>
          <a:xfrm>
            <a:off x="6532910" y="5656722"/>
            <a:ext cx="930528" cy="216932"/>
          </a:xfrm>
          <a:prstGeom prst="line">
            <a:avLst/>
          </a:prstGeom>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AEF585B9-9A59-4AD6-3B99-DB66AC0BC1C7}"/>
              </a:ext>
            </a:extLst>
          </p:cNvPr>
          <p:cNvCxnSpPr>
            <a:cxnSpLocks/>
          </p:cNvCxnSpPr>
          <p:nvPr/>
        </p:nvCxnSpPr>
        <p:spPr>
          <a:xfrm flipV="1">
            <a:off x="4786339" y="5656722"/>
            <a:ext cx="791952" cy="565398"/>
          </a:xfrm>
          <a:prstGeom prst="line">
            <a:avLst/>
          </a:prstGeom>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28E2FC65-99A3-B206-BA2E-B45AABD7E835}"/>
              </a:ext>
            </a:extLst>
          </p:cNvPr>
          <p:cNvCxnSpPr>
            <a:cxnSpLocks/>
          </p:cNvCxnSpPr>
          <p:nvPr/>
        </p:nvCxnSpPr>
        <p:spPr>
          <a:xfrm>
            <a:off x="4688753" y="5010683"/>
            <a:ext cx="852027" cy="382970"/>
          </a:xfrm>
          <a:prstGeom prst="line">
            <a:avLst/>
          </a:prstGeom>
        </p:spPr>
        <p:style>
          <a:lnRef idx="1">
            <a:schemeClr val="accent1"/>
          </a:lnRef>
          <a:fillRef idx="0">
            <a:schemeClr val="accent1"/>
          </a:fillRef>
          <a:effectRef idx="0">
            <a:schemeClr val="accent1"/>
          </a:effectRef>
          <a:fontRef idx="minor">
            <a:schemeClr val="tx1"/>
          </a:fontRef>
        </p:style>
      </p:cxnSp>
      <p:pic>
        <p:nvPicPr>
          <p:cNvPr id="11" name="Picture 10">
            <a:extLst>
              <a:ext uri="{FF2B5EF4-FFF2-40B4-BE49-F238E27FC236}">
                <a16:creationId xmlns:a16="http://schemas.microsoft.com/office/drawing/2014/main" id="{EF0396BA-9A50-9215-C8CB-0B99470EF9F5}"/>
              </a:ext>
            </a:extLst>
          </p:cNvPr>
          <p:cNvPicPr>
            <a:picLocks noChangeAspect="1"/>
          </p:cNvPicPr>
          <p:nvPr/>
        </p:nvPicPr>
        <p:blipFill>
          <a:blip r:embed="rId4"/>
          <a:stretch>
            <a:fillRect/>
          </a:stretch>
        </p:blipFill>
        <p:spPr>
          <a:xfrm>
            <a:off x="6502757" y="2982841"/>
            <a:ext cx="3184743" cy="794571"/>
          </a:xfrm>
          <a:prstGeom prst="rect">
            <a:avLst/>
          </a:prstGeom>
          <a:solidFill>
            <a:schemeClr val="bg1"/>
          </a:solidFill>
        </p:spPr>
      </p:pic>
    </p:spTree>
    <p:extLst>
      <p:ext uri="{BB962C8B-B14F-4D97-AF65-F5344CB8AC3E}">
        <p14:creationId xmlns:p14="http://schemas.microsoft.com/office/powerpoint/2010/main" val="39434379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040D69-2A3E-AC4D-476F-E48DC49AB519}"/>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739D004C-6476-A163-CC76-9EB710752DEA}"/>
              </a:ext>
            </a:extLst>
          </p:cNvPr>
          <p:cNvPicPr>
            <a:picLocks noChangeAspect="1"/>
          </p:cNvPicPr>
          <p:nvPr/>
        </p:nvPicPr>
        <p:blipFill>
          <a:blip r:embed="rId3"/>
          <a:stretch>
            <a:fillRect/>
          </a:stretch>
        </p:blipFill>
        <p:spPr>
          <a:xfrm>
            <a:off x="525593" y="1980987"/>
            <a:ext cx="9243932" cy="1349566"/>
          </a:xfrm>
          <a:prstGeom prst="rect">
            <a:avLst/>
          </a:prstGeom>
        </p:spPr>
      </p:pic>
      <p:pic>
        <p:nvPicPr>
          <p:cNvPr id="11" name="Picture 10">
            <a:extLst>
              <a:ext uri="{FF2B5EF4-FFF2-40B4-BE49-F238E27FC236}">
                <a16:creationId xmlns:a16="http://schemas.microsoft.com/office/drawing/2014/main" id="{6B7C83CA-03D0-7626-308E-7CE111534218}"/>
              </a:ext>
            </a:extLst>
          </p:cNvPr>
          <p:cNvPicPr/>
          <p:nvPr/>
        </p:nvPicPr>
        <p:blipFill>
          <a:blip r:embed="rId4">
            <a:extLst>
              <a:ext uri="{28A0092B-C50C-407E-A947-70E740481C1C}">
                <a14:useLocalDpi xmlns:a14="http://schemas.microsoft.com/office/drawing/2010/main" val="0"/>
              </a:ext>
            </a:extLst>
          </a:blip>
          <a:stretch>
            <a:fillRect/>
          </a:stretch>
        </p:blipFill>
        <p:spPr>
          <a:xfrm>
            <a:off x="10539555" y="90546"/>
            <a:ext cx="1691129" cy="711848"/>
          </a:xfrm>
          <a:prstGeom prst="rect">
            <a:avLst/>
          </a:prstGeom>
        </p:spPr>
      </p:pic>
      <p:sp>
        <p:nvSpPr>
          <p:cNvPr id="12" name="Title 1">
            <a:extLst>
              <a:ext uri="{FF2B5EF4-FFF2-40B4-BE49-F238E27FC236}">
                <a16:creationId xmlns:a16="http://schemas.microsoft.com/office/drawing/2014/main" id="{F0092A21-3382-F255-270E-BE0BDE056D46}"/>
              </a:ext>
            </a:extLst>
          </p:cNvPr>
          <p:cNvSpPr txBox="1">
            <a:spLocks/>
          </p:cNvSpPr>
          <p:nvPr/>
        </p:nvSpPr>
        <p:spPr>
          <a:xfrm>
            <a:off x="38684" y="-18063"/>
            <a:ext cx="12153316" cy="1299685"/>
          </a:xfrm>
          <a:prstGeom prst="rect">
            <a:avLst/>
          </a:prstGeom>
        </p:spPr>
        <p:txBody>
          <a:bodyPr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GB" sz="1800" b="1">
                <a:effectLst/>
                <a:latin typeface="Sassoon Infant Rg" panose="02000503030000020003" pitchFamily="2" charset="0"/>
                <a:ea typeface="Sassoon Infant Rg" panose="02000503030000020003" pitchFamily="2" charset="0"/>
                <a:cs typeface="Times New Roman" panose="02020603050405020304" pitchFamily="18" charset="0"/>
              </a:rPr>
              <a:t>Paired reading</a:t>
            </a:r>
            <a:r>
              <a:rPr lang="en-GB" sz="1800">
                <a:effectLst/>
                <a:latin typeface="Sassoon Infant Rg" panose="02000503030000020003" pitchFamily="2" charset="0"/>
                <a:ea typeface="Sassoon Infant Rg" panose="02000503030000020003" pitchFamily="2" charset="0"/>
                <a:cs typeface="Times New Roman" panose="02020603050405020304" pitchFamily="18" charset="0"/>
              </a:rPr>
              <a:t xml:space="preserve">.  </a:t>
            </a:r>
            <a:r>
              <a:rPr lang="en-GB" sz="1800">
                <a:latin typeface="Sassoon Infant Rg" panose="02000503030000020003" pitchFamily="2" charset="0"/>
                <a:ea typeface="Sassoon Infant Rg" panose="02000503030000020003" pitchFamily="2" charset="0"/>
                <a:cs typeface="Times New Roman" panose="02020603050405020304" pitchFamily="18" charset="0"/>
              </a:rPr>
              <a:t>Read the text with a partner, taking turns sentence by sentence. Focus on reading smoothly and clearly, matching your pace to the punctuation.</a:t>
            </a:r>
            <a:endParaRPr lang="en-GB" b="1"/>
          </a:p>
        </p:txBody>
      </p:sp>
      <p:grpSp>
        <p:nvGrpSpPr>
          <p:cNvPr id="7" name="Group 6">
            <a:extLst>
              <a:ext uri="{FF2B5EF4-FFF2-40B4-BE49-F238E27FC236}">
                <a16:creationId xmlns:a16="http://schemas.microsoft.com/office/drawing/2014/main" id="{2F4A7F38-FB96-EA15-05EC-03CFFB5CBE42}"/>
              </a:ext>
            </a:extLst>
          </p:cNvPr>
          <p:cNvGrpSpPr/>
          <p:nvPr/>
        </p:nvGrpSpPr>
        <p:grpSpPr>
          <a:xfrm>
            <a:off x="10349575" y="2457302"/>
            <a:ext cx="1316831" cy="1316831"/>
            <a:chOff x="5180554" y="3075697"/>
            <a:chExt cx="1316831" cy="1316831"/>
          </a:xfrm>
        </p:grpSpPr>
        <p:sp>
          <p:nvSpPr>
            <p:cNvPr id="9" name="Oval 8">
              <a:extLst>
                <a:ext uri="{FF2B5EF4-FFF2-40B4-BE49-F238E27FC236}">
                  <a16:creationId xmlns:a16="http://schemas.microsoft.com/office/drawing/2014/main" id="{230C30F1-14D6-3E62-897A-05259DF04DDD}"/>
                </a:ext>
              </a:extLst>
            </p:cNvPr>
            <p:cNvSpPr/>
            <p:nvPr/>
          </p:nvSpPr>
          <p:spPr>
            <a:xfrm>
              <a:off x="5180554" y="3075697"/>
              <a:ext cx="1316831" cy="1316831"/>
            </a:xfrm>
            <a:prstGeom prst="ellipse">
              <a:avLst/>
            </a:prstGeom>
            <a:solidFill>
              <a:srgbClr val="A2CFFC"/>
            </a:solidFill>
            <a:ln w="38100">
              <a:solidFill>
                <a:srgbClr val="0762BA"/>
              </a:solidFill>
            </a:ln>
          </p:spPr>
          <p:style>
            <a:lnRef idx="2">
              <a:scrgbClr r="0" g="0" b="0"/>
            </a:lnRef>
            <a:fillRef idx="1">
              <a:scrgbClr r="0" g="0" b="0"/>
            </a:fillRef>
            <a:effectRef idx="0">
              <a:schemeClr val="accent1">
                <a:hueOff val="0"/>
                <a:satOff val="0"/>
                <a:lumOff val="0"/>
                <a:alphaOff val="0"/>
              </a:schemeClr>
            </a:effectRef>
            <a:fontRef idx="minor">
              <a:schemeClr val="lt1"/>
            </a:fontRef>
          </p:style>
          <p:txBody>
            <a:bodyPr/>
            <a:lstStyle/>
            <a:p>
              <a:endParaRPr lang="en-GB"/>
            </a:p>
          </p:txBody>
        </p:sp>
        <p:sp>
          <p:nvSpPr>
            <p:cNvPr id="10" name="Oval 4">
              <a:extLst>
                <a:ext uri="{FF2B5EF4-FFF2-40B4-BE49-F238E27FC236}">
                  <a16:creationId xmlns:a16="http://schemas.microsoft.com/office/drawing/2014/main" id="{94AC7F2E-0C00-B939-4106-51835EB2A269}"/>
                </a:ext>
              </a:extLst>
            </p:cNvPr>
            <p:cNvSpPr txBox="1"/>
            <p:nvPr/>
          </p:nvSpPr>
          <p:spPr>
            <a:xfrm>
              <a:off x="5373399" y="3268542"/>
              <a:ext cx="931141" cy="931141"/>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6510" tIns="16510" rIns="16510" bIns="16510" numCol="1" spcCol="1270" anchor="ctr" anchorCtr="0">
              <a:normAutofit/>
            </a:bodyPr>
            <a:lstStyle/>
            <a:p>
              <a:pPr marL="0" lvl="0" indent="0" algn="ctr" defTabSz="577850">
                <a:lnSpc>
                  <a:spcPct val="90000"/>
                </a:lnSpc>
                <a:spcBef>
                  <a:spcPct val="0"/>
                </a:spcBef>
                <a:spcAft>
                  <a:spcPct val="35000"/>
                </a:spcAft>
                <a:buNone/>
              </a:pPr>
              <a:r>
                <a:rPr lang="en-GB" sz="1300" b="1" kern="1200">
                  <a:solidFill>
                    <a:srgbClr val="0762BA"/>
                  </a:solidFill>
                  <a:effectLst/>
                  <a:latin typeface="Sassoon Infant Rg" panose="02000503030000020003" pitchFamily="2" charset="0"/>
                  <a:ea typeface="Sassoon Infant Rg" panose="02000503030000020003" pitchFamily="2" charset="0"/>
                </a:rPr>
                <a:t>Fluency &amp; Expression</a:t>
              </a:r>
            </a:p>
          </p:txBody>
        </p:sp>
      </p:grpSp>
      <p:sp>
        <p:nvSpPr>
          <p:cNvPr id="6" name="Rounded Rectangle 5">
            <a:extLst>
              <a:ext uri="{FF2B5EF4-FFF2-40B4-BE49-F238E27FC236}">
                <a16:creationId xmlns:a16="http://schemas.microsoft.com/office/drawing/2014/main" id="{D7466D49-4660-7227-B771-06F3B6102B62}"/>
              </a:ext>
            </a:extLst>
          </p:cNvPr>
          <p:cNvSpPr/>
          <p:nvPr/>
        </p:nvSpPr>
        <p:spPr>
          <a:xfrm>
            <a:off x="8019658" y="6245246"/>
            <a:ext cx="4026568" cy="43134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a:t>Show / Hide Extract</a:t>
            </a:r>
          </a:p>
        </p:txBody>
      </p:sp>
      <p:sp>
        <p:nvSpPr>
          <p:cNvPr id="15" name="TextBox 14">
            <a:extLst>
              <a:ext uri="{FF2B5EF4-FFF2-40B4-BE49-F238E27FC236}">
                <a16:creationId xmlns:a16="http://schemas.microsoft.com/office/drawing/2014/main" id="{DB1CFDC9-8812-2D57-F259-9934E0E81FC7}"/>
              </a:ext>
            </a:extLst>
          </p:cNvPr>
          <p:cNvSpPr txBox="1"/>
          <p:nvPr/>
        </p:nvSpPr>
        <p:spPr>
          <a:xfrm>
            <a:off x="183063" y="1034693"/>
            <a:ext cx="11864557" cy="5093190"/>
          </a:xfrm>
          <a:prstGeom prst="rect">
            <a:avLst/>
          </a:prstGeom>
          <a:solidFill>
            <a:schemeClr val="accent5">
              <a:lumMod val="20000"/>
              <a:lumOff val="80000"/>
            </a:schemeClr>
          </a:solidFill>
          <a:ln>
            <a:noFill/>
          </a:ln>
        </p:spPr>
        <p:txBody>
          <a:bodyPr wrap="square" anchor="ctr">
            <a:normAutofit lnSpcReduction="10000"/>
          </a:bodyPr>
          <a:lstStyle/>
          <a:p>
            <a:r>
              <a:rPr lang="en-GB" sz="2200"/>
              <a:t>Brazil is the largest country in South America and one of the biggest countries on Earth. It shares borders with almost every other country in South America, including Colombia, Bolivia, Peru and Ecuador to the west, while the Atlantic Ocean stretches along its entire eastern coast. Brazil sits in the Southern Hemisphere, which means that when it is summer in England, it is winter in Brazil. The equator runs through the very north of Brazil, which places much of the country in the tropics — the region of the globe between the Tropic of Cancer and the Tropic of Capricorn. This position gives Brazil its warm, humid climate for most of the year. Geographers use lines of latitude and longitude to pinpoint exactly where a place is on Earth. Lines of latitude run horizontally around the globe and measure how far north or south a location is from the equator. Brazil's capital, Brasília, sits at approximately 15 degrees south of the equator. Lines of longitude run vertically and measure how far east or west a place is from the Prime Meridian in Greenwich, London. Brasília lies at approximately 48 degrees west. Because Brazil is so far west of Greenwich, it operates in a different time zone. When it is noon in London, it is only 8 or 9 o'clock in the morning in Brasília, depending on the time of year. England sits in the Northern Hemisphere, in the Eastern Hemisphere, and in the temperate climate zone — making its position on the globe very different from Brazil's.</a:t>
            </a:r>
            <a:endParaRPr lang="en-GB" sz="2200" noProof="0"/>
          </a:p>
        </p:txBody>
      </p:sp>
    </p:spTree>
    <p:extLst>
      <p:ext uri="{BB962C8B-B14F-4D97-AF65-F5344CB8AC3E}">
        <p14:creationId xmlns:p14="http://schemas.microsoft.com/office/powerpoint/2010/main" val="303222904"/>
      </p:ext>
    </p:extLst>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6"/>
                    </p:tgtEl>
                  </p:cond>
                </p:stCondLst>
                <p:endSync evt="end" delay="0">
                  <p:rtn val="all"/>
                </p:endSync>
                <p:childTnLst>
                  <p:par>
                    <p:cTn id="3" fill="hold">
                      <p:stCondLst>
                        <p:cond delay="0"/>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15"/>
                                        </p:tgtEl>
                                        <p:attrNameLst>
                                          <p:attrName>style.visibility</p:attrName>
                                        </p:attrNameLst>
                                      </p:cBhvr>
                                      <p:to>
                                        <p:strVal val="hidden"/>
                                      </p:to>
                                    </p:set>
                                  </p:childTnLst>
                                </p:cTn>
                              </p:par>
                            </p:childTnLst>
                          </p:cTn>
                        </p:par>
                      </p:childTnLst>
                    </p:cTn>
                  </p:par>
                </p:childTnLst>
              </p:cTn>
              <p:nextCondLst>
                <p:cond evt="onClick" delay="0">
                  <p:tgtEl>
                    <p:spTgt spid="6"/>
                  </p:tgtEl>
                </p:cond>
              </p:nextCondLst>
            </p:seq>
          </p:childTnLst>
        </p:cTn>
      </p:par>
    </p:tnLst>
    <p:bldLst>
      <p:bldP spid="15" grpId="0" animBg="1"/>
      <p:bldP spid="15" grpId="1"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reeform: Shape 5">
            <a:extLst>
              <a:ext uri="{FF2B5EF4-FFF2-40B4-BE49-F238E27FC236}">
                <a16:creationId xmlns:a16="http://schemas.microsoft.com/office/drawing/2014/main" id="{7023D4CD-427D-4829-87ED-E2CC3EF8D760}"/>
              </a:ext>
            </a:extLst>
          </p:cNvPr>
          <p:cNvSpPr/>
          <p:nvPr/>
        </p:nvSpPr>
        <p:spPr>
          <a:xfrm>
            <a:off x="2609369" y="1646785"/>
            <a:ext cx="266024" cy="319228"/>
          </a:xfrm>
          <a:custGeom>
            <a:avLst/>
            <a:gdLst>
              <a:gd name="connsiteX0" fmla="*/ 167780 w 1887523"/>
              <a:gd name="connsiteY0" fmla="*/ 1182847 h 2265027"/>
              <a:gd name="connsiteX1" fmla="*/ 58723 w 1887523"/>
              <a:gd name="connsiteY1" fmla="*/ 989900 h 2265027"/>
              <a:gd name="connsiteX2" fmla="*/ 0 w 1887523"/>
              <a:gd name="connsiteY2" fmla="*/ 788565 h 2265027"/>
              <a:gd name="connsiteX3" fmla="*/ 50334 w 1887523"/>
              <a:gd name="connsiteY3" fmla="*/ 612396 h 2265027"/>
              <a:gd name="connsiteX4" fmla="*/ 134224 w 1887523"/>
              <a:gd name="connsiteY4" fmla="*/ 402671 h 2265027"/>
              <a:gd name="connsiteX5" fmla="*/ 251669 w 1887523"/>
              <a:gd name="connsiteY5" fmla="*/ 310392 h 2265027"/>
              <a:gd name="connsiteX6" fmla="*/ 385893 w 1887523"/>
              <a:gd name="connsiteY6" fmla="*/ 243280 h 2265027"/>
              <a:gd name="connsiteX7" fmla="*/ 578840 w 1887523"/>
              <a:gd name="connsiteY7" fmla="*/ 251669 h 2265027"/>
              <a:gd name="connsiteX8" fmla="*/ 713064 w 1887523"/>
              <a:gd name="connsiteY8" fmla="*/ 100667 h 2265027"/>
              <a:gd name="connsiteX9" fmla="*/ 872455 w 1887523"/>
              <a:gd name="connsiteY9" fmla="*/ 16778 h 2265027"/>
              <a:gd name="connsiteX10" fmla="*/ 1065402 w 1887523"/>
              <a:gd name="connsiteY10" fmla="*/ 0 h 2265027"/>
              <a:gd name="connsiteX11" fmla="*/ 1191236 w 1887523"/>
              <a:gd name="connsiteY11" fmla="*/ 33555 h 2265027"/>
              <a:gd name="connsiteX12" fmla="*/ 1342238 w 1887523"/>
              <a:gd name="connsiteY12" fmla="*/ 100667 h 2265027"/>
              <a:gd name="connsiteX13" fmla="*/ 1417739 w 1887523"/>
              <a:gd name="connsiteY13" fmla="*/ 192946 h 2265027"/>
              <a:gd name="connsiteX14" fmla="*/ 1426128 w 1887523"/>
              <a:gd name="connsiteY14" fmla="*/ 260058 h 2265027"/>
              <a:gd name="connsiteX15" fmla="*/ 1426128 w 1887523"/>
              <a:gd name="connsiteY15" fmla="*/ 469783 h 2265027"/>
              <a:gd name="connsiteX16" fmla="*/ 1560352 w 1887523"/>
              <a:gd name="connsiteY16" fmla="*/ 486561 h 2265027"/>
              <a:gd name="connsiteX17" fmla="*/ 1744910 w 1887523"/>
              <a:gd name="connsiteY17" fmla="*/ 536895 h 2265027"/>
              <a:gd name="connsiteX18" fmla="*/ 1803633 w 1887523"/>
              <a:gd name="connsiteY18" fmla="*/ 604007 h 2265027"/>
              <a:gd name="connsiteX19" fmla="*/ 1887523 w 1887523"/>
              <a:gd name="connsiteY19" fmla="*/ 855677 h 2265027"/>
              <a:gd name="connsiteX20" fmla="*/ 1887523 w 1887523"/>
              <a:gd name="connsiteY20" fmla="*/ 1082179 h 2265027"/>
              <a:gd name="connsiteX21" fmla="*/ 1845578 w 1887523"/>
              <a:gd name="connsiteY21" fmla="*/ 1258348 h 2265027"/>
              <a:gd name="connsiteX22" fmla="*/ 1778466 w 1887523"/>
              <a:gd name="connsiteY22" fmla="*/ 1409350 h 2265027"/>
              <a:gd name="connsiteX23" fmla="*/ 1661020 w 1887523"/>
              <a:gd name="connsiteY23" fmla="*/ 1493240 h 2265027"/>
              <a:gd name="connsiteX24" fmla="*/ 1560352 w 1887523"/>
              <a:gd name="connsiteY24" fmla="*/ 1526796 h 2265027"/>
              <a:gd name="connsiteX25" fmla="*/ 1619075 w 1887523"/>
              <a:gd name="connsiteY25" fmla="*/ 1619075 h 2265027"/>
              <a:gd name="connsiteX26" fmla="*/ 1627464 w 1887523"/>
              <a:gd name="connsiteY26" fmla="*/ 1719743 h 2265027"/>
              <a:gd name="connsiteX27" fmla="*/ 1568741 w 1887523"/>
              <a:gd name="connsiteY27" fmla="*/ 1912689 h 2265027"/>
              <a:gd name="connsiteX28" fmla="*/ 1493240 w 1887523"/>
              <a:gd name="connsiteY28" fmla="*/ 2038524 h 2265027"/>
              <a:gd name="connsiteX29" fmla="*/ 1417739 w 1887523"/>
              <a:gd name="connsiteY29" fmla="*/ 2122414 h 2265027"/>
              <a:gd name="connsiteX30" fmla="*/ 1333849 w 1887523"/>
              <a:gd name="connsiteY30" fmla="*/ 2189526 h 2265027"/>
              <a:gd name="connsiteX31" fmla="*/ 1157680 w 1887523"/>
              <a:gd name="connsiteY31" fmla="*/ 2265027 h 2265027"/>
              <a:gd name="connsiteX32" fmla="*/ 914400 w 1887523"/>
              <a:gd name="connsiteY32" fmla="*/ 2248249 h 2265027"/>
              <a:gd name="connsiteX33" fmla="*/ 805343 w 1887523"/>
              <a:gd name="connsiteY33" fmla="*/ 2147581 h 2265027"/>
              <a:gd name="connsiteX34" fmla="*/ 696286 w 1887523"/>
              <a:gd name="connsiteY34" fmla="*/ 2004968 h 2265027"/>
              <a:gd name="connsiteX35" fmla="*/ 511728 w 1887523"/>
              <a:gd name="connsiteY35" fmla="*/ 2072080 h 2265027"/>
              <a:gd name="connsiteX36" fmla="*/ 302003 w 1887523"/>
              <a:gd name="connsiteY36" fmla="*/ 2072080 h 2265027"/>
              <a:gd name="connsiteX37" fmla="*/ 83890 w 1887523"/>
              <a:gd name="connsiteY37" fmla="*/ 1887522 h 2265027"/>
              <a:gd name="connsiteX38" fmla="*/ 16778 w 1887523"/>
              <a:gd name="connsiteY38" fmla="*/ 1702965 h 2265027"/>
              <a:gd name="connsiteX39" fmla="*/ 25167 w 1887523"/>
              <a:gd name="connsiteY39" fmla="*/ 1451295 h 2265027"/>
              <a:gd name="connsiteX40" fmla="*/ 58723 w 1887523"/>
              <a:gd name="connsiteY40" fmla="*/ 1350627 h 2265027"/>
              <a:gd name="connsiteX41" fmla="*/ 117446 w 1887523"/>
              <a:gd name="connsiteY41" fmla="*/ 1233181 h 2265027"/>
              <a:gd name="connsiteX42" fmla="*/ 167780 w 1887523"/>
              <a:gd name="connsiteY42" fmla="*/ 1182847 h 22650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887523" h="2265027">
                <a:moveTo>
                  <a:pt x="167780" y="1182847"/>
                </a:moveTo>
                <a:lnTo>
                  <a:pt x="58723" y="989900"/>
                </a:lnTo>
                <a:lnTo>
                  <a:pt x="0" y="788565"/>
                </a:lnTo>
                <a:lnTo>
                  <a:pt x="50334" y="612396"/>
                </a:lnTo>
                <a:lnTo>
                  <a:pt x="134224" y="402671"/>
                </a:lnTo>
                <a:lnTo>
                  <a:pt x="251669" y="310392"/>
                </a:lnTo>
                <a:lnTo>
                  <a:pt x="385893" y="243280"/>
                </a:lnTo>
                <a:lnTo>
                  <a:pt x="578840" y="251669"/>
                </a:lnTo>
                <a:lnTo>
                  <a:pt x="713064" y="100667"/>
                </a:lnTo>
                <a:lnTo>
                  <a:pt x="872455" y="16778"/>
                </a:lnTo>
                <a:lnTo>
                  <a:pt x="1065402" y="0"/>
                </a:lnTo>
                <a:lnTo>
                  <a:pt x="1191236" y="33555"/>
                </a:lnTo>
                <a:lnTo>
                  <a:pt x="1342238" y="100667"/>
                </a:lnTo>
                <a:lnTo>
                  <a:pt x="1417739" y="192946"/>
                </a:lnTo>
                <a:lnTo>
                  <a:pt x="1426128" y="260058"/>
                </a:lnTo>
                <a:lnTo>
                  <a:pt x="1426128" y="469783"/>
                </a:lnTo>
                <a:lnTo>
                  <a:pt x="1560352" y="486561"/>
                </a:lnTo>
                <a:lnTo>
                  <a:pt x="1744910" y="536895"/>
                </a:lnTo>
                <a:lnTo>
                  <a:pt x="1803633" y="604007"/>
                </a:lnTo>
                <a:lnTo>
                  <a:pt x="1887523" y="855677"/>
                </a:lnTo>
                <a:lnTo>
                  <a:pt x="1887523" y="1082179"/>
                </a:lnTo>
                <a:lnTo>
                  <a:pt x="1845578" y="1258348"/>
                </a:lnTo>
                <a:lnTo>
                  <a:pt x="1778466" y="1409350"/>
                </a:lnTo>
                <a:lnTo>
                  <a:pt x="1661020" y="1493240"/>
                </a:lnTo>
                <a:lnTo>
                  <a:pt x="1560352" y="1526796"/>
                </a:lnTo>
                <a:lnTo>
                  <a:pt x="1619075" y="1619075"/>
                </a:lnTo>
                <a:lnTo>
                  <a:pt x="1627464" y="1719743"/>
                </a:lnTo>
                <a:lnTo>
                  <a:pt x="1568741" y="1912689"/>
                </a:lnTo>
                <a:lnTo>
                  <a:pt x="1493240" y="2038524"/>
                </a:lnTo>
                <a:lnTo>
                  <a:pt x="1417739" y="2122414"/>
                </a:lnTo>
                <a:lnTo>
                  <a:pt x="1333849" y="2189526"/>
                </a:lnTo>
                <a:lnTo>
                  <a:pt x="1157680" y="2265027"/>
                </a:lnTo>
                <a:lnTo>
                  <a:pt x="914400" y="2248249"/>
                </a:lnTo>
                <a:lnTo>
                  <a:pt x="805343" y="2147581"/>
                </a:lnTo>
                <a:lnTo>
                  <a:pt x="696286" y="2004968"/>
                </a:lnTo>
                <a:lnTo>
                  <a:pt x="511728" y="2072080"/>
                </a:lnTo>
                <a:lnTo>
                  <a:pt x="302003" y="2072080"/>
                </a:lnTo>
                <a:lnTo>
                  <a:pt x="83890" y="1887522"/>
                </a:lnTo>
                <a:lnTo>
                  <a:pt x="16778" y="1702965"/>
                </a:lnTo>
                <a:lnTo>
                  <a:pt x="25167" y="1451295"/>
                </a:lnTo>
                <a:lnTo>
                  <a:pt x="58723" y="1350627"/>
                </a:lnTo>
                <a:lnTo>
                  <a:pt x="117446" y="1233181"/>
                </a:lnTo>
                <a:lnTo>
                  <a:pt x="167780" y="1182847"/>
                </a:lnTo>
                <a:close/>
              </a:path>
            </a:pathLst>
          </a:cu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7" name="Oval 6">
            <a:extLst>
              <a:ext uri="{FF2B5EF4-FFF2-40B4-BE49-F238E27FC236}">
                <a16:creationId xmlns:a16="http://schemas.microsoft.com/office/drawing/2014/main" id="{A35914BD-597C-4EC9-A8CC-64938F558A31}"/>
              </a:ext>
            </a:extLst>
          </p:cNvPr>
          <p:cNvSpPr/>
          <p:nvPr/>
        </p:nvSpPr>
        <p:spPr>
          <a:xfrm>
            <a:off x="2057663" y="2106659"/>
            <a:ext cx="79485" cy="85162"/>
          </a:xfrm>
          <a:prstGeom prst="ellipse">
            <a:avLst/>
          </a:pr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grpSp>
        <p:nvGrpSpPr>
          <p:cNvPr id="8" name="Group 7">
            <a:extLst>
              <a:ext uri="{FF2B5EF4-FFF2-40B4-BE49-F238E27FC236}">
                <a16:creationId xmlns:a16="http://schemas.microsoft.com/office/drawing/2014/main" id="{FE91008D-524B-4E64-AED8-DADBF402F1F1}"/>
              </a:ext>
            </a:extLst>
          </p:cNvPr>
          <p:cNvGrpSpPr/>
          <p:nvPr/>
        </p:nvGrpSpPr>
        <p:grpSpPr>
          <a:xfrm>
            <a:off x="3003018" y="1125085"/>
            <a:ext cx="1838188" cy="1169519"/>
            <a:chOff x="2644385" y="2866760"/>
            <a:chExt cx="1838188" cy="1384526"/>
          </a:xfrm>
        </p:grpSpPr>
        <p:sp>
          <p:nvSpPr>
            <p:cNvPr id="9" name="Freeform: Shape 8">
              <a:extLst>
                <a:ext uri="{FF2B5EF4-FFF2-40B4-BE49-F238E27FC236}">
                  <a16:creationId xmlns:a16="http://schemas.microsoft.com/office/drawing/2014/main" id="{3B1F94B5-AE2B-4839-8A01-9D2FC48647A0}"/>
                </a:ext>
              </a:extLst>
            </p:cNvPr>
            <p:cNvSpPr/>
            <p:nvPr/>
          </p:nvSpPr>
          <p:spPr>
            <a:xfrm>
              <a:off x="2644386" y="2866760"/>
              <a:ext cx="1838187" cy="1384526"/>
            </a:xfrm>
            <a:custGeom>
              <a:avLst/>
              <a:gdLst>
                <a:gd name="connsiteX0" fmla="*/ 602901 w 5220119"/>
                <a:gd name="connsiteY0" fmla="*/ 2054888 h 5436158"/>
                <a:gd name="connsiteX1" fmla="*/ 346668 w 5220119"/>
                <a:gd name="connsiteY1" fmla="*/ 1934307 h 5436158"/>
                <a:gd name="connsiteX2" fmla="*/ 185895 w 5220119"/>
                <a:gd name="connsiteY2" fmla="*/ 1723292 h 5436158"/>
                <a:gd name="connsiteX3" fmla="*/ 50242 w 5220119"/>
                <a:gd name="connsiteY3" fmla="*/ 1421842 h 5436158"/>
                <a:gd name="connsiteX4" fmla="*/ 0 w 5220119"/>
                <a:gd name="connsiteY4" fmla="*/ 1115367 h 5436158"/>
                <a:gd name="connsiteX5" fmla="*/ 80387 w 5220119"/>
                <a:gd name="connsiteY5" fmla="*/ 828989 h 5436158"/>
                <a:gd name="connsiteX6" fmla="*/ 251209 w 5220119"/>
                <a:gd name="connsiteY6" fmla="*/ 557683 h 5436158"/>
                <a:gd name="connsiteX7" fmla="*/ 512466 w 5220119"/>
                <a:gd name="connsiteY7" fmla="*/ 386861 h 5436158"/>
                <a:gd name="connsiteX8" fmla="*/ 934497 w 5220119"/>
                <a:gd name="connsiteY8" fmla="*/ 296426 h 5436158"/>
                <a:gd name="connsiteX9" fmla="*/ 1251020 w 5220119"/>
                <a:gd name="connsiteY9" fmla="*/ 326571 h 5436158"/>
                <a:gd name="connsiteX10" fmla="*/ 1457011 w 5220119"/>
                <a:gd name="connsiteY10" fmla="*/ 401934 h 5436158"/>
                <a:gd name="connsiteX11" fmla="*/ 1688123 w 5220119"/>
                <a:gd name="connsiteY11" fmla="*/ 512466 h 5436158"/>
                <a:gd name="connsiteX12" fmla="*/ 1753438 w 5220119"/>
                <a:gd name="connsiteY12" fmla="*/ 331595 h 5436158"/>
                <a:gd name="connsiteX13" fmla="*/ 1944356 w 5220119"/>
                <a:gd name="connsiteY13" fmla="*/ 140677 h 5436158"/>
                <a:gd name="connsiteX14" fmla="*/ 2120202 w 5220119"/>
                <a:gd name="connsiteY14" fmla="*/ 50242 h 5436158"/>
                <a:gd name="connsiteX15" fmla="*/ 2336242 w 5220119"/>
                <a:gd name="connsiteY15" fmla="*/ 10048 h 5436158"/>
                <a:gd name="connsiteX16" fmla="*/ 2507064 w 5220119"/>
                <a:gd name="connsiteY16" fmla="*/ 0 h 5436158"/>
                <a:gd name="connsiteX17" fmla="*/ 2682910 w 5220119"/>
                <a:gd name="connsiteY17" fmla="*/ 55266 h 5436158"/>
                <a:gd name="connsiteX18" fmla="*/ 2808515 w 5220119"/>
                <a:gd name="connsiteY18" fmla="*/ 160773 h 5436158"/>
                <a:gd name="connsiteX19" fmla="*/ 2903974 w 5220119"/>
                <a:gd name="connsiteY19" fmla="*/ 261257 h 5436158"/>
                <a:gd name="connsiteX20" fmla="*/ 2954216 w 5220119"/>
                <a:gd name="connsiteY20" fmla="*/ 396910 h 5436158"/>
                <a:gd name="connsiteX21" fmla="*/ 2989385 w 5220119"/>
                <a:gd name="connsiteY21" fmla="*/ 482321 h 5436158"/>
                <a:gd name="connsiteX22" fmla="*/ 3235570 w 5220119"/>
                <a:gd name="connsiteY22" fmla="*/ 331595 h 5436158"/>
                <a:gd name="connsiteX23" fmla="*/ 3567165 w 5220119"/>
                <a:gd name="connsiteY23" fmla="*/ 246184 h 5436158"/>
                <a:gd name="connsiteX24" fmla="*/ 3913833 w 5220119"/>
                <a:gd name="connsiteY24" fmla="*/ 226088 h 5436158"/>
                <a:gd name="connsiteX25" fmla="*/ 4165042 w 5220119"/>
                <a:gd name="connsiteY25" fmla="*/ 291402 h 5436158"/>
                <a:gd name="connsiteX26" fmla="*/ 4431323 w 5220119"/>
                <a:gd name="connsiteY26" fmla="*/ 447151 h 5436158"/>
                <a:gd name="connsiteX27" fmla="*/ 4607170 w 5220119"/>
                <a:gd name="connsiteY27" fmla="*/ 668215 h 5436158"/>
                <a:gd name="connsiteX28" fmla="*/ 4707653 w 5220119"/>
                <a:gd name="connsiteY28" fmla="*/ 869182 h 5436158"/>
                <a:gd name="connsiteX29" fmla="*/ 4747846 w 5220119"/>
                <a:gd name="connsiteY29" fmla="*/ 1075173 h 5436158"/>
                <a:gd name="connsiteX30" fmla="*/ 4747846 w 5220119"/>
                <a:gd name="connsiteY30" fmla="*/ 1306286 h 5436158"/>
                <a:gd name="connsiteX31" fmla="*/ 4717701 w 5220119"/>
                <a:gd name="connsiteY31" fmla="*/ 1507253 h 5436158"/>
                <a:gd name="connsiteX32" fmla="*/ 4657411 w 5220119"/>
                <a:gd name="connsiteY32" fmla="*/ 1617784 h 5436158"/>
                <a:gd name="connsiteX33" fmla="*/ 4858378 w 5220119"/>
                <a:gd name="connsiteY33" fmla="*/ 1642905 h 5436158"/>
                <a:gd name="connsiteX34" fmla="*/ 5054321 w 5220119"/>
                <a:gd name="connsiteY34" fmla="*/ 1818751 h 5436158"/>
                <a:gd name="connsiteX35" fmla="*/ 5134708 w 5220119"/>
                <a:gd name="connsiteY35" fmla="*/ 1979525 h 5436158"/>
                <a:gd name="connsiteX36" fmla="*/ 5179926 w 5220119"/>
                <a:gd name="connsiteY36" fmla="*/ 2145323 h 5436158"/>
                <a:gd name="connsiteX37" fmla="*/ 5220119 w 5220119"/>
                <a:gd name="connsiteY37" fmla="*/ 2275951 h 5436158"/>
                <a:gd name="connsiteX38" fmla="*/ 5220119 w 5220119"/>
                <a:gd name="connsiteY38" fmla="*/ 2461846 h 5436158"/>
                <a:gd name="connsiteX39" fmla="*/ 5179926 w 5220119"/>
                <a:gd name="connsiteY39" fmla="*/ 2642716 h 5436158"/>
                <a:gd name="connsiteX40" fmla="*/ 5084466 w 5220119"/>
                <a:gd name="connsiteY40" fmla="*/ 2778369 h 5436158"/>
                <a:gd name="connsiteX41" fmla="*/ 5084466 w 5220119"/>
                <a:gd name="connsiteY41" fmla="*/ 2828611 h 5436158"/>
                <a:gd name="connsiteX42" fmla="*/ 5139732 w 5220119"/>
                <a:gd name="connsiteY42" fmla="*/ 2954215 h 5436158"/>
                <a:gd name="connsiteX43" fmla="*/ 5194998 w 5220119"/>
                <a:gd name="connsiteY43" fmla="*/ 3120013 h 5436158"/>
                <a:gd name="connsiteX44" fmla="*/ 5194998 w 5220119"/>
                <a:gd name="connsiteY44" fmla="*/ 3285811 h 5436158"/>
                <a:gd name="connsiteX45" fmla="*/ 5154805 w 5220119"/>
                <a:gd name="connsiteY45" fmla="*/ 3471705 h 5436158"/>
                <a:gd name="connsiteX46" fmla="*/ 5109587 w 5220119"/>
                <a:gd name="connsiteY46" fmla="*/ 3622431 h 5436158"/>
                <a:gd name="connsiteX47" fmla="*/ 5014128 w 5220119"/>
                <a:gd name="connsiteY47" fmla="*/ 3798277 h 5436158"/>
                <a:gd name="connsiteX48" fmla="*/ 4868427 w 5220119"/>
                <a:gd name="connsiteY48" fmla="*/ 3938954 h 5436158"/>
                <a:gd name="connsiteX49" fmla="*/ 4727750 w 5220119"/>
                <a:gd name="connsiteY49" fmla="*/ 4044461 h 5436158"/>
                <a:gd name="connsiteX50" fmla="*/ 4531807 w 5220119"/>
                <a:gd name="connsiteY50" fmla="*/ 4099727 h 5436158"/>
                <a:gd name="connsiteX51" fmla="*/ 4531807 w 5220119"/>
                <a:gd name="connsiteY51" fmla="*/ 4260501 h 5436158"/>
                <a:gd name="connsiteX52" fmla="*/ 4511710 w 5220119"/>
                <a:gd name="connsiteY52" fmla="*/ 4456444 h 5436158"/>
                <a:gd name="connsiteX53" fmla="*/ 4441372 w 5220119"/>
                <a:gd name="connsiteY53" fmla="*/ 4592096 h 5436158"/>
                <a:gd name="connsiteX54" fmla="*/ 4335864 w 5220119"/>
                <a:gd name="connsiteY54" fmla="*/ 4687556 h 5436158"/>
                <a:gd name="connsiteX55" fmla="*/ 4195187 w 5220119"/>
                <a:gd name="connsiteY55" fmla="*/ 4783015 h 5436158"/>
                <a:gd name="connsiteX56" fmla="*/ 3999244 w 5220119"/>
                <a:gd name="connsiteY56" fmla="*/ 4863402 h 5436158"/>
                <a:gd name="connsiteX57" fmla="*/ 3773156 w 5220119"/>
                <a:gd name="connsiteY57" fmla="*/ 4888523 h 5436158"/>
                <a:gd name="connsiteX58" fmla="*/ 3602334 w 5220119"/>
                <a:gd name="connsiteY58" fmla="*/ 4858378 h 5436158"/>
                <a:gd name="connsiteX59" fmla="*/ 3481754 w 5220119"/>
                <a:gd name="connsiteY59" fmla="*/ 4783015 h 5436158"/>
                <a:gd name="connsiteX60" fmla="*/ 3486778 w 5220119"/>
                <a:gd name="connsiteY60" fmla="*/ 4893547 h 5436158"/>
                <a:gd name="connsiteX61" fmla="*/ 3461657 w 5220119"/>
                <a:gd name="connsiteY61" fmla="*/ 5034224 h 5436158"/>
                <a:gd name="connsiteX62" fmla="*/ 3361174 w 5220119"/>
                <a:gd name="connsiteY62" fmla="*/ 5169877 h 5436158"/>
                <a:gd name="connsiteX63" fmla="*/ 3260690 w 5220119"/>
                <a:gd name="connsiteY63" fmla="*/ 5280409 h 5436158"/>
                <a:gd name="connsiteX64" fmla="*/ 3049675 w 5220119"/>
                <a:gd name="connsiteY64" fmla="*/ 5390940 h 5436158"/>
                <a:gd name="connsiteX65" fmla="*/ 2768321 w 5220119"/>
                <a:gd name="connsiteY65" fmla="*/ 5436158 h 5436158"/>
                <a:gd name="connsiteX66" fmla="*/ 2497016 w 5220119"/>
                <a:gd name="connsiteY66" fmla="*/ 5375868 h 5436158"/>
                <a:gd name="connsiteX67" fmla="*/ 2250831 w 5220119"/>
                <a:gd name="connsiteY67" fmla="*/ 5295481 h 5436158"/>
                <a:gd name="connsiteX68" fmla="*/ 2125227 w 5220119"/>
                <a:gd name="connsiteY68" fmla="*/ 5169877 h 5436158"/>
                <a:gd name="connsiteX69" fmla="*/ 2029767 w 5220119"/>
                <a:gd name="connsiteY69" fmla="*/ 5079442 h 5436158"/>
                <a:gd name="connsiteX70" fmla="*/ 2009671 w 5220119"/>
                <a:gd name="connsiteY70" fmla="*/ 4938765 h 5436158"/>
                <a:gd name="connsiteX71" fmla="*/ 1989574 w 5220119"/>
                <a:gd name="connsiteY71" fmla="*/ 4918668 h 5436158"/>
                <a:gd name="connsiteX72" fmla="*/ 1863970 w 5220119"/>
                <a:gd name="connsiteY72" fmla="*/ 4978958 h 5436158"/>
                <a:gd name="connsiteX73" fmla="*/ 1728317 w 5220119"/>
                <a:gd name="connsiteY73" fmla="*/ 5044272 h 5436158"/>
                <a:gd name="connsiteX74" fmla="*/ 1507253 w 5220119"/>
                <a:gd name="connsiteY74" fmla="*/ 5014127 h 5436158"/>
                <a:gd name="connsiteX75" fmla="*/ 1306286 w 5220119"/>
                <a:gd name="connsiteY75" fmla="*/ 4928716 h 5436158"/>
                <a:gd name="connsiteX76" fmla="*/ 1190730 w 5220119"/>
                <a:gd name="connsiteY76" fmla="*/ 4767943 h 5436158"/>
                <a:gd name="connsiteX77" fmla="*/ 1120392 w 5220119"/>
                <a:gd name="connsiteY77" fmla="*/ 4592096 h 5436158"/>
                <a:gd name="connsiteX78" fmla="*/ 1120392 w 5220119"/>
                <a:gd name="connsiteY78" fmla="*/ 4421275 h 5436158"/>
                <a:gd name="connsiteX79" fmla="*/ 1120392 w 5220119"/>
                <a:gd name="connsiteY79" fmla="*/ 4315767 h 5436158"/>
                <a:gd name="connsiteX80" fmla="*/ 974690 w 5220119"/>
                <a:gd name="connsiteY80" fmla="*/ 4386105 h 5436158"/>
                <a:gd name="connsiteX81" fmla="*/ 738554 w 5220119"/>
                <a:gd name="connsiteY81" fmla="*/ 4406202 h 5436158"/>
                <a:gd name="connsiteX82" fmla="*/ 532563 w 5220119"/>
                <a:gd name="connsiteY82" fmla="*/ 4376057 h 5436158"/>
                <a:gd name="connsiteX83" fmla="*/ 386862 w 5220119"/>
                <a:gd name="connsiteY83" fmla="*/ 4285622 h 5436158"/>
                <a:gd name="connsiteX84" fmla="*/ 281354 w 5220119"/>
                <a:gd name="connsiteY84" fmla="*/ 4119824 h 5436158"/>
                <a:gd name="connsiteX85" fmla="*/ 251209 w 5220119"/>
                <a:gd name="connsiteY85" fmla="*/ 3969099 h 5436158"/>
                <a:gd name="connsiteX86" fmla="*/ 256233 w 5220119"/>
                <a:gd name="connsiteY86" fmla="*/ 3873639 h 5436158"/>
                <a:gd name="connsiteX87" fmla="*/ 266282 w 5220119"/>
                <a:gd name="connsiteY87" fmla="*/ 3707842 h 5436158"/>
                <a:gd name="connsiteX88" fmla="*/ 306475 w 5220119"/>
                <a:gd name="connsiteY88" fmla="*/ 3567165 h 5436158"/>
                <a:gd name="connsiteX89" fmla="*/ 371789 w 5220119"/>
                <a:gd name="connsiteY89" fmla="*/ 3491802 h 5436158"/>
                <a:gd name="connsiteX90" fmla="*/ 411983 w 5220119"/>
                <a:gd name="connsiteY90" fmla="*/ 3451609 h 5436158"/>
                <a:gd name="connsiteX91" fmla="*/ 422031 w 5220119"/>
                <a:gd name="connsiteY91" fmla="*/ 3416439 h 5436158"/>
                <a:gd name="connsiteX92" fmla="*/ 261257 w 5220119"/>
                <a:gd name="connsiteY92" fmla="*/ 3315956 h 5436158"/>
                <a:gd name="connsiteX93" fmla="*/ 165798 w 5220119"/>
                <a:gd name="connsiteY93" fmla="*/ 3180303 h 5436158"/>
                <a:gd name="connsiteX94" fmla="*/ 90435 w 5220119"/>
                <a:gd name="connsiteY94" fmla="*/ 2994409 h 5436158"/>
                <a:gd name="connsiteX95" fmla="*/ 80387 w 5220119"/>
                <a:gd name="connsiteY95" fmla="*/ 2793442 h 5436158"/>
                <a:gd name="connsiteX96" fmla="*/ 115556 w 5220119"/>
                <a:gd name="connsiteY96" fmla="*/ 2642716 h 5436158"/>
                <a:gd name="connsiteX97" fmla="*/ 165798 w 5220119"/>
                <a:gd name="connsiteY97" fmla="*/ 2431701 h 5436158"/>
                <a:gd name="connsiteX98" fmla="*/ 261257 w 5220119"/>
                <a:gd name="connsiteY98" fmla="*/ 2301072 h 5436158"/>
                <a:gd name="connsiteX99" fmla="*/ 361741 w 5220119"/>
                <a:gd name="connsiteY99" fmla="*/ 2195565 h 5436158"/>
                <a:gd name="connsiteX100" fmla="*/ 442128 w 5220119"/>
                <a:gd name="connsiteY100" fmla="*/ 2140299 h 5436158"/>
                <a:gd name="connsiteX101" fmla="*/ 602901 w 5220119"/>
                <a:gd name="connsiteY101" fmla="*/ 2054888 h 54361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5220119" h="5436158">
                  <a:moveTo>
                    <a:pt x="602901" y="2054888"/>
                  </a:moveTo>
                  <a:lnTo>
                    <a:pt x="346668" y="1934307"/>
                  </a:lnTo>
                  <a:lnTo>
                    <a:pt x="185895" y="1723292"/>
                  </a:lnTo>
                  <a:lnTo>
                    <a:pt x="50242" y="1421842"/>
                  </a:lnTo>
                  <a:lnTo>
                    <a:pt x="0" y="1115367"/>
                  </a:lnTo>
                  <a:lnTo>
                    <a:pt x="80387" y="828989"/>
                  </a:lnTo>
                  <a:lnTo>
                    <a:pt x="251209" y="557683"/>
                  </a:lnTo>
                  <a:lnTo>
                    <a:pt x="512466" y="386861"/>
                  </a:lnTo>
                  <a:lnTo>
                    <a:pt x="934497" y="296426"/>
                  </a:lnTo>
                  <a:lnTo>
                    <a:pt x="1251020" y="326571"/>
                  </a:lnTo>
                  <a:lnTo>
                    <a:pt x="1457011" y="401934"/>
                  </a:lnTo>
                  <a:lnTo>
                    <a:pt x="1688123" y="512466"/>
                  </a:lnTo>
                  <a:lnTo>
                    <a:pt x="1753438" y="331595"/>
                  </a:lnTo>
                  <a:lnTo>
                    <a:pt x="1944356" y="140677"/>
                  </a:lnTo>
                  <a:lnTo>
                    <a:pt x="2120202" y="50242"/>
                  </a:lnTo>
                  <a:lnTo>
                    <a:pt x="2336242" y="10048"/>
                  </a:lnTo>
                  <a:lnTo>
                    <a:pt x="2507064" y="0"/>
                  </a:lnTo>
                  <a:lnTo>
                    <a:pt x="2682910" y="55266"/>
                  </a:lnTo>
                  <a:lnTo>
                    <a:pt x="2808515" y="160773"/>
                  </a:lnTo>
                  <a:lnTo>
                    <a:pt x="2903974" y="261257"/>
                  </a:lnTo>
                  <a:lnTo>
                    <a:pt x="2954216" y="396910"/>
                  </a:lnTo>
                  <a:lnTo>
                    <a:pt x="2989385" y="482321"/>
                  </a:lnTo>
                  <a:lnTo>
                    <a:pt x="3235570" y="331595"/>
                  </a:lnTo>
                  <a:lnTo>
                    <a:pt x="3567165" y="246184"/>
                  </a:lnTo>
                  <a:lnTo>
                    <a:pt x="3913833" y="226088"/>
                  </a:lnTo>
                  <a:lnTo>
                    <a:pt x="4165042" y="291402"/>
                  </a:lnTo>
                  <a:lnTo>
                    <a:pt x="4431323" y="447151"/>
                  </a:lnTo>
                  <a:lnTo>
                    <a:pt x="4607170" y="668215"/>
                  </a:lnTo>
                  <a:lnTo>
                    <a:pt x="4707653" y="869182"/>
                  </a:lnTo>
                  <a:lnTo>
                    <a:pt x="4747846" y="1075173"/>
                  </a:lnTo>
                  <a:lnTo>
                    <a:pt x="4747846" y="1306286"/>
                  </a:lnTo>
                  <a:lnTo>
                    <a:pt x="4717701" y="1507253"/>
                  </a:lnTo>
                  <a:lnTo>
                    <a:pt x="4657411" y="1617784"/>
                  </a:lnTo>
                  <a:lnTo>
                    <a:pt x="4858378" y="1642905"/>
                  </a:lnTo>
                  <a:lnTo>
                    <a:pt x="5054321" y="1818751"/>
                  </a:lnTo>
                  <a:lnTo>
                    <a:pt x="5134708" y="1979525"/>
                  </a:lnTo>
                  <a:lnTo>
                    <a:pt x="5179926" y="2145323"/>
                  </a:lnTo>
                  <a:lnTo>
                    <a:pt x="5220119" y="2275951"/>
                  </a:lnTo>
                  <a:lnTo>
                    <a:pt x="5220119" y="2461846"/>
                  </a:lnTo>
                  <a:lnTo>
                    <a:pt x="5179926" y="2642716"/>
                  </a:lnTo>
                  <a:lnTo>
                    <a:pt x="5084466" y="2778369"/>
                  </a:lnTo>
                  <a:lnTo>
                    <a:pt x="5084466" y="2828611"/>
                  </a:lnTo>
                  <a:lnTo>
                    <a:pt x="5139732" y="2954215"/>
                  </a:lnTo>
                  <a:lnTo>
                    <a:pt x="5194998" y="3120013"/>
                  </a:lnTo>
                  <a:lnTo>
                    <a:pt x="5194998" y="3285811"/>
                  </a:lnTo>
                  <a:lnTo>
                    <a:pt x="5154805" y="3471705"/>
                  </a:lnTo>
                  <a:lnTo>
                    <a:pt x="5109587" y="3622431"/>
                  </a:lnTo>
                  <a:lnTo>
                    <a:pt x="5014128" y="3798277"/>
                  </a:lnTo>
                  <a:lnTo>
                    <a:pt x="4868427" y="3938954"/>
                  </a:lnTo>
                  <a:lnTo>
                    <a:pt x="4727750" y="4044461"/>
                  </a:lnTo>
                  <a:lnTo>
                    <a:pt x="4531807" y="4099727"/>
                  </a:lnTo>
                  <a:lnTo>
                    <a:pt x="4531807" y="4260501"/>
                  </a:lnTo>
                  <a:lnTo>
                    <a:pt x="4511710" y="4456444"/>
                  </a:lnTo>
                  <a:lnTo>
                    <a:pt x="4441372" y="4592096"/>
                  </a:lnTo>
                  <a:lnTo>
                    <a:pt x="4335864" y="4687556"/>
                  </a:lnTo>
                  <a:lnTo>
                    <a:pt x="4195187" y="4783015"/>
                  </a:lnTo>
                  <a:lnTo>
                    <a:pt x="3999244" y="4863402"/>
                  </a:lnTo>
                  <a:lnTo>
                    <a:pt x="3773156" y="4888523"/>
                  </a:lnTo>
                  <a:lnTo>
                    <a:pt x="3602334" y="4858378"/>
                  </a:lnTo>
                  <a:lnTo>
                    <a:pt x="3481754" y="4783015"/>
                  </a:lnTo>
                  <a:lnTo>
                    <a:pt x="3486778" y="4893547"/>
                  </a:lnTo>
                  <a:lnTo>
                    <a:pt x="3461657" y="5034224"/>
                  </a:lnTo>
                  <a:lnTo>
                    <a:pt x="3361174" y="5169877"/>
                  </a:lnTo>
                  <a:lnTo>
                    <a:pt x="3260690" y="5280409"/>
                  </a:lnTo>
                  <a:lnTo>
                    <a:pt x="3049675" y="5390940"/>
                  </a:lnTo>
                  <a:lnTo>
                    <a:pt x="2768321" y="5436158"/>
                  </a:lnTo>
                  <a:lnTo>
                    <a:pt x="2497016" y="5375868"/>
                  </a:lnTo>
                  <a:lnTo>
                    <a:pt x="2250831" y="5295481"/>
                  </a:lnTo>
                  <a:lnTo>
                    <a:pt x="2125227" y="5169877"/>
                  </a:lnTo>
                  <a:lnTo>
                    <a:pt x="2029767" y="5079442"/>
                  </a:lnTo>
                  <a:lnTo>
                    <a:pt x="2009671" y="4938765"/>
                  </a:lnTo>
                  <a:lnTo>
                    <a:pt x="1989574" y="4918668"/>
                  </a:lnTo>
                  <a:lnTo>
                    <a:pt x="1863970" y="4978958"/>
                  </a:lnTo>
                  <a:lnTo>
                    <a:pt x="1728317" y="5044272"/>
                  </a:lnTo>
                  <a:lnTo>
                    <a:pt x="1507253" y="5014127"/>
                  </a:lnTo>
                  <a:lnTo>
                    <a:pt x="1306286" y="4928716"/>
                  </a:lnTo>
                  <a:lnTo>
                    <a:pt x="1190730" y="4767943"/>
                  </a:lnTo>
                  <a:lnTo>
                    <a:pt x="1120392" y="4592096"/>
                  </a:lnTo>
                  <a:lnTo>
                    <a:pt x="1120392" y="4421275"/>
                  </a:lnTo>
                  <a:lnTo>
                    <a:pt x="1120392" y="4315767"/>
                  </a:lnTo>
                  <a:lnTo>
                    <a:pt x="974690" y="4386105"/>
                  </a:lnTo>
                  <a:lnTo>
                    <a:pt x="738554" y="4406202"/>
                  </a:lnTo>
                  <a:lnTo>
                    <a:pt x="532563" y="4376057"/>
                  </a:lnTo>
                  <a:lnTo>
                    <a:pt x="386862" y="4285622"/>
                  </a:lnTo>
                  <a:lnTo>
                    <a:pt x="281354" y="4119824"/>
                  </a:lnTo>
                  <a:lnTo>
                    <a:pt x="251209" y="3969099"/>
                  </a:lnTo>
                  <a:lnTo>
                    <a:pt x="256233" y="3873639"/>
                  </a:lnTo>
                  <a:lnTo>
                    <a:pt x="266282" y="3707842"/>
                  </a:lnTo>
                  <a:lnTo>
                    <a:pt x="306475" y="3567165"/>
                  </a:lnTo>
                  <a:lnTo>
                    <a:pt x="371789" y="3491802"/>
                  </a:lnTo>
                  <a:lnTo>
                    <a:pt x="411983" y="3451609"/>
                  </a:lnTo>
                  <a:lnTo>
                    <a:pt x="422031" y="3416439"/>
                  </a:lnTo>
                  <a:lnTo>
                    <a:pt x="261257" y="3315956"/>
                  </a:lnTo>
                  <a:lnTo>
                    <a:pt x="165798" y="3180303"/>
                  </a:lnTo>
                  <a:lnTo>
                    <a:pt x="90435" y="2994409"/>
                  </a:lnTo>
                  <a:lnTo>
                    <a:pt x="80387" y="2793442"/>
                  </a:lnTo>
                  <a:lnTo>
                    <a:pt x="115556" y="2642716"/>
                  </a:lnTo>
                  <a:lnTo>
                    <a:pt x="165798" y="2431701"/>
                  </a:lnTo>
                  <a:lnTo>
                    <a:pt x="261257" y="2301072"/>
                  </a:lnTo>
                  <a:lnTo>
                    <a:pt x="361741" y="2195565"/>
                  </a:lnTo>
                  <a:lnTo>
                    <a:pt x="442128" y="2140299"/>
                  </a:lnTo>
                  <a:lnTo>
                    <a:pt x="602901" y="2054888"/>
                  </a:lnTo>
                  <a:close/>
                </a:path>
              </a:pathLst>
            </a:custGeom>
            <a:solidFill>
              <a:schemeClr val="accent6">
                <a:lumMod val="60000"/>
                <a:lumOff val="40000"/>
              </a:schemeClr>
            </a:solid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b="1"/>
            </a:p>
          </p:txBody>
        </p:sp>
        <p:sp>
          <p:nvSpPr>
            <p:cNvPr id="10" name="TextBox 9">
              <a:extLst>
                <a:ext uri="{FF2B5EF4-FFF2-40B4-BE49-F238E27FC236}">
                  <a16:creationId xmlns:a16="http://schemas.microsoft.com/office/drawing/2014/main" id="{01F4601C-78F0-408A-BFB4-D2C386D5BE41}"/>
                </a:ext>
              </a:extLst>
            </p:cNvPr>
            <p:cNvSpPr txBox="1"/>
            <p:nvPr/>
          </p:nvSpPr>
          <p:spPr>
            <a:xfrm>
              <a:off x="2644385" y="3160918"/>
              <a:ext cx="1838187" cy="707886"/>
            </a:xfrm>
            <a:prstGeom prst="rect">
              <a:avLst/>
            </a:prstGeom>
            <a:noFill/>
            <a:ln w="38100">
              <a:no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en-US"/>
              </a:defPPr>
              <a:lvl1pPr algn="ctr">
                <a:defRPr b="1">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GB">
                  <a:solidFill>
                    <a:schemeClr val="tx1"/>
                  </a:solidFill>
                </a:rPr>
                <a:t>What am I learning?</a:t>
              </a:r>
            </a:p>
          </p:txBody>
        </p:sp>
      </p:grpSp>
      <p:pic>
        <p:nvPicPr>
          <p:cNvPr id="11" name="Picture 10" descr="A picture containing room  Description automatically generated">
            <a:extLst>
              <a:ext uri="{FF2B5EF4-FFF2-40B4-BE49-F238E27FC236}">
                <a16:creationId xmlns:a16="http://schemas.microsoft.com/office/drawing/2014/main" id="{0F52BAE7-58D2-4ABA-B083-76155F063DF0}"/>
              </a:ext>
            </a:extLst>
          </p:cNvPr>
          <p:cNvPicPr>
            <a:picLocks noChangeAspect="1"/>
          </p:cNvPicPr>
          <p:nvPr/>
        </p:nvPicPr>
        <p:blipFill>
          <a:blip r:embed="rId2" cstate="screen">
            <a:extLst>
              <a:ext uri="{28A0092B-C50C-407E-A947-70E740481C1C}">
                <a14:useLocalDpi xmlns:a14="http://schemas.microsoft.com/office/drawing/2010/main" val="0"/>
              </a:ext>
            </a:extLst>
          </a:blip>
          <a:stretch>
            <a:fillRect/>
          </a:stretch>
        </p:blipFill>
        <p:spPr>
          <a:xfrm>
            <a:off x="485896" y="2018390"/>
            <a:ext cx="1451414" cy="2106656"/>
          </a:xfrm>
          <a:prstGeom prst="rect">
            <a:avLst/>
          </a:prstGeom>
          <a:ln>
            <a:noFill/>
          </a:ln>
        </p:spPr>
      </p:pic>
      <p:sp>
        <p:nvSpPr>
          <p:cNvPr id="12" name="Freeform: Shape 11">
            <a:extLst>
              <a:ext uri="{FF2B5EF4-FFF2-40B4-BE49-F238E27FC236}">
                <a16:creationId xmlns:a16="http://schemas.microsoft.com/office/drawing/2014/main" id="{2308B9F9-02B7-4539-8FBF-46AC5DCEA9AA}"/>
              </a:ext>
            </a:extLst>
          </p:cNvPr>
          <p:cNvSpPr/>
          <p:nvPr/>
        </p:nvSpPr>
        <p:spPr>
          <a:xfrm>
            <a:off x="2797615" y="2918463"/>
            <a:ext cx="206619" cy="247942"/>
          </a:xfrm>
          <a:custGeom>
            <a:avLst/>
            <a:gdLst>
              <a:gd name="connsiteX0" fmla="*/ 167780 w 1887523"/>
              <a:gd name="connsiteY0" fmla="*/ 1182847 h 2265027"/>
              <a:gd name="connsiteX1" fmla="*/ 58723 w 1887523"/>
              <a:gd name="connsiteY1" fmla="*/ 989900 h 2265027"/>
              <a:gd name="connsiteX2" fmla="*/ 0 w 1887523"/>
              <a:gd name="connsiteY2" fmla="*/ 788565 h 2265027"/>
              <a:gd name="connsiteX3" fmla="*/ 50334 w 1887523"/>
              <a:gd name="connsiteY3" fmla="*/ 612396 h 2265027"/>
              <a:gd name="connsiteX4" fmla="*/ 134224 w 1887523"/>
              <a:gd name="connsiteY4" fmla="*/ 402671 h 2265027"/>
              <a:gd name="connsiteX5" fmla="*/ 251669 w 1887523"/>
              <a:gd name="connsiteY5" fmla="*/ 310392 h 2265027"/>
              <a:gd name="connsiteX6" fmla="*/ 385893 w 1887523"/>
              <a:gd name="connsiteY6" fmla="*/ 243280 h 2265027"/>
              <a:gd name="connsiteX7" fmla="*/ 578840 w 1887523"/>
              <a:gd name="connsiteY7" fmla="*/ 251669 h 2265027"/>
              <a:gd name="connsiteX8" fmla="*/ 713064 w 1887523"/>
              <a:gd name="connsiteY8" fmla="*/ 100667 h 2265027"/>
              <a:gd name="connsiteX9" fmla="*/ 872455 w 1887523"/>
              <a:gd name="connsiteY9" fmla="*/ 16778 h 2265027"/>
              <a:gd name="connsiteX10" fmla="*/ 1065402 w 1887523"/>
              <a:gd name="connsiteY10" fmla="*/ 0 h 2265027"/>
              <a:gd name="connsiteX11" fmla="*/ 1191236 w 1887523"/>
              <a:gd name="connsiteY11" fmla="*/ 33555 h 2265027"/>
              <a:gd name="connsiteX12" fmla="*/ 1342238 w 1887523"/>
              <a:gd name="connsiteY12" fmla="*/ 100667 h 2265027"/>
              <a:gd name="connsiteX13" fmla="*/ 1417739 w 1887523"/>
              <a:gd name="connsiteY13" fmla="*/ 192946 h 2265027"/>
              <a:gd name="connsiteX14" fmla="*/ 1426128 w 1887523"/>
              <a:gd name="connsiteY14" fmla="*/ 260058 h 2265027"/>
              <a:gd name="connsiteX15" fmla="*/ 1426128 w 1887523"/>
              <a:gd name="connsiteY15" fmla="*/ 469783 h 2265027"/>
              <a:gd name="connsiteX16" fmla="*/ 1560352 w 1887523"/>
              <a:gd name="connsiteY16" fmla="*/ 486561 h 2265027"/>
              <a:gd name="connsiteX17" fmla="*/ 1744910 w 1887523"/>
              <a:gd name="connsiteY17" fmla="*/ 536895 h 2265027"/>
              <a:gd name="connsiteX18" fmla="*/ 1803633 w 1887523"/>
              <a:gd name="connsiteY18" fmla="*/ 604007 h 2265027"/>
              <a:gd name="connsiteX19" fmla="*/ 1887523 w 1887523"/>
              <a:gd name="connsiteY19" fmla="*/ 855677 h 2265027"/>
              <a:gd name="connsiteX20" fmla="*/ 1887523 w 1887523"/>
              <a:gd name="connsiteY20" fmla="*/ 1082179 h 2265027"/>
              <a:gd name="connsiteX21" fmla="*/ 1845578 w 1887523"/>
              <a:gd name="connsiteY21" fmla="*/ 1258348 h 2265027"/>
              <a:gd name="connsiteX22" fmla="*/ 1778466 w 1887523"/>
              <a:gd name="connsiteY22" fmla="*/ 1409350 h 2265027"/>
              <a:gd name="connsiteX23" fmla="*/ 1661020 w 1887523"/>
              <a:gd name="connsiteY23" fmla="*/ 1493240 h 2265027"/>
              <a:gd name="connsiteX24" fmla="*/ 1560352 w 1887523"/>
              <a:gd name="connsiteY24" fmla="*/ 1526796 h 2265027"/>
              <a:gd name="connsiteX25" fmla="*/ 1619075 w 1887523"/>
              <a:gd name="connsiteY25" fmla="*/ 1619075 h 2265027"/>
              <a:gd name="connsiteX26" fmla="*/ 1627464 w 1887523"/>
              <a:gd name="connsiteY26" fmla="*/ 1719743 h 2265027"/>
              <a:gd name="connsiteX27" fmla="*/ 1568741 w 1887523"/>
              <a:gd name="connsiteY27" fmla="*/ 1912689 h 2265027"/>
              <a:gd name="connsiteX28" fmla="*/ 1493240 w 1887523"/>
              <a:gd name="connsiteY28" fmla="*/ 2038524 h 2265027"/>
              <a:gd name="connsiteX29" fmla="*/ 1417739 w 1887523"/>
              <a:gd name="connsiteY29" fmla="*/ 2122414 h 2265027"/>
              <a:gd name="connsiteX30" fmla="*/ 1333849 w 1887523"/>
              <a:gd name="connsiteY30" fmla="*/ 2189526 h 2265027"/>
              <a:gd name="connsiteX31" fmla="*/ 1157680 w 1887523"/>
              <a:gd name="connsiteY31" fmla="*/ 2265027 h 2265027"/>
              <a:gd name="connsiteX32" fmla="*/ 914400 w 1887523"/>
              <a:gd name="connsiteY32" fmla="*/ 2248249 h 2265027"/>
              <a:gd name="connsiteX33" fmla="*/ 805343 w 1887523"/>
              <a:gd name="connsiteY33" fmla="*/ 2147581 h 2265027"/>
              <a:gd name="connsiteX34" fmla="*/ 696286 w 1887523"/>
              <a:gd name="connsiteY34" fmla="*/ 2004968 h 2265027"/>
              <a:gd name="connsiteX35" fmla="*/ 511728 w 1887523"/>
              <a:gd name="connsiteY35" fmla="*/ 2072080 h 2265027"/>
              <a:gd name="connsiteX36" fmla="*/ 302003 w 1887523"/>
              <a:gd name="connsiteY36" fmla="*/ 2072080 h 2265027"/>
              <a:gd name="connsiteX37" fmla="*/ 83890 w 1887523"/>
              <a:gd name="connsiteY37" fmla="*/ 1887522 h 2265027"/>
              <a:gd name="connsiteX38" fmla="*/ 16778 w 1887523"/>
              <a:gd name="connsiteY38" fmla="*/ 1702965 h 2265027"/>
              <a:gd name="connsiteX39" fmla="*/ 25167 w 1887523"/>
              <a:gd name="connsiteY39" fmla="*/ 1451295 h 2265027"/>
              <a:gd name="connsiteX40" fmla="*/ 58723 w 1887523"/>
              <a:gd name="connsiteY40" fmla="*/ 1350627 h 2265027"/>
              <a:gd name="connsiteX41" fmla="*/ 117446 w 1887523"/>
              <a:gd name="connsiteY41" fmla="*/ 1233181 h 2265027"/>
              <a:gd name="connsiteX42" fmla="*/ 167780 w 1887523"/>
              <a:gd name="connsiteY42" fmla="*/ 1182847 h 22650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887523" h="2265027">
                <a:moveTo>
                  <a:pt x="167780" y="1182847"/>
                </a:moveTo>
                <a:lnTo>
                  <a:pt x="58723" y="989900"/>
                </a:lnTo>
                <a:lnTo>
                  <a:pt x="0" y="788565"/>
                </a:lnTo>
                <a:lnTo>
                  <a:pt x="50334" y="612396"/>
                </a:lnTo>
                <a:lnTo>
                  <a:pt x="134224" y="402671"/>
                </a:lnTo>
                <a:lnTo>
                  <a:pt x="251669" y="310392"/>
                </a:lnTo>
                <a:lnTo>
                  <a:pt x="385893" y="243280"/>
                </a:lnTo>
                <a:lnTo>
                  <a:pt x="578840" y="251669"/>
                </a:lnTo>
                <a:lnTo>
                  <a:pt x="713064" y="100667"/>
                </a:lnTo>
                <a:lnTo>
                  <a:pt x="872455" y="16778"/>
                </a:lnTo>
                <a:lnTo>
                  <a:pt x="1065402" y="0"/>
                </a:lnTo>
                <a:lnTo>
                  <a:pt x="1191236" y="33555"/>
                </a:lnTo>
                <a:lnTo>
                  <a:pt x="1342238" y="100667"/>
                </a:lnTo>
                <a:lnTo>
                  <a:pt x="1417739" y="192946"/>
                </a:lnTo>
                <a:lnTo>
                  <a:pt x="1426128" y="260058"/>
                </a:lnTo>
                <a:lnTo>
                  <a:pt x="1426128" y="469783"/>
                </a:lnTo>
                <a:lnTo>
                  <a:pt x="1560352" y="486561"/>
                </a:lnTo>
                <a:lnTo>
                  <a:pt x="1744910" y="536895"/>
                </a:lnTo>
                <a:lnTo>
                  <a:pt x="1803633" y="604007"/>
                </a:lnTo>
                <a:lnTo>
                  <a:pt x="1887523" y="855677"/>
                </a:lnTo>
                <a:lnTo>
                  <a:pt x="1887523" y="1082179"/>
                </a:lnTo>
                <a:lnTo>
                  <a:pt x="1845578" y="1258348"/>
                </a:lnTo>
                <a:lnTo>
                  <a:pt x="1778466" y="1409350"/>
                </a:lnTo>
                <a:lnTo>
                  <a:pt x="1661020" y="1493240"/>
                </a:lnTo>
                <a:lnTo>
                  <a:pt x="1560352" y="1526796"/>
                </a:lnTo>
                <a:lnTo>
                  <a:pt x="1619075" y="1619075"/>
                </a:lnTo>
                <a:lnTo>
                  <a:pt x="1627464" y="1719743"/>
                </a:lnTo>
                <a:lnTo>
                  <a:pt x="1568741" y="1912689"/>
                </a:lnTo>
                <a:lnTo>
                  <a:pt x="1493240" y="2038524"/>
                </a:lnTo>
                <a:lnTo>
                  <a:pt x="1417739" y="2122414"/>
                </a:lnTo>
                <a:lnTo>
                  <a:pt x="1333849" y="2189526"/>
                </a:lnTo>
                <a:lnTo>
                  <a:pt x="1157680" y="2265027"/>
                </a:lnTo>
                <a:lnTo>
                  <a:pt x="914400" y="2248249"/>
                </a:lnTo>
                <a:lnTo>
                  <a:pt x="805343" y="2147581"/>
                </a:lnTo>
                <a:lnTo>
                  <a:pt x="696286" y="2004968"/>
                </a:lnTo>
                <a:lnTo>
                  <a:pt x="511728" y="2072080"/>
                </a:lnTo>
                <a:lnTo>
                  <a:pt x="302003" y="2072080"/>
                </a:lnTo>
                <a:lnTo>
                  <a:pt x="83890" y="1887522"/>
                </a:lnTo>
                <a:lnTo>
                  <a:pt x="16778" y="1702965"/>
                </a:lnTo>
                <a:lnTo>
                  <a:pt x="25167" y="1451295"/>
                </a:lnTo>
                <a:lnTo>
                  <a:pt x="58723" y="1350627"/>
                </a:lnTo>
                <a:lnTo>
                  <a:pt x="117446" y="1233181"/>
                </a:lnTo>
                <a:lnTo>
                  <a:pt x="167780" y="1182847"/>
                </a:lnTo>
                <a:close/>
              </a:path>
            </a:pathLst>
          </a:cu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13" name="Oval 12">
            <a:extLst>
              <a:ext uri="{FF2B5EF4-FFF2-40B4-BE49-F238E27FC236}">
                <a16:creationId xmlns:a16="http://schemas.microsoft.com/office/drawing/2014/main" id="{6A1CB78E-9D4B-4986-8879-83568C225091}"/>
              </a:ext>
            </a:extLst>
          </p:cNvPr>
          <p:cNvSpPr/>
          <p:nvPr/>
        </p:nvSpPr>
        <p:spPr>
          <a:xfrm>
            <a:off x="2458854" y="2918501"/>
            <a:ext cx="79485" cy="85162"/>
          </a:xfrm>
          <a:prstGeom prst="ellipse">
            <a:avLst/>
          </a:pr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grpSp>
        <p:nvGrpSpPr>
          <p:cNvPr id="14" name="Group 13">
            <a:extLst>
              <a:ext uri="{FF2B5EF4-FFF2-40B4-BE49-F238E27FC236}">
                <a16:creationId xmlns:a16="http://schemas.microsoft.com/office/drawing/2014/main" id="{CF45870B-7F74-4D54-8596-BFA710ED989D}"/>
              </a:ext>
            </a:extLst>
          </p:cNvPr>
          <p:cNvGrpSpPr/>
          <p:nvPr/>
        </p:nvGrpSpPr>
        <p:grpSpPr>
          <a:xfrm>
            <a:off x="3618760" y="2676281"/>
            <a:ext cx="2097602" cy="1251349"/>
            <a:chOff x="6125888" y="3028716"/>
            <a:chExt cx="1838187" cy="1384526"/>
          </a:xfrm>
          <a:solidFill>
            <a:schemeClr val="accent6">
              <a:lumMod val="60000"/>
              <a:lumOff val="40000"/>
            </a:schemeClr>
          </a:solidFill>
        </p:grpSpPr>
        <p:sp>
          <p:nvSpPr>
            <p:cNvPr id="15" name="Freeform: Shape 14">
              <a:extLst>
                <a:ext uri="{FF2B5EF4-FFF2-40B4-BE49-F238E27FC236}">
                  <a16:creationId xmlns:a16="http://schemas.microsoft.com/office/drawing/2014/main" id="{EA65950C-D815-47D7-8502-EDD27BCB7185}"/>
                </a:ext>
              </a:extLst>
            </p:cNvPr>
            <p:cNvSpPr/>
            <p:nvPr/>
          </p:nvSpPr>
          <p:spPr>
            <a:xfrm>
              <a:off x="6125888" y="3028716"/>
              <a:ext cx="1838187" cy="1384526"/>
            </a:xfrm>
            <a:custGeom>
              <a:avLst/>
              <a:gdLst>
                <a:gd name="connsiteX0" fmla="*/ 602901 w 5220119"/>
                <a:gd name="connsiteY0" fmla="*/ 2054888 h 5436158"/>
                <a:gd name="connsiteX1" fmla="*/ 346668 w 5220119"/>
                <a:gd name="connsiteY1" fmla="*/ 1934307 h 5436158"/>
                <a:gd name="connsiteX2" fmla="*/ 185895 w 5220119"/>
                <a:gd name="connsiteY2" fmla="*/ 1723292 h 5436158"/>
                <a:gd name="connsiteX3" fmla="*/ 50242 w 5220119"/>
                <a:gd name="connsiteY3" fmla="*/ 1421842 h 5436158"/>
                <a:gd name="connsiteX4" fmla="*/ 0 w 5220119"/>
                <a:gd name="connsiteY4" fmla="*/ 1115367 h 5436158"/>
                <a:gd name="connsiteX5" fmla="*/ 80387 w 5220119"/>
                <a:gd name="connsiteY5" fmla="*/ 828989 h 5436158"/>
                <a:gd name="connsiteX6" fmla="*/ 251209 w 5220119"/>
                <a:gd name="connsiteY6" fmla="*/ 557683 h 5436158"/>
                <a:gd name="connsiteX7" fmla="*/ 512466 w 5220119"/>
                <a:gd name="connsiteY7" fmla="*/ 386861 h 5436158"/>
                <a:gd name="connsiteX8" fmla="*/ 934497 w 5220119"/>
                <a:gd name="connsiteY8" fmla="*/ 296426 h 5436158"/>
                <a:gd name="connsiteX9" fmla="*/ 1251020 w 5220119"/>
                <a:gd name="connsiteY9" fmla="*/ 326571 h 5436158"/>
                <a:gd name="connsiteX10" fmla="*/ 1457011 w 5220119"/>
                <a:gd name="connsiteY10" fmla="*/ 401934 h 5436158"/>
                <a:gd name="connsiteX11" fmla="*/ 1688123 w 5220119"/>
                <a:gd name="connsiteY11" fmla="*/ 512466 h 5436158"/>
                <a:gd name="connsiteX12" fmla="*/ 1753438 w 5220119"/>
                <a:gd name="connsiteY12" fmla="*/ 331595 h 5436158"/>
                <a:gd name="connsiteX13" fmla="*/ 1944356 w 5220119"/>
                <a:gd name="connsiteY13" fmla="*/ 140677 h 5436158"/>
                <a:gd name="connsiteX14" fmla="*/ 2120202 w 5220119"/>
                <a:gd name="connsiteY14" fmla="*/ 50242 h 5436158"/>
                <a:gd name="connsiteX15" fmla="*/ 2336242 w 5220119"/>
                <a:gd name="connsiteY15" fmla="*/ 10048 h 5436158"/>
                <a:gd name="connsiteX16" fmla="*/ 2507064 w 5220119"/>
                <a:gd name="connsiteY16" fmla="*/ 0 h 5436158"/>
                <a:gd name="connsiteX17" fmla="*/ 2682910 w 5220119"/>
                <a:gd name="connsiteY17" fmla="*/ 55266 h 5436158"/>
                <a:gd name="connsiteX18" fmla="*/ 2808515 w 5220119"/>
                <a:gd name="connsiteY18" fmla="*/ 160773 h 5436158"/>
                <a:gd name="connsiteX19" fmla="*/ 2903974 w 5220119"/>
                <a:gd name="connsiteY19" fmla="*/ 261257 h 5436158"/>
                <a:gd name="connsiteX20" fmla="*/ 2954216 w 5220119"/>
                <a:gd name="connsiteY20" fmla="*/ 396910 h 5436158"/>
                <a:gd name="connsiteX21" fmla="*/ 2989385 w 5220119"/>
                <a:gd name="connsiteY21" fmla="*/ 482321 h 5436158"/>
                <a:gd name="connsiteX22" fmla="*/ 3235570 w 5220119"/>
                <a:gd name="connsiteY22" fmla="*/ 331595 h 5436158"/>
                <a:gd name="connsiteX23" fmla="*/ 3567165 w 5220119"/>
                <a:gd name="connsiteY23" fmla="*/ 246184 h 5436158"/>
                <a:gd name="connsiteX24" fmla="*/ 3913833 w 5220119"/>
                <a:gd name="connsiteY24" fmla="*/ 226088 h 5436158"/>
                <a:gd name="connsiteX25" fmla="*/ 4165042 w 5220119"/>
                <a:gd name="connsiteY25" fmla="*/ 291402 h 5436158"/>
                <a:gd name="connsiteX26" fmla="*/ 4431323 w 5220119"/>
                <a:gd name="connsiteY26" fmla="*/ 447151 h 5436158"/>
                <a:gd name="connsiteX27" fmla="*/ 4607170 w 5220119"/>
                <a:gd name="connsiteY27" fmla="*/ 668215 h 5436158"/>
                <a:gd name="connsiteX28" fmla="*/ 4707653 w 5220119"/>
                <a:gd name="connsiteY28" fmla="*/ 869182 h 5436158"/>
                <a:gd name="connsiteX29" fmla="*/ 4747846 w 5220119"/>
                <a:gd name="connsiteY29" fmla="*/ 1075173 h 5436158"/>
                <a:gd name="connsiteX30" fmla="*/ 4747846 w 5220119"/>
                <a:gd name="connsiteY30" fmla="*/ 1306286 h 5436158"/>
                <a:gd name="connsiteX31" fmla="*/ 4717701 w 5220119"/>
                <a:gd name="connsiteY31" fmla="*/ 1507253 h 5436158"/>
                <a:gd name="connsiteX32" fmla="*/ 4657411 w 5220119"/>
                <a:gd name="connsiteY32" fmla="*/ 1617784 h 5436158"/>
                <a:gd name="connsiteX33" fmla="*/ 4858378 w 5220119"/>
                <a:gd name="connsiteY33" fmla="*/ 1642905 h 5436158"/>
                <a:gd name="connsiteX34" fmla="*/ 5054321 w 5220119"/>
                <a:gd name="connsiteY34" fmla="*/ 1818751 h 5436158"/>
                <a:gd name="connsiteX35" fmla="*/ 5134708 w 5220119"/>
                <a:gd name="connsiteY35" fmla="*/ 1979525 h 5436158"/>
                <a:gd name="connsiteX36" fmla="*/ 5179926 w 5220119"/>
                <a:gd name="connsiteY36" fmla="*/ 2145323 h 5436158"/>
                <a:gd name="connsiteX37" fmla="*/ 5220119 w 5220119"/>
                <a:gd name="connsiteY37" fmla="*/ 2275951 h 5436158"/>
                <a:gd name="connsiteX38" fmla="*/ 5220119 w 5220119"/>
                <a:gd name="connsiteY38" fmla="*/ 2461846 h 5436158"/>
                <a:gd name="connsiteX39" fmla="*/ 5179926 w 5220119"/>
                <a:gd name="connsiteY39" fmla="*/ 2642716 h 5436158"/>
                <a:gd name="connsiteX40" fmla="*/ 5084466 w 5220119"/>
                <a:gd name="connsiteY40" fmla="*/ 2778369 h 5436158"/>
                <a:gd name="connsiteX41" fmla="*/ 5084466 w 5220119"/>
                <a:gd name="connsiteY41" fmla="*/ 2828611 h 5436158"/>
                <a:gd name="connsiteX42" fmla="*/ 5139732 w 5220119"/>
                <a:gd name="connsiteY42" fmla="*/ 2954215 h 5436158"/>
                <a:gd name="connsiteX43" fmla="*/ 5194998 w 5220119"/>
                <a:gd name="connsiteY43" fmla="*/ 3120013 h 5436158"/>
                <a:gd name="connsiteX44" fmla="*/ 5194998 w 5220119"/>
                <a:gd name="connsiteY44" fmla="*/ 3285811 h 5436158"/>
                <a:gd name="connsiteX45" fmla="*/ 5154805 w 5220119"/>
                <a:gd name="connsiteY45" fmla="*/ 3471705 h 5436158"/>
                <a:gd name="connsiteX46" fmla="*/ 5109587 w 5220119"/>
                <a:gd name="connsiteY46" fmla="*/ 3622431 h 5436158"/>
                <a:gd name="connsiteX47" fmla="*/ 5014128 w 5220119"/>
                <a:gd name="connsiteY47" fmla="*/ 3798277 h 5436158"/>
                <a:gd name="connsiteX48" fmla="*/ 4868427 w 5220119"/>
                <a:gd name="connsiteY48" fmla="*/ 3938954 h 5436158"/>
                <a:gd name="connsiteX49" fmla="*/ 4727750 w 5220119"/>
                <a:gd name="connsiteY49" fmla="*/ 4044461 h 5436158"/>
                <a:gd name="connsiteX50" fmla="*/ 4531807 w 5220119"/>
                <a:gd name="connsiteY50" fmla="*/ 4099727 h 5436158"/>
                <a:gd name="connsiteX51" fmla="*/ 4531807 w 5220119"/>
                <a:gd name="connsiteY51" fmla="*/ 4260501 h 5436158"/>
                <a:gd name="connsiteX52" fmla="*/ 4511710 w 5220119"/>
                <a:gd name="connsiteY52" fmla="*/ 4456444 h 5436158"/>
                <a:gd name="connsiteX53" fmla="*/ 4441372 w 5220119"/>
                <a:gd name="connsiteY53" fmla="*/ 4592096 h 5436158"/>
                <a:gd name="connsiteX54" fmla="*/ 4335864 w 5220119"/>
                <a:gd name="connsiteY54" fmla="*/ 4687556 h 5436158"/>
                <a:gd name="connsiteX55" fmla="*/ 4195187 w 5220119"/>
                <a:gd name="connsiteY55" fmla="*/ 4783015 h 5436158"/>
                <a:gd name="connsiteX56" fmla="*/ 3999244 w 5220119"/>
                <a:gd name="connsiteY56" fmla="*/ 4863402 h 5436158"/>
                <a:gd name="connsiteX57" fmla="*/ 3773156 w 5220119"/>
                <a:gd name="connsiteY57" fmla="*/ 4888523 h 5436158"/>
                <a:gd name="connsiteX58" fmla="*/ 3602334 w 5220119"/>
                <a:gd name="connsiteY58" fmla="*/ 4858378 h 5436158"/>
                <a:gd name="connsiteX59" fmla="*/ 3481754 w 5220119"/>
                <a:gd name="connsiteY59" fmla="*/ 4783015 h 5436158"/>
                <a:gd name="connsiteX60" fmla="*/ 3486778 w 5220119"/>
                <a:gd name="connsiteY60" fmla="*/ 4893547 h 5436158"/>
                <a:gd name="connsiteX61" fmla="*/ 3461657 w 5220119"/>
                <a:gd name="connsiteY61" fmla="*/ 5034224 h 5436158"/>
                <a:gd name="connsiteX62" fmla="*/ 3361174 w 5220119"/>
                <a:gd name="connsiteY62" fmla="*/ 5169877 h 5436158"/>
                <a:gd name="connsiteX63" fmla="*/ 3260690 w 5220119"/>
                <a:gd name="connsiteY63" fmla="*/ 5280409 h 5436158"/>
                <a:gd name="connsiteX64" fmla="*/ 3049675 w 5220119"/>
                <a:gd name="connsiteY64" fmla="*/ 5390940 h 5436158"/>
                <a:gd name="connsiteX65" fmla="*/ 2768321 w 5220119"/>
                <a:gd name="connsiteY65" fmla="*/ 5436158 h 5436158"/>
                <a:gd name="connsiteX66" fmla="*/ 2497016 w 5220119"/>
                <a:gd name="connsiteY66" fmla="*/ 5375868 h 5436158"/>
                <a:gd name="connsiteX67" fmla="*/ 2250831 w 5220119"/>
                <a:gd name="connsiteY67" fmla="*/ 5295481 h 5436158"/>
                <a:gd name="connsiteX68" fmla="*/ 2125227 w 5220119"/>
                <a:gd name="connsiteY68" fmla="*/ 5169877 h 5436158"/>
                <a:gd name="connsiteX69" fmla="*/ 2029767 w 5220119"/>
                <a:gd name="connsiteY69" fmla="*/ 5079442 h 5436158"/>
                <a:gd name="connsiteX70" fmla="*/ 2009671 w 5220119"/>
                <a:gd name="connsiteY70" fmla="*/ 4938765 h 5436158"/>
                <a:gd name="connsiteX71" fmla="*/ 1989574 w 5220119"/>
                <a:gd name="connsiteY71" fmla="*/ 4918668 h 5436158"/>
                <a:gd name="connsiteX72" fmla="*/ 1863970 w 5220119"/>
                <a:gd name="connsiteY72" fmla="*/ 4978958 h 5436158"/>
                <a:gd name="connsiteX73" fmla="*/ 1728317 w 5220119"/>
                <a:gd name="connsiteY73" fmla="*/ 5044272 h 5436158"/>
                <a:gd name="connsiteX74" fmla="*/ 1507253 w 5220119"/>
                <a:gd name="connsiteY74" fmla="*/ 5014127 h 5436158"/>
                <a:gd name="connsiteX75" fmla="*/ 1306286 w 5220119"/>
                <a:gd name="connsiteY75" fmla="*/ 4928716 h 5436158"/>
                <a:gd name="connsiteX76" fmla="*/ 1190730 w 5220119"/>
                <a:gd name="connsiteY76" fmla="*/ 4767943 h 5436158"/>
                <a:gd name="connsiteX77" fmla="*/ 1120392 w 5220119"/>
                <a:gd name="connsiteY77" fmla="*/ 4592096 h 5436158"/>
                <a:gd name="connsiteX78" fmla="*/ 1120392 w 5220119"/>
                <a:gd name="connsiteY78" fmla="*/ 4421275 h 5436158"/>
                <a:gd name="connsiteX79" fmla="*/ 1120392 w 5220119"/>
                <a:gd name="connsiteY79" fmla="*/ 4315767 h 5436158"/>
                <a:gd name="connsiteX80" fmla="*/ 974690 w 5220119"/>
                <a:gd name="connsiteY80" fmla="*/ 4386105 h 5436158"/>
                <a:gd name="connsiteX81" fmla="*/ 738554 w 5220119"/>
                <a:gd name="connsiteY81" fmla="*/ 4406202 h 5436158"/>
                <a:gd name="connsiteX82" fmla="*/ 532563 w 5220119"/>
                <a:gd name="connsiteY82" fmla="*/ 4376057 h 5436158"/>
                <a:gd name="connsiteX83" fmla="*/ 386862 w 5220119"/>
                <a:gd name="connsiteY83" fmla="*/ 4285622 h 5436158"/>
                <a:gd name="connsiteX84" fmla="*/ 281354 w 5220119"/>
                <a:gd name="connsiteY84" fmla="*/ 4119824 h 5436158"/>
                <a:gd name="connsiteX85" fmla="*/ 251209 w 5220119"/>
                <a:gd name="connsiteY85" fmla="*/ 3969099 h 5436158"/>
                <a:gd name="connsiteX86" fmla="*/ 256233 w 5220119"/>
                <a:gd name="connsiteY86" fmla="*/ 3873639 h 5436158"/>
                <a:gd name="connsiteX87" fmla="*/ 266282 w 5220119"/>
                <a:gd name="connsiteY87" fmla="*/ 3707842 h 5436158"/>
                <a:gd name="connsiteX88" fmla="*/ 306475 w 5220119"/>
                <a:gd name="connsiteY88" fmla="*/ 3567165 h 5436158"/>
                <a:gd name="connsiteX89" fmla="*/ 371789 w 5220119"/>
                <a:gd name="connsiteY89" fmla="*/ 3491802 h 5436158"/>
                <a:gd name="connsiteX90" fmla="*/ 411983 w 5220119"/>
                <a:gd name="connsiteY90" fmla="*/ 3451609 h 5436158"/>
                <a:gd name="connsiteX91" fmla="*/ 422031 w 5220119"/>
                <a:gd name="connsiteY91" fmla="*/ 3416439 h 5436158"/>
                <a:gd name="connsiteX92" fmla="*/ 261257 w 5220119"/>
                <a:gd name="connsiteY92" fmla="*/ 3315956 h 5436158"/>
                <a:gd name="connsiteX93" fmla="*/ 165798 w 5220119"/>
                <a:gd name="connsiteY93" fmla="*/ 3180303 h 5436158"/>
                <a:gd name="connsiteX94" fmla="*/ 90435 w 5220119"/>
                <a:gd name="connsiteY94" fmla="*/ 2994409 h 5436158"/>
                <a:gd name="connsiteX95" fmla="*/ 80387 w 5220119"/>
                <a:gd name="connsiteY95" fmla="*/ 2793442 h 5436158"/>
                <a:gd name="connsiteX96" fmla="*/ 115556 w 5220119"/>
                <a:gd name="connsiteY96" fmla="*/ 2642716 h 5436158"/>
                <a:gd name="connsiteX97" fmla="*/ 165798 w 5220119"/>
                <a:gd name="connsiteY97" fmla="*/ 2431701 h 5436158"/>
                <a:gd name="connsiteX98" fmla="*/ 261257 w 5220119"/>
                <a:gd name="connsiteY98" fmla="*/ 2301072 h 5436158"/>
                <a:gd name="connsiteX99" fmla="*/ 361741 w 5220119"/>
                <a:gd name="connsiteY99" fmla="*/ 2195565 h 5436158"/>
                <a:gd name="connsiteX100" fmla="*/ 442128 w 5220119"/>
                <a:gd name="connsiteY100" fmla="*/ 2140299 h 5436158"/>
                <a:gd name="connsiteX101" fmla="*/ 602901 w 5220119"/>
                <a:gd name="connsiteY101" fmla="*/ 2054888 h 54361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5220119" h="5436158">
                  <a:moveTo>
                    <a:pt x="602901" y="2054888"/>
                  </a:moveTo>
                  <a:lnTo>
                    <a:pt x="346668" y="1934307"/>
                  </a:lnTo>
                  <a:lnTo>
                    <a:pt x="185895" y="1723292"/>
                  </a:lnTo>
                  <a:lnTo>
                    <a:pt x="50242" y="1421842"/>
                  </a:lnTo>
                  <a:lnTo>
                    <a:pt x="0" y="1115367"/>
                  </a:lnTo>
                  <a:lnTo>
                    <a:pt x="80387" y="828989"/>
                  </a:lnTo>
                  <a:lnTo>
                    <a:pt x="251209" y="557683"/>
                  </a:lnTo>
                  <a:lnTo>
                    <a:pt x="512466" y="386861"/>
                  </a:lnTo>
                  <a:lnTo>
                    <a:pt x="934497" y="296426"/>
                  </a:lnTo>
                  <a:lnTo>
                    <a:pt x="1251020" y="326571"/>
                  </a:lnTo>
                  <a:lnTo>
                    <a:pt x="1457011" y="401934"/>
                  </a:lnTo>
                  <a:lnTo>
                    <a:pt x="1688123" y="512466"/>
                  </a:lnTo>
                  <a:lnTo>
                    <a:pt x="1753438" y="331595"/>
                  </a:lnTo>
                  <a:lnTo>
                    <a:pt x="1944356" y="140677"/>
                  </a:lnTo>
                  <a:lnTo>
                    <a:pt x="2120202" y="50242"/>
                  </a:lnTo>
                  <a:lnTo>
                    <a:pt x="2336242" y="10048"/>
                  </a:lnTo>
                  <a:lnTo>
                    <a:pt x="2507064" y="0"/>
                  </a:lnTo>
                  <a:lnTo>
                    <a:pt x="2682910" y="55266"/>
                  </a:lnTo>
                  <a:lnTo>
                    <a:pt x="2808515" y="160773"/>
                  </a:lnTo>
                  <a:lnTo>
                    <a:pt x="2903974" y="261257"/>
                  </a:lnTo>
                  <a:lnTo>
                    <a:pt x="2954216" y="396910"/>
                  </a:lnTo>
                  <a:lnTo>
                    <a:pt x="2989385" y="482321"/>
                  </a:lnTo>
                  <a:lnTo>
                    <a:pt x="3235570" y="331595"/>
                  </a:lnTo>
                  <a:lnTo>
                    <a:pt x="3567165" y="246184"/>
                  </a:lnTo>
                  <a:lnTo>
                    <a:pt x="3913833" y="226088"/>
                  </a:lnTo>
                  <a:lnTo>
                    <a:pt x="4165042" y="291402"/>
                  </a:lnTo>
                  <a:lnTo>
                    <a:pt x="4431323" y="447151"/>
                  </a:lnTo>
                  <a:lnTo>
                    <a:pt x="4607170" y="668215"/>
                  </a:lnTo>
                  <a:lnTo>
                    <a:pt x="4707653" y="869182"/>
                  </a:lnTo>
                  <a:lnTo>
                    <a:pt x="4747846" y="1075173"/>
                  </a:lnTo>
                  <a:lnTo>
                    <a:pt x="4747846" y="1306286"/>
                  </a:lnTo>
                  <a:lnTo>
                    <a:pt x="4717701" y="1507253"/>
                  </a:lnTo>
                  <a:lnTo>
                    <a:pt x="4657411" y="1617784"/>
                  </a:lnTo>
                  <a:lnTo>
                    <a:pt x="4858378" y="1642905"/>
                  </a:lnTo>
                  <a:lnTo>
                    <a:pt x="5054321" y="1818751"/>
                  </a:lnTo>
                  <a:lnTo>
                    <a:pt x="5134708" y="1979525"/>
                  </a:lnTo>
                  <a:lnTo>
                    <a:pt x="5179926" y="2145323"/>
                  </a:lnTo>
                  <a:lnTo>
                    <a:pt x="5220119" y="2275951"/>
                  </a:lnTo>
                  <a:lnTo>
                    <a:pt x="5220119" y="2461846"/>
                  </a:lnTo>
                  <a:lnTo>
                    <a:pt x="5179926" y="2642716"/>
                  </a:lnTo>
                  <a:lnTo>
                    <a:pt x="5084466" y="2778369"/>
                  </a:lnTo>
                  <a:lnTo>
                    <a:pt x="5084466" y="2828611"/>
                  </a:lnTo>
                  <a:lnTo>
                    <a:pt x="5139732" y="2954215"/>
                  </a:lnTo>
                  <a:lnTo>
                    <a:pt x="5194998" y="3120013"/>
                  </a:lnTo>
                  <a:lnTo>
                    <a:pt x="5194998" y="3285811"/>
                  </a:lnTo>
                  <a:lnTo>
                    <a:pt x="5154805" y="3471705"/>
                  </a:lnTo>
                  <a:lnTo>
                    <a:pt x="5109587" y="3622431"/>
                  </a:lnTo>
                  <a:lnTo>
                    <a:pt x="5014128" y="3798277"/>
                  </a:lnTo>
                  <a:lnTo>
                    <a:pt x="4868427" y="3938954"/>
                  </a:lnTo>
                  <a:lnTo>
                    <a:pt x="4727750" y="4044461"/>
                  </a:lnTo>
                  <a:lnTo>
                    <a:pt x="4531807" y="4099727"/>
                  </a:lnTo>
                  <a:lnTo>
                    <a:pt x="4531807" y="4260501"/>
                  </a:lnTo>
                  <a:lnTo>
                    <a:pt x="4511710" y="4456444"/>
                  </a:lnTo>
                  <a:lnTo>
                    <a:pt x="4441372" y="4592096"/>
                  </a:lnTo>
                  <a:lnTo>
                    <a:pt x="4335864" y="4687556"/>
                  </a:lnTo>
                  <a:lnTo>
                    <a:pt x="4195187" y="4783015"/>
                  </a:lnTo>
                  <a:lnTo>
                    <a:pt x="3999244" y="4863402"/>
                  </a:lnTo>
                  <a:lnTo>
                    <a:pt x="3773156" y="4888523"/>
                  </a:lnTo>
                  <a:lnTo>
                    <a:pt x="3602334" y="4858378"/>
                  </a:lnTo>
                  <a:lnTo>
                    <a:pt x="3481754" y="4783015"/>
                  </a:lnTo>
                  <a:lnTo>
                    <a:pt x="3486778" y="4893547"/>
                  </a:lnTo>
                  <a:lnTo>
                    <a:pt x="3461657" y="5034224"/>
                  </a:lnTo>
                  <a:lnTo>
                    <a:pt x="3361174" y="5169877"/>
                  </a:lnTo>
                  <a:lnTo>
                    <a:pt x="3260690" y="5280409"/>
                  </a:lnTo>
                  <a:lnTo>
                    <a:pt x="3049675" y="5390940"/>
                  </a:lnTo>
                  <a:lnTo>
                    <a:pt x="2768321" y="5436158"/>
                  </a:lnTo>
                  <a:lnTo>
                    <a:pt x="2497016" y="5375868"/>
                  </a:lnTo>
                  <a:lnTo>
                    <a:pt x="2250831" y="5295481"/>
                  </a:lnTo>
                  <a:lnTo>
                    <a:pt x="2125227" y="5169877"/>
                  </a:lnTo>
                  <a:lnTo>
                    <a:pt x="2029767" y="5079442"/>
                  </a:lnTo>
                  <a:lnTo>
                    <a:pt x="2009671" y="4938765"/>
                  </a:lnTo>
                  <a:lnTo>
                    <a:pt x="1989574" y="4918668"/>
                  </a:lnTo>
                  <a:lnTo>
                    <a:pt x="1863970" y="4978958"/>
                  </a:lnTo>
                  <a:lnTo>
                    <a:pt x="1728317" y="5044272"/>
                  </a:lnTo>
                  <a:lnTo>
                    <a:pt x="1507253" y="5014127"/>
                  </a:lnTo>
                  <a:lnTo>
                    <a:pt x="1306286" y="4928716"/>
                  </a:lnTo>
                  <a:lnTo>
                    <a:pt x="1190730" y="4767943"/>
                  </a:lnTo>
                  <a:lnTo>
                    <a:pt x="1120392" y="4592096"/>
                  </a:lnTo>
                  <a:lnTo>
                    <a:pt x="1120392" y="4421275"/>
                  </a:lnTo>
                  <a:lnTo>
                    <a:pt x="1120392" y="4315767"/>
                  </a:lnTo>
                  <a:lnTo>
                    <a:pt x="974690" y="4386105"/>
                  </a:lnTo>
                  <a:lnTo>
                    <a:pt x="738554" y="4406202"/>
                  </a:lnTo>
                  <a:lnTo>
                    <a:pt x="532563" y="4376057"/>
                  </a:lnTo>
                  <a:lnTo>
                    <a:pt x="386862" y="4285622"/>
                  </a:lnTo>
                  <a:lnTo>
                    <a:pt x="281354" y="4119824"/>
                  </a:lnTo>
                  <a:lnTo>
                    <a:pt x="251209" y="3969099"/>
                  </a:lnTo>
                  <a:lnTo>
                    <a:pt x="256233" y="3873639"/>
                  </a:lnTo>
                  <a:lnTo>
                    <a:pt x="266282" y="3707842"/>
                  </a:lnTo>
                  <a:lnTo>
                    <a:pt x="306475" y="3567165"/>
                  </a:lnTo>
                  <a:lnTo>
                    <a:pt x="371789" y="3491802"/>
                  </a:lnTo>
                  <a:lnTo>
                    <a:pt x="411983" y="3451609"/>
                  </a:lnTo>
                  <a:lnTo>
                    <a:pt x="422031" y="3416439"/>
                  </a:lnTo>
                  <a:lnTo>
                    <a:pt x="261257" y="3315956"/>
                  </a:lnTo>
                  <a:lnTo>
                    <a:pt x="165798" y="3180303"/>
                  </a:lnTo>
                  <a:lnTo>
                    <a:pt x="90435" y="2994409"/>
                  </a:lnTo>
                  <a:lnTo>
                    <a:pt x="80387" y="2793442"/>
                  </a:lnTo>
                  <a:lnTo>
                    <a:pt x="115556" y="2642716"/>
                  </a:lnTo>
                  <a:lnTo>
                    <a:pt x="165798" y="2431701"/>
                  </a:lnTo>
                  <a:lnTo>
                    <a:pt x="261257" y="2301072"/>
                  </a:lnTo>
                  <a:lnTo>
                    <a:pt x="361741" y="2195565"/>
                  </a:lnTo>
                  <a:lnTo>
                    <a:pt x="442128" y="2140299"/>
                  </a:lnTo>
                  <a:lnTo>
                    <a:pt x="602901" y="2054888"/>
                  </a:lnTo>
                  <a:close/>
                </a:path>
              </a:pathLst>
            </a:custGeom>
            <a:solidFill>
              <a:schemeClr val="accent6">
                <a:lumMod val="60000"/>
                <a:lumOff val="40000"/>
              </a:schemeClr>
            </a:solid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2400" b="1"/>
            </a:p>
          </p:txBody>
        </p:sp>
        <p:sp>
          <p:nvSpPr>
            <p:cNvPr id="16" name="TextBox 15">
              <a:extLst>
                <a:ext uri="{FF2B5EF4-FFF2-40B4-BE49-F238E27FC236}">
                  <a16:creationId xmlns:a16="http://schemas.microsoft.com/office/drawing/2014/main" id="{9616B4D3-C46F-48F5-8695-1B7F3A82ADA3}"/>
                </a:ext>
              </a:extLst>
            </p:cNvPr>
            <p:cNvSpPr txBox="1"/>
            <p:nvPr/>
          </p:nvSpPr>
          <p:spPr>
            <a:xfrm>
              <a:off x="6263965" y="3326148"/>
              <a:ext cx="1595765" cy="707886"/>
            </a:xfrm>
            <a:prstGeom prst="rect">
              <a:avLst/>
            </a:prstGeom>
            <a:noFill/>
            <a:ln w="38100">
              <a:no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en-US"/>
              </a:defPPr>
              <a:lvl1pPr algn="ctr">
                <a:defRPr b="1">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GB">
                  <a:solidFill>
                    <a:schemeClr val="tx1"/>
                  </a:solidFill>
                </a:rPr>
                <a:t>Why am I learning this ?</a:t>
              </a:r>
            </a:p>
          </p:txBody>
        </p:sp>
      </p:grpSp>
      <p:sp>
        <p:nvSpPr>
          <p:cNvPr id="17" name="Freeform: Shape 16">
            <a:extLst>
              <a:ext uri="{FF2B5EF4-FFF2-40B4-BE49-F238E27FC236}">
                <a16:creationId xmlns:a16="http://schemas.microsoft.com/office/drawing/2014/main" id="{03BB604F-2FA6-4611-A323-4B2AD52B72FE}"/>
              </a:ext>
            </a:extLst>
          </p:cNvPr>
          <p:cNvSpPr/>
          <p:nvPr/>
        </p:nvSpPr>
        <p:spPr>
          <a:xfrm>
            <a:off x="2490079" y="3963955"/>
            <a:ext cx="200648" cy="240777"/>
          </a:xfrm>
          <a:custGeom>
            <a:avLst/>
            <a:gdLst>
              <a:gd name="connsiteX0" fmla="*/ 167780 w 1887523"/>
              <a:gd name="connsiteY0" fmla="*/ 1182847 h 2265027"/>
              <a:gd name="connsiteX1" fmla="*/ 58723 w 1887523"/>
              <a:gd name="connsiteY1" fmla="*/ 989900 h 2265027"/>
              <a:gd name="connsiteX2" fmla="*/ 0 w 1887523"/>
              <a:gd name="connsiteY2" fmla="*/ 788565 h 2265027"/>
              <a:gd name="connsiteX3" fmla="*/ 50334 w 1887523"/>
              <a:gd name="connsiteY3" fmla="*/ 612396 h 2265027"/>
              <a:gd name="connsiteX4" fmla="*/ 134224 w 1887523"/>
              <a:gd name="connsiteY4" fmla="*/ 402671 h 2265027"/>
              <a:gd name="connsiteX5" fmla="*/ 251669 w 1887523"/>
              <a:gd name="connsiteY5" fmla="*/ 310392 h 2265027"/>
              <a:gd name="connsiteX6" fmla="*/ 385893 w 1887523"/>
              <a:gd name="connsiteY6" fmla="*/ 243280 h 2265027"/>
              <a:gd name="connsiteX7" fmla="*/ 578840 w 1887523"/>
              <a:gd name="connsiteY7" fmla="*/ 251669 h 2265027"/>
              <a:gd name="connsiteX8" fmla="*/ 713064 w 1887523"/>
              <a:gd name="connsiteY8" fmla="*/ 100667 h 2265027"/>
              <a:gd name="connsiteX9" fmla="*/ 872455 w 1887523"/>
              <a:gd name="connsiteY9" fmla="*/ 16778 h 2265027"/>
              <a:gd name="connsiteX10" fmla="*/ 1065402 w 1887523"/>
              <a:gd name="connsiteY10" fmla="*/ 0 h 2265027"/>
              <a:gd name="connsiteX11" fmla="*/ 1191236 w 1887523"/>
              <a:gd name="connsiteY11" fmla="*/ 33555 h 2265027"/>
              <a:gd name="connsiteX12" fmla="*/ 1342238 w 1887523"/>
              <a:gd name="connsiteY12" fmla="*/ 100667 h 2265027"/>
              <a:gd name="connsiteX13" fmla="*/ 1417739 w 1887523"/>
              <a:gd name="connsiteY13" fmla="*/ 192946 h 2265027"/>
              <a:gd name="connsiteX14" fmla="*/ 1426128 w 1887523"/>
              <a:gd name="connsiteY14" fmla="*/ 260058 h 2265027"/>
              <a:gd name="connsiteX15" fmla="*/ 1426128 w 1887523"/>
              <a:gd name="connsiteY15" fmla="*/ 469783 h 2265027"/>
              <a:gd name="connsiteX16" fmla="*/ 1560352 w 1887523"/>
              <a:gd name="connsiteY16" fmla="*/ 486561 h 2265027"/>
              <a:gd name="connsiteX17" fmla="*/ 1744910 w 1887523"/>
              <a:gd name="connsiteY17" fmla="*/ 536895 h 2265027"/>
              <a:gd name="connsiteX18" fmla="*/ 1803633 w 1887523"/>
              <a:gd name="connsiteY18" fmla="*/ 604007 h 2265027"/>
              <a:gd name="connsiteX19" fmla="*/ 1887523 w 1887523"/>
              <a:gd name="connsiteY19" fmla="*/ 855677 h 2265027"/>
              <a:gd name="connsiteX20" fmla="*/ 1887523 w 1887523"/>
              <a:gd name="connsiteY20" fmla="*/ 1082179 h 2265027"/>
              <a:gd name="connsiteX21" fmla="*/ 1845578 w 1887523"/>
              <a:gd name="connsiteY21" fmla="*/ 1258348 h 2265027"/>
              <a:gd name="connsiteX22" fmla="*/ 1778466 w 1887523"/>
              <a:gd name="connsiteY22" fmla="*/ 1409350 h 2265027"/>
              <a:gd name="connsiteX23" fmla="*/ 1661020 w 1887523"/>
              <a:gd name="connsiteY23" fmla="*/ 1493240 h 2265027"/>
              <a:gd name="connsiteX24" fmla="*/ 1560352 w 1887523"/>
              <a:gd name="connsiteY24" fmla="*/ 1526796 h 2265027"/>
              <a:gd name="connsiteX25" fmla="*/ 1619075 w 1887523"/>
              <a:gd name="connsiteY25" fmla="*/ 1619075 h 2265027"/>
              <a:gd name="connsiteX26" fmla="*/ 1627464 w 1887523"/>
              <a:gd name="connsiteY26" fmla="*/ 1719743 h 2265027"/>
              <a:gd name="connsiteX27" fmla="*/ 1568741 w 1887523"/>
              <a:gd name="connsiteY27" fmla="*/ 1912689 h 2265027"/>
              <a:gd name="connsiteX28" fmla="*/ 1493240 w 1887523"/>
              <a:gd name="connsiteY28" fmla="*/ 2038524 h 2265027"/>
              <a:gd name="connsiteX29" fmla="*/ 1417739 w 1887523"/>
              <a:gd name="connsiteY29" fmla="*/ 2122414 h 2265027"/>
              <a:gd name="connsiteX30" fmla="*/ 1333849 w 1887523"/>
              <a:gd name="connsiteY30" fmla="*/ 2189526 h 2265027"/>
              <a:gd name="connsiteX31" fmla="*/ 1157680 w 1887523"/>
              <a:gd name="connsiteY31" fmla="*/ 2265027 h 2265027"/>
              <a:gd name="connsiteX32" fmla="*/ 914400 w 1887523"/>
              <a:gd name="connsiteY32" fmla="*/ 2248249 h 2265027"/>
              <a:gd name="connsiteX33" fmla="*/ 805343 w 1887523"/>
              <a:gd name="connsiteY33" fmla="*/ 2147581 h 2265027"/>
              <a:gd name="connsiteX34" fmla="*/ 696286 w 1887523"/>
              <a:gd name="connsiteY34" fmla="*/ 2004968 h 2265027"/>
              <a:gd name="connsiteX35" fmla="*/ 511728 w 1887523"/>
              <a:gd name="connsiteY35" fmla="*/ 2072080 h 2265027"/>
              <a:gd name="connsiteX36" fmla="*/ 302003 w 1887523"/>
              <a:gd name="connsiteY36" fmla="*/ 2072080 h 2265027"/>
              <a:gd name="connsiteX37" fmla="*/ 83890 w 1887523"/>
              <a:gd name="connsiteY37" fmla="*/ 1887522 h 2265027"/>
              <a:gd name="connsiteX38" fmla="*/ 16778 w 1887523"/>
              <a:gd name="connsiteY38" fmla="*/ 1702965 h 2265027"/>
              <a:gd name="connsiteX39" fmla="*/ 25167 w 1887523"/>
              <a:gd name="connsiteY39" fmla="*/ 1451295 h 2265027"/>
              <a:gd name="connsiteX40" fmla="*/ 58723 w 1887523"/>
              <a:gd name="connsiteY40" fmla="*/ 1350627 h 2265027"/>
              <a:gd name="connsiteX41" fmla="*/ 117446 w 1887523"/>
              <a:gd name="connsiteY41" fmla="*/ 1233181 h 2265027"/>
              <a:gd name="connsiteX42" fmla="*/ 167780 w 1887523"/>
              <a:gd name="connsiteY42" fmla="*/ 1182847 h 22650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887523" h="2265027">
                <a:moveTo>
                  <a:pt x="167780" y="1182847"/>
                </a:moveTo>
                <a:lnTo>
                  <a:pt x="58723" y="989900"/>
                </a:lnTo>
                <a:lnTo>
                  <a:pt x="0" y="788565"/>
                </a:lnTo>
                <a:lnTo>
                  <a:pt x="50334" y="612396"/>
                </a:lnTo>
                <a:lnTo>
                  <a:pt x="134224" y="402671"/>
                </a:lnTo>
                <a:lnTo>
                  <a:pt x="251669" y="310392"/>
                </a:lnTo>
                <a:lnTo>
                  <a:pt x="385893" y="243280"/>
                </a:lnTo>
                <a:lnTo>
                  <a:pt x="578840" y="251669"/>
                </a:lnTo>
                <a:lnTo>
                  <a:pt x="713064" y="100667"/>
                </a:lnTo>
                <a:lnTo>
                  <a:pt x="872455" y="16778"/>
                </a:lnTo>
                <a:lnTo>
                  <a:pt x="1065402" y="0"/>
                </a:lnTo>
                <a:lnTo>
                  <a:pt x="1191236" y="33555"/>
                </a:lnTo>
                <a:lnTo>
                  <a:pt x="1342238" y="100667"/>
                </a:lnTo>
                <a:lnTo>
                  <a:pt x="1417739" y="192946"/>
                </a:lnTo>
                <a:lnTo>
                  <a:pt x="1426128" y="260058"/>
                </a:lnTo>
                <a:lnTo>
                  <a:pt x="1426128" y="469783"/>
                </a:lnTo>
                <a:lnTo>
                  <a:pt x="1560352" y="486561"/>
                </a:lnTo>
                <a:lnTo>
                  <a:pt x="1744910" y="536895"/>
                </a:lnTo>
                <a:lnTo>
                  <a:pt x="1803633" y="604007"/>
                </a:lnTo>
                <a:lnTo>
                  <a:pt x="1887523" y="855677"/>
                </a:lnTo>
                <a:lnTo>
                  <a:pt x="1887523" y="1082179"/>
                </a:lnTo>
                <a:lnTo>
                  <a:pt x="1845578" y="1258348"/>
                </a:lnTo>
                <a:lnTo>
                  <a:pt x="1778466" y="1409350"/>
                </a:lnTo>
                <a:lnTo>
                  <a:pt x="1661020" y="1493240"/>
                </a:lnTo>
                <a:lnTo>
                  <a:pt x="1560352" y="1526796"/>
                </a:lnTo>
                <a:lnTo>
                  <a:pt x="1619075" y="1619075"/>
                </a:lnTo>
                <a:lnTo>
                  <a:pt x="1627464" y="1719743"/>
                </a:lnTo>
                <a:lnTo>
                  <a:pt x="1568741" y="1912689"/>
                </a:lnTo>
                <a:lnTo>
                  <a:pt x="1493240" y="2038524"/>
                </a:lnTo>
                <a:lnTo>
                  <a:pt x="1417739" y="2122414"/>
                </a:lnTo>
                <a:lnTo>
                  <a:pt x="1333849" y="2189526"/>
                </a:lnTo>
                <a:lnTo>
                  <a:pt x="1157680" y="2265027"/>
                </a:lnTo>
                <a:lnTo>
                  <a:pt x="914400" y="2248249"/>
                </a:lnTo>
                <a:lnTo>
                  <a:pt x="805343" y="2147581"/>
                </a:lnTo>
                <a:lnTo>
                  <a:pt x="696286" y="2004968"/>
                </a:lnTo>
                <a:lnTo>
                  <a:pt x="511728" y="2072080"/>
                </a:lnTo>
                <a:lnTo>
                  <a:pt x="302003" y="2072080"/>
                </a:lnTo>
                <a:lnTo>
                  <a:pt x="83890" y="1887522"/>
                </a:lnTo>
                <a:lnTo>
                  <a:pt x="16778" y="1702965"/>
                </a:lnTo>
                <a:lnTo>
                  <a:pt x="25167" y="1451295"/>
                </a:lnTo>
                <a:lnTo>
                  <a:pt x="58723" y="1350627"/>
                </a:lnTo>
                <a:lnTo>
                  <a:pt x="117446" y="1233181"/>
                </a:lnTo>
                <a:lnTo>
                  <a:pt x="167780" y="1182847"/>
                </a:lnTo>
                <a:close/>
              </a:path>
            </a:pathLst>
          </a:cu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18" name="Oval 17">
            <a:extLst>
              <a:ext uri="{FF2B5EF4-FFF2-40B4-BE49-F238E27FC236}">
                <a16:creationId xmlns:a16="http://schemas.microsoft.com/office/drawing/2014/main" id="{198215EB-E5DE-4419-AF3E-61B06E6ECF56}"/>
              </a:ext>
            </a:extLst>
          </p:cNvPr>
          <p:cNvSpPr/>
          <p:nvPr/>
        </p:nvSpPr>
        <p:spPr>
          <a:xfrm>
            <a:off x="2258697" y="3780606"/>
            <a:ext cx="79485" cy="85162"/>
          </a:xfrm>
          <a:prstGeom prst="ellipse">
            <a:avLst/>
          </a:pr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19" name="TextBox 18">
            <a:extLst>
              <a:ext uri="{FF2B5EF4-FFF2-40B4-BE49-F238E27FC236}">
                <a16:creationId xmlns:a16="http://schemas.microsoft.com/office/drawing/2014/main" id="{5002CF86-309B-4BC1-AAB4-D91F81D726FF}"/>
              </a:ext>
            </a:extLst>
          </p:cNvPr>
          <p:cNvSpPr txBox="1"/>
          <p:nvPr/>
        </p:nvSpPr>
        <p:spPr>
          <a:xfrm>
            <a:off x="5068949" y="1230333"/>
            <a:ext cx="5311218" cy="830997"/>
          </a:xfrm>
          <a:prstGeom prst="rect">
            <a:avLst/>
          </a:prstGeom>
          <a:noFill/>
        </p:spPr>
        <p:txBody>
          <a:bodyPr wrap="square" rtlCol="0">
            <a:spAutoFit/>
          </a:bodyPr>
          <a:lstStyle/>
          <a:p>
            <a:r>
              <a:rPr lang="en-GB" sz="2400">
                <a:latin typeface="+mj-lt"/>
              </a:rPr>
              <a:t>I  am learning to find and extract information from within a text.</a:t>
            </a:r>
          </a:p>
        </p:txBody>
      </p:sp>
      <p:sp>
        <p:nvSpPr>
          <p:cNvPr id="20" name="Rectangle 19">
            <a:extLst>
              <a:ext uri="{FF2B5EF4-FFF2-40B4-BE49-F238E27FC236}">
                <a16:creationId xmlns:a16="http://schemas.microsoft.com/office/drawing/2014/main" id="{06F95318-6BA1-4E64-BFC4-CA399BC0C6E8}"/>
              </a:ext>
            </a:extLst>
          </p:cNvPr>
          <p:cNvSpPr/>
          <p:nvPr/>
        </p:nvSpPr>
        <p:spPr>
          <a:xfrm>
            <a:off x="5597291" y="4824722"/>
            <a:ext cx="5583685" cy="830997"/>
          </a:xfrm>
          <a:prstGeom prst="rect">
            <a:avLst/>
          </a:prstGeom>
          <a:noFill/>
        </p:spPr>
        <p:txBody>
          <a:bodyPr wrap="square">
            <a:spAutoFit/>
          </a:bodyPr>
          <a:lstStyle/>
          <a:p>
            <a:r>
              <a:rPr lang="en-GB" sz="2400">
                <a:latin typeface="+mj-lt"/>
              </a:rPr>
              <a:t>I will show this by answering questions, making reference to the text.</a:t>
            </a:r>
          </a:p>
        </p:txBody>
      </p:sp>
      <p:grpSp>
        <p:nvGrpSpPr>
          <p:cNvPr id="26" name="Group 25">
            <a:extLst>
              <a:ext uri="{FF2B5EF4-FFF2-40B4-BE49-F238E27FC236}">
                <a16:creationId xmlns:a16="http://schemas.microsoft.com/office/drawing/2014/main" id="{2B08C31D-ED97-4B43-811F-A2D5B7EC5D3F}"/>
              </a:ext>
            </a:extLst>
          </p:cNvPr>
          <p:cNvGrpSpPr/>
          <p:nvPr/>
        </p:nvGrpSpPr>
        <p:grpSpPr>
          <a:xfrm>
            <a:off x="2968729" y="4615048"/>
            <a:ext cx="2401890" cy="1148058"/>
            <a:chOff x="10001131" y="2709337"/>
            <a:chExt cx="1838187" cy="1105414"/>
          </a:xfrm>
        </p:grpSpPr>
        <p:sp>
          <p:nvSpPr>
            <p:cNvPr id="27" name="Freeform: Shape 26">
              <a:extLst>
                <a:ext uri="{FF2B5EF4-FFF2-40B4-BE49-F238E27FC236}">
                  <a16:creationId xmlns:a16="http://schemas.microsoft.com/office/drawing/2014/main" id="{4A04811F-4042-449A-B9D1-E2A88F2EF32C}"/>
                </a:ext>
              </a:extLst>
            </p:cNvPr>
            <p:cNvSpPr/>
            <p:nvPr/>
          </p:nvSpPr>
          <p:spPr>
            <a:xfrm>
              <a:off x="10001131" y="2709337"/>
              <a:ext cx="1838187" cy="1105414"/>
            </a:xfrm>
            <a:custGeom>
              <a:avLst/>
              <a:gdLst>
                <a:gd name="connsiteX0" fmla="*/ 602901 w 5220119"/>
                <a:gd name="connsiteY0" fmla="*/ 2054888 h 5436158"/>
                <a:gd name="connsiteX1" fmla="*/ 346668 w 5220119"/>
                <a:gd name="connsiteY1" fmla="*/ 1934307 h 5436158"/>
                <a:gd name="connsiteX2" fmla="*/ 185895 w 5220119"/>
                <a:gd name="connsiteY2" fmla="*/ 1723292 h 5436158"/>
                <a:gd name="connsiteX3" fmla="*/ 50242 w 5220119"/>
                <a:gd name="connsiteY3" fmla="*/ 1421842 h 5436158"/>
                <a:gd name="connsiteX4" fmla="*/ 0 w 5220119"/>
                <a:gd name="connsiteY4" fmla="*/ 1115367 h 5436158"/>
                <a:gd name="connsiteX5" fmla="*/ 80387 w 5220119"/>
                <a:gd name="connsiteY5" fmla="*/ 828989 h 5436158"/>
                <a:gd name="connsiteX6" fmla="*/ 251209 w 5220119"/>
                <a:gd name="connsiteY6" fmla="*/ 557683 h 5436158"/>
                <a:gd name="connsiteX7" fmla="*/ 512466 w 5220119"/>
                <a:gd name="connsiteY7" fmla="*/ 386861 h 5436158"/>
                <a:gd name="connsiteX8" fmla="*/ 934497 w 5220119"/>
                <a:gd name="connsiteY8" fmla="*/ 296426 h 5436158"/>
                <a:gd name="connsiteX9" fmla="*/ 1251020 w 5220119"/>
                <a:gd name="connsiteY9" fmla="*/ 326571 h 5436158"/>
                <a:gd name="connsiteX10" fmla="*/ 1457011 w 5220119"/>
                <a:gd name="connsiteY10" fmla="*/ 401934 h 5436158"/>
                <a:gd name="connsiteX11" fmla="*/ 1688123 w 5220119"/>
                <a:gd name="connsiteY11" fmla="*/ 512466 h 5436158"/>
                <a:gd name="connsiteX12" fmla="*/ 1753438 w 5220119"/>
                <a:gd name="connsiteY12" fmla="*/ 331595 h 5436158"/>
                <a:gd name="connsiteX13" fmla="*/ 1944356 w 5220119"/>
                <a:gd name="connsiteY13" fmla="*/ 140677 h 5436158"/>
                <a:gd name="connsiteX14" fmla="*/ 2120202 w 5220119"/>
                <a:gd name="connsiteY14" fmla="*/ 50242 h 5436158"/>
                <a:gd name="connsiteX15" fmla="*/ 2336242 w 5220119"/>
                <a:gd name="connsiteY15" fmla="*/ 10048 h 5436158"/>
                <a:gd name="connsiteX16" fmla="*/ 2507064 w 5220119"/>
                <a:gd name="connsiteY16" fmla="*/ 0 h 5436158"/>
                <a:gd name="connsiteX17" fmla="*/ 2682910 w 5220119"/>
                <a:gd name="connsiteY17" fmla="*/ 55266 h 5436158"/>
                <a:gd name="connsiteX18" fmla="*/ 2808515 w 5220119"/>
                <a:gd name="connsiteY18" fmla="*/ 160773 h 5436158"/>
                <a:gd name="connsiteX19" fmla="*/ 2903974 w 5220119"/>
                <a:gd name="connsiteY19" fmla="*/ 261257 h 5436158"/>
                <a:gd name="connsiteX20" fmla="*/ 2954216 w 5220119"/>
                <a:gd name="connsiteY20" fmla="*/ 396910 h 5436158"/>
                <a:gd name="connsiteX21" fmla="*/ 2989385 w 5220119"/>
                <a:gd name="connsiteY21" fmla="*/ 482321 h 5436158"/>
                <a:gd name="connsiteX22" fmla="*/ 3235570 w 5220119"/>
                <a:gd name="connsiteY22" fmla="*/ 331595 h 5436158"/>
                <a:gd name="connsiteX23" fmla="*/ 3567165 w 5220119"/>
                <a:gd name="connsiteY23" fmla="*/ 246184 h 5436158"/>
                <a:gd name="connsiteX24" fmla="*/ 3913833 w 5220119"/>
                <a:gd name="connsiteY24" fmla="*/ 226088 h 5436158"/>
                <a:gd name="connsiteX25" fmla="*/ 4165042 w 5220119"/>
                <a:gd name="connsiteY25" fmla="*/ 291402 h 5436158"/>
                <a:gd name="connsiteX26" fmla="*/ 4431323 w 5220119"/>
                <a:gd name="connsiteY26" fmla="*/ 447151 h 5436158"/>
                <a:gd name="connsiteX27" fmla="*/ 4607170 w 5220119"/>
                <a:gd name="connsiteY27" fmla="*/ 668215 h 5436158"/>
                <a:gd name="connsiteX28" fmla="*/ 4707653 w 5220119"/>
                <a:gd name="connsiteY28" fmla="*/ 869182 h 5436158"/>
                <a:gd name="connsiteX29" fmla="*/ 4747846 w 5220119"/>
                <a:gd name="connsiteY29" fmla="*/ 1075173 h 5436158"/>
                <a:gd name="connsiteX30" fmla="*/ 4747846 w 5220119"/>
                <a:gd name="connsiteY30" fmla="*/ 1306286 h 5436158"/>
                <a:gd name="connsiteX31" fmla="*/ 4717701 w 5220119"/>
                <a:gd name="connsiteY31" fmla="*/ 1507253 h 5436158"/>
                <a:gd name="connsiteX32" fmla="*/ 4657411 w 5220119"/>
                <a:gd name="connsiteY32" fmla="*/ 1617784 h 5436158"/>
                <a:gd name="connsiteX33" fmla="*/ 4858378 w 5220119"/>
                <a:gd name="connsiteY33" fmla="*/ 1642905 h 5436158"/>
                <a:gd name="connsiteX34" fmla="*/ 5054321 w 5220119"/>
                <a:gd name="connsiteY34" fmla="*/ 1818751 h 5436158"/>
                <a:gd name="connsiteX35" fmla="*/ 5134708 w 5220119"/>
                <a:gd name="connsiteY35" fmla="*/ 1979525 h 5436158"/>
                <a:gd name="connsiteX36" fmla="*/ 5179926 w 5220119"/>
                <a:gd name="connsiteY36" fmla="*/ 2145323 h 5436158"/>
                <a:gd name="connsiteX37" fmla="*/ 5220119 w 5220119"/>
                <a:gd name="connsiteY37" fmla="*/ 2275951 h 5436158"/>
                <a:gd name="connsiteX38" fmla="*/ 5220119 w 5220119"/>
                <a:gd name="connsiteY38" fmla="*/ 2461846 h 5436158"/>
                <a:gd name="connsiteX39" fmla="*/ 5179926 w 5220119"/>
                <a:gd name="connsiteY39" fmla="*/ 2642716 h 5436158"/>
                <a:gd name="connsiteX40" fmla="*/ 5084466 w 5220119"/>
                <a:gd name="connsiteY40" fmla="*/ 2778369 h 5436158"/>
                <a:gd name="connsiteX41" fmla="*/ 5084466 w 5220119"/>
                <a:gd name="connsiteY41" fmla="*/ 2828611 h 5436158"/>
                <a:gd name="connsiteX42" fmla="*/ 5139732 w 5220119"/>
                <a:gd name="connsiteY42" fmla="*/ 2954215 h 5436158"/>
                <a:gd name="connsiteX43" fmla="*/ 5194998 w 5220119"/>
                <a:gd name="connsiteY43" fmla="*/ 3120013 h 5436158"/>
                <a:gd name="connsiteX44" fmla="*/ 5194998 w 5220119"/>
                <a:gd name="connsiteY44" fmla="*/ 3285811 h 5436158"/>
                <a:gd name="connsiteX45" fmla="*/ 5154805 w 5220119"/>
                <a:gd name="connsiteY45" fmla="*/ 3471705 h 5436158"/>
                <a:gd name="connsiteX46" fmla="*/ 5109587 w 5220119"/>
                <a:gd name="connsiteY46" fmla="*/ 3622431 h 5436158"/>
                <a:gd name="connsiteX47" fmla="*/ 5014128 w 5220119"/>
                <a:gd name="connsiteY47" fmla="*/ 3798277 h 5436158"/>
                <a:gd name="connsiteX48" fmla="*/ 4868427 w 5220119"/>
                <a:gd name="connsiteY48" fmla="*/ 3938954 h 5436158"/>
                <a:gd name="connsiteX49" fmla="*/ 4727750 w 5220119"/>
                <a:gd name="connsiteY49" fmla="*/ 4044461 h 5436158"/>
                <a:gd name="connsiteX50" fmla="*/ 4531807 w 5220119"/>
                <a:gd name="connsiteY50" fmla="*/ 4099727 h 5436158"/>
                <a:gd name="connsiteX51" fmla="*/ 4531807 w 5220119"/>
                <a:gd name="connsiteY51" fmla="*/ 4260501 h 5436158"/>
                <a:gd name="connsiteX52" fmla="*/ 4511710 w 5220119"/>
                <a:gd name="connsiteY52" fmla="*/ 4456444 h 5436158"/>
                <a:gd name="connsiteX53" fmla="*/ 4441372 w 5220119"/>
                <a:gd name="connsiteY53" fmla="*/ 4592096 h 5436158"/>
                <a:gd name="connsiteX54" fmla="*/ 4335864 w 5220119"/>
                <a:gd name="connsiteY54" fmla="*/ 4687556 h 5436158"/>
                <a:gd name="connsiteX55" fmla="*/ 4195187 w 5220119"/>
                <a:gd name="connsiteY55" fmla="*/ 4783015 h 5436158"/>
                <a:gd name="connsiteX56" fmla="*/ 3999244 w 5220119"/>
                <a:gd name="connsiteY56" fmla="*/ 4863402 h 5436158"/>
                <a:gd name="connsiteX57" fmla="*/ 3773156 w 5220119"/>
                <a:gd name="connsiteY57" fmla="*/ 4888523 h 5436158"/>
                <a:gd name="connsiteX58" fmla="*/ 3602334 w 5220119"/>
                <a:gd name="connsiteY58" fmla="*/ 4858378 h 5436158"/>
                <a:gd name="connsiteX59" fmla="*/ 3481754 w 5220119"/>
                <a:gd name="connsiteY59" fmla="*/ 4783015 h 5436158"/>
                <a:gd name="connsiteX60" fmla="*/ 3486778 w 5220119"/>
                <a:gd name="connsiteY60" fmla="*/ 4893547 h 5436158"/>
                <a:gd name="connsiteX61" fmla="*/ 3461657 w 5220119"/>
                <a:gd name="connsiteY61" fmla="*/ 5034224 h 5436158"/>
                <a:gd name="connsiteX62" fmla="*/ 3361174 w 5220119"/>
                <a:gd name="connsiteY62" fmla="*/ 5169877 h 5436158"/>
                <a:gd name="connsiteX63" fmla="*/ 3260690 w 5220119"/>
                <a:gd name="connsiteY63" fmla="*/ 5280409 h 5436158"/>
                <a:gd name="connsiteX64" fmla="*/ 3049675 w 5220119"/>
                <a:gd name="connsiteY64" fmla="*/ 5390940 h 5436158"/>
                <a:gd name="connsiteX65" fmla="*/ 2768321 w 5220119"/>
                <a:gd name="connsiteY65" fmla="*/ 5436158 h 5436158"/>
                <a:gd name="connsiteX66" fmla="*/ 2497016 w 5220119"/>
                <a:gd name="connsiteY66" fmla="*/ 5375868 h 5436158"/>
                <a:gd name="connsiteX67" fmla="*/ 2250831 w 5220119"/>
                <a:gd name="connsiteY67" fmla="*/ 5295481 h 5436158"/>
                <a:gd name="connsiteX68" fmla="*/ 2125227 w 5220119"/>
                <a:gd name="connsiteY68" fmla="*/ 5169877 h 5436158"/>
                <a:gd name="connsiteX69" fmla="*/ 2029767 w 5220119"/>
                <a:gd name="connsiteY69" fmla="*/ 5079442 h 5436158"/>
                <a:gd name="connsiteX70" fmla="*/ 2009671 w 5220119"/>
                <a:gd name="connsiteY70" fmla="*/ 4938765 h 5436158"/>
                <a:gd name="connsiteX71" fmla="*/ 1989574 w 5220119"/>
                <a:gd name="connsiteY71" fmla="*/ 4918668 h 5436158"/>
                <a:gd name="connsiteX72" fmla="*/ 1863970 w 5220119"/>
                <a:gd name="connsiteY72" fmla="*/ 4978958 h 5436158"/>
                <a:gd name="connsiteX73" fmla="*/ 1728317 w 5220119"/>
                <a:gd name="connsiteY73" fmla="*/ 5044272 h 5436158"/>
                <a:gd name="connsiteX74" fmla="*/ 1507253 w 5220119"/>
                <a:gd name="connsiteY74" fmla="*/ 5014127 h 5436158"/>
                <a:gd name="connsiteX75" fmla="*/ 1306286 w 5220119"/>
                <a:gd name="connsiteY75" fmla="*/ 4928716 h 5436158"/>
                <a:gd name="connsiteX76" fmla="*/ 1190730 w 5220119"/>
                <a:gd name="connsiteY76" fmla="*/ 4767943 h 5436158"/>
                <a:gd name="connsiteX77" fmla="*/ 1120392 w 5220119"/>
                <a:gd name="connsiteY77" fmla="*/ 4592096 h 5436158"/>
                <a:gd name="connsiteX78" fmla="*/ 1120392 w 5220119"/>
                <a:gd name="connsiteY78" fmla="*/ 4421275 h 5436158"/>
                <a:gd name="connsiteX79" fmla="*/ 1120392 w 5220119"/>
                <a:gd name="connsiteY79" fmla="*/ 4315767 h 5436158"/>
                <a:gd name="connsiteX80" fmla="*/ 974690 w 5220119"/>
                <a:gd name="connsiteY80" fmla="*/ 4386105 h 5436158"/>
                <a:gd name="connsiteX81" fmla="*/ 738554 w 5220119"/>
                <a:gd name="connsiteY81" fmla="*/ 4406202 h 5436158"/>
                <a:gd name="connsiteX82" fmla="*/ 532563 w 5220119"/>
                <a:gd name="connsiteY82" fmla="*/ 4376057 h 5436158"/>
                <a:gd name="connsiteX83" fmla="*/ 386862 w 5220119"/>
                <a:gd name="connsiteY83" fmla="*/ 4285622 h 5436158"/>
                <a:gd name="connsiteX84" fmla="*/ 281354 w 5220119"/>
                <a:gd name="connsiteY84" fmla="*/ 4119824 h 5436158"/>
                <a:gd name="connsiteX85" fmla="*/ 251209 w 5220119"/>
                <a:gd name="connsiteY85" fmla="*/ 3969099 h 5436158"/>
                <a:gd name="connsiteX86" fmla="*/ 256233 w 5220119"/>
                <a:gd name="connsiteY86" fmla="*/ 3873639 h 5436158"/>
                <a:gd name="connsiteX87" fmla="*/ 266282 w 5220119"/>
                <a:gd name="connsiteY87" fmla="*/ 3707842 h 5436158"/>
                <a:gd name="connsiteX88" fmla="*/ 306475 w 5220119"/>
                <a:gd name="connsiteY88" fmla="*/ 3567165 h 5436158"/>
                <a:gd name="connsiteX89" fmla="*/ 371789 w 5220119"/>
                <a:gd name="connsiteY89" fmla="*/ 3491802 h 5436158"/>
                <a:gd name="connsiteX90" fmla="*/ 411983 w 5220119"/>
                <a:gd name="connsiteY90" fmla="*/ 3451609 h 5436158"/>
                <a:gd name="connsiteX91" fmla="*/ 422031 w 5220119"/>
                <a:gd name="connsiteY91" fmla="*/ 3416439 h 5436158"/>
                <a:gd name="connsiteX92" fmla="*/ 261257 w 5220119"/>
                <a:gd name="connsiteY92" fmla="*/ 3315956 h 5436158"/>
                <a:gd name="connsiteX93" fmla="*/ 165798 w 5220119"/>
                <a:gd name="connsiteY93" fmla="*/ 3180303 h 5436158"/>
                <a:gd name="connsiteX94" fmla="*/ 90435 w 5220119"/>
                <a:gd name="connsiteY94" fmla="*/ 2994409 h 5436158"/>
                <a:gd name="connsiteX95" fmla="*/ 80387 w 5220119"/>
                <a:gd name="connsiteY95" fmla="*/ 2793442 h 5436158"/>
                <a:gd name="connsiteX96" fmla="*/ 115556 w 5220119"/>
                <a:gd name="connsiteY96" fmla="*/ 2642716 h 5436158"/>
                <a:gd name="connsiteX97" fmla="*/ 165798 w 5220119"/>
                <a:gd name="connsiteY97" fmla="*/ 2431701 h 5436158"/>
                <a:gd name="connsiteX98" fmla="*/ 261257 w 5220119"/>
                <a:gd name="connsiteY98" fmla="*/ 2301072 h 5436158"/>
                <a:gd name="connsiteX99" fmla="*/ 361741 w 5220119"/>
                <a:gd name="connsiteY99" fmla="*/ 2195565 h 5436158"/>
                <a:gd name="connsiteX100" fmla="*/ 442128 w 5220119"/>
                <a:gd name="connsiteY100" fmla="*/ 2140299 h 5436158"/>
                <a:gd name="connsiteX101" fmla="*/ 602901 w 5220119"/>
                <a:gd name="connsiteY101" fmla="*/ 2054888 h 54361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5220119" h="5436158">
                  <a:moveTo>
                    <a:pt x="602901" y="2054888"/>
                  </a:moveTo>
                  <a:lnTo>
                    <a:pt x="346668" y="1934307"/>
                  </a:lnTo>
                  <a:lnTo>
                    <a:pt x="185895" y="1723292"/>
                  </a:lnTo>
                  <a:lnTo>
                    <a:pt x="50242" y="1421842"/>
                  </a:lnTo>
                  <a:lnTo>
                    <a:pt x="0" y="1115367"/>
                  </a:lnTo>
                  <a:lnTo>
                    <a:pt x="80387" y="828989"/>
                  </a:lnTo>
                  <a:lnTo>
                    <a:pt x="251209" y="557683"/>
                  </a:lnTo>
                  <a:lnTo>
                    <a:pt x="512466" y="386861"/>
                  </a:lnTo>
                  <a:lnTo>
                    <a:pt x="934497" y="296426"/>
                  </a:lnTo>
                  <a:lnTo>
                    <a:pt x="1251020" y="326571"/>
                  </a:lnTo>
                  <a:lnTo>
                    <a:pt x="1457011" y="401934"/>
                  </a:lnTo>
                  <a:lnTo>
                    <a:pt x="1688123" y="512466"/>
                  </a:lnTo>
                  <a:lnTo>
                    <a:pt x="1753438" y="331595"/>
                  </a:lnTo>
                  <a:lnTo>
                    <a:pt x="1944356" y="140677"/>
                  </a:lnTo>
                  <a:lnTo>
                    <a:pt x="2120202" y="50242"/>
                  </a:lnTo>
                  <a:lnTo>
                    <a:pt x="2336242" y="10048"/>
                  </a:lnTo>
                  <a:lnTo>
                    <a:pt x="2507064" y="0"/>
                  </a:lnTo>
                  <a:lnTo>
                    <a:pt x="2682910" y="55266"/>
                  </a:lnTo>
                  <a:lnTo>
                    <a:pt x="2808515" y="160773"/>
                  </a:lnTo>
                  <a:lnTo>
                    <a:pt x="2903974" y="261257"/>
                  </a:lnTo>
                  <a:lnTo>
                    <a:pt x="2954216" y="396910"/>
                  </a:lnTo>
                  <a:lnTo>
                    <a:pt x="2989385" y="482321"/>
                  </a:lnTo>
                  <a:lnTo>
                    <a:pt x="3235570" y="331595"/>
                  </a:lnTo>
                  <a:lnTo>
                    <a:pt x="3567165" y="246184"/>
                  </a:lnTo>
                  <a:lnTo>
                    <a:pt x="3913833" y="226088"/>
                  </a:lnTo>
                  <a:lnTo>
                    <a:pt x="4165042" y="291402"/>
                  </a:lnTo>
                  <a:lnTo>
                    <a:pt x="4431323" y="447151"/>
                  </a:lnTo>
                  <a:lnTo>
                    <a:pt x="4607170" y="668215"/>
                  </a:lnTo>
                  <a:lnTo>
                    <a:pt x="4707653" y="869182"/>
                  </a:lnTo>
                  <a:lnTo>
                    <a:pt x="4747846" y="1075173"/>
                  </a:lnTo>
                  <a:lnTo>
                    <a:pt x="4747846" y="1306286"/>
                  </a:lnTo>
                  <a:lnTo>
                    <a:pt x="4717701" y="1507253"/>
                  </a:lnTo>
                  <a:lnTo>
                    <a:pt x="4657411" y="1617784"/>
                  </a:lnTo>
                  <a:lnTo>
                    <a:pt x="4858378" y="1642905"/>
                  </a:lnTo>
                  <a:lnTo>
                    <a:pt x="5054321" y="1818751"/>
                  </a:lnTo>
                  <a:lnTo>
                    <a:pt x="5134708" y="1979525"/>
                  </a:lnTo>
                  <a:lnTo>
                    <a:pt x="5179926" y="2145323"/>
                  </a:lnTo>
                  <a:lnTo>
                    <a:pt x="5220119" y="2275951"/>
                  </a:lnTo>
                  <a:lnTo>
                    <a:pt x="5220119" y="2461846"/>
                  </a:lnTo>
                  <a:lnTo>
                    <a:pt x="5179926" y="2642716"/>
                  </a:lnTo>
                  <a:lnTo>
                    <a:pt x="5084466" y="2778369"/>
                  </a:lnTo>
                  <a:lnTo>
                    <a:pt x="5084466" y="2828611"/>
                  </a:lnTo>
                  <a:lnTo>
                    <a:pt x="5139732" y="2954215"/>
                  </a:lnTo>
                  <a:lnTo>
                    <a:pt x="5194998" y="3120013"/>
                  </a:lnTo>
                  <a:lnTo>
                    <a:pt x="5194998" y="3285811"/>
                  </a:lnTo>
                  <a:lnTo>
                    <a:pt x="5154805" y="3471705"/>
                  </a:lnTo>
                  <a:lnTo>
                    <a:pt x="5109587" y="3622431"/>
                  </a:lnTo>
                  <a:lnTo>
                    <a:pt x="5014128" y="3798277"/>
                  </a:lnTo>
                  <a:lnTo>
                    <a:pt x="4868427" y="3938954"/>
                  </a:lnTo>
                  <a:lnTo>
                    <a:pt x="4727750" y="4044461"/>
                  </a:lnTo>
                  <a:lnTo>
                    <a:pt x="4531807" y="4099727"/>
                  </a:lnTo>
                  <a:lnTo>
                    <a:pt x="4531807" y="4260501"/>
                  </a:lnTo>
                  <a:lnTo>
                    <a:pt x="4511710" y="4456444"/>
                  </a:lnTo>
                  <a:lnTo>
                    <a:pt x="4441372" y="4592096"/>
                  </a:lnTo>
                  <a:lnTo>
                    <a:pt x="4335864" y="4687556"/>
                  </a:lnTo>
                  <a:lnTo>
                    <a:pt x="4195187" y="4783015"/>
                  </a:lnTo>
                  <a:lnTo>
                    <a:pt x="3999244" y="4863402"/>
                  </a:lnTo>
                  <a:lnTo>
                    <a:pt x="3773156" y="4888523"/>
                  </a:lnTo>
                  <a:lnTo>
                    <a:pt x="3602334" y="4858378"/>
                  </a:lnTo>
                  <a:lnTo>
                    <a:pt x="3481754" y="4783015"/>
                  </a:lnTo>
                  <a:lnTo>
                    <a:pt x="3486778" y="4893547"/>
                  </a:lnTo>
                  <a:lnTo>
                    <a:pt x="3461657" y="5034224"/>
                  </a:lnTo>
                  <a:lnTo>
                    <a:pt x="3361174" y="5169877"/>
                  </a:lnTo>
                  <a:lnTo>
                    <a:pt x="3260690" y="5280409"/>
                  </a:lnTo>
                  <a:lnTo>
                    <a:pt x="3049675" y="5390940"/>
                  </a:lnTo>
                  <a:lnTo>
                    <a:pt x="2768321" y="5436158"/>
                  </a:lnTo>
                  <a:lnTo>
                    <a:pt x="2497016" y="5375868"/>
                  </a:lnTo>
                  <a:lnTo>
                    <a:pt x="2250831" y="5295481"/>
                  </a:lnTo>
                  <a:lnTo>
                    <a:pt x="2125227" y="5169877"/>
                  </a:lnTo>
                  <a:lnTo>
                    <a:pt x="2029767" y="5079442"/>
                  </a:lnTo>
                  <a:lnTo>
                    <a:pt x="2009671" y="4938765"/>
                  </a:lnTo>
                  <a:lnTo>
                    <a:pt x="1989574" y="4918668"/>
                  </a:lnTo>
                  <a:lnTo>
                    <a:pt x="1863970" y="4978958"/>
                  </a:lnTo>
                  <a:lnTo>
                    <a:pt x="1728317" y="5044272"/>
                  </a:lnTo>
                  <a:lnTo>
                    <a:pt x="1507253" y="5014127"/>
                  </a:lnTo>
                  <a:lnTo>
                    <a:pt x="1306286" y="4928716"/>
                  </a:lnTo>
                  <a:lnTo>
                    <a:pt x="1190730" y="4767943"/>
                  </a:lnTo>
                  <a:lnTo>
                    <a:pt x="1120392" y="4592096"/>
                  </a:lnTo>
                  <a:lnTo>
                    <a:pt x="1120392" y="4421275"/>
                  </a:lnTo>
                  <a:lnTo>
                    <a:pt x="1120392" y="4315767"/>
                  </a:lnTo>
                  <a:lnTo>
                    <a:pt x="974690" y="4386105"/>
                  </a:lnTo>
                  <a:lnTo>
                    <a:pt x="738554" y="4406202"/>
                  </a:lnTo>
                  <a:lnTo>
                    <a:pt x="532563" y="4376057"/>
                  </a:lnTo>
                  <a:lnTo>
                    <a:pt x="386862" y="4285622"/>
                  </a:lnTo>
                  <a:lnTo>
                    <a:pt x="281354" y="4119824"/>
                  </a:lnTo>
                  <a:lnTo>
                    <a:pt x="251209" y="3969099"/>
                  </a:lnTo>
                  <a:lnTo>
                    <a:pt x="256233" y="3873639"/>
                  </a:lnTo>
                  <a:lnTo>
                    <a:pt x="266282" y="3707842"/>
                  </a:lnTo>
                  <a:lnTo>
                    <a:pt x="306475" y="3567165"/>
                  </a:lnTo>
                  <a:lnTo>
                    <a:pt x="371789" y="3491802"/>
                  </a:lnTo>
                  <a:lnTo>
                    <a:pt x="411983" y="3451609"/>
                  </a:lnTo>
                  <a:lnTo>
                    <a:pt x="422031" y="3416439"/>
                  </a:lnTo>
                  <a:lnTo>
                    <a:pt x="261257" y="3315956"/>
                  </a:lnTo>
                  <a:lnTo>
                    <a:pt x="165798" y="3180303"/>
                  </a:lnTo>
                  <a:lnTo>
                    <a:pt x="90435" y="2994409"/>
                  </a:lnTo>
                  <a:lnTo>
                    <a:pt x="80387" y="2793442"/>
                  </a:lnTo>
                  <a:lnTo>
                    <a:pt x="115556" y="2642716"/>
                  </a:lnTo>
                  <a:lnTo>
                    <a:pt x="165798" y="2431701"/>
                  </a:lnTo>
                  <a:lnTo>
                    <a:pt x="261257" y="2301072"/>
                  </a:lnTo>
                  <a:lnTo>
                    <a:pt x="361741" y="2195565"/>
                  </a:lnTo>
                  <a:lnTo>
                    <a:pt x="442128" y="2140299"/>
                  </a:lnTo>
                  <a:lnTo>
                    <a:pt x="602901" y="2054888"/>
                  </a:lnTo>
                  <a:close/>
                </a:path>
              </a:pathLst>
            </a:custGeom>
            <a:solidFill>
              <a:schemeClr val="accent6">
                <a:lumMod val="60000"/>
                <a:lumOff val="40000"/>
              </a:schemeClr>
            </a:solid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1600" b="1"/>
            </a:p>
          </p:txBody>
        </p:sp>
        <p:sp>
          <p:nvSpPr>
            <p:cNvPr id="28" name="TextBox 27">
              <a:extLst>
                <a:ext uri="{FF2B5EF4-FFF2-40B4-BE49-F238E27FC236}">
                  <a16:creationId xmlns:a16="http://schemas.microsoft.com/office/drawing/2014/main" id="{4CFC6DFC-1FF7-406B-91CA-DEF258FBDA0F}"/>
                </a:ext>
              </a:extLst>
            </p:cNvPr>
            <p:cNvSpPr txBox="1"/>
            <p:nvPr/>
          </p:nvSpPr>
          <p:spPr>
            <a:xfrm>
              <a:off x="10146498" y="2857389"/>
              <a:ext cx="1547451" cy="622324"/>
            </a:xfrm>
            <a:prstGeom prst="rect">
              <a:avLst/>
            </a:prstGeom>
            <a:noFill/>
            <a:ln w="19050">
              <a:noFill/>
            </a:ln>
          </p:spPr>
          <p:txBody>
            <a:bodyPr wrap="square" rtlCol="0">
              <a:spAutoFit/>
            </a:bodyPr>
            <a:lstStyle/>
            <a:p>
              <a:pPr algn="ctr"/>
              <a:r>
                <a:rPr lang="en-GB" b="1">
                  <a:latin typeface="Sassoon Primary Rg" panose="02000606020000020004" pitchFamily="2" charset="0"/>
                </a:rPr>
                <a:t>How will I know when I get there?</a:t>
              </a:r>
            </a:p>
          </p:txBody>
        </p:sp>
      </p:grpSp>
      <p:sp>
        <p:nvSpPr>
          <p:cNvPr id="29" name="Freeform: Shape 28">
            <a:extLst>
              <a:ext uri="{FF2B5EF4-FFF2-40B4-BE49-F238E27FC236}">
                <a16:creationId xmlns:a16="http://schemas.microsoft.com/office/drawing/2014/main" id="{5B068E6C-5697-4CD7-B539-8E733F24A280}"/>
              </a:ext>
            </a:extLst>
          </p:cNvPr>
          <p:cNvSpPr/>
          <p:nvPr/>
        </p:nvSpPr>
        <p:spPr>
          <a:xfrm>
            <a:off x="2767911" y="4261260"/>
            <a:ext cx="266024" cy="319228"/>
          </a:xfrm>
          <a:custGeom>
            <a:avLst/>
            <a:gdLst>
              <a:gd name="connsiteX0" fmla="*/ 167780 w 1887523"/>
              <a:gd name="connsiteY0" fmla="*/ 1182847 h 2265027"/>
              <a:gd name="connsiteX1" fmla="*/ 58723 w 1887523"/>
              <a:gd name="connsiteY1" fmla="*/ 989900 h 2265027"/>
              <a:gd name="connsiteX2" fmla="*/ 0 w 1887523"/>
              <a:gd name="connsiteY2" fmla="*/ 788565 h 2265027"/>
              <a:gd name="connsiteX3" fmla="*/ 50334 w 1887523"/>
              <a:gd name="connsiteY3" fmla="*/ 612396 h 2265027"/>
              <a:gd name="connsiteX4" fmla="*/ 134224 w 1887523"/>
              <a:gd name="connsiteY4" fmla="*/ 402671 h 2265027"/>
              <a:gd name="connsiteX5" fmla="*/ 251669 w 1887523"/>
              <a:gd name="connsiteY5" fmla="*/ 310392 h 2265027"/>
              <a:gd name="connsiteX6" fmla="*/ 385893 w 1887523"/>
              <a:gd name="connsiteY6" fmla="*/ 243280 h 2265027"/>
              <a:gd name="connsiteX7" fmla="*/ 578840 w 1887523"/>
              <a:gd name="connsiteY7" fmla="*/ 251669 h 2265027"/>
              <a:gd name="connsiteX8" fmla="*/ 713064 w 1887523"/>
              <a:gd name="connsiteY8" fmla="*/ 100667 h 2265027"/>
              <a:gd name="connsiteX9" fmla="*/ 872455 w 1887523"/>
              <a:gd name="connsiteY9" fmla="*/ 16778 h 2265027"/>
              <a:gd name="connsiteX10" fmla="*/ 1065402 w 1887523"/>
              <a:gd name="connsiteY10" fmla="*/ 0 h 2265027"/>
              <a:gd name="connsiteX11" fmla="*/ 1191236 w 1887523"/>
              <a:gd name="connsiteY11" fmla="*/ 33555 h 2265027"/>
              <a:gd name="connsiteX12" fmla="*/ 1342238 w 1887523"/>
              <a:gd name="connsiteY12" fmla="*/ 100667 h 2265027"/>
              <a:gd name="connsiteX13" fmla="*/ 1417739 w 1887523"/>
              <a:gd name="connsiteY13" fmla="*/ 192946 h 2265027"/>
              <a:gd name="connsiteX14" fmla="*/ 1426128 w 1887523"/>
              <a:gd name="connsiteY14" fmla="*/ 260058 h 2265027"/>
              <a:gd name="connsiteX15" fmla="*/ 1426128 w 1887523"/>
              <a:gd name="connsiteY15" fmla="*/ 469783 h 2265027"/>
              <a:gd name="connsiteX16" fmla="*/ 1560352 w 1887523"/>
              <a:gd name="connsiteY16" fmla="*/ 486561 h 2265027"/>
              <a:gd name="connsiteX17" fmla="*/ 1744910 w 1887523"/>
              <a:gd name="connsiteY17" fmla="*/ 536895 h 2265027"/>
              <a:gd name="connsiteX18" fmla="*/ 1803633 w 1887523"/>
              <a:gd name="connsiteY18" fmla="*/ 604007 h 2265027"/>
              <a:gd name="connsiteX19" fmla="*/ 1887523 w 1887523"/>
              <a:gd name="connsiteY19" fmla="*/ 855677 h 2265027"/>
              <a:gd name="connsiteX20" fmla="*/ 1887523 w 1887523"/>
              <a:gd name="connsiteY20" fmla="*/ 1082179 h 2265027"/>
              <a:gd name="connsiteX21" fmla="*/ 1845578 w 1887523"/>
              <a:gd name="connsiteY21" fmla="*/ 1258348 h 2265027"/>
              <a:gd name="connsiteX22" fmla="*/ 1778466 w 1887523"/>
              <a:gd name="connsiteY22" fmla="*/ 1409350 h 2265027"/>
              <a:gd name="connsiteX23" fmla="*/ 1661020 w 1887523"/>
              <a:gd name="connsiteY23" fmla="*/ 1493240 h 2265027"/>
              <a:gd name="connsiteX24" fmla="*/ 1560352 w 1887523"/>
              <a:gd name="connsiteY24" fmla="*/ 1526796 h 2265027"/>
              <a:gd name="connsiteX25" fmla="*/ 1619075 w 1887523"/>
              <a:gd name="connsiteY25" fmla="*/ 1619075 h 2265027"/>
              <a:gd name="connsiteX26" fmla="*/ 1627464 w 1887523"/>
              <a:gd name="connsiteY26" fmla="*/ 1719743 h 2265027"/>
              <a:gd name="connsiteX27" fmla="*/ 1568741 w 1887523"/>
              <a:gd name="connsiteY27" fmla="*/ 1912689 h 2265027"/>
              <a:gd name="connsiteX28" fmla="*/ 1493240 w 1887523"/>
              <a:gd name="connsiteY28" fmla="*/ 2038524 h 2265027"/>
              <a:gd name="connsiteX29" fmla="*/ 1417739 w 1887523"/>
              <a:gd name="connsiteY29" fmla="*/ 2122414 h 2265027"/>
              <a:gd name="connsiteX30" fmla="*/ 1333849 w 1887523"/>
              <a:gd name="connsiteY30" fmla="*/ 2189526 h 2265027"/>
              <a:gd name="connsiteX31" fmla="*/ 1157680 w 1887523"/>
              <a:gd name="connsiteY31" fmla="*/ 2265027 h 2265027"/>
              <a:gd name="connsiteX32" fmla="*/ 914400 w 1887523"/>
              <a:gd name="connsiteY32" fmla="*/ 2248249 h 2265027"/>
              <a:gd name="connsiteX33" fmla="*/ 805343 w 1887523"/>
              <a:gd name="connsiteY33" fmla="*/ 2147581 h 2265027"/>
              <a:gd name="connsiteX34" fmla="*/ 696286 w 1887523"/>
              <a:gd name="connsiteY34" fmla="*/ 2004968 h 2265027"/>
              <a:gd name="connsiteX35" fmla="*/ 511728 w 1887523"/>
              <a:gd name="connsiteY35" fmla="*/ 2072080 h 2265027"/>
              <a:gd name="connsiteX36" fmla="*/ 302003 w 1887523"/>
              <a:gd name="connsiteY36" fmla="*/ 2072080 h 2265027"/>
              <a:gd name="connsiteX37" fmla="*/ 83890 w 1887523"/>
              <a:gd name="connsiteY37" fmla="*/ 1887522 h 2265027"/>
              <a:gd name="connsiteX38" fmla="*/ 16778 w 1887523"/>
              <a:gd name="connsiteY38" fmla="*/ 1702965 h 2265027"/>
              <a:gd name="connsiteX39" fmla="*/ 25167 w 1887523"/>
              <a:gd name="connsiteY39" fmla="*/ 1451295 h 2265027"/>
              <a:gd name="connsiteX40" fmla="*/ 58723 w 1887523"/>
              <a:gd name="connsiteY40" fmla="*/ 1350627 h 2265027"/>
              <a:gd name="connsiteX41" fmla="*/ 117446 w 1887523"/>
              <a:gd name="connsiteY41" fmla="*/ 1233181 h 2265027"/>
              <a:gd name="connsiteX42" fmla="*/ 167780 w 1887523"/>
              <a:gd name="connsiteY42" fmla="*/ 1182847 h 22650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887523" h="2265027">
                <a:moveTo>
                  <a:pt x="167780" y="1182847"/>
                </a:moveTo>
                <a:lnTo>
                  <a:pt x="58723" y="989900"/>
                </a:lnTo>
                <a:lnTo>
                  <a:pt x="0" y="788565"/>
                </a:lnTo>
                <a:lnTo>
                  <a:pt x="50334" y="612396"/>
                </a:lnTo>
                <a:lnTo>
                  <a:pt x="134224" y="402671"/>
                </a:lnTo>
                <a:lnTo>
                  <a:pt x="251669" y="310392"/>
                </a:lnTo>
                <a:lnTo>
                  <a:pt x="385893" y="243280"/>
                </a:lnTo>
                <a:lnTo>
                  <a:pt x="578840" y="251669"/>
                </a:lnTo>
                <a:lnTo>
                  <a:pt x="713064" y="100667"/>
                </a:lnTo>
                <a:lnTo>
                  <a:pt x="872455" y="16778"/>
                </a:lnTo>
                <a:lnTo>
                  <a:pt x="1065402" y="0"/>
                </a:lnTo>
                <a:lnTo>
                  <a:pt x="1191236" y="33555"/>
                </a:lnTo>
                <a:lnTo>
                  <a:pt x="1342238" y="100667"/>
                </a:lnTo>
                <a:lnTo>
                  <a:pt x="1417739" y="192946"/>
                </a:lnTo>
                <a:lnTo>
                  <a:pt x="1426128" y="260058"/>
                </a:lnTo>
                <a:lnTo>
                  <a:pt x="1426128" y="469783"/>
                </a:lnTo>
                <a:lnTo>
                  <a:pt x="1560352" y="486561"/>
                </a:lnTo>
                <a:lnTo>
                  <a:pt x="1744910" y="536895"/>
                </a:lnTo>
                <a:lnTo>
                  <a:pt x="1803633" y="604007"/>
                </a:lnTo>
                <a:lnTo>
                  <a:pt x="1887523" y="855677"/>
                </a:lnTo>
                <a:lnTo>
                  <a:pt x="1887523" y="1082179"/>
                </a:lnTo>
                <a:lnTo>
                  <a:pt x="1845578" y="1258348"/>
                </a:lnTo>
                <a:lnTo>
                  <a:pt x="1778466" y="1409350"/>
                </a:lnTo>
                <a:lnTo>
                  <a:pt x="1661020" y="1493240"/>
                </a:lnTo>
                <a:lnTo>
                  <a:pt x="1560352" y="1526796"/>
                </a:lnTo>
                <a:lnTo>
                  <a:pt x="1619075" y="1619075"/>
                </a:lnTo>
                <a:lnTo>
                  <a:pt x="1627464" y="1719743"/>
                </a:lnTo>
                <a:lnTo>
                  <a:pt x="1568741" y="1912689"/>
                </a:lnTo>
                <a:lnTo>
                  <a:pt x="1493240" y="2038524"/>
                </a:lnTo>
                <a:lnTo>
                  <a:pt x="1417739" y="2122414"/>
                </a:lnTo>
                <a:lnTo>
                  <a:pt x="1333849" y="2189526"/>
                </a:lnTo>
                <a:lnTo>
                  <a:pt x="1157680" y="2265027"/>
                </a:lnTo>
                <a:lnTo>
                  <a:pt x="914400" y="2248249"/>
                </a:lnTo>
                <a:lnTo>
                  <a:pt x="805343" y="2147581"/>
                </a:lnTo>
                <a:lnTo>
                  <a:pt x="696286" y="2004968"/>
                </a:lnTo>
                <a:lnTo>
                  <a:pt x="511728" y="2072080"/>
                </a:lnTo>
                <a:lnTo>
                  <a:pt x="302003" y="2072080"/>
                </a:lnTo>
                <a:lnTo>
                  <a:pt x="83890" y="1887522"/>
                </a:lnTo>
                <a:lnTo>
                  <a:pt x="16778" y="1702965"/>
                </a:lnTo>
                <a:lnTo>
                  <a:pt x="25167" y="1451295"/>
                </a:lnTo>
                <a:lnTo>
                  <a:pt x="58723" y="1350627"/>
                </a:lnTo>
                <a:lnTo>
                  <a:pt x="117446" y="1233181"/>
                </a:lnTo>
                <a:lnTo>
                  <a:pt x="167780" y="1182847"/>
                </a:lnTo>
                <a:close/>
              </a:path>
            </a:pathLst>
          </a:cu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30" name="Freeform: Shape 29">
            <a:extLst>
              <a:ext uri="{FF2B5EF4-FFF2-40B4-BE49-F238E27FC236}">
                <a16:creationId xmlns:a16="http://schemas.microsoft.com/office/drawing/2014/main" id="{D8ECF509-D074-4A96-BD14-1B7F8C9EF352}"/>
              </a:ext>
            </a:extLst>
          </p:cNvPr>
          <p:cNvSpPr/>
          <p:nvPr/>
        </p:nvSpPr>
        <p:spPr>
          <a:xfrm>
            <a:off x="3206304" y="2991789"/>
            <a:ext cx="266024" cy="319228"/>
          </a:xfrm>
          <a:custGeom>
            <a:avLst/>
            <a:gdLst>
              <a:gd name="connsiteX0" fmla="*/ 167780 w 1887523"/>
              <a:gd name="connsiteY0" fmla="*/ 1182847 h 2265027"/>
              <a:gd name="connsiteX1" fmla="*/ 58723 w 1887523"/>
              <a:gd name="connsiteY1" fmla="*/ 989900 h 2265027"/>
              <a:gd name="connsiteX2" fmla="*/ 0 w 1887523"/>
              <a:gd name="connsiteY2" fmla="*/ 788565 h 2265027"/>
              <a:gd name="connsiteX3" fmla="*/ 50334 w 1887523"/>
              <a:gd name="connsiteY3" fmla="*/ 612396 h 2265027"/>
              <a:gd name="connsiteX4" fmla="*/ 134224 w 1887523"/>
              <a:gd name="connsiteY4" fmla="*/ 402671 h 2265027"/>
              <a:gd name="connsiteX5" fmla="*/ 251669 w 1887523"/>
              <a:gd name="connsiteY5" fmla="*/ 310392 h 2265027"/>
              <a:gd name="connsiteX6" fmla="*/ 385893 w 1887523"/>
              <a:gd name="connsiteY6" fmla="*/ 243280 h 2265027"/>
              <a:gd name="connsiteX7" fmla="*/ 578840 w 1887523"/>
              <a:gd name="connsiteY7" fmla="*/ 251669 h 2265027"/>
              <a:gd name="connsiteX8" fmla="*/ 713064 w 1887523"/>
              <a:gd name="connsiteY8" fmla="*/ 100667 h 2265027"/>
              <a:gd name="connsiteX9" fmla="*/ 872455 w 1887523"/>
              <a:gd name="connsiteY9" fmla="*/ 16778 h 2265027"/>
              <a:gd name="connsiteX10" fmla="*/ 1065402 w 1887523"/>
              <a:gd name="connsiteY10" fmla="*/ 0 h 2265027"/>
              <a:gd name="connsiteX11" fmla="*/ 1191236 w 1887523"/>
              <a:gd name="connsiteY11" fmla="*/ 33555 h 2265027"/>
              <a:gd name="connsiteX12" fmla="*/ 1342238 w 1887523"/>
              <a:gd name="connsiteY12" fmla="*/ 100667 h 2265027"/>
              <a:gd name="connsiteX13" fmla="*/ 1417739 w 1887523"/>
              <a:gd name="connsiteY13" fmla="*/ 192946 h 2265027"/>
              <a:gd name="connsiteX14" fmla="*/ 1426128 w 1887523"/>
              <a:gd name="connsiteY14" fmla="*/ 260058 h 2265027"/>
              <a:gd name="connsiteX15" fmla="*/ 1426128 w 1887523"/>
              <a:gd name="connsiteY15" fmla="*/ 469783 h 2265027"/>
              <a:gd name="connsiteX16" fmla="*/ 1560352 w 1887523"/>
              <a:gd name="connsiteY16" fmla="*/ 486561 h 2265027"/>
              <a:gd name="connsiteX17" fmla="*/ 1744910 w 1887523"/>
              <a:gd name="connsiteY17" fmla="*/ 536895 h 2265027"/>
              <a:gd name="connsiteX18" fmla="*/ 1803633 w 1887523"/>
              <a:gd name="connsiteY18" fmla="*/ 604007 h 2265027"/>
              <a:gd name="connsiteX19" fmla="*/ 1887523 w 1887523"/>
              <a:gd name="connsiteY19" fmla="*/ 855677 h 2265027"/>
              <a:gd name="connsiteX20" fmla="*/ 1887523 w 1887523"/>
              <a:gd name="connsiteY20" fmla="*/ 1082179 h 2265027"/>
              <a:gd name="connsiteX21" fmla="*/ 1845578 w 1887523"/>
              <a:gd name="connsiteY21" fmla="*/ 1258348 h 2265027"/>
              <a:gd name="connsiteX22" fmla="*/ 1778466 w 1887523"/>
              <a:gd name="connsiteY22" fmla="*/ 1409350 h 2265027"/>
              <a:gd name="connsiteX23" fmla="*/ 1661020 w 1887523"/>
              <a:gd name="connsiteY23" fmla="*/ 1493240 h 2265027"/>
              <a:gd name="connsiteX24" fmla="*/ 1560352 w 1887523"/>
              <a:gd name="connsiteY24" fmla="*/ 1526796 h 2265027"/>
              <a:gd name="connsiteX25" fmla="*/ 1619075 w 1887523"/>
              <a:gd name="connsiteY25" fmla="*/ 1619075 h 2265027"/>
              <a:gd name="connsiteX26" fmla="*/ 1627464 w 1887523"/>
              <a:gd name="connsiteY26" fmla="*/ 1719743 h 2265027"/>
              <a:gd name="connsiteX27" fmla="*/ 1568741 w 1887523"/>
              <a:gd name="connsiteY27" fmla="*/ 1912689 h 2265027"/>
              <a:gd name="connsiteX28" fmla="*/ 1493240 w 1887523"/>
              <a:gd name="connsiteY28" fmla="*/ 2038524 h 2265027"/>
              <a:gd name="connsiteX29" fmla="*/ 1417739 w 1887523"/>
              <a:gd name="connsiteY29" fmla="*/ 2122414 h 2265027"/>
              <a:gd name="connsiteX30" fmla="*/ 1333849 w 1887523"/>
              <a:gd name="connsiteY30" fmla="*/ 2189526 h 2265027"/>
              <a:gd name="connsiteX31" fmla="*/ 1157680 w 1887523"/>
              <a:gd name="connsiteY31" fmla="*/ 2265027 h 2265027"/>
              <a:gd name="connsiteX32" fmla="*/ 914400 w 1887523"/>
              <a:gd name="connsiteY32" fmla="*/ 2248249 h 2265027"/>
              <a:gd name="connsiteX33" fmla="*/ 805343 w 1887523"/>
              <a:gd name="connsiteY33" fmla="*/ 2147581 h 2265027"/>
              <a:gd name="connsiteX34" fmla="*/ 696286 w 1887523"/>
              <a:gd name="connsiteY34" fmla="*/ 2004968 h 2265027"/>
              <a:gd name="connsiteX35" fmla="*/ 511728 w 1887523"/>
              <a:gd name="connsiteY35" fmla="*/ 2072080 h 2265027"/>
              <a:gd name="connsiteX36" fmla="*/ 302003 w 1887523"/>
              <a:gd name="connsiteY36" fmla="*/ 2072080 h 2265027"/>
              <a:gd name="connsiteX37" fmla="*/ 83890 w 1887523"/>
              <a:gd name="connsiteY37" fmla="*/ 1887522 h 2265027"/>
              <a:gd name="connsiteX38" fmla="*/ 16778 w 1887523"/>
              <a:gd name="connsiteY38" fmla="*/ 1702965 h 2265027"/>
              <a:gd name="connsiteX39" fmla="*/ 25167 w 1887523"/>
              <a:gd name="connsiteY39" fmla="*/ 1451295 h 2265027"/>
              <a:gd name="connsiteX40" fmla="*/ 58723 w 1887523"/>
              <a:gd name="connsiteY40" fmla="*/ 1350627 h 2265027"/>
              <a:gd name="connsiteX41" fmla="*/ 117446 w 1887523"/>
              <a:gd name="connsiteY41" fmla="*/ 1233181 h 2265027"/>
              <a:gd name="connsiteX42" fmla="*/ 167780 w 1887523"/>
              <a:gd name="connsiteY42" fmla="*/ 1182847 h 22650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887523" h="2265027">
                <a:moveTo>
                  <a:pt x="167780" y="1182847"/>
                </a:moveTo>
                <a:lnTo>
                  <a:pt x="58723" y="989900"/>
                </a:lnTo>
                <a:lnTo>
                  <a:pt x="0" y="788565"/>
                </a:lnTo>
                <a:lnTo>
                  <a:pt x="50334" y="612396"/>
                </a:lnTo>
                <a:lnTo>
                  <a:pt x="134224" y="402671"/>
                </a:lnTo>
                <a:lnTo>
                  <a:pt x="251669" y="310392"/>
                </a:lnTo>
                <a:lnTo>
                  <a:pt x="385893" y="243280"/>
                </a:lnTo>
                <a:lnTo>
                  <a:pt x="578840" y="251669"/>
                </a:lnTo>
                <a:lnTo>
                  <a:pt x="713064" y="100667"/>
                </a:lnTo>
                <a:lnTo>
                  <a:pt x="872455" y="16778"/>
                </a:lnTo>
                <a:lnTo>
                  <a:pt x="1065402" y="0"/>
                </a:lnTo>
                <a:lnTo>
                  <a:pt x="1191236" y="33555"/>
                </a:lnTo>
                <a:lnTo>
                  <a:pt x="1342238" y="100667"/>
                </a:lnTo>
                <a:lnTo>
                  <a:pt x="1417739" y="192946"/>
                </a:lnTo>
                <a:lnTo>
                  <a:pt x="1426128" y="260058"/>
                </a:lnTo>
                <a:lnTo>
                  <a:pt x="1426128" y="469783"/>
                </a:lnTo>
                <a:lnTo>
                  <a:pt x="1560352" y="486561"/>
                </a:lnTo>
                <a:lnTo>
                  <a:pt x="1744910" y="536895"/>
                </a:lnTo>
                <a:lnTo>
                  <a:pt x="1803633" y="604007"/>
                </a:lnTo>
                <a:lnTo>
                  <a:pt x="1887523" y="855677"/>
                </a:lnTo>
                <a:lnTo>
                  <a:pt x="1887523" y="1082179"/>
                </a:lnTo>
                <a:lnTo>
                  <a:pt x="1845578" y="1258348"/>
                </a:lnTo>
                <a:lnTo>
                  <a:pt x="1778466" y="1409350"/>
                </a:lnTo>
                <a:lnTo>
                  <a:pt x="1661020" y="1493240"/>
                </a:lnTo>
                <a:lnTo>
                  <a:pt x="1560352" y="1526796"/>
                </a:lnTo>
                <a:lnTo>
                  <a:pt x="1619075" y="1619075"/>
                </a:lnTo>
                <a:lnTo>
                  <a:pt x="1627464" y="1719743"/>
                </a:lnTo>
                <a:lnTo>
                  <a:pt x="1568741" y="1912689"/>
                </a:lnTo>
                <a:lnTo>
                  <a:pt x="1493240" y="2038524"/>
                </a:lnTo>
                <a:lnTo>
                  <a:pt x="1417739" y="2122414"/>
                </a:lnTo>
                <a:lnTo>
                  <a:pt x="1333849" y="2189526"/>
                </a:lnTo>
                <a:lnTo>
                  <a:pt x="1157680" y="2265027"/>
                </a:lnTo>
                <a:lnTo>
                  <a:pt x="914400" y="2248249"/>
                </a:lnTo>
                <a:lnTo>
                  <a:pt x="805343" y="2147581"/>
                </a:lnTo>
                <a:lnTo>
                  <a:pt x="696286" y="2004968"/>
                </a:lnTo>
                <a:lnTo>
                  <a:pt x="511728" y="2072080"/>
                </a:lnTo>
                <a:lnTo>
                  <a:pt x="302003" y="2072080"/>
                </a:lnTo>
                <a:lnTo>
                  <a:pt x="83890" y="1887522"/>
                </a:lnTo>
                <a:lnTo>
                  <a:pt x="16778" y="1702965"/>
                </a:lnTo>
                <a:lnTo>
                  <a:pt x="25167" y="1451295"/>
                </a:lnTo>
                <a:lnTo>
                  <a:pt x="58723" y="1350627"/>
                </a:lnTo>
                <a:lnTo>
                  <a:pt x="117446" y="1233181"/>
                </a:lnTo>
                <a:lnTo>
                  <a:pt x="167780" y="1182847"/>
                </a:lnTo>
                <a:close/>
              </a:path>
            </a:pathLst>
          </a:cu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35" name="Freeform: Shape 34">
            <a:extLst>
              <a:ext uri="{FF2B5EF4-FFF2-40B4-BE49-F238E27FC236}">
                <a16:creationId xmlns:a16="http://schemas.microsoft.com/office/drawing/2014/main" id="{E3884F2F-92E8-4449-B9C6-4BB79443B2D3}"/>
              </a:ext>
            </a:extLst>
          </p:cNvPr>
          <p:cNvSpPr/>
          <p:nvPr/>
        </p:nvSpPr>
        <p:spPr>
          <a:xfrm>
            <a:off x="2271587" y="1913146"/>
            <a:ext cx="206619" cy="247942"/>
          </a:xfrm>
          <a:custGeom>
            <a:avLst/>
            <a:gdLst>
              <a:gd name="connsiteX0" fmla="*/ 167780 w 1887523"/>
              <a:gd name="connsiteY0" fmla="*/ 1182847 h 2265027"/>
              <a:gd name="connsiteX1" fmla="*/ 58723 w 1887523"/>
              <a:gd name="connsiteY1" fmla="*/ 989900 h 2265027"/>
              <a:gd name="connsiteX2" fmla="*/ 0 w 1887523"/>
              <a:gd name="connsiteY2" fmla="*/ 788565 h 2265027"/>
              <a:gd name="connsiteX3" fmla="*/ 50334 w 1887523"/>
              <a:gd name="connsiteY3" fmla="*/ 612396 h 2265027"/>
              <a:gd name="connsiteX4" fmla="*/ 134224 w 1887523"/>
              <a:gd name="connsiteY4" fmla="*/ 402671 h 2265027"/>
              <a:gd name="connsiteX5" fmla="*/ 251669 w 1887523"/>
              <a:gd name="connsiteY5" fmla="*/ 310392 h 2265027"/>
              <a:gd name="connsiteX6" fmla="*/ 385893 w 1887523"/>
              <a:gd name="connsiteY6" fmla="*/ 243280 h 2265027"/>
              <a:gd name="connsiteX7" fmla="*/ 578840 w 1887523"/>
              <a:gd name="connsiteY7" fmla="*/ 251669 h 2265027"/>
              <a:gd name="connsiteX8" fmla="*/ 713064 w 1887523"/>
              <a:gd name="connsiteY8" fmla="*/ 100667 h 2265027"/>
              <a:gd name="connsiteX9" fmla="*/ 872455 w 1887523"/>
              <a:gd name="connsiteY9" fmla="*/ 16778 h 2265027"/>
              <a:gd name="connsiteX10" fmla="*/ 1065402 w 1887523"/>
              <a:gd name="connsiteY10" fmla="*/ 0 h 2265027"/>
              <a:gd name="connsiteX11" fmla="*/ 1191236 w 1887523"/>
              <a:gd name="connsiteY11" fmla="*/ 33555 h 2265027"/>
              <a:gd name="connsiteX12" fmla="*/ 1342238 w 1887523"/>
              <a:gd name="connsiteY12" fmla="*/ 100667 h 2265027"/>
              <a:gd name="connsiteX13" fmla="*/ 1417739 w 1887523"/>
              <a:gd name="connsiteY13" fmla="*/ 192946 h 2265027"/>
              <a:gd name="connsiteX14" fmla="*/ 1426128 w 1887523"/>
              <a:gd name="connsiteY14" fmla="*/ 260058 h 2265027"/>
              <a:gd name="connsiteX15" fmla="*/ 1426128 w 1887523"/>
              <a:gd name="connsiteY15" fmla="*/ 469783 h 2265027"/>
              <a:gd name="connsiteX16" fmla="*/ 1560352 w 1887523"/>
              <a:gd name="connsiteY16" fmla="*/ 486561 h 2265027"/>
              <a:gd name="connsiteX17" fmla="*/ 1744910 w 1887523"/>
              <a:gd name="connsiteY17" fmla="*/ 536895 h 2265027"/>
              <a:gd name="connsiteX18" fmla="*/ 1803633 w 1887523"/>
              <a:gd name="connsiteY18" fmla="*/ 604007 h 2265027"/>
              <a:gd name="connsiteX19" fmla="*/ 1887523 w 1887523"/>
              <a:gd name="connsiteY19" fmla="*/ 855677 h 2265027"/>
              <a:gd name="connsiteX20" fmla="*/ 1887523 w 1887523"/>
              <a:gd name="connsiteY20" fmla="*/ 1082179 h 2265027"/>
              <a:gd name="connsiteX21" fmla="*/ 1845578 w 1887523"/>
              <a:gd name="connsiteY21" fmla="*/ 1258348 h 2265027"/>
              <a:gd name="connsiteX22" fmla="*/ 1778466 w 1887523"/>
              <a:gd name="connsiteY22" fmla="*/ 1409350 h 2265027"/>
              <a:gd name="connsiteX23" fmla="*/ 1661020 w 1887523"/>
              <a:gd name="connsiteY23" fmla="*/ 1493240 h 2265027"/>
              <a:gd name="connsiteX24" fmla="*/ 1560352 w 1887523"/>
              <a:gd name="connsiteY24" fmla="*/ 1526796 h 2265027"/>
              <a:gd name="connsiteX25" fmla="*/ 1619075 w 1887523"/>
              <a:gd name="connsiteY25" fmla="*/ 1619075 h 2265027"/>
              <a:gd name="connsiteX26" fmla="*/ 1627464 w 1887523"/>
              <a:gd name="connsiteY26" fmla="*/ 1719743 h 2265027"/>
              <a:gd name="connsiteX27" fmla="*/ 1568741 w 1887523"/>
              <a:gd name="connsiteY27" fmla="*/ 1912689 h 2265027"/>
              <a:gd name="connsiteX28" fmla="*/ 1493240 w 1887523"/>
              <a:gd name="connsiteY28" fmla="*/ 2038524 h 2265027"/>
              <a:gd name="connsiteX29" fmla="*/ 1417739 w 1887523"/>
              <a:gd name="connsiteY29" fmla="*/ 2122414 h 2265027"/>
              <a:gd name="connsiteX30" fmla="*/ 1333849 w 1887523"/>
              <a:gd name="connsiteY30" fmla="*/ 2189526 h 2265027"/>
              <a:gd name="connsiteX31" fmla="*/ 1157680 w 1887523"/>
              <a:gd name="connsiteY31" fmla="*/ 2265027 h 2265027"/>
              <a:gd name="connsiteX32" fmla="*/ 914400 w 1887523"/>
              <a:gd name="connsiteY32" fmla="*/ 2248249 h 2265027"/>
              <a:gd name="connsiteX33" fmla="*/ 805343 w 1887523"/>
              <a:gd name="connsiteY33" fmla="*/ 2147581 h 2265027"/>
              <a:gd name="connsiteX34" fmla="*/ 696286 w 1887523"/>
              <a:gd name="connsiteY34" fmla="*/ 2004968 h 2265027"/>
              <a:gd name="connsiteX35" fmla="*/ 511728 w 1887523"/>
              <a:gd name="connsiteY35" fmla="*/ 2072080 h 2265027"/>
              <a:gd name="connsiteX36" fmla="*/ 302003 w 1887523"/>
              <a:gd name="connsiteY36" fmla="*/ 2072080 h 2265027"/>
              <a:gd name="connsiteX37" fmla="*/ 83890 w 1887523"/>
              <a:gd name="connsiteY37" fmla="*/ 1887522 h 2265027"/>
              <a:gd name="connsiteX38" fmla="*/ 16778 w 1887523"/>
              <a:gd name="connsiteY38" fmla="*/ 1702965 h 2265027"/>
              <a:gd name="connsiteX39" fmla="*/ 25167 w 1887523"/>
              <a:gd name="connsiteY39" fmla="*/ 1451295 h 2265027"/>
              <a:gd name="connsiteX40" fmla="*/ 58723 w 1887523"/>
              <a:gd name="connsiteY40" fmla="*/ 1350627 h 2265027"/>
              <a:gd name="connsiteX41" fmla="*/ 117446 w 1887523"/>
              <a:gd name="connsiteY41" fmla="*/ 1233181 h 2265027"/>
              <a:gd name="connsiteX42" fmla="*/ 167780 w 1887523"/>
              <a:gd name="connsiteY42" fmla="*/ 1182847 h 22650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887523" h="2265027">
                <a:moveTo>
                  <a:pt x="167780" y="1182847"/>
                </a:moveTo>
                <a:lnTo>
                  <a:pt x="58723" y="989900"/>
                </a:lnTo>
                <a:lnTo>
                  <a:pt x="0" y="788565"/>
                </a:lnTo>
                <a:lnTo>
                  <a:pt x="50334" y="612396"/>
                </a:lnTo>
                <a:lnTo>
                  <a:pt x="134224" y="402671"/>
                </a:lnTo>
                <a:lnTo>
                  <a:pt x="251669" y="310392"/>
                </a:lnTo>
                <a:lnTo>
                  <a:pt x="385893" y="243280"/>
                </a:lnTo>
                <a:lnTo>
                  <a:pt x="578840" y="251669"/>
                </a:lnTo>
                <a:lnTo>
                  <a:pt x="713064" y="100667"/>
                </a:lnTo>
                <a:lnTo>
                  <a:pt x="872455" y="16778"/>
                </a:lnTo>
                <a:lnTo>
                  <a:pt x="1065402" y="0"/>
                </a:lnTo>
                <a:lnTo>
                  <a:pt x="1191236" y="33555"/>
                </a:lnTo>
                <a:lnTo>
                  <a:pt x="1342238" y="100667"/>
                </a:lnTo>
                <a:lnTo>
                  <a:pt x="1417739" y="192946"/>
                </a:lnTo>
                <a:lnTo>
                  <a:pt x="1426128" y="260058"/>
                </a:lnTo>
                <a:lnTo>
                  <a:pt x="1426128" y="469783"/>
                </a:lnTo>
                <a:lnTo>
                  <a:pt x="1560352" y="486561"/>
                </a:lnTo>
                <a:lnTo>
                  <a:pt x="1744910" y="536895"/>
                </a:lnTo>
                <a:lnTo>
                  <a:pt x="1803633" y="604007"/>
                </a:lnTo>
                <a:lnTo>
                  <a:pt x="1887523" y="855677"/>
                </a:lnTo>
                <a:lnTo>
                  <a:pt x="1887523" y="1082179"/>
                </a:lnTo>
                <a:lnTo>
                  <a:pt x="1845578" y="1258348"/>
                </a:lnTo>
                <a:lnTo>
                  <a:pt x="1778466" y="1409350"/>
                </a:lnTo>
                <a:lnTo>
                  <a:pt x="1661020" y="1493240"/>
                </a:lnTo>
                <a:lnTo>
                  <a:pt x="1560352" y="1526796"/>
                </a:lnTo>
                <a:lnTo>
                  <a:pt x="1619075" y="1619075"/>
                </a:lnTo>
                <a:lnTo>
                  <a:pt x="1627464" y="1719743"/>
                </a:lnTo>
                <a:lnTo>
                  <a:pt x="1568741" y="1912689"/>
                </a:lnTo>
                <a:lnTo>
                  <a:pt x="1493240" y="2038524"/>
                </a:lnTo>
                <a:lnTo>
                  <a:pt x="1417739" y="2122414"/>
                </a:lnTo>
                <a:lnTo>
                  <a:pt x="1333849" y="2189526"/>
                </a:lnTo>
                <a:lnTo>
                  <a:pt x="1157680" y="2265027"/>
                </a:lnTo>
                <a:lnTo>
                  <a:pt x="914400" y="2248249"/>
                </a:lnTo>
                <a:lnTo>
                  <a:pt x="805343" y="2147581"/>
                </a:lnTo>
                <a:lnTo>
                  <a:pt x="696286" y="2004968"/>
                </a:lnTo>
                <a:lnTo>
                  <a:pt x="511728" y="2072080"/>
                </a:lnTo>
                <a:lnTo>
                  <a:pt x="302003" y="2072080"/>
                </a:lnTo>
                <a:lnTo>
                  <a:pt x="83890" y="1887522"/>
                </a:lnTo>
                <a:lnTo>
                  <a:pt x="16778" y="1702965"/>
                </a:lnTo>
                <a:lnTo>
                  <a:pt x="25167" y="1451295"/>
                </a:lnTo>
                <a:lnTo>
                  <a:pt x="58723" y="1350627"/>
                </a:lnTo>
                <a:lnTo>
                  <a:pt x="117446" y="1233181"/>
                </a:lnTo>
                <a:lnTo>
                  <a:pt x="167780" y="1182847"/>
                </a:lnTo>
                <a:close/>
              </a:path>
            </a:pathLst>
          </a:cu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5" name="TextBox 4">
            <a:extLst>
              <a:ext uri="{FF2B5EF4-FFF2-40B4-BE49-F238E27FC236}">
                <a16:creationId xmlns:a16="http://schemas.microsoft.com/office/drawing/2014/main" id="{54230F3D-A112-7284-873F-C56C8ED18544}"/>
              </a:ext>
            </a:extLst>
          </p:cNvPr>
          <p:cNvSpPr txBox="1"/>
          <p:nvPr/>
        </p:nvSpPr>
        <p:spPr>
          <a:xfrm>
            <a:off x="5873925" y="2665439"/>
            <a:ext cx="5507001" cy="1200329"/>
          </a:xfrm>
          <a:prstGeom prst="rect">
            <a:avLst/>
          </a:prstGeom>
          <a:noFill/>
        </p:spPr>
        <p:txBody>
          <a:bodyPr wrap="square" rtlCol="0">
            <a:spAutoFit/>
          </a:bodyPr>
          <a:lstStyle/>
          <a:p>
            <a:r>
              <a:rPr lang="en-GB" sz="2400">
                <a:latin typeface="Sassoon Infant Rg" panose="02000503030000020003" pitchFamily="2" charset="0"/>
                <a:ea typeface="Sassoon Infant Rg" panose="02000503030000020003" pitchFamily="2" charset="0"/>
              </a:rPr>
              <a:t>I am learning this because it will help me to develop a clear understanding of what I am reading.</a:t>
            </a:r>
          </a:p>
        </p:txBody>
      </p:sp>
      <p:grpSp>
        <p:nvGrpSpPr>
          <p:cNvPr id="2" name="Group 1">
            <a:extLst>
              <a:ext uri="{FF2B5EF4-FFF2-40B4-BE49-F238E27FC236}">
                <a16:creationId xmlns:a16="http://schemas.microsoft.com/office/drawing/2014/main" id="{63BCCA52-B2F9-1150-2EC2-A8A910DE6CDF}"/>
              </a:ext>
            </a:extLst>
          </p:cNvPr>
          <p:cNvGrpSpPr/>
          <p:nvPr/>
        </p:nvGrpSpPr>
        <p:grpSpPr>
          <a:xfrm>
            <a:off x="10604358" y="118545"/>
            <a:ext cx="1530874" cy="2012378"/>
            <a:chOff x="8657485" y="829505"/>
            <a:chExt cx="1316831" cy="1668805"/>
          </a:xfrm>
        </p:grpSpPr>
        <p:grpSp>
          <p:nvGrpSpPr>
            <p:cNvPr id="24" name="Group 23">
              <a:extLst>
                <a:ext uri="{FF2B5EF4-FFF2-40B4-BE49-F238E27FC236}">
                  <a16:creationId xmlns:a16="http://schemas.microsoft.com/office/drawing/2014/main" id="{9DF1F7D1-5BF2-255E-1221-DF66584F31C4}"/>
                </a:ext>
              </a:extLst>
            </p:cNvPr>
            <p:cNvGrpSpPr/>
            <p:nvPr/>
          </p:nvGrpSpPr>
          <p:grpSpPr>
            <a:xfrm>
              <a:off x="8657485" y="829505"/>
              <a:ext cx="1316831" cy="1316831"/>
              <a:chOff x="3405584" y="4100477"/>
              <a:chExt cx="1316831" cy="1316831"/>
            </a:xfrm>
          </p:grpSpPr>
          <p:sp>
            <p:nvSpPr>
              <p:cNvPr id="31" name="Oval 30">
                <a:extLst>
                  <a:ext uri="{FF2B5EF4-FFF2-40B4-BE49-F238E27FC236}">
                    <a16:creationId xmlns:a16="http://schemas.microsoft.com/office/drawing/2014/main" id="{36527B03-E8B0-B308-5625-5D60701BABC9}"/>
                  </a:ext>
                </a:extLst>
              </p:cNvPr>
              <p:cNvSpPr/>
              <p:nvPr/>
            </p:nvSpPr>
            <p:spPr>
              <a:xfrm>
                <a:off x="3405584" y="4100477"/>
                <a:ext cx="1316831" cy="1316831"/>
              </a:xfrm>
              <a:prstGeom prst="ellipse">
                <a:avLst/>
              </a:prstGeom>
              <a:solidFill>
                <a:srgbClr val="FFD5EE"/>
              </a:solidFill>
              <a:ln w="38100">
                <a:solidFill>
                  <a:srgbClr val="CD007A"/>
                </a:solidFill>
              </a:ln>
            </p:spPr>
            <p:style>
              <a:lnRef idx="2">
                <a:scrgbClr r="0" g="0" b="0"/>
              </a:lnRef>
              <a:fillRef idx="1">
                <a:scrgbClr r="0" g="0" b="0"/>
              </a:fillRef>
              <a:effectRef idx="0">
                <a:schemeClr val="accent1">
                  <a:hueOff val="0"/>
                  <a:satOff val="0"/>
                  <a:lumOff val="0"/>
                  <a:alphaOff val="0"/>
                </a:schemeClr>
              </a:effectRef>
              <a:fontRef idx="minor">
                <a:schemeClr val="lt1"/>
              </a:fontRef>
            </p:style>
            <p:txBody>
              <a:bodyPr/>
              <a:lstStyle/>
              <a:p>
                <a:endParaRPr lang="en-GB"/>
              </a:p>
            </p:txBody>
          </p:sp>
          <p:sp>
            <p:nvSpPr>
              <p:cNvPr id="32" name="Oval 4">
                <a:extLst>
                  <a:ext uri="{FF2B5EF4-FFF2-40B4-BE49-F238E27FC236}">
                    <a16:creationId xmlns:a16="http://schemas.microsoft.com/office/drawing/2014/main" id="{311692BE-7960-B1C4-FAA2-65AA32C03A40}"/>
                  </a:ext>
                </a:extLst>
              </p:cNvPr>
              <p:cNvSpPr txBox="1"/>
              <p:nvPr/>
            </p:nvSpPr>
            <p:spPr>
              <a:xfrm>
                <a:off x="3598429" y="4293322"/>
                <a:ext cx="931141" cy="931141"/>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GB" sz="1200" b="1" kern="1200">
                    <a:solidFill>
                      <a:srgbClr val="CD007A"/>
                    </a:solidFill>
                    <a:latin typeface="Sassoon Infant Rg" panose="02000503030000020003" pitchFamily="2" charset="0"/>
                    <a:ea typeface="Sassoon Infant Rg" panose="02000503030000020003" pitchFamily="2" charset="0"/>
                  </a:rPr>
                  <a:t>Discuss &amp; explain thinking &amp; understanding</a:t>
                </a:r>
              </a:p>
            </p:txBody>
          </p:sp>
        </p:grpSp>
        <p:sp>
          <p:nvSpPr>
            <p:cNvPr id="25" name="TextBox 24">
              <a:extLst>
                <a:ext uri="{FF2B5EF4-FFF2-40B4-BE49-F238E27FC236}">
                  <a16:creationId xmlns:a16="http://schemas.microsoft.com/office/drawing/2014/main" id="{0E3DBC74-DEF3-15BE-F488-6929DEE9B83C}"/>
                </a:ext>
              </a:extLst>
            </p:cNvPr>
            <p:cNvSpPr txBox="1"/>
            <p:nvPr/>
          </p:nvSpPr>
          <p:spPr>
            <a:xfrm>
              <a:off x="8826392" y="2243080"/>
              <a:ext cx="979015" cy="255230"/>
            </a:xfrm>
            <a:prstGeom prst="rect">
              <a:avLst/>
            </a:prstGeom>
            <a:noFill/>
          </p:spPr>
          <p:txBody>
            <a:bodyPr wrap="square" rtlCol="0">
              <a:spAutoFit/>
            </a:bodyPr>
            <a:lstStyle/>
            <a:p>
              <a:pPr algn="ctr"/>
              <a:r>
                <a:rPr lang="en-GB" sz="1400" b="1">
                  <a:solidFill>
                    <a:srgbClr val="CD007A"/>
                  </a:solidFill>
                </a:rPr>
                <a:t>retrieve</a:t>
              </a:r>
            </a:p>
          </p:txBody>
        </p:sp>
      </p:grpSp>
    </p:spTree>
    <p:extLst>
      <p:ext uri="{BB962C8B-B14F-4D97-AF65-F5344CB8AC3E}">
        <p14:creationId xmlns:p14="http://schemas.microsoft.com/office/powerpoint/2010/main" val="191715471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5DDB52-DA63-044E-52E1-B8873C55D66B}"/>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CA83BB0C-F58E-DA56-564A-0BADE2422FC9}"/>
              </a:ext>
            </a:extLst>
          </p:cNvPr>
          <p:cNvPicPr>
            <a:picLocks noChangeAspect="1"/>
          </p:cNvPicPr>
          <p:nvPr/>
        </p:nvPicPr>
        <p:blipFill>
          <a:blip r:embed="rId2"/>
          <a:stretch>
            <a:fillRect/>
          </a:stretch>
        </p:blipFill>
        <p:spPr>
          <a:xfrm>
            <a:off x="10424916" y="134700"/>
            <a:ext cx="1616752" cy="697982"/>
          </a:xfrm>
          <a:prstGeom prst="rect">
            <a:avLst/>
          </a:prstGeom>
        </p:spPr>
      </p:pic>
      <p:sp>
        <p:nvSpPr>
          <p:cNvPr id="2" name="TextBox 1">
            <a:extLst>
              <a:ext uri="{FF2B5EF4-FFF2-40B4-BE49-F238E27FC236}">
                <a16:creationId xmlns:a16="http://schemas.microsoft.com/office/drawing/2014/main" id="{640BB64A-1496-7976-37EB-DCEEC8FBF17F}"/>
              </a:ext>
            </a:extLst>
          </p:cNvPr>
          <p:cNvSpPr txBox="1"/>
          <p:nvPr/>
        </p:nvSpPr>
        <p:spPr>
          <a:xfrm>
            <a:off x="378830" y="1843059"/>
            <a:ext cx="11713854" cy="3429144"/>
          </a:xfrm>
          <a:prstGeom prst="rect">
            <a:avLst/>
          </a:prstGeom>
          <a:noFill/>
        </p:spPr>
        <p:txBody>
          <a:bodyPr wrap="square" rtlCol="0">
            <a:spAutoFit/>
          </a:bodyPr>
          <a:lstStyle/>
          <a:p>
            <a:pPr lvl="1">
              <a:spcAft>
                <a:spcPts val="500"/>
              </a:spcAft>
            </a:pPr>
            <a:r>
              <a:rPr lang="en-GB" sz="2200"/>
              <a:t>Which hemisphere is Brazil mainly found in?</a:t>
            </a:r>
          </a:p>
          <a:p>
            <a:pPr lvl="1">
              <a:spcAft>
                <a:spcPts val="500"/>
              </a:spcAft>
            </a:pPr>
            <a:r>
              <a:rPr lang="en-GB" sz="2200"/>
              <a:t>Brazil is mainly found in the Southern Hemisphere.</a:t>
            </a:r>
          </a:p>
          <a:p>
            <a:pPr lvl="1">
              <a:spcAft>
                <a:spcPts val="500"/>
              </a:spcAft>
            </a:pPr>
            <a:endParaRPr lang="en-GB" sz="2200"/>
          </a:p>
          <a:p>
            <a:pPr lvl="1">
              <a:spcAft>
                <a:spcPts val="500"/>
              </a:spcAft>
            </a:pPr>
            <a:r>
              <a:rPr lang="en-GB" sz="2200"/>
              <a:t>What do lines of latitude measure?</a:t>
            </a:r>
          </a:p>
          <a:p>
            <a:pPr lvl="1">
              <a:spcAft>
                <a:spcPts val="500"/>
              </a:spcAft>
            </a:pPr>
            <a:r>
              <a:rPr lang="en-GB" sz="2200"/>
              <a:t>Lines of latitude measure how far north or south a place is from the equator.</a:t>
            </a:r>
          </a:p>
          <a:p>
            <a:pPr lvl="1">
              <a:spcAft>
                <a:spcPts val="500"/>
              </a:spcAft>
            </a:pPr>
            <a:endParaRPr lang="en-GB" sz="2200"/>
          </a:p>
        </p:txBody>
      </p:sp>
      <p:sp>
        <p:nvSpPr>
          <p:cNvPr id="6" name="TextBox 5">
            <a:extLst>
              <a:ext uri="{FF2B5EF4-FFF2-40B4-BE49-F238E27FC236}">
                <a16:creationId xmlns:a16="http://schemas.microsoft.com/office/drawing/2014/main" id="{5BDAB0E7-50E0-A284-5814-9D1241C67513}"/>
              </a:ext>
            </a:extLst>
          </p:cNvPr>
          <p:cNvSpPr txBox="1"/>
          <p:nvPr/>
        </p:nvSpPr>
        <p:spPr>
          <a:xfrm>
            <a:off x="288098" y="335454"/>
            <a:ext cx="6329618" cy="707886"/>
          </a:xfrm>
          <a:prstGeom prst="rect">
            <a:avLst/>
          </a:prstGeom>
          <a:noFill/>
        </p:spPr>
        <p:txBody>
          <a:bodyPr wrap="none" rtlCol="0">
            <a:spAutoFit/>
          </a:bodyPr>
          <a:lstStyle/>
          <a:p>
            <a:r>
              <a:rPr lang="en-GB" sz="4000" b="1" u="sng"/>
              <a:t>Practice questions - Vocabulary</a:t>
            </a:r>
          </a:p>
        </p:txBody>
      </p:sp>
      <p:sp>
        <p:nvSpPr>
          <p:cNvPr id="3" name="TextBox 2">
            <a:extLst>
              <a:ext uri="{FF2B5EF4-FFF2-40B4-BE49-F238E27FC236}">
                <a16:creationId xmlns:a16="http://schemas.microsoft.com/office/drawing/2014/main" id="{68036728-B080-EA83-ECF1-479482CB4A6C}"/>
              </a:ext>
            </a:extLst>
          </p:cNvPr>
          <p:cNvSpPr txBox="1"/>
          <p:nvPr/>
        </p:nvSpPr>
        <p:spPr>
          <a:xfrm>
            <a:off x="288098" y="937015"/>
            <a:ext cx="10156370" cy="369332"/>
          </a:xfrm>
          <a:prstGeom prst="rect">
            <a:avLst/>
          </a:prstGeom>
          <a:noFill/>
        </p:spPr>
        <p:txBody>
          <a:bodyPr wrap="none" rtlCol="0">
            <a:spAutoFit/>
          </a:bodyPr>
          <a:lstStyle/>
          <a:p>
            <a:r>
              <a:rPr lang="en-GB"/>
              <a:t>Scanning the text – I am trying to find the parts in the text where I will retrieve the answer to the question.</a:t>
            </a:r>
          </a:p>
        </p:txBody>
      </p:sp>
      <p:sp>
        <p:nvSpPr>
          <p:cNvPr id="7" name="TextBox 6">
            <a:extLst>
              <a:ext uri="{FF2B5EF4-FFF2-40B4-BE49-F238E27FC236}">
                <a16:creationId xmlns:a16="http://schemas.microsoft.com/office/drawing/2014/main" id="{62ABBBA0-AF7C-8A47-0810-0E93014D5573}"/>
              </a:ext>
            </a:extLst>
          </p:cNvPr>
          <p:cNvSpPr txBox="1"/>
          <p:nvPr/>
        </p:nvSpPr>
        <p:spPr>
          <a:xfrm>
            <a:off x="739293" y="5447777"/>
            <a:ext cx="10292816" cy="830997"/>
          </a:xfrm>
          <a:prstGeom prst="rect">
            <a:avLst/>
          </a:prstGeom>
          <a:noFill/>
        </p:spPr>
        <p:txBody>
          <a:bodyPr wrap="square" rtlCol="0">
            <a:spAutoFit/>
          </a:bodyPr>
          <a:lstStyle/>
          <a:p>
            <a:r>
              <a:rPr lang="en-GB" sz="2400"/>
              <a:t>Checking my answers – does my answer match the question and use information from the text?</a:t>
            </a:r>
          </a:p>
        </p:txBody>
      </p:sp>
      <p:sp>
        <p:nvSpPr>
          <p:cNvPr id="9" name="TextBox 8">
            <a:extLst>
              <a:ext uri="{FF2B5EF4-FFF2-40B4-BE49-F238E27FC236}">
                <a16:creationId xmlns:a16="http://schemas.microsoft.com/office/drawing/2014/main" id="{C39F0976-7660-64BA-E055-E6E60B65E8BB}"/>
              </a:ext>
            </a:extLst>
          </p:cNvPr>
          <p:cNvSpPr txBox="1"/>
          <p:nvPr/>
        </p:nvSpPr>
        <p:spPr>
          <a:xfrm>
            <a:off x="378830" y="1512948"/>
            <a:ext cx="11434340" cy="3853893"/>
          </a:xfrm>
          <a:prstGeom prst="rect">
            <a:avLst/>
          </a:prstGeom>
          <a:solidFill>
            <a:schemeClr val="accent5">
              <a:lumMod val="20000"/>
              <a:lumOff val="80000"/>
            </a:schemeClr>
          </a:solidFill>
        </p:spPr>
        <p:txBody>
          <a:bodyPr wrap="square" anchor="ctr">
            <a:normAutofit fontScale="92500"/>
          </a:bodyPr>
          <a:lstStyle/>
          <a:p>
            <a:r>
              <a:rPr lang="en-GB" sz="2200"/>
              <a:t>Brazil is the largest country in South America and one of the biggest countries on Earth. It shares borders with almost every other country in South America, including Colombia, Bolivia, Peru and Ecuador to the west, while the Atlantic Ocean stretches along its entire eastern coast. Brazil sits in the Southern Hemisphere, which means that when it is summer in England, it is winter in Brazil. The equator runs through the very north of Brazil, which places much of the country in the tropics — the region of the globe between the Tropic of Cancer and the Tropic of Capricorn. This position gives Brazil its warm, humid climate for most of the year. Geographers use lines of latitude and longitude to pinpoint exactly where a place is on Earth. Lines of latitude run horizontally around the globe and measure how far north or south a location is from the equator. Brazil's capital, Brasília, sits at approximately 15 degrees south of the equator. Lines of longitude run vertically and measure how far east or west a place is from the Prime Meridian in Greenwich, London. Brasília lies at approximately 48 degrees west. Because Brazil is so far west of Greenwich, it operates in a different time zone. When it is noon in London, it is only 8 or 9 o'clock in the morning in Brasília, depending on the time of year. England sits in the Northern Hemisphere, in the Eastern Hemisphere, and in the temperate climate zone — making its position on the globe very different from Brazil's.</a:t>
            </a:r>
          </a:p>
        </p:txBody>
      </p:sp>
      <p:sp>
        <p:nvSpPr>
          <p:cNvPr id="8" name="Rounded Rectangle 7">
            <a:extLst>
              <a:ext uri="{FF2B5EF4-FFF2-40B4-BE49-F238E27FC236}">
                <a16:creationId xmlns:a16="http://schemas.microsoft.com/office/drawing/2014/main" id="{1F9C4591-5FD6-13A6-965E-8E77A5CE3342}"/>
              </a:ext>
            </a:extLst>
          </p:cNvPr>
          <p:cNvSpPr/>
          <p:nvPr/>
        </p:nvSpPr>
        <p:spPr>
          <a:xfrm>
            <a:off x="8019658" y="6245246"/>
            <a:ext cx="4026568" cy="43134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a:t>Show / Hide Extract</a:t>
            </a:r>
          </a:p>
        </p:txBody>
      </p:sp>
      <p:pic>
        <p:nvPicPr>
          <p:cNvPr id="4" name="Picture 3">
            <a:extLst>
              <a:ext uri="{FF2B5EF4-FFF2-40B4-BE49-F238E27FC236}">
                <a16:creationId xmlns:a16="http://schemas.microsoft.com/office/drawing/2014/main" id="{98C313D4-3635-57FE-CBB6-13AFE64BC9F7}"/>
              </a:ext>
            </a:extLst>
          </p:cNvPr>
          <p:cNvPicPr/>
          <p:nvPr/>
        </p:nvPicPr>
        <p:blipFill>
          <a:blip r:embed="rId3">
            <a:extLst>
              <a:ext uri="{28A0092B-C50C-407E-A947-70E740481C1C}">
                <a14:useLocalDpi xmlns:a14="http://schemas.microsoft.com/office/drawing/2010/main" val="0"/>
              </a:ext>
            </a:extLst>
          </a:blip>
          <a:stretch>
            <a:fillRect/>
          </a:stretch>
        </p:blipFill>
        <p:spPr>
          <a:xfrm>
            <a:off x="5250435" y="6048469"/>
            <a:ext cx="1691129" cy="711848"/>
          </a:xfrm>
          <a:prstGeom prst="rect">
            <a:avLst/>
          </a:prstGeom>
        </p:spPr>
      </p:pic>
    </p:spTree>
    <p:extLst>
      <p:ext uri="{BB962C8B-B14F-4D97-AF65-F5344CB8AC3E}">
        <p14:creationId xmlns:p14="http://schemas.microsoft.com/office/powerpoint/2010/main" val="41270220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7" restart="whenNotActive" fill="hold" evtFilter="cancelBubble" nodeType="interactiveSeq">
                <p:stCondLst>
                  <p:cond evt="onClick" delay="0">
                    <p:tgtEl>
                      <p:spTgt spid="8"/>
                    </p:tgtEl>
                  </p:cond>
                </p:stCondLst>
                <p:endSync evt="end" delay="0">
                  <p:rtn val="all"/>
                </p:endSync>
                <p:childTnLst>
                  <p:par>
                    <p:cTn id="28" fill="hold">
                      <p:stCondLst>
                        <p:cond delay="0"/>
                      </p:stCondLst>
                      <p:childTnLst>
                        <p:par>
                          <p:cTn id="29" fill="hold">
                            <p:stCondLst>
                              <p:cond delay="0"/>
                            </p:stCondLst>
                            <p:childTnLst>
                              <p:par>
                                <p:cTn id="30" presetID="1" presetClass="entr" presetSubtype="0" fill="hold" grpId="0" nodeType="withEffect">
                                  <p:stCondLst>
                                    <p:cond delay="0"/>
                                  </p:stCondLst>
                                  <p:childTnLst>
                                    <p:set>
                                      <p:cBhvr>
                                        <p:cTn id="31" dur="1" fill="hold">
                                          <p:stCondLst>
                                            <p:cond delay="0"/>
                                          </p:stCondLst>
                                        </p:cTn>
                                        <p:tgtEl>
                                          <p:spTgt spid="9"/>
                                        </p:tgtEl>
                                        <p:attrNameLst>
                                          <p:attrName>style.visibility</p:attrName>
                                        </p:attrNameLst>
                                      </p:cBhvr>
                                      <p:to>
                                        <p:strVal val="visible"/>
                                      </p:to>
                                    </p:set>
                                  </p:childTnLst>
                                </p:cTn>
                              </p:par>
                            </p:childTnLst>
                          </p:cTn>
                        </p:par>
                      </p:childTnLst>
                    </p:cTn>
                  </p:par>
                  <p:par>
                    <p:cTn id="32" fill="hold">
                      <p:stCondLst>
                        <p:cond delay="indefinite"/>
                      </p:stCondLst>
                      <p:childTnLst>
                        <p:par>
                          <p:cTn id="33" fill="hold">
                            <p:stCondLst>
                              <p:cond delay="0"/>
                            </p:stCondLst>
                            <p:childTnLst>
                              <p:par>
                                <p:cTn id="34" presetID="1" presetClass="exit" presetSubtype="0" fill="hold" grpId="1" nodeType="clickEffect">
                                  <p:stCondLst>
                                    <p:cond delay="0"/>
                                  </p:stCondLst>
                                  <p:childTnLst>
                                    <p:set>
                                      <p:cBhvr>
                                        <p:cTn id="35" dur="1" fill="hold">
                                          <p:stCondLst>
                                            <p:cond delay="0"/>
                                          </p:stCondLst>
                                        </p:cTn>
                                        <p:tgtEl>
                                          <p:spTgt spid="9"/>
                                        </p:tgtEl>
                                        <p:attrNameLst>
                                          <p:attrName>style.visibility</p:attrName>
                                        </p:attrNameLst>
                                      </p:cBhvr>
                                      <p:to>
                                        <p:strVal val="hidden"/>
                                      </p:to>
                                    </p:set>
                                  </p:childTnLst>
                                </p:cTn>
                              </p:par>
                            </p:childTnLst>
                          </p:cTn>
                        </p:par>
                      </p:childTnLst>
                    </p:cTn>
                  </p:par>
                </p:childTnLst>
              </p:cTn>
              <p:nextCondLst>
                <p:cond evt="onClick" delay="0">
                  <p:tgtEl>
                    <p:spTgt spid="8"/>
                  </p:tgtEl>
                </p:cond>
              </p:nextCondLst>
            </p:seq>
          </p:childTnLst>
        </p:cTn>
      </p:par>
    </p:tnLst>
    <p:bldLst>
      <p:bldP spid="7" grpId="0"/>
      <p:bldP spid="9" grpId="0" animBg="1"/>
      <p:bldP spid="9" grpId="1"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D28150-E2BB-D124-E558-AC8A265F32E2}"/>
              </a:ext>
            </a:extLst>
          </p:cNvPr>
          <p:cNvSpPr>
            <a:spLocks noGrp="1"/>
          </p:cNvSpPr>
          <p:nvPr>
            <p:ph type="ctrTitle"/>
          </p:nvPr>
        </p:nvSpPr>
        <p:spPr>
          <a:xfrm>
            <a:off x="0" y="2017477"/>
            <a:ext cx="12192000" cy="2387600"/>
          </a:xfrm>
        </p:spPr>
        <p:txBody>
          <a:bodyPr/>
          <a:lstStyle/>
          <a:p>
            <a:r>
              <a:rPr lang="en-GB" dirty="0">
                <a:latin typeface="Sassoon Infant Rg" panose="02000503030000020003" pitchFamily="2" charset="0"/>
              </a:rPr>
              <a:t>Being a Reader</a:t>
            </a:r>
          </a:p>
        </p:txBody>
      </p:sp>
      <p:grpSp>
        <p:nvGrpSpPr>
          <p:cNvPr id="4" name="Group 3">
            <a:extLst>
              <a:ext uri="{FF2B5EF4-FFF2-40B4-BE49-F238E27FC236}">
                <a16:creationId xmlns:a16="http://schemas.microsoft.com/office/drawing/2014/main" id="{5F3F8467-5724-D86C-FDA4-D49533DEC4F0}"/>
              </a:ext>
            </a:extLst>
          </p:cNvPr>
          <p:cNvGrpSpPr/>
          <p:nvPr/>
        </p:nvGrpSpPr>
        <p:grpSpPr>
          <a:xfrm>
            <a:off x="4568895" y="211840"/>
            <a:ext cx="3039122" cy="3522775"/>
            <a:chOff x="7629233" y="677174"/>
            <a:chExt cx="2090136" cy="2455590"/>
          </a:xfrm>
        </p:grpSpPr>
        <p:pic>
          <p:nvPicPr>
            <p:cNvPr id="5" name="Picture 8" descr="Reading Icon 2954745">
              <a:extLst>
                <a:ext uri="{FF2B5EF4-FFF2-40B4-BE49-F238E27FC236}">
                  <a16:creationId xmlns:a16="http://schemas.microsoft.com/office/drawing/2014/main" id="{2B1C2540-38D6-7D21-7288-1F3B603531F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629233" y="1184735"/>
              <a:ext cx="2090136" cy="1948029"/>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8F3344A5-4924-D3BC-68C4-52E2EB3B6D65}"/>
                </a:ext>
              </a:extLst>
            </p:cNvPr>
            <p:cNvPicPr>
              <a:picLocks noChangeAspect="1"/>
            </p:cNvPicPr>
            <p:nvPr/>
          </p:nvPicPr>
          <p:blipFill>
            <a:blip r:embed="rId4">
              <a:extLst>
                <a:ext uri="{BEBA8EAE-BF5A-486C-A8C5-ECC9F3942E4B}">
                  <a14:imgProps xmlns:a14="http://schemas.microsoft.com/office/drawing/2010/main">
                    <a14:imgLayer r:embed="rId5">
                      <a14:imgEffect>
                        <a14:backgroundRemoval t="6627" b="95181" l="4969" r="92547">
                          <a14:foregroundMark x1="43478" y1="94578" x2="43478" y2="94578"/>
                          <a14:foregroundMark x1="4969" y1="50602" x2="4969" y2="50602"/>
                          <a14:foregroundMark x1="16770" y1="19277" x2="16770" y2="19277"/>
                          <a14:foregroundMark x1="49689" y1="8434" x2="49689" y2="8434"/>
                          <a14:foregroundMark x1="80124" y1="19277" x2="80124" y2="19277"/>
                          <a14:foregroundMark x1="56522" y1="95783" x2="56522" y2="95783"/>
                          <a14:foregroundMark x1="89441" y1="49398" x2="89441" y2="49398"/>
                          <a14:foregroundMark x1="49689" y1="6627" x2="49689" y2="6627"/>
                          <a14:foregroundMark x1="92547" y1="49398" x2="92547" y2="49398"/>
                        </a14:backgroundRemoval>
                      </a14:imgEffect>
                    </a14:imgLayer>
                  </a14:imgProps>
                </a:ext>
              </a:extLst>
            </a:blip>
            <a:stretch>
              <a:fillRect/>
            </a:stretch>
          </p:blipFill>
          <p:spPr>
            <a:xfrm>
              <a:off x="8856582" y="677174"/>
              <a:ext cx="716760" cy="688774"/>
            </a:xfrm>
            <a:prstGeom prst="rect">
              <a:avLst/>
            </a:prstGeom>
          </p:spPr>
        </p:pic>
      </p:grpSp>
      <p:sp>
        <p:nvSpPr>
          <p:cNvPr id="3" name="TextBox 2">
            <a:extLst>
              <a:ext uri="{FF2B5EF4-FFF2-40B4-BE49-F238E27FC236}">
                <a16:creationId xmlns:a16="http://schemas.microsoft.com/office/drawing/2014/main" id="{9AA1DE16-8C7B-4868-2DE3-9C9C7D7D4324}"/>
              </a:ext>
            </a:extLst>
          </p:cNvPr>
          <p:cNvSpPr txBox="1"/>
          <p:nvPr/>
        </p:nvSpPr>
        <p:spPr>
          <a:xfrm>
            <a:off x="0" y="4552141"/>
            <a:ext cx="12192000" cy="707886"/>
          </a:xfrm>
          <a:prstGeom prst="rect">
            <a:avLst/>
          </a:prstGeom>
          <a:noFill/>
        </p:spPr>
        <p:txBody>
          <a:bodyPr wrap="square" rtlCol="0">
            <a:spAutoFit/>
          </a:bodyPr>
          <a:lstStyle/>
          <a:p>
            <a:pPr algn="ctr"/>
            <a:r>
              <a:rPr lang="en-GB" sz="4000" dirty="0"/>
              <a:t>Retrieval</a:t>
            </a:r>
            <a:endParaRPr lang="en-GB" dirty="0"/>
          </a:p>
        </p:txBody>
      </p:sp>
      <p:sp>
        <p:nvSpPr>
          <p:cNvPr id="6" name="TextBox 5">
            <a:extLst>
              <a:ext uri="{FF2B5EF4-FFF2-40B4-BE49-F238E27FC236}">
                <a16:creationId xmlns:a16="http://schemas.microsoft.com/office/drawing/2014/main" id="{2B18F8C8-4B63-E425-87CE-D13C91BCA056}"/>
              </a:ext>
            </a:extLst>
          </p:cNvPr>
          <p:cNvSpPr txBox="1"/>
          <p:nvPr/>
        </p:nvSpPr>
        <p:spPr>
          <a:xfrm>
            <a:off x="4423577" y="5199610"/>
            <a:ext cx="3329758" cy="1446550"/>
          </a:xfrm>
          <a:prstGeom prst="rect">
            <a:avLst/>
          </a:prstGeom>
          <a:noFill/>
        </p:spPr>
        <p:txBody>
          <a:bodyPr wrap="none" rtlCol="0" anchor="ctr">
            <a:spAutoFit/>
          </a:bodyPr>
          <a:lstStyle/>
          <a:p>
            <a:pPr algn="ctr"/>
            <a:r>
              <a:rPr lang="en-GB" sz="8800" dirty="0"/>
              <a:t>Wednesday</a:t>
            </a:r>
          </a:p>
        </p:txBody>
      </p:sp>
    </p:spTree>
    <p:extLst>
      <p:ext uri="{BB962C8B-B14F-4D97-AF65-F5344CB8AC3E}">
        <p14:creationId xmlns:p14="http://schemas.microsoft.com/office/powerpoint/2010/main" val="330369354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Rounded Corners 7">
            <a:extLst>
              <a:ext uri="{FF2B5EF4-FFF2-40B4-BE49-F238E27FC236}">
                <a16:creationId xmlns:a16="http://schemas.microsoft.com/office/drawing/2014/main" id="{4ACEAB2A-6943-1061-22CF-9EC0847829D7}"/>
              </a:ext>
            </a:extLst>
          </p:cNvPr>
          <p:cNvSpPr/>
          <p:nvPr/>
        </p:nvSpPr>
        <p:spPr>
          <a:xfrm>
            <a:off x="6476397" y="19821"/>
            <a:ext cx="5576138" cy="6818358"/>
          </a:xfrm>
          <a:prstGeom prst="roundRect">
            <a:avLst/>
          </a:prstGeom>
          <a:solidFill>
            <a:schemeClr val="accent4">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D9DEE78A-07A9-5FF3-9D78-C0D9D21EEFB2}"/>
              </a:ext>
            </a:extLst>
          </p:cNvPr>
          <p:cNvSpPr txBox="1"/>
          <p:nvPr/>
        </p:nvSpPr>
        <p:spPr>
          <a:xfrm>
            <a:off x="6786658" y="-9273"/>
            <a:ext cx="4833400" cy="684803"/>
          </a:xfrm>
          <a:prstGeom prst="rect">
            <a:avLst/>
          </a:prstGeom>
          <a:noFill/>
        </p:spPr>
        <p:txBody>
          <a:bodyPr wrap="square" rtlCol="0">
            <a:spAutoFit/>
          </a:bodyPr>
          <a:lstStyle/>
          <a:p>
            <a:pPr algn="ctr">
              <a:lnSpc>
                <a:spcPct val="150000"/>
              </a:lnSpc>
            </a:pPr>
            <a:r>
              <a:rPr lang="en-GB" sz="2800" b="1" u="sng">
                <a:solidFill>
                  <a:schemeClr val="tx1"/>
                </a:solidFill>
                <a:latin typeface="Sassoon Infant Rg" panose="02000503030000020003" pitchFamily="2" charset="0"/>
                <a:ea typeface="Sassoon Infant Rg" panose="02000503030000020003" pitchFamily="2" charset="0"/>
              </a:rPr>
              <a:t>Why do we learn to read?</a:t>
            </a:r>
          </a:p>
        </p:txBody>
      </p:sp>
      <p:sp>
        <p:nvSpPr>
          <p:cNvPr id="11" name="TextBox 10">
            <a:extLst>
              <a:ext uri="{FF2B5EF4-FFF2-40B4-BE49-F238E27FC236}">
                <a16:creationId xmlns:a16="http://schemas.microsoft.com/office/drawing/2014/main" id="{16D2B17F-CF26-33D2-B6F6-70299CA1A763}"/>
              </a:ext>
            </a:extLst>
          </p:cNvPr>
          <p:cNvSpPr txBox="1"/>
          <p:nvPr/>
        </p:nvSpPr>
        <p:spPr>
          <a:xfrm>
            <a:off x="8246543" y="848912"/>
            <a:ext cx="3654961" cy="2631490"/>
          </a:xfrm>
          <a:prstGeom prst="rect">
            <a:avLst/>
          </a:prstGeom>
          <a:noFill/>
        </p:spPr>
        <p:txBody>
          <a:bodyPr wrap="square">
            <a:spAutoFit/>
          </a:bodyPr>
          <a:lstStyle/>
          <a:p>
            <a:pPr algn="ctr">
              <a:lnSpc>
                <a:spcPct val="150000"/>
              </a:lnSpc>
            </a:pPr>
            <a:r>
              <a:rPr lang="en-GB" sz="2400">
                <a:solidFill>
                  <a:schemeClr val="tx1"/>
                </a:solidFill>
                <a:latin typeface="Sassoon Infant Rg" panose="02000503030000020003" pitchFamily="2" charset="0"/>
                <a:ea typeface="Sassoon Infant Rg" panose="02000503030000020003" pitchFamily="2" charset="0"/>
              </a:rPr>
              <a:t xml:space="preserve">Reading makes me </a:t>
            </a:r>
            <a:r>
              <a:rPr lang="en-GB" sz="3200" b="1">
                <a:solidFill>
                  <a:schemeClr val="tx1"/>
                </a:solidFill>
                <a:latin typeface="Sassoon Infant Rg" panose="02000503030000020003" pitchFamily="2" charset="0"/>
                <a:ea typeface="Sassoon Infant Rg" panose="02000503030000020003" pitchFamily="2" charset="0"/>
              </a:rPr>
              <a:t>powerful</a:t>
            </a:r>
            <a:r>
              <a:rPr lang="en-GB" sz="2400">
                <a:solidFill>
                  <a:schemeClr val="tx1"/>
                </a:solidFill>
                <a:latin typeface="Sassoon Infant Rg" panose="02000503030000020003" pitchFamily="2" charset="0"/>
                <a:ea typeface="Sassoon Infant Rg" panose="02000503030000020003" pitchFamily="2" charset="0"/>
              </a:rPr>
              <a:t xml:space="preserve"> because it helps me to </a:t>
            </a:r>
            <a:r>
              <a:rPr lang="en-GB" sz="3200" b="1">
                <a:solidFill>
                  <a:schemeClr val="tx1"/>
                </a:solidFill>
                <a:latin typeface="Sassoon Infant Rg" panose="02000503030000020003" pitchFamily="2" charset="0"/>
                <a:ea typeface="Sassoon Infant Rg" panose="02000503030000020003" pitchFamily="2" charset="0"/>
              </a:rPr>
              <a:t>understand</a:t>
            </a:r>
            <a:r>
              <a:rPr lang="en-GB" sz="2400">
                <a:solidFill>
                  <a:schemeClr val="tx1"/>
                </a:solidFill>
                <a:latin typeface="Sassoon Infant Rg" panose="02000503030000020003" pitchFamily="2" charset="0"/>
                <a:ea typeface="Sassoon Infant Rg" panose="02000503030000020003" pitchFamily="2" charset="0"/>
              </a:rPr>
              <a:t xml:space="preserve"> the world around me.</a:t>
            </a:r>
          </a:p>
        </p:txBody>
      </p:sp>
      <p:pic>
        <p:nvPicPr>
          <p:cNvPr id="7" name="Picture 6">
            <a:extLst>
              <a:ext uri="{FF2B5EF4-FFF2-40B4-BE49-F238E27FC236}">
                <a16:creationId xmlns:a16="http://schemas.microsoft.com/office/drawing/2014/main" id="{3DF6A32D-163D-40C2-BACF-C964E0035D2E}"/>
              </a:ext>
            </a:extLst>
          </p:cNvPr>
          <p:cNvPicPr>
            <a:picLocks noChangeAspect="1"/>
          </p:cNvPicPr>
          <p:nvPr/>
        </p:nvPicPr>
        <p:blipFill rotWithShape="1">
          <a:blip r:embed="rId3">
            <a:extLst>
              <a:ext uri="{BEBA8EAE-BF5A-486C-A8C5-ECC9F3942E4B}">
                <a14:imgProps xmlns:a14="http://schemas.microsoft.com/office/drawing/2010/main">
                  <a14:imgLayer r:embed="rId4">
                    <a14:imgEffect>
                      <a14:backgroundRemoval t="61376" b="80317" l="20847" r="34709">
                        <a14:foregroundMark x1="24656" y1="80000" x2="24656" y2="80000"/>
                        <a14:foregroundMark x1="29312" y1="80317" x2="29312" y2="80317"/>
                      </a14:backgroundRemoval>
                    </a14:imgEffect>
                  </a14:imgLayer>
                </a14:imgProps>
              </a:ext>
            </a:extLst>
          </a:blip>
          <a:srcRect l="19127" t="59276" r="63462" b="18202"/>
          <a:stretch/>
        </p:blipFill>
        <p:spPr>
          <a:xfrm>
            <a:off x="6896058" y="1151805"/>
            <a:ext cx="1350486" cy="1656373"/>
          </a:xfrm>
          <a:prstGeom prst="rect">
            <a:avLst/>
          </a:prstGeom>
        </p:spPr>
      </p:pic>
      <p:pic>
        <p:nvPicPr>
          <p:cNvPr id="12" name="Picture 11">
            <a:extLst>
              <a:ext uri="{FF2B5EF4-FFF2-40B4-BE49-F238E27FC236}">
                <a16:creationId xmlns:a16="http://schemas.microsoft.com/office/drawing/2014/main" id="{A25D9A8A-09E0-BBBE-0C18-2E1880E52773}"/>
              </a:ext>
            </a:extLst>
          </p:cNvPr>
          <p:cNvPicPr>
            <a:picLocks noChangeAspect="1"/>
          </p:cNvPicPr>
          <p:nvPr/>
        </p:nvPicPr>
        <p:blipFill rotWithShape="1">
          <a:blip r:embed="rId5">
            <a:extLst>
              <a:ext uri="{BEBA8EAE-BF5A-486C-A8C5-ECC9F3942E4B}">
                <a14:imgProps xmlns:a14="http://schemas.microsoft.com/office/drawing/2010/main">
                  <a14:imgLayer r:embed="rId4">
                    <a14:imgEffect>
                      <a14:backgroundRemoval t="61793" b="81925" l="64809" r="78176">
                        <a14:foregroundMark x1="75238" y1="61799" x2="75238" y2="61799"/>
                      </a14:backgroundRemoval>
                    </a14:imgEffect>
                  </a14:imgLayer>
                </a14:imgProps>
              </a:ext>
            </a:extLst>
          </a:blip>
          <a:srcRect l="63138" t="59276" r="20153" b="15559"/>
          <a:stretch/>
        </p:blipFill>
        <p:spPr>
          <a:xfrm>
            <a:off x="10650071" y="4324983"/>
            <a:ext cx="1251434" cy="1786987"/>
          </a:xfrm>
          <a:prstGeom prst="rect">
            <a:avLst/>
          </a:prstGeom>
        </p:spPr>
      </p:pic>
      <p:sp>
        <p:nvSpPr>
          <p:cNvPr id="14" name="TextBox 13">
            <a:extLst>
              <a:ext uri="{FF2B5EF4-FFF2-40B4-BE49-F238E27FC236}">
                <a16:creationId xmlns:a16="http://schemas.microsoft.com/office/drawing/2014/main" id="{950C5C2B-42CC-39EC-6847-EE394E29BB3C}"/>
              </a:ext>
            </a:extLst>
          </p:cNvPr>
          <p:cNvSpPr txBox="1"/>
          <p:nvPr/>
        </p:nvSpPr>
        <p:spPr>
          <a:xfrm>
            <a:off x="6786658" y="4022091"/>
            <a:ext cx="3863413" cy="1708160"/>
          </a:xfrm>
          <a:prstGeom prst="rect">
            <a:avLst/>
          </a:prstGeom>
          <a:noFill/>
        </p:spPr>
        <p:txBody>
          <a:bodyPr wrap="square">
            <a:spAutoFit/>
          </a:bodyPr>
          <a:lstStyle/>
          <a:p>
            <a:pPr algn="ctr">
              <a:lnSpc>
                <a:spcPct val="150000"/>
              </a:lnSpc>
            </a:pPr>
            <a:r>
              <a:rPr lang="en-GB" sz="2400">
                <a:solidFill>
                  <a:schemeClr val="tx1"/>
                </a:solidFill>
                <a:latin typeface="Sassoon Infant Rg" panose="02000503030000020003" pitchFamily="2" charset="0"/>
                <a:ea typeface="Sassoon Infant Rg" panose="02000503030000020003" pitchFamily="2" charset="0"/>
              </a:rPr>
              <a:t>At Wallscourt Farm Academy:</a:t>
            </a:r>
          </a:p>
          <a:p>
            <a:pPr algn="ctr">
              <a:lnSpc>
                <a:spcPct val="150000"/>
              </a:lnSpc>
            </a:pPr>
            <a:r>
              <a:rPr lang="en-GB" sz="2400">
                <a:solidFill>
                  <a:schemeClr val="tx1"/>
                </a:solidFill>
                <a:latin typeface="Sassoon Infant Rg" panose="02000503030000020003" pitchFamily="2" charset="0"/>
                <a:ea typeface="Sassoon Infant Rg" panose="02000503030000020003" pitchFamily="2" charset="0"/>
              </a:rPr>
              <a:t xml:space="preserve">We love to read, learn to read and read to learn! </a:t>
            </a:r>
          </a:p>
        </p:txBody>
      </p:sp>
      <p:pic>
        <p:nvPicPr>
          <p:cNvPr id="3" name="Picture 2">
            <a:extLst>
              <a:ext uri="{FF2B5EF4-FFF2-40B4-BE49-F238E27FC236}">
                <a16:creationId xmlns:a16="http://schemas.microsoft.com/office/drawing/2014/main" id="{121AB0E8-B43D-DFDE-C896-2046E6E618BA}"/>
              </a:ext>
            </a:extLst>
          </p:cNvPr>
          <p:cNvPicPr>
            <a:picLocks noChangeAspect="1"/>
          </p:cNvPicPr>
          <p:nvPr/>
        </p:nvPicPr>
        <p:blipFill>
          <a:blip r:embed="rId6"/>
          <a:stretch>
            <a:fillRect/>
          </a:stretch>
        </p:blipFill>
        <p:spPr>
          <a:xfrm>
            <a:off x="631179" y="568742"/>
            <a:ext cx="5645882" cy="5654149"/>
          </a:xfrm>
          <a:prstGeom prst="roundRect">
            <a:avLst>
              <a:gd name="adj" fmla="val 8594"/>
            </a:avLst>
          </a:prstGeom>
          <a:solidFill>
            <a:srgbClr val="FFFFFF">
              <a:shade val="85000"/>
            </a:srgbClr>
          </a:solidFill>
          <a:ln>
            <a:noFill/>
          </a:ln>
          <a:effectLst/>
        </p:spPr>
      </p:pic>
    </p:spTree>
    <p:extLst>
      <p:ext uri="{BB962C8B-B14F-4D97-AF65-F5344CB8AC3E}">
        <p14:creationId xmlns:p14="http://schemas.microsoft.com/office/powerpoint/2010/main" val="28557886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4"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43C5AD-3309-A9A5-F848-B93CB7BC5FD5}"/>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3B9D8A55-04E7-0528-A165-9FB98DB89054}"/>
              </a:ext>
            </a:extLst>
          </p:cNvPr>
          <p:cNvPicPr>
            <a:picLocks noChangeAspect="1"/>
          </p:cNvPicPr>
          <p:nvPr/>
        </p:nvPicPr>
        <p:blipFill>
          <a:blip r:embed="rId3"/>
          <a:stretch>
            <a:fillRect/>
          </a:stretch>
        </p:blipFill>
        <p:spPr>
          <a:xfrm>
            <a:off x="10424916" y="134700"/>
            <a:ext cx="1616752" cy="697982"/>
          </a:xfrm>
          <a:prstGeom prst="rect">
            <a:avLst/>
          </a:prstGeom>
        </p:spPr>
      </p:pic>
      <p:grpSp>
        <p:nvGrpSpPr>
          <p:cNvPr id="9" name="Group 8">
            <a:extLst>
              <a:ext uri="{FF2B5EF4-FFF2-40B4-BE49-F238E27FC236}">
                <a16:creationId xmlns:a16="http://schemas.microsoft.com/office/drawing/2014/main" id="{2E1FDC99-0FE5-B42D-815D-42276802132E}"/>
              </a:ext>
            </a:extLst>
          </p:cNvPr>
          <p:cNvGrpSpPr/>
          <p:nvPr/>
        </p:nvGrpSpPr>
        <p:grpSpPr>
          <a:xfrm>
            <a:off x="292072" y="239667"/>
            <a:ext cx="1145637" cy="1145637"/>
            <a:chOff x="5180554" y="1026138"/>
            <a:chExt cx="1316831" cy="1316831"/>
          </a:xfrm>
        </p:grpSpPr>
        <p:sp>
          <p:nvSpPr>
            <p:cNvPr id="10" name="Oval 9">
              <a:extLst>
                <a:ext uri="{FF2B5EF4-FFF2-40B4-BE49-F238E27FC236}">
                  <a16:creationId xmlns:a16="http://schemas.microsoft.com/office/drawing/2014/main" id="{1E5DC868-7EB8-4F7D-7DAE-A2A8DBE0A208}"/>
                </a:ext>
              </a:extLst>
            </p:cNvPr>
            <p:cNvSpPr/>
            <p:nvPr/>
          </p:nvSpPr>
          <p:spPr>
            <a:xfrm>
              <a:off x="5180554" y="1026138"/>
              <a:ext cx="1316831" cy="1316831"/>
            </a:xfrm>
            <a:prstGeom prst="ellipse">
              <a:avLst/>
            </a:prstGeom>
            <a:solidFill>
              <a:srgbClr val="DFF2C0"/>
            </a:solidFill>
            <a:ln w="38100">
              <a:solidFill>
                <a:srgbClr val="82BB27"/>
              </a:solidFill>
            </a:ln>
          </p:spPr>
          <p:style>
            <a:lnRef idx="2">
              <a:scrgbClr r="0" g="0" b="0"/>
            </a:lnRef>
            <a:fillRef idx="1">
              <a:scrgbClr r="0" g="0" b="0"/>
            </a:fillRef>
            <a:effectRef idx="0">
              <a:schemeClr val="accent1">
                <a:hueOff val="0"/>
                <a:satOff val="0"/>
                <a:lumOff val="0"/>
                <a:alphaOff val="0"/>
              </a:schemeClr>
            </a:effectRef>
            <a:fontRef idx="minor">
              <a:schemeClr val="lt1"/>
            </a:fontRef>
          </p:style>
          <p:txBody>
            <a:bodyPr/>
            <a:lstStyle/>
            <a:p>
              <a:endParaRPr lang="en-GB"/>
            </a:p>
          </p:txBody>
        </p:sp>
        <p:sp>
          <p:nvSpPr>
            <p:cNvPr id="12" name="Oval 4">
              <a:extLst>
                <a:ext uri="{FF2B5EF4-FFF2-40B4-BE49-F238E27FC236}">
                  <a16:creationId xmlns:a16="http://schemas.microsoft.com/office/drawing/2014/main" id="{DACB8AB4-1258-EA30-31A5-77EEA5A000F2}"/>
                </a:ext>
              </a:extLst>
            </p:cNvPr>
            <p:cNvSpPr txBox="1"/>
            <p:nvPr/>
          </p:nvSpPr>
          <p:spPr>
            <a:xfrm>
              <a:off x="5373399" y="1218983"/>
              <a:ext cx="931141" cy="931141"/>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6510" tIns="16510" rIns="16510" bIns="16510" numCol="1" spcCol="1270" anchor="ctr" anchorCtr="0">
              <a:noAutofit/>
            </a:bodyPr>
            <a:lstStyle/>
            <a:p>
              <a:pPr marL="0" lvl="0" indent="0" algn="ctr" defTabSz="577850">
                <a:lnSpc>
                  <a:spcPct val="90000"/>
                </a:lnSpc>
                <a:spcBef>
                  <a:spcPct val="0"/>
                </a:spcBef>
                <a:spcAft>
                  <a:spcPct val="35000"/>
                </a:spcAft>
                <a:buNone/>
              </a:pPr>
              <a:r>
                <a:rPr lang="en-GB" sz="1300" b="1" kern="1200">
                  <a:solidFill>
                    <a:srgbClr val="82BB27"/>
                  </a:solidFill>
                  <a:latin typeface="Sassoon Infant Rg" panose="02000503030000020003" pitchFamily="2" charset="0"/>
                  <a:ea typeface="Sassoon Infant Rg" panose="02000503030000020003" pitchFamily="2" charset="0"/>
                </a:rPr>
                <a:t>Vocabulary</a:t>
              </a:r>
            </a:p>
          </p:txBody>
        </p:sp>
      </p:grpSp>
      <p:sp>
        <p:nvSpPr>
          <p:cNvPr id="14" name="Title 1">
            <a:extLst>
              <a:ext uri="{FF2B5EF4-FFF2-40B4-BE49-F238E27FC236}">
                <a16:creationId xmlns:a16="http://schemas.microsoft.com/office/drawing/2014/main" id="{659AE26C-55EC-A139-FEFB-5E8B79ECFD3A}"/>
              </a:ext>
            </a:extLst>
          </p:cNvPr>
          <p:cNvSpPr txBox="1">
            <a:spLocks/>
          </p:cNvSpPr>
          <p:nvPr/>
        </p:nvSpPr>
        <p:spPr>
          <a:xfrm>
            <a:off x="-253388" y="85619"/>
            <a:ext cx="12153316" cy="1299685"/>
          </a:xfrm>
          <a:prstGeom prst="rect">
            <a:avLst/>
          </a:prstGeom>
        </p:spPr>
        <p:txBody>
          <a:bodyPr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GB"/>
              <a:t>Vocabulary Focus</a:t>
            </a:r>
          </a:p>
        </p:txBody>
      </p:sp>
      <p:sp>
        <p:nvSpPr>
          <p:cNvPr id="15" name="TextBox 14">
            <a:extLst>
              <a:ext uri="{FF2B5EF4-FFF2-40B4-BE49-F238E27FC236}">
                <a16:creationId xmlns:a16="http://schemas.microsoft.com/office/drawing/2014/main" id="{086FA3C6-53FE-7451-6D4F-7009D38010D4}"/>
              </a:ext>
            </a:extLst>
          </p:cNvPr>
          <p:cNvSpPr txBox="1"/>
          <p:nvPr/>
        </p:nvSpPr>
        <p:spPr>
          <a:xfrm>
            <a:off x="2442576" y="1217529"/>
            <a:ext cx="7503292" cy="646331"/>
          </a:xfrm>
          <a:prstGeom prst="rect">
            <a:avLst/>
          </a:prstGeom>
          <a:noFill/>
        </p:spPr>
        <p:txBody>
          <a:bodyPr wrap="square" rtlCol="0">
            <a:spAutoFit/>
          </a:bodyPr>
          <a:lstStyle/>
          <a:p>
            <a:r>
              <a:rPr lang="en-GB"/>
              <a:t>Are there any words you feel confident to explain the meaning of (definition)? Are there any where you are less confident?</a:t>
            </a:r>
          </a:p>
        </p:txBody>
      </p:sp>
      <mc:AlternateContent xmlns:mc="http://schemas.openxmlformats.org/markup-compatibility/2006" xmlns:p14="http://schemas.microsoft.com/office/powerpoint/2010/main">
        <mc:Choice Requires="p14">
          <p:contentPart p14:bwMode="auto" r:id="rId4">
            <p14:nvContentPartPr>
              <p14:cNvPr id="3" name="Ink 2">
                <a:extLst>
                  <a:ext uri="{FF2B5EF4-FFF2-40B4-BE49-F238E27FC236}">
                    <a16:creationId xmlns:a16="http://schemas.microsoft.com/office/drawing/2014/main" id="{9F75FCCA-8003-024B-2B29-0EDF6D801F3D}"/>
                  </a:ext>
                </a:extLst>
              </p14:cNvPr>
              <p14:cNvContentPartPr/>
              <p14:nvPr/>
            </p14:nvContentPartPr>
            <p14:xfrm>
              <a:off x="9034477" y="550400"/>
              <a:ext cx="360" cy="360"/>
            </p14:xfrm>
          </p:contentPart>
        </mc:Choice>
        <mc:Fallback xmlns="">
          <p:pic>
            <p:nvPicPr>
              <p:cNvPr id="3" name="Ink 2">
                <a:extLst>
                  <a:ext uri="{FF2B5EF4-FFF2-40B4-BE49-F238E27FC236}">
                    <a16:creationId xmlns:a16="http://schemas.microsoft.com/office/drawing/2014/main" id="{9F75FCCA-8003-024B-2B29-0EDF6D801F3D}"/>
                  </a:ext>
                </a:extLst>
              </p:cNvPr>
              <p:cNvPicPr/>
              <p:nvPr/>
            </p:nvPicPr>
            <p:blipFill>
              <a:blip r:embed="rId5"/>
              <a:stretch>
                <a:fillRect/>
              </a:stretch>
            </p:blipFill>
            <p:spPr>
              <a:xfrm>
                <a:off x="9025117" y="541040"/>
                <a:ext cx="19080" cy="19080"/>
              </a:xfrm>
              <a:prstGeom prst="rect">
                <a:avLst/>
              </a:prstGeom>
            </p:spPr>
          </p:pic>
        </mc:Fallback>
      </mc:AlternateContent>
      <p:graphicFrame>
        <p:nvGraphicFramePr>
          <p:cNvPr id="7" name="Table 6">
            <a:extLst>
              <a:ext uri="{FF2B5EF4-FFF2-40B4-BE49-F238E27FC236}">
                <a16:creationId xmlns:a16="http://schemas.microsoft.com/office/drawing/2014/main" id="{AD7A6C68-D614-2377-056B-781707D2F236}"/>
              </a:ext>
            </a:extLst>
          </p:cNvPr>
          <p:cNvGraphicFramePr>
            <a:graphicFrameLocks noGrp="1"/>
          </p:cNvGraphicFramePr>
          <p:nvPr/>
        </p:nvGraphicFramePr>
        <p:xfrm>
          <a:off x="647700" y="2173922"/>
          <a:ext cx="10663199" cy="3429000"/>
        </p:xfrm>
        <a:graphic>
          <a:graphicData uri="http://schemas.openxmlformats.org/drawingml/2006/table">
            <a:tbl>
              <a:tblPr>
                <a:tableStyleId>{5C22544A-7EE6-4342-B048-85BDC9FD1C3A}</a:tableStyleId>
              </a:tblPr>
              <a:tblGrid>
                <a:gridCol w="1638300">
                  <a:extLst>
                    <a:ext uri="{9D8B030D-6E8A-4147-A177-3AD203B41FA5}">
                      <a16:colId xmlns:a16="http://schemas.microsoft.com/office/drawing/2014/main" val="4160592141"/>
                    </a:ext>
                  </a:extLst>
                </a:gridCol>
                <a:gridCol w="9024899">
                  <a:extLst>
                    <a:ext uri="{9D8B030D-6E8A-4147-A177-3AD203B41FA5}">
                      <a16:colId xmlns:a16="http://schemas.microsoft.com/office/drawing/2014/main" val="3033414289"/>
                    </a:ext>
                  </a:extLst>
                </a:gridCol>
              </a:tblGrid>
              <a:tr h="685800">
                <a:tc>
                  <a:txBody>
                    <a:bodyPr/>
                    <a:lstStyle/>
                    <a:p>
                      <a:pPr algn="l" fontAlgn="b">
                        <a:buNone/>
                      </a:pPr>
                      <a:r>
                        <a:rPr lang="en-GB" sz="2000" b="0" i="0" u="none" strike="noStrike">
                          <a:solidFill>
                            <a:srgbClr val="000000"/>
                          </a:solidFill>
                          <a:effectLst/>
                          <a:latin typeface="Calibri" panose="020F0502020204030204" pitchFamily="34" charset="0"/>
                        </a:rPr>
                        <a:t>biome</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2000" b="0" i="0" u="none" strike="noStrike">
                          <a:solidFill>
                            <a:srgbClr val="000000"/>
                          </a:solidFill>
                          <a:effectLst/>
                          <a:latin typeface="Calibri" panose="020F0502020204030204" pitchFamily="34" charset="0"/>
                        </a:rPr>
                        <a:t>a large natural area with its own climate, plants and animals</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53441562"/>
                  </a:ext>
                </a:extLst>
              </a:tr>
              <a:tr h="685800">
                <a:tc>
                  <a:txBody>
                    <a:bodyPr/>
                    <a:lstStyle/>
                    <a:p>
                      <a:pPr algn="l" fontAlgn="b">
                        <a:buNone/>
                      </a:pPr>
                      <a:r>
                        <a:rPr lang="en-GB" sz="2000" b="0" i="0" u="none" strike="noStrike">
                          <a:solidFill>
                            <a:srgbClr val="000000"/>
                          </a:solidFill>
                          <a:effectLst/>
                          <a:latin typeface="Calibri" panose="020F0502020204030204" pitchFamily="34" charset="0"/>
                        </a:rPr>
                        <a:t>tropical</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2000" b="0" i="0" u="none" strike="noStrike">
                          <a:solidFill>
                            <a:srgbClr val="000000"/>
                          </a:solidFill>
                          <a:effectLst/>
                          <a:latin typeface="Calibri" panose="020F0502020204030204" pitchFamily="34" charset="0"/>
                        </a:rPr>
                        <a:t>relating to the warm, wet region of the Earth near the equator</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24187290"/>
                  </a:ext>
                </a:extLst>
              </a:tr>
              <a:tr h="685800">
                <a:tc>
                  <a:txBody>
                    <a:bodyPr/>
                    <a:lstStyle/>
                    <a:p>
                      <a:pPr algn="l" fontAlgn="b">
                        <a:buNone/>
                      </a:pPr>
                      <a:r>
                        <a:rPr lang="en-GB" sz="2000" b="0" i="0" u="none" strike="noStrike">
                          <a:solidFill>
                            <a:srgbClr val="000000"/>
                          </a:solidFill>
                          <a:effectLst/>
                          <a:latin typeface="Calibri" panose="020F0502020204030204" pitchFamily="34" charset="0"/>
                        </a:rPr>
                        <a:t>vegetation</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2000" b="0" i="0" u="none" strike="noStrike">
                          <a:solidFill>
                            <a:srgbClr val="000000"/>
                          </a:solidFill>
                          <a:effectLst/>
                          <a:latin typeface="Calibri" panose="020F0502020204030204" pitchFamily="34" charset="0"/>
                        </a:rPr>
                        <a:t>the plants that grow in a particular area or environment</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47381064"/>
                  </a:ext>
                </a:extLst>
              </a:tr>
              <a:tr h="685800">
                <a:tc>
                  <a:txBody>
                    <a:bodyPr/>
                    <a:lstStyle/>
                    <a:p>
                      <a:pPr algn="l" fontAlgn="b">
                        <a:buNone/>
                      </a:pPr>
                      <a:r>
                        <a:rPr lang="en-GB" sz="2000" b="0" i="0" u="none" strike="noStrike">
                          <a:solidFill>
                            <a:srgbClr val="000000"/>
                          </a:solidFill>
                          <a:effectLst/>
                          <a:latin typeface="Calibri" panose="020F0502020204030204" pitchFamily="34" charset="0"/>
                        </a:rPr>
                        <a:t>topography</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2000" b="0" i="0" u="none" strike="noStrike">
                          <a:solidFill>
                            <a:srgbClr val="000000"/>
                          </a:solidFill>
                          <a:effectLst/>
                          <a:latin typeface="Calibri" panose="020F0502020204030204" pitchFamily="34" charset="0"/>
                        </a:rPr>
                        <a:t>the physical features of an area of land, such as mountains, valleys and rivers</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10434475"/>
                  </a:ext>
                </a:extLst>
              </a:tr>
              <a:tr h="685800">
                <a:tc>
                  <a:txBody>
                    <a:bodyPr/>
                    <a:lstStyle/>
                    <a:p>
                      <a:pPr algn="l" fontAlgn="b">
                        <a:buNone/>
                      </a:pPr>
                      <a:r>
                        <a:rPr lang="en-GB" sz="2000" b="0" i="0" u="none" strike="noStrike">
                          <a:solidFill>
                            <a:srgbClr val="000000"/>
                          </a:solidFill>
                          <a:effectLst/>
                          <a:latin typeface="Calibri" panose="020F0502020204030204" pitchFamily="34" charset="0"/>
                        </a:rPr>
                        <a:t>altitude</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2000" b="0" i="0" u="none" strike="noStrike">
                          <a:solidFill>
                            <a:srgbClr val="000000"/>
                          </a:solidFill>
                          <a:effectLst/>
                          <a:latin typeface="Calibri" panose="020F0502020204030204" pitchFamily="34" charset="0"/>
                        </a:rPr>
                        <a:t>the height of a place above sea level</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21865700"/>
                  </a:ext>
                </a:extLst>
              </a:tr>
            </a:tbl>
          </a:graphicData>
        </a:graphic>
      </p:graphicFrame>
      <p:sp>
        <p:nvSpPr>
          <p:cNvPr id="16" name="Rectangle 15">
            <a:extLst>
              <a:ext uri="{FF2B5EF4-FFF2-40B4-BE49-F238E27FC236}">
                <a16:creationId xmlns:a16="http://schemas.microsoft.com/office/drawing/2014/main" id="{114E80EC-EDEA-A9B8-0AA7-BDF4DBA738D9}"/>
              </a:ext>
            </a:extLst>
          </p:cNvPr>
          <p:cNvSpPr/>
          <p:nvPr/>
        </p:nvSpPr>
        <p:spPr>
          <a:xfrm>
            <a:off x="2312410" y="2173922"/>
            <a:ext cx="8985789" cy="685800"/>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a:t>?</a:t>
            </a:r>
          </a:p>
        </p:txBody>
      </p:sp>
      <p:sp>
        <p:nvSpPr>
          <p:cNvPr id="13" name="Rectangle 12">
            <a:extLst>
              <a:ext uri="{FF2B5EF4-FFF2-40B4-BE49-F238E27FC236}">
                <a16:creationId xmlns:a16="http://schemas.microsoft.com/office/drawing/2014/main" id="{2CF9C0CB-B38A-8B6C-0680-46BD300AE1DC}"/>
              </a:ext>
            </a:extLst>
          </p:cNvPr>
          <p:cNvSpPr/>
          <p:nvPr/>
        </p:nvSpPr>
        <p:spPr>
          <a:xfrm>
            <a:off x="2312410" y="2859722"/>
            <a:ext cx="8985789" cy="685800"/>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a:t>?</a:t>
            </a:r>
          </a:p>
        </p:txBody>
      </p:sp>
      <p:sp>
        <p:nvSpPr>
          <p:cNvPr id="17" name="Rectangle 16">
            <a:extLst>
              <a:ext uri="{FF2B5EF4-FFF2-40B4-BE49-F238E27FC236}">
                <a16:creationId xmlns:a16="http://schemas.microsoft.com/office/drawing/2014/main" id="{4BF34747-0A22-7E80-CA39-94571BB7D672}"/>
              </a:ext>
            </a:extLst>
          </p:cNvPr>
          <p:cNvSpPr/>
          <p:nvPr/>
        </p:nvSpPr>
        <p:spPr>
          <a:xfrm>
            <a:off x="2312410" y="3545522"/>
            <a:ext cx="8985789" cy="685800"/>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a:t>?</a:t>
            </a:r>
          </a:p>
        </p:txBody>
      </p:sp>
      <p:sp>
        <p:nvSpPr>
          <p:cNvPr id="18" name="Rectangle 17">
            <a:extLst>
              <a:ext uri="{FF2B5EF4-FFF2-40B4-BE49-F238E27FC236}">
                <a16:creationId xmlns:a16="http://schemas.microsoft.com/office/drawing/2014/main" id="{FB910803-A54A-5B45-8345-8FFD7AC1C67C}"/>
              </a:ext>
            </a:extLst>
          </p:cNvPr>
          <p:cNvSpPr/>
          <p:nvPr/>
        </p:nvSpPr>
        <p:spPr>
          <a:xfrm>
            <a:off x="2312410" y="4231322"/>
            <a:ext cx="8985789" cy="685800"/>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a:t>?</a:t>
            </a:r>
          </a:p>
        </p:txBody>
      </p:sp>
      <p:sp>
        <p:nvSpPr>
          <p:cNvPr id="19" name="Rectangle 18">
            <a:extLst>
              <a:ext uri="{FF2B5EF4-FFF2-40B4-BE49-F238E27FC236}">
                <a16:creationId xmlns:a16="http://schemas.microsoft.com/office/drawing/2014/main" id="{DB05B3E1-CB09-5A78-B03C-31610DE59A67}"/>
              </a:ext>
            </a:extLst>
          </p:cNvPr>
          <p:cNvSpPr/>
          <p:nvPr/>
        </p:nvSpPr>
        <p:spPr>
          <a:xfrm>
            <a:off x="2312410" y="4917122"/>
            <a:ext cx="8985789" cy="685800"/>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a:t>?</a:t>
            </a:r>
          </a:p>
        </p:txBody>
      </p:sp>
    </p:spTree>
    <p:extLst>
      <p:ext uri="{BB962C8B-B14F-4D97-AF65-F5344CB8AC3E}">
        <p14:creationId xmlns:p14="http://schemas.microsoft.com/office/powerpoint/2010/main" val="3287233457"/>
      </p:ext>
    </p:extLst>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16"/>
                    </p:tgtEl>
                  </p:cond>
                </p:stCondLst>
                <p:endSync evt="end" delay="0">
                  <p:rtn val="all"/>
                </p:endSync>
                <p:childTnLst>
                  <p:par>
                    <p:cTn id="3" fill="hold">
                      <p:stCondLst>
                        <p:cond delay="0"/>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hidden"/>
                                      </p:to>
                                    </p:set>
                                  </p:childTnLst>
                                </p:cTn>
                              </p:par>
                            </p:childTnLst>
                          </p:cTn>
                        </p:par>
                      </p:childTnLst>
                    </p:cTn>
                  </p:par>
                </p:childTnLst>
              </p:cTn>
              <p:nextCondLst>
                <p:cond evt="onClick" delay="0">
                  <p:tgtEl>
                    <p:spTgt spid="16"/>
                  </p:tgtEl>
                </p:cond>
              </p:nextCondLst>
            </p:seq>
            <p:seq concurrent="1" nextAc="seek">
              <p:cTn id="7" restart="whenNotActive" fill="hold" evtFilter="cancelBubble" nodeType="interactiveSeq">
                <p:stCondLst>
                  <p:cond evt="onClick" delay="0">
                    <p:tgtEl>
                      <p:spTgt spid="13"/>
                    </p:tgtEl>
                  </p:cond>
                </p:stCondLst>
                <p:endSync evt="end" delay="0">
                  <p:rtn val="all"/>
                </p:endSync>
                <p:childTnLst>
                  <p:par>
                    <p:cTn id="8" fill="hold">
                      <p:stCondLst>
                        <p:cond delay="0"/>
                      </p:stCondLst>
                      <p:childTnLst>
                        <p:par>
                          <p:cTn id="9" fill="hold">
                            <p:stCondLst>
                              <p:cond delay="0"/>
                            </p:stCondLst>
                            <p:childTnLst>
                              <p:par>
                                <p:cTn id="10" presetID="1" presetClass="exit" presetSubtype="0" fill="hold" grpId="0" nodeType="clickEffect">
                                  <p:stCondLst>
                                    <p:cond delay="0"/>
                                  </p:stCondLst>
                                  <p:childTnLst>
                                    <p:set>
                                      <p:cBhvr>
                                        <p:cTn id="11" dur="1" fill="hold">
                                          <p:stCondLst>
                                            <p:cond delay="0"/>
                                          </p:stCondLst>
                                        </p:cTn>
                                        <p:tgtEl>
                                          <p:spTgt spid="13"/>
                                        </p:tgtEl>
                                        <p:attrNameLst>
                                          <p:attrName>style.visibility</p:attrName>
                                        </p:attrNameLst>
                                      </p:cBhvr>
                                      <p:to>
                                        <p:strVal val="hidden"/>
                                      </p:to>
                                    </p:set>
                                  </p:childTnLst>
                                </p:cTn>
                              </p:par>
                            </p:childTnLst>
                          </p:cTn>
                        </p:par>
                      </p:childTnLst>
                    </p:cTn>
                  </p:par>
                </p:childTnLst>
              </p:cTn>
              <p:nextCondLst>
                <p:cond evt="onClick" delay="0">
                  <p:tgtEl>
                    <p:spTgt spid="13"/>
                  </p:tgtEl>
                </p:cond>
              </p:nextCondLst>
            </p:seq>
            <p:seq concurrent="1" nextAc="seek">
              <p:cTn id="12" restart="whenNotActive" fill="hold" evtFilter="cancelBubble" nodeType="interactiveSeq">
                <p:stCondLst>
                  <p:cond evt="onClick" delay="0">
                    <p:tgtEl>
                      <p:spTgt spid="17"/>
                    </p:tgtEl>
                  </p:cond>
                </p:stCondLst>
                <p:endSync evt="end" delay="0">
                  <p:rtn val="all"/>
                </p:endSync>
                <p:childTnLst>
                  <p:par>
                    <p:cTn id="13" fill="hold">
                      <p:stCondLst>
                        <p:cond delay="0"/>
                      </p:stCondLst>
                      <p:childTnLst>
                        <p:par>
                          <p:cTn id="14" fill="hold">
                            <p:stCondLst>
                              <p:cond delay="0"/>
                            </p:stCondLst>
                            <p:childTnLst>
                              <p:par>
                                <p:cTn id="15" presetID="1" presetClass="exit" presetSubtype="0" fill="hold" grpId="0" nodeType="clickEffect">
                                  <p:stCondLst>
                                    <p:cond delay="0"/>
                                  </p:stCondLst>
                                  <p:childTnLst>
                                    <p:set>
                                      <p:cBhvr>
                                        <p:cTn id="16" dur="1" fill="hold">
                                          <p:stCondLst>
                                            <p:cond delay="0"/>
                                          </p:stCondLst>
                                        </p:cTn>
                                        <p:tgtEl>
                                          <p:spTgt spid="17"/>
                                        </p:tgtEl>
                                        <p:attrNameLst>
                                          <p:attrName>style.visibility</p:attrName>
                                        </p:attrNameLst>
                                      </p:cBhvr>
                                      <p:to>
                                        <p:strVal val="hidden"/>
                                      </p:to>
                                    </p:set>
                                  </p:childTnLst>
                                </p:cTn>
                              </p:par>
                            </p:childTnLst>
                          </p:cTn>
                        </p:par>
                      </p:childTnLst>
                    </p:cTn>
                  </p:par>
                </p:childTnLst>
              </p:cTn>
              <p:nextCondLst>
                <p:cond evt="onClick" delay="0">
                  <p:tgtEl>
                    <p:spTgt spid="17"/>
                  </p:tgtEl>
                </p:cond>
              </p:nextCondLst>
            </p:seq>
            <p:seq concurrent="1" nextAc="seek">
              <p:cTn id="17" restart="whenNotActive" fill="hold" evtFilter="cancelBubble" nodeType="interactiveSeq">
                <p:stCondLst>
                  <p:cond evt="onClick" delay="0">
                    <p:tgtEl>
                      <p:spTgt spid="18"/>
                    </p:tgtEl>
                  </p:cond>
                </p:stCondLst>
                <p:endSync evt="end" delay="0">
                  <p:rtn val="all"/>
                </p:endSync>
                <p:childTnLst>
                  <p:par>
                    <p:cTn id="18" fill="hold">
                      <p:stCondLst>
                        <p:cond delay="0"/>
                      </p:stCondLst>
                      <p:childTnLst>
                        <p:par>
                          <p:cTn id="19" fill="hold">
                            <p:stCondLst>
                              <p:cond delay="0"/>
                            </p:stCondLst>
                            <p:childTnLst>
                              <p:par>
                                <p:cTn id="20" presetID="1" presetClass="exit" presetSubtype="0" fill="hold" grpId="0" nodeType="clickEffect">
                                  <p:stCondLst>
                                    <p:cond delay="0"/>
                                  </p:stCondLst>
                                  <p:childTnLst>
                                    <p:set>
                                      <p:cBhvr>
                                        <p:cTn id="21" dur="1" fill="hold">
                                          <p:stCondLst>
                                            <p:cond delay="0"/>
                                          </p:stCondLst>
                                        </p:cTn>
                                        <p:tgtEl>
                                          <p:spTgt spid="18"/>
                                        </p:tgtEl>
                                        <p:attrNameLst>
                                          <p:attrName>style.visibility</p:attrName>
                                        </p:attrNameLst>
                                      </p:cBhvr>
                                      <p:to>
                                        <p:strVal val="hidden"/>
                                      </p:to>
                                    </p:set>
                                  </p:childTnLst>
                                </p:cTn>
                              </p:par>
                            </p:childTnLst>
                          </p:cTn>
                        </p:par>
                      </p:childTnLst>
                    </p:cTn>
                  </p:par>
                </p:childTnLst>
              </p:cTn>
              <p:nextCondLst>
                <p:cond evt="onClick" delay="0">
                  <p:tgtEl>
                    <p:spTgt spid="18"/>
                  </p:tgtEl>
                </p:cond>
              </p:nextCondLst>
            </p:seq>
            <p:seq concurrent="1" nextAc="seek">
              <p:cTn id="22" restart="whenNotActive" fill="hold" evtFilter="cancelBubble" nodeType="interactiveSeq">
                <p:stCondLst>
                  <p:cond evt="onClick" delay="0">
                    <p:tgtEl>
                      <p:spTgt spid="19"/>
                    </p:tgtEl>
                  </p:cond>
                </p:stCondLst>
                <p:endSync evt="end" delay="0">
                  <p:rtn val="all"/>
                </p:endSync>
                <p:childTnLst>
                  <p:par>
                    <p:cTn id="23" fill="hold">
                      <p:stCondLst>
                        <p:cond delay="0"/>
                      </p:stCondLst>
                      <p:childTnLst>
                        <p:par>
                          <p:cTn id="24" fill="hold">
                            <p:stCondLst>
                              <p:cond delay="0"/>
                            </p:stCondLst>
                            <p:childTnLst>
                              <p:par>
                                <p:cTn id="25" presetID="1" presetClass="exit" presetSubtype="0" fill="hold" grpId="0" nodeType="clickEffect">
                                  <p:stCondLst>
                                    <p:cond delay="0"/>
                                  </p:stCondLst>
                                  <p:childTnLst>
                                    <p:set>
                                      <p:cBhvr>
                                        <p:cTn id="26" dur="1" fill="hold">
                                          <p:stCondLst>
                                            <p:cond delay="0"/>
                                          </p:stCondLst>
                                        </p:cTn>
                                        <p:tgtEl>
                                          <p:spTgt spid="19"/>
                                        </p:tgtEl>
                                        <p:attrNameLst>
                                          <p:attrName>style.visibility</p:attrName>
                                        </p:attrNameLst>
                                      </p:cBhvr>
                                      <p:to>
                                        <p:strVal val="hidden"/>
                                      </p:to>
                                    </p:set>
                                  </p:childTnLst>
                                </p:cTn>
                              </p:par>
                            </p:childTnLst>
                          </p:cTn>
                        </p:par>
                      </p:childTnLst>
                    </p:cTn>
                  </p:par>
                </p:childTnLst>
              </p:cTn>
              <p:nextCondLst>
                <p:cond evt="onClick" delay="0">
                  <p:tgtEl>
                    <p:spTgt spid="19"/>
                  </p:tgtEl>
                </p:cond>
              </p:nextCondLst>
            </p:seq>
          </p:childTnLst>
        </p:cTn>
      </p:par>
    </p:tnLst>
    <p:bldLst>
      <p:bldP spid="16" grpId="0" animBg="1"/>
      <p:bldP spid="13" grpId="0" animBg="1"/>
      <p:bldP spid="17" grpId="0" animBg="1"/>
      <p:bldP spid="18" grpId="0" animBg="1"/>
      <p:bldP spid="19"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2C497C-5676-F0CE-9C15-81908FA1F348}"/>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7DCBDDC3-E8B4-5DB7-95EB-E4EB767438DF}"/>
              </a:ext>
            </a:extLst>
          </p:cNvPr>
          <p:cNvGrpSpPr/>
          <p:nvPr/>
        </p:nvGrpSpPr>
        <p:grpSpPr>
          <a:xfrm>
            <a:off x="38684" y="68473"/>
            <a:ext cx="1316831" cy="1316831"/>
            <a:chOff x="5180554" y="1026138"/>
            <a:chExt cx="1316831" cy="1316831"/>
          </a:xfrm>
        </p:grpSpPr>
        <p:sp>
          <p:nvSpPr>
            <p:cNvPr id="4" name="Oval 3">
              <a:extLst>
                <a:ext uri="{FF2B5EF4-FFF2-40B4-BE49-F238E27FC236}">
                  <a16:creationId xmlns:a16="http://schemas.microsoft.com/office/drawing/2014/main" id="{4D7EC211-6C19-B85F-7D0D-25A8FEEA3637}"/>
                </a:ext>
              </a:extLst>
            </p:cNvPr>
            <p:cNvSpPr/>
            <p:nvPr/>
          </p:nvSpPr>
          <p:spPr>
            <a:xfrm>
              <a:off x="5180554" y="1026138"/>
              <a:ext cx="1316831" cy="1316831"/>
            </a:xfrm>
            <a:prstGeom prst="ellipse">
              <a:avLst/>
            </a:prstGeom>
            <a:solidFill>
              <a:srgbClr val="DFF2C0"/>
            </a:solidFill>
            <a:ln w="38100">
              <a:solidFill>
                <a:srgbClr val="82BB27"/>
              </a:solidFill>
            </a:ln>
          </p:spPr>
          <p:style>
            <a:lnRef idx="2">
              <a:scrgbClr r="0" g="0" b="0"/>
            </a:lnRef>
            <a:fillRef idx="1">
              <a:scrgbClr r="0" g="0" b="0"/>
            </a:fillRef>
            <a:effectRef idx="0">
              <a:schemeClr val="accent1">
                <a:hueOff val="0"/>
                <a:satOff val="0"/>
                <a:lumOff val="0"/>
                <a:alphaOff val="0"/>
              </a:schemeClr>
            </a:effectRef>
            <a:fontRef idx="minor">
              <a:schemeClr val="lt1"/>
            </a:fontRef>
          </p:style>
          <p:txBody>
            <a:bodyPr/>
            <a:lstStyle/>
            <a:p>
              <a:endParaRPr lang="en-GB"/>
            </a:p>
          </p:txBody>
        </p:sp>
        <p:sp>
          <p:nvSpPr>
            <p:cNvPr id="6" name="Oval 4">
              <a:extLst>
                <a:ext uri="{FF2B5EF4-FFF2-40B4-BE49-F238E27FC236}">
                  <a16:creationId xmlns:a16="http://schemas.microsoft.com/office/drawing/2014/main" id="{6358CBDE-7D41-F226-3072-41F208B4D98A}"/>
                </a:ext>
              </a:extLst>
            </p:cNvPr>
            <p:cNvSpPr txBox="1"/>
            <p:nvPr/>
          </p:nvSpPr>
          <p:spPr>
            <a:xfrm>
              <a:off x="5373399" y="1218983"/>
              <a:ext cx="931141" cy="931141"/>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6510" tIns="16510" rIns="16510" bIns="16510" numCol="1" spcCol="1270" anchor="ctr" anchorCtr="0">
              <a:noAutofit/>
            </a:bodyPr>
            <a:lstStyle/>
            <a:p>
              <a:pPr marL="0" lvl="0" indent="0" algn="ctr" defTabSz="577850">
                <a:lnSpc>
                  <a:spcPct val="90000"/>
                </a:lnSpc>
                <a:spcBef>
                  <a:spcPct val="0"/>
                </a:spcBef>
                <a:spcAft>
                  <a:spcPct val="35000"/>
                </a:spcAft>
                <a:buNone/>
              </a:pPr>
              <a:r>
                <a:rPr lang="en-GB" sz="1300" b="1" kern="1200">
                  <a:solidFill>
                    <a:srgbClr val="82BB27"/>
                  </a:solidFill>
                  <a:latin typeface="Sassoon Infant Rg" panose="02000503030000020003" pitchFamily="2" charset="0"/>
                  <a:ea typeface="Sassoon Infant Rg" panose="02000503030000020003" pitchFamily="2" charset="0"/>
                </a:rPr>
                <a:t>Vocabulary</a:t>
              </a:r>
            </a:p>
          </p:txBody>
        </p:sp>
      </p:grpSp>
      <p:sp>
        <p:nvSpPr>
          <p:cNvPr id="13" name="Title 1">
            <a:extLst>
              <a:ext uri="{FF2B5EF4-FFF2-40B4-BE49-F238E27FC236}">
                <a16:creationId xmlns:a16="http://schemas.microsoft.com/office/drawing/2014/main" id="{9CDE4E57-6664-84F7-C8E9-8F4381A4D091}"/>
              </a:ext>
            </a:extLst>
          </p:cNvPr>
          <p:cNvSpPr txBox="1">
            <a:spLocks/>
          </p:cNvSpPr>
          <p:nvPr/>
        </p:nvSpPr>
        <p:spPr>
          <a:xfrm>
            <a:off x="2535882" y="918780"/>
            <a:ext cx="5559247" cy="1325563"/>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endParaRPr lang="en-GB" sz="2800"/>
          </a:p>
        </p:txBody>
      </p:sp>
      <p:sp>
        <p:nvSpPr>
          <p:cNvPr id="3" name="Title 1">
            <a:extLst>
              <a:ext uri="{FF2B5EF4-FFF2-40B4-BE49-F238E27FC236}">
                <a16:creationId xmlns:a16="http://schemas.microsoft.com/office/drawing/2014/main" id="{3B86A135-C8BF-2285-F3AA-0B4C5706CE90}"/>
              </a:ext>
            </a:extLst>
          </p:cNvPr>
          <p:cNvSpPr txBox="1">
            <a:spLocks/>
          </p:cNvSpPr>
          <p:nvPr/>
        </p:nvSpPr>
        <p:spPr>
          <a:xfrm>
            <a:off x="0" y="85619"/>
            <a:ext cx="12192000" cy="1498214"/>
          </a:xfrm>
          <a:prstGeom prst="rect">
            <a:avLst/>
          </a:prstGeom>
        </p:spPr>
        <p:txBody>
          <a:bodyP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lnSpc>
                <a:spcPct val="150000"/>
              </a:lnSpc>
            </a:pPr>
            <a:r>
              <a:rPr lang="en-GB" sz="4000"/>
              <a:t>Vocabulary Focus</a:t>
            </a:r>
          </a:p>
        </p:txBody>
      </p:sp>
      <p:sp>
        <p:nvSpPr>
          <p:cNvPr id="7" name="Title 1">
            <a:extLst>
              <a:ext uri="{FF2B5EF4-FFF2-40B4-BE49-F238E27FC236}">
                <a16:creationId xmlns:a16="http://schemas.microsoft.com/office/drawing/2014/main" id="{07FF75F1-41FF-EEA3-B802-ED64112A7D02}"/>
              </a:ext>
            </a:extLst>
          </p:cNvPr>
          <p:cNvSpPr txBox="1">
            <a:spLocks/>
          </p:cNvSpPr>
          <p:nvPr/>
        </p:nvSpPr>
        <p:spPr>
          <a:xfrm>
            <a:off x="5590032" y="604264"/>
            <a:ext cx="1873406" cy="97956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en-GB" sz="4000" b="1"/>
          </a:p>
        </p:txBody>
      </p:sp>
      <p:graphicFrame>
        <p:nvGraphicFramePr>
          <p:cNvPr id="9" name="Table 8">
            <a:extLst>
              <a:ext uri="{FF2B5EF4-FFF2-40B4-BE49-F238E27FC236}">
                <a16:creationId xmlns:a16="http://schemas.microsoft.com/office/drawing/2014/main" id="{98F68A2F-1F77-2878-BCF5-883045F28026}"/>
              </a:ext>
            </a:extLst>
          </p:cNvPr>
          <p:cNvGraphicFramePr>
            <a:graphicFrameLocks noGrp="1"/>
          </p:cNvGraphicFramePr>
          <p:nvPr/>
        </p:nvGraphicFramePr>
        <p:xfrm>
          <a:off x="2032000" y="1727002"/>
          <a:ext cx="8128000" cy="4922852"/>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811326830"/>
                    </a:ext>
                  </a:extLst>
                </a:gridCol>
                <a:gridCol w="4064000">
                  <a:extLst>
                    <a:ext uri="{9D8B030D-6E8A-4147-A177-3AD203B41FA5}">
                      <a16:colId xmlns:a16="http://schemas.microsoft.com/office/drawing/2014/main" val="773647625"/>
                    </a:ext>
                  </a:extLst>
                </a:gridCol>
              </a:tblGrid>
              <a:tr h="2461426">
                <a:tc>
                  <a:txBody>
                    <a:bodyPr/>
                    <a:lstStyle/>
                    <a:p>
                      <a:r>
                        <a:rPr lang="en-GB" b="0">
                          <a:solidFill>
                            <a:schemeClr val="tx1"/>
                          </a:solidFill>
                        </a:rPr>
                        <a:t>Write it 5 times</a:t>
                      </a:r>
                    </a:p>
                    <a:p>
                      <a:endParaRPr lang="en-GB" b="0">
                        <a:solidFill>
                          <a:schemeClr val="tx1"/>
                        </a:solidFill>
                      </a:endParaRPr>
                    </a:p>
                    <a:p>
                      <a:pPr algn="ctr"/>
                      <a:r>
                        <a:rPr lang="en-GB" sz="3200" b="0">
                          <a:solidFill>
                            <a:schemeClr val="tx1"/>
                          </a:solidFill>
                          <a:latin typeface="XCCW Joined 4a" panose="03050602040000000000" pitchFamily="66" charset="77"/>
                        </a:rPr>
                        <a:t>biome</a:t>
                      </a:r>
                    </a:p>
                    <a:p>
                      <a:endParaRPr lang="en-GB" b="0">
                        <a:solidFill>
                          <a:schemeClr val="tx1"/>
                        </a:solidFill>
                        <a:latin typeface="XCCW Joined 4a" panose="03050602040000000000" pitchFamily="66" charset="77"/>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400">
                          <a:solidFill>
                            <a:schemeClr val="tx1"/>
                          </a:solidFill>
                        </a:rPr>
                        <a:t>Use it in a sentence</a:t>
                      </a:r>
                    </a:p>
                    <a:p>
                      <a:endParaRPr lang="en-GB" sz="2400" b="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264313380"/>
                  </a:ext>
                </a:extLst>
              </a:tr>
              <a:tr h="2461426">
                <a:tc gridSpan="2">
                  <a:txBody>
                    <a:bodyPr/>
                    <a:lstStyle/>
                    <a:p>
                      <a:r>
                        <a:rPr lang="en-GB">
                          <a:solidFill>
                            <a:schemeClr val="tx1"/>
                          </a:solidFill>
                        </a:rPr>
                        <a:t>Other linked words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83729397"/>
                  </a:ext>
                </a:extLst>
              </a:tr>
            </a:tbl>
          </a:graphicData>
        </a:graphic>
      </p:graphicFrame>
      <p:pic>
        <p:nvPicPr>
          <p:cNvPr id="8" name="Picture 7">
            <a:extLst>
              <a:ext uri="{FF2B5EF4-FFF2-40B4-BE49-F238E27FC236}">
                <a16:creationId xmlns:a16="http://schemas.microsoft.com/office/drawing/2014/main" id="{755B9240-8989-B9DB-0B3B-B8D062E07BCE}"/>
              </a:ext>
            </a:extLst>
          </p:cNvPr>
          <p:cNvPicPr>
            <a:picLocks noChangeAspect="1"/>
          </p:cNvPicPr>
          <p:nvPr/>
        </p:nvPicPr>
        <p:blipFill>
          <a:blip r:embed="rId3"/>
          <a:stretch>
            <a:fillRect/>
          </a:stretch>
        </p:blipFill>
        <p:spPr>
          <a:xfrm>
            <a:off x="10424916" y="134700"/>
            <a:ext cx="1616752" cy="697982"/>
          </a:xfrm>
          <a:prstGeom prst="rect">
            <a:avLst/>
          </a:prstGeom>
        </p:spPr>
      </p:pic>
      <p:sp>
        <p:nvSpPr>
          <p:cNvPr id="5" name="TextBox 4">
            <a:extLst>
              <a:ext uri="{FF2B5EF4-FFF2-40B4-BE49-F238E27FC236}">
                <a16:creationId xmlns:a16="http://schemas.microsoft.com/office/drawing/2014/main" id="{7904627B-45D6-BE36-7042-C69B53AD1828}"/>
              </a:ext>
            </a:extLst>
          </p:cNvPr>
          <p:cNvSpPr txBox="1"/>
          <p:nvPr/>
        </p:nvSpPr>
        <p:spPr>
          <a:xfrm>
            <a:off x="4766154" y="5299847"/>
            <a:ext cx="2400000" cy="480000"/>
          </a:xfrm>
          <a:prstGeom prst="rect">
            <a:avLst/>
          </a:prstGeom>
          <a:noFill/>
        </p:spPr>
        <p:txBody>
          <a:bodyPr wrap="square" rtlCol="0" anchor="ctr"/>
          <a:lstStyle/>
          <a:p>
            <a:pPr algn="ctr"/>
            <a:r>
              <a:rPr lang="en-GB"/>
              <a:t>biome</a:t>
            </a:r>
          </a:p>
        </p:txBody>
      </p:sp>
      <p:cxnSp>
        <p:nvCxnSpPr>
          <p:cNvPr id="12" name="Straight Connector 11">
            <a:extLst>
              <a:ext uri="{FF2B5EF4-FFF2-40B4-BE49-F238E27FC236}">
                <a16:creationId xmlns:a16="http://schemas.microsoft.com/office/drawing/2014/main" id="{483F9876-11CA-68D4-B5B9-503CB1452DDF}"/>
              </a:ext>
            </a:extLst>
          </p:cNvPr>
          <p:cNvCxnSpPr/>
          <p:nvPr/>
        </p:nvCxnSpPr>
        <p:spPr>
          <a:xfrm flipV="1">
            <a:off x="6391527" y="4613658"/>
            <a:ext cx="807506" cy="782198"/>
          </a:xfrm>
          <a:prstGeom prst="line">
            <a:avLst/>
          </a:prstGeom>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167DD069-433E-BF48-9167-8E5BCC114624}"/>
              </a:ext>
            </a:extLst>
          </p:cNvPr>
          <p:cNvCxnSpPr>
            <a:cxnSpLocks/>
          </p:cNvCxnSpPr>
          <p:nvPr/>
        </p:nvCxnSpPr>
        <p:spPr>
          <a:xfrm>
            <a:off x="6532910" y="5656722"/>
            <a:ext cx="930528" cy="216932"/>
          </a:xfrm>
          <a:prstGeom prst="line">
            <a:avLst/>
          </a:prstGeom>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BD37026A-B5E7-A43B-7015-F91BED67059F}"/>
              </a:ext>
            </a:extLst>
          </p:cNvPr>
          <p:cNvCxnSpPr>
            <a:cxnSpLocks/>
          </p:cNvCxnSpPr>
          <p:nvPr/>
        </p:nvCxnSpPr>
        <p:spPr>
          <a:xfrm flipV="1">
            <a:off x="4786339" y="5656722"/>
            <a:ext cx="791952" cy="565398"/>
          </a:xfrm>
          <a:prstGeom prst="line">
            <a:avLst/>
          </a:prstGeom>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47576966-8817-48AF-F837-0832462F5E46}"/>
              </a:ext>
            </a:extLst>
          </p:cNvPr>
          <p:cNvCxnSpPr>
            <a:cxnSpLocks/>
          </p:cNvCxnSpPr>
          <p:nvPr/>
        </p:nvCxnSpPr>
        <p:spPr>
          <a:xfrm>
            <a:off x="4688753" y="5010683"/>
            <a:ext cx="852027" cy="382970"/>
          </a:xfrm>
          <a:prstGeom prst="line">
            <a:avLst/>
          </a:prstGeom>
        </p:spPr>
        <p:style>
          <a:lnRef idx="1">
            <a:schemeClr val="accent1"/>
          </a:lnRef>
          <a:fillRef idx="0">
            <a:schemeClr val="accent1"/>
          </a:fillRef>
          <a:effectRef idx="0">
            <a:schemeClr val="accent1"/>
          </a:effectRef>
          <a:fontRef idx="minor">
            <a:schemeClr val="tx1"/>
          </a:fontRef>
        </p:style>
      </p:cxnSp>
      <p:pic>
        <p:nvPicPr>
          <p:cNvPr id="11" name="Picture 10">
            <a:extLst>
              <a:ext uri="{FF2B5EF4-FFF2-40B4-BE49-F238E27FC236}">
                <a16:creationId xmlns:a16="http://schemas.microsoft.com/office/drawing/2014/main" id="{6EE6038E-2E20-39E1-51AA-382FB77B2D40}"/>
              </a:ext>
            </a:extLst>
          </p:cNvPr>
          <p:cNvPicPr>
            <a:picLocks noChangeAspect="1"/>
          </p:cNvPicPr>
          <p:nvPr/>
        </p:nvPicPr>
        <p:blipFill>
          <a:blip r:embed="rId4"/>
          <a:stretch>
            <a:fillRect/>
          </a:stretch>
        </p:blipFill>
        <p:spPr>
          <a:xfrm>
            <a:off x="6502757" y="2982841"/>
            <a:ext cx="3184743" cy="794571"/>
          </a:xfrm>
          <a:prstGeom prst="rect">
            <a:avLst/>
          </a:prstGeom>
          <a:solidFill>
            <a:schemeClr val="bg1"/>
          </a:solidFill>
        </p:spPr>
      </p:pic>
    </p:spTree>
    <p:extLst>
      <p:ext uri="{BB962C8B-B14F-4D97-AF65-F5344CB8AC3E}">
        <p14:creationId xmlns:p14="http://schemas.microsoft.com/office/powerpoint/2010/main" val="393423157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7C8F1879-9C69-AABD-5D27-70A3FD61C54F}"/>
              </a:ext>
            </a:extLst>
          </p:cNvPr>
          <p:cNvGrpSpPr/>
          <p:nvPr/>
        </p:nvGrpSpPr>
        <p:grpSpPr>
          <a:xfrm>
            <a:off x="43957" y="90546"/>
            <a:ext cx="963274" cy="909579"/>
            <a:chOff x="1630613" y="1026138"/>
            <a:chExt cx="1316831" cy="1316831"/>
          </a:xfrm>
        </p:grpSpPr>
        <p:sp>
          <p:nvSpPr>
            <p:cNvPr id="4" name="Oval 3">
              <a:extLst>
                <a:ext uri="{FF2B5EF4-FFF2-40B4-BE49-F238E27FC236}">
                  <a16:creationId xmlns:a16="http://schemas.microsoft.com/office/drawing/2014/main" id="{C5A04DD0-FF30-895F-0ED9-888B47B1A02D}"/>
                </a:ext>
              </a:extLst>
            </p:cNvPr>
            <p:cNvSpPr/>
            <p:nvPr/>
          </p:nvSpPr>
          <p:spPr>
            <a:xfrm>
              <a:off x="1630613" y="1026138"/>
              <a:ext cx="1316831" cy="1316831"/>
            </a:xfrm>
            <a:prstGeom prst="ellipse">
              <a:avLst/>
            </a:prstGeom>
            <a:solidFill>
              <a:srgbClr val="A2CFFC"/>
            </a:solidFill>
            <a:ln w="38100">
              <a:solidFill>
                <a:srgbClr val="0762BA"/>
              </a:solidFill>
            </a:ln>
          </p:spPr>
          <p:style>
            <a:lnRef idx="2">
              <a:scrgbClr r="0" g="0" b="0"/>
            </a:lnRef>
            <a:fillRef idx="1">
              <a:scrgbClr r="0" g="0" b="0"/>
            </a:fillRef>
            <a:effectRef idx="0">
              <a:schemeClr val="accent1">
                <a:hueOff val="0"/>
                <a:satOff val="0"/>
                <a:lumOff val="0"/>
                <a:alphaOff val="0"/>
              </a:schemeClr>
            </a:effectRef>
            <a:fontRef idx="minor">
              <a:schemeClr val="lt1"/>
            </a:fontRef>
          </p:style>
          <p:txBody>
            <a:bodyPr/>
            <a:lstStyle/>
            <a:p>
              <a:endParaRPr lang="en-GB"/>
            </a:p>
          </p:txBody>
        </p:sp>
        <p:sp>
          <p:nvSpPr>
            <p:cNvPr id="5" name="Oval 4">
              <a:extLst>
                <a:ext uri="{FF2B5EF4-FFF2-40B4-BE49-F238E27FC236}">
                  <a16:creationId xmlns:a16="http://schemas.microsoft.com/office/drawing/2014/main" id="{8EBD88F1-D64A-0A71-7434-4A250ABBD4E6}"/>
                </a:ext>
              </a:extLst>
            </p:cNvPr>
            <p:cNvSpPr txBox="1"/>
            <p:nvPr/>
          </p:nvSpPr>
          <p:spPr>
            <a:xfrm>
              <a:off x="1823458" y="1218983"/>
              <a:ext cx="931141" cy="931141"/>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6510" tIns="16510" rIns="16510" bIns="16510" numCol="1" spcCol="1270" anchor="ctr" anchorCtr="0">
              <a:normAutofit/>
            </a:bodyPr>
            <a:lstStyle/>
            <a:p>
              <a:pPr marL="0" lvl="0" indent="0" algn="ctr" defTabSz="577850">
                <a:lnSpc>
                  <a:spcPct val="90000"/>
                </a:lnSpc>
                <a:spcBef>
                  <a:spcPct val="0"/>
                </a:spcBef>
                <a:spcAft>
                  <a:spcPct val="35000"/>
                </a:spcAft>
                <a:buNone/>
              </a:pPr>
              <a:r>
                <a:rPr lang="en-GB" sz="1300" b="1" kern="1200">
                  <a:solidFill>
                    <a:srgbClr val="0762BA"/>
                  </a:solidFill>
                  <a:latin typeface="Sassoon Infant Rg" panose="02000503030000020003" pitchFamily="2" charset="0"/>
                  <a:ea typeface="Sassoon Infant Rg" panose="02000503030000020003" pitchFamily="2" charset="0"/>
                </a:rPr>
                <a:t>Decoding &amp; phonics</a:t>
              </a:r>
            </a:p>
          </p:txBody>
        </p:sp>
      </p:grpSp>
      <p:pic>
        <p:nvPicPr>
          <p:cNvPr id="11" name="Picture 10">
            <a:extLst>
              <a:ext uri="{FF2B5EF4-FFF2-40B4-BE49-F238E27FC236}">
                <a16:creationId xmlns:a16="http://schemas.microsoft.com/office/drawing/2014/main" id="{5B88EF2C-3893-9BD5-87F9-6BF0F699F9A5}"/>
              </a:ext>
            </a:extLst>
          </p:cNvPr>
          <p:cNvPicPr/>
          <p:nvPr/>
        </p:nvPicPr>
        <p:blipFill>
          <a:blip r:embed="rId3">
            <a:extLst>
              <a:ext uri="{28A0092B-C50C-407E-A947-70E740481C1C}">
                <a14:useLocalDpi xmlns:a14="http://schemas.microsoft.com/office/drawing/2010/main" val="0"/>
              </a:ext>
            </a:extLst>
          </a:blip>
          <a:stretch>
            <a:fillRect/>
          </a:stretch>
        </p:blipFill>
        <p:spPr>
          <a:xfrm>
            <a:off x="10539555" y="90546"/>
            <a:ext cx="1691129" cy="711848"/>
          </a:xfrm>
          <a:prstGeom prst="rect">
            <a:avLst/>
          </a:prstGeom>
        </p:spPr>
      </p:pic>
      <p:sp>
        <p:nvSpPr>
          <p:cNvPr id="12" name="Title 1">
            <a:extLst>
              <a:ext uri="{FF2B5EF4-FFF2-40B4-BE49-F238E27FC236}">
                <a16:creationId xmlns:a16="http://schemas.microsoft.com/office/drawing/2014/main" id="{D07968F0-1915-728F-1F6D-2CB9277677F6}"/>
              </a:ext>
            </a:extLst>
          </p:cNvPr>
          <p:cNvSpPr txBox="1">
            <a:spLocks/>
          </p:cNvSpPr>
          <p:nvPr/>
        </p:nvSpPr>
        <p:spPr>
          <a:xfrm>
            <a:off x="38684" y="-18063"/>
            <a:ext cx="12153316" cy="1299685"/>
          </a:xfrm>
          <a:prstGeom prst="rect">
            <a:avLst/>
          </a:prstGeom>
        </p:spPr>
        <p:txBody>
          <a:bodyPr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GB"/>
              <a:t>Independent Read</a:t>
            </a:r>
          </a:p>
        </p:txBody>
      </p:sp>
      <p:sp>
        <p:nvSpPr>
          <p:cNvPr id="22" name="TextBox 21">
            <a:extLst>
              <a:ext uri="{FF2B5EF4-FFF2-40B4-BE49-F238E27FC236}">
                <a16:creationId xmlns:a16="http://schemas.microsoft.com/office/drawing/2014/main" id="{BBE494B4-E4A1-C48A-15E2-3683EA0AD086}"/>
              </a:ext>
            </a:extLst>
          </p:cNvPr>
          <p:cNvSpPr txBox="1"/>
          <p:nvPr/>
        </p:nvSpPr>
        <p:spPr>
          <a:xfrm>
            <a:off x="1" y="931322"/>
            <a:ext cx="12191999" cy="830997"/>
          </a:xfrm>
          <a:prstGeom prst="rect">
            <a:avLst/>
          </a:prstGeom>
          <a:noFill/>
        </p:spPr>
        <p:txBody>
          <a:bodyPr wrap="square">
            <a:spAutoFit/>
          </a:bodyPr>
          <a:lstStyle/>
          <a:p>
            <a:pPr algn="ctr"/>
            <a:r>
              <a:rPr lang="en-GB" sz="1800" dirty="0">
                <a:effectLst/>
                <a:latin typeface="Sassoon Infant Rg" panose="02000503030000020003" pitchFamily="2" charset="0"/>
                <a:ea typeface="Sassoon Infant Rg" panose="02000503030000020003" pitchFamily="2" charset="0"/>
                <a:cs typeface="Times New Roman" panose="02020603050405020304" pitchFamily="18" charset="0"/>
              </a:rPr>
              <a:t xml:space="preserve">Read the complete text – underline any words or phrases you don’t understand.  Re-read full sentences for any parts you couldn’t read smoothly on the first attempt. </a:t>
            </a:r>
            <a:endParaRPr lang="en-GB" b="1" dirty="0"/>
          </a:p>
        </p:txBody>
      </p:sp>
      <p:sp>
        <p:nvSpPr>
          <p:cNvPr id="6" name="TextBox 5">
            <a:extLst>
              <a:ext uri="{FF2B5EF4-FFF2-40B4-BE49-F238E27FC236}">
                <a16:creationId xmlns:a16="http://schemas.microsoft.com/office/drawing/2014/main" id="{38C25E62-7AE0-A783-1D87-77105CAB659E}"/>
              </a:ext>
            </a:extLst>
          </p:cNvPr>
          <p:cNvSpPr txBox="1"/>
          <p:nvPr/>
        </p:nvSpPr>
        <p:spPr>
          <a:xfrm>
            <a:off x="2226896" y="3673314"/>
            <a:ext cx="7629665" cy="2308324"/>
          </a:xfrm>
          <a:prstGeom prst="rect">
            <a:avLst/>
          </a:prstGeom>
          <a:noFill/>
        </p:spPr>
        <p:txBody>
          <a:bodyPr wrap="square" rtlCol="0">
            <a:spAutoFit/>
          </a:bodyPr>
          <a:lstStyle/>
          <a:p>
            <a:endParaRPr lang="en-GB"/>
          </a:p>
          <a:p>
            <a:pPr marL="342900" indent="-342900">
              <a:buFont typeface="+mj-lt"/>
              <a:buAutoNum type="arabicPeriod"/>
            </a:pPr>
            <a:r>
              <a:rPr lang="en-GB"/>
              <a:t>Read by segmenting into phonemes and syllables</a:t>
            </a:r>
          </a:p>
          <a:p>
            <a:pPr marL="342900" indent="-342900">
              <a:buFont typeface="+mj-lt"/>
              <a:buAutoNum type="arabicPeriod"/>
            </a:pPr>
            <a:r>
              <a:rPr lang="en-GB"/>
              <a:t>Make a sensible attempt, making sure you blend ALL the sounds as you read.</a:t>
            </a:r>
          </a:p>
          <a:p>
            <a:pPr marL="342900" indent="-342900">
              <a:buFont typeface="+mj-lt"/>
              <a:buAutoNum type="arabicPeriod"/>
            </a:pPr>
            <a:r>
              <a:rPr lang="en-GB"/>
              <a:t>Use the context and parts of the word to make a sensible attempt at a definition.</a:t>
            </a:r>
          </a:p>
          <a:p>
            <a:pPr marL="342900" indent="-342900">
              <a:buFont typeface="+mj-lt"/>
              <a:buAutoNum type="arabicPeriod"/>
            </a:pPr>
            <a:endParaRPr lang="en-GB"/>
          </a:p>
          <a:p>
            <a:r>
              <a:rPr lang="en-GB"/>
              <a:t>Remember to re-read the entire sentence again.</a:t>
            </a:r>
          </a:p>
        </p:txBody>
      </p:sp>
      <p:pic>
        <p:nvPicPr>
          <p:cNvPr id="2" name="Picture 1">
            <a:extLst>
              <a:ext uri="{FF2B5EF4-FFF2-40B4-BE49-F238E27FC236}">
                <a16:creationId xmlns:a16="http://schemas.microsoft.com/office/drawing/2014/main" id="{4A238304-94B7-D6B3-84C9-8D8F6CDD2BB4}"/>
              </a:ext>
            </a:extLst>
          </p:cNvPr>
          <p:cNvPicPr>
            <a:picLocks noChangeAspect="1"/>
          </p:cNvPicPr>
          <p:nvPr/>
        </p:nvPicPr>
        <p:blipFill>
          <a:blip r:embed="rId4"/>
          <a:stretch>
            <a:fillRect/>
          </a:stretch>
        </p:blipFill>
        <p:spPr>
          <a:xfrm>
            <a:off x="866163" y="2097530"/>
            <a:ext cx="10351133" cy="1434810"/>
          </a:xfrm>
          <a:prstGeom prst="rect">
            <a:avLst/>
          </a:prstGeom>
        </p:spPr>
      </p:pic>
      <p:sp>
        <p:nvSpPr>
          <p:cNvPr id="13" name="TextBox 12">
            <a:extLst>
              <a:ext uri="{FF2B5EF4-FFF2-40B4-BE49-F238E27FC236}">
                <a16:creationId xmlns:a16="http://schemas.microsoft.com/office/drawing/2014/main" id="{A473D780-1F99-6094-42B5-9820D9017C99}"/>
              </a:ext>
            </a:extLst>
          </p:cNvPr>
          <p:cNvSpPr txBox="1"/>
          <p:nvPr/>
        </p:nvSpPr>
        <p:spPr>
          <a:xfrm>
            <a:off x="-2406316" y="1524000"/>
            <a:ext cx="184731" cy="369332"/>
          </a:xfrm>
          <a:prstGeom prst="rect">
            <a:avLst/>
          </a:prstGeom>
          <a:noFill/>
        </p:spPr>
        <p:txBody>
          <a:bodyPr wrap="none" rtlCol="0">
            <a:spAutoFit/>
          </a:bodyPr>
          <a:lstStyle/>
          <a:p>
            <a:endParaRPr lang="en-GB"/>
          </a:p>
        </p:txBody>
      </p:sp>
      <p:sp>
        <p:nvSpPr>
          <p:cNvPr id="15" name="TextBox 14">
            <a:extLst>
              <a:ext uri="{FF2B5EF4-FFF2-40B4-BE49-F238E27FC236}">
                <a16:creationId xmlns:a16="http://schemas.microsoft.com/office/drawing/2014/main" id="{E15A5C10-306D-554F-EAA6-B73E5AF3D6C7}"/>
              </a:ext>
            </a:extLst>
          </p:cNvPr>
          <p:cNvSpPr txBox="1"/>
          <p:nvPr/>
        </p:nvSpPr>
        <p:spPr>
          <a:xfrm>
            <a:off x="209488" y="1865629"/>
            <a:ext cx="11861201" cy="3985274"/>
          </a:xfrm>
          <a:prstGeom prst="rect">
            <a:avLst/>
          </a:prstGeom>
          <a:solidFill>
            <a:schemeClr val="accent5">
              <a:lumMod val="20000"/>
              <a:lumOff val="80000"/>
            </a:schemeClr>
          </a:solidFill>
        </p:spPr>
        <p:txBody>
          <a:bodyPr wrap="square" anchor="ctr">
            <a:noAutofit/>
          </a:bodyPr>
          <a:lstStyle/>
          <a:p>
            <a:r>
              <a:rPr lang="en-US" sz="2200" dirty="0"/>
              <a:t>Brazil is a country of extraordinary variety when it comes to its natural landscapes. The most famous of these is the Amazon rainforest, which covers more than half the country and is the world's largest tropical rainforest. This vast biome is packed with thousands of species of plants, insects and animals, many of which exist nowhere else on Earth. The Amazon receives very high amounts of rainfall throughout the year, which feeds the enormous network of rivers that flow through it, including the Amazon River itself. Beyond the rainforest, Brazil also has areas that could be described as savanna — a vast tropical grassland known in Brazil as the Cerrado. Closer to the coast, particularly in the northeast, are areas of semi-arid scrubland called the Caatinga, where rainfall is much lower and vegetation is sparse and drought-resistant. Brazil's topography is equally varied. The country has a narrow coastal strip where many of its major cities sit, including Rio de Janeiro and São Paulo. Inland, the land rises to a series of plateaus and mountain ranges, particularly in the southeast. The Amazon basin in the north and west is largely flat lowland through which the river meanders. Brazil's climate is described as tropical for most of the country, meaning it experiences warm temperatures and high rainfall for much of the year. However, different regions experience this tropical climate in different ways, and some coastal areas have different local weather patterns as a result of their position and altitude.</a:t>
            </a:r>
          </a:p>
        </p:txBody>
      </p:sp>
      <p:sp>
        <p:nvSpPr>
          <p:cNvPr id="10" name="Rounded Rectangle 9">
            <a:extLst>
              <a:ext uri="{FF2B5EF4-FFF2-40B4-BE49-F238E27FC236}">
                <a16:creationId xmlns:a16="http://schemas.microsoft.com/office/drawing/2014/main" id="{911D3733-5EF2-7482-D164-B776AE41E9CC}"/>
              </a:ext>
            </a:extLst>
          </p:cNvPr>
          <p:cNvSpPr/>
          <p:nvPr/>
        </p:nvSpPr>
        <p:spPr>
          <a:xfrm>
            <a:off x="8019658" y="6325456"/>
            <a:ext cx="4026568" cy="43134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Show / Hide Extract</a:t>
            </a:r>
          </a:p>
        </p:txBody>
      </p:sp>
    </p:spTree>
    <p:extLst>
      <p:ext uri="{BB962C8B-B14F-4D97-AF65-F5344CB8AC3E}">
        <p14:creationId xmlns:p14="http://schemas.microsoft.com/office/powerpoint/2010/main" val="1979448493"/>
      </p:ext>
    </p:extLst>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10"/>
                    </p:tgtEl>
                  </p:cond>
                </p:stCondLst>
                <p:endSync evt="end" delay="0">
                  <p:rtn val="all"/>
                </p:endSync>
                <p:childTnLst>
                  <p:par>
                    <p:cTn id="3" fill="hold">
                      <p:stCondLst>
                        <p:cond delay="0"/>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15"/>
                                        </p:tgtEl>
                                        <p:attrNameLst>
                                          <p:attrName>style.visibility</p:attrName>
                                        </p:attrNameLst>
                                      </p:cBhvr>
                                      <p:to>
                                        <p:strVal val="hidden"/>
                                      </p:to>
                                    </p:set>
                                  </p:childTnLst>
                                </p:cTn>
                              </p:par>
                            </p:childTnLst>
                          </p:cTn>
                        </p:par>
                      </p:childTnLst>
                    </p:cTn>
                  </p:par>
                </p:childTnLst>
              </p:cTn>
              <p:nextCondLst>
                <p:cond evt="onClick" delay="0">
                  <p:tgtEl>
                    <p:spTgt spid="10"/>
                  </p:tgtEl>
                </p:cond>
              </p:nextCondLst>
            </p:seq>
          </p:childTnLst>
        </p:cTn>
      </p:par>
    </p:tnLst>
    <p:bldLst>
      <p:bldP spid="15" grpId="0" animBg="1"/>
      <p:bldP spid="15" grpId="1"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215917-BDE9-A483-7A0D-AC15BA636611}"/>
            </a:ext>
          </a:extLst>
        </p:cNvPr>
        <p:cNvGrpSpPr/>
        <p:nvPr/>
      </p:nvGrpSpPr>
      <p:grpSpPr>
        <a:xfrm>
          <a:off x="0" y="0"/>
          <a:ext cx="0" cy="0"/>
          <a:chOff x="0" y="0"/>
          <a:chExt cx="0" cy="0"/>
        </a:xfrm>
      </p:grpSpPr>
      <p:sp>
        <p:nvSpPr>
          <p:cNvPr id="6" name="Freeform: Shape 5">
            <a:extLst>
              <a:ext uri="{FF2B5EF4-FFF2-40B4-BE49-F238E27FC236}">
                <a16:creationId xmlns:a16="http://schemas.microsoft.com/office/drawing/2014/main" id="{3E3AA9AF-9E3C-B821-0C95-D4AA63DFFCBB}"/>
              </a:ext>
            </a:extLst>
          </p:cNvPr>
          <p:cNvSpPr/>
          <p:nvPr/>
        </p:nvSpPr>
        <p:spPr>
          <a:xfrm>
            <a:off x="2609369" y="1646785"/>
            <a:ext cx="266024" cy="319228"/>
          </a:xfrm>
          <a:custGeom>
            <a:avLst/>
            <a:gdLst>
              <a:gd name="connsiteX0" fmla="*/ 167780 w 1887523"/>
              <a:gd name="connsiteY0" fmla="*/ 1182847 h 2265027"/>
              <a:gd name="connsiteX1" fmla="*/ 58723 w 1887523"/>
              <a:gd name="connsiteY1" fmla="*/ 989900 h 2265027"/>
              <a:gd name="connsiteX2" fmla="*/ 0 w 1887523"/>
              <a:gd name="connsiteY2" fmla="*/ 788565 h 2265027"/>
              <a:gd name="connsiteX3" fmla="*/ 50334 w 1887523"/>
              <a:gd name="connsiteY3" fmla="*/ 612396 h 2265027"/>
              <a:gd name="connsiteX4" fmla="*/ 134224 w 1887523"/>
              <a:gd name="connsiteY4" fmla="*/ 402671 h 2265027"/>
              <a:gd name="connsiteX5" fmla="*/ 251669 w 1887523"/>
              <a:gd name="connsiteY5" fmla="*/ 310392 h 2265027"/>
              <a:gd name="connsiteX6" fmla="*/ 385893 w 1887523"/>
              <a:gd name="connsiteY6" fmla="*/ 243280 h 2265027"/>
              <a:gd name="connsiteX7" fmla="*/ 578840 w 1887523"/>
              <a:gd name="connsiteY7" fmla="*/ 251669 h 2265027"/>
              <a:gd name="connsiteX8" fmla="*/ 713064 w 1887523"/>
              <a:gd name="connsiteY8" fmla="*/ 100667 h 2265027"/>
              <a:gd name="connsiteX9" fmla="*/ 872455 w 1887523"/>
              <a:gd name="connsiteY9" fmla="*/ 16778 h 2265027"/>
              <a:gd name="connsiteX10" fmla="*/ 1065402 w 1887523"/>
              <a:gd name="connsiteY10" fmla="*/ 0 h 2265027"/>
              <a:gd name="connsiteX11" fmla="*/ 1191236 w 1887523"/>
              <a:gd name="connsiteY11" fmla="*/ 33555 h 2265027"/>
              <a:gd name="connsiteX12" fmla="*/ 1342238 w 1887523"/>
              <a:gd name="connsiteY12" fmla="*/ 100667 h 2265027"/>
              <a:gd name="connsiteX13" fmla="*/ 1417739 w 1887523"/>
              <a:gd name="connsiteY13" fmla="*/ 192946 h 2265027"/>
              <a:gd name="connsiteX14" fmla="*/ 1426128 w 1887523"/>
              <a:gd name="connsiteY14" fmla="*/ 260058 h 2265027"/>
              <a:gd name="connsiteX15" fmla="*/ 1426128 w 1887523"/>
              <a:gd name="connsiteY15" fmla="*/ 469783 h 2265027"/>
              <a:gd name="connsiteX16" fmla="*/ 1560352 w 1887523"/>
              <a:gd name="connsiteY16" fmla="*/ 486561 h 2265027"/>
              <a:gd name="connsiteX17" fmla="*/ 1744910 w 1887523"/>
              <a:gd name="connsiteY17" fmla="*/ 536895 h 2265027"/>
              <a:gd name="connsiteX18" fmla="*/ 1803633 w 1887523"/>
              <a:gd name="connsiteY18" fmla="*/ 604007 h 2265027"/>
              <a:gd name="connsiteX19" fmla="*/ 1887523 w 1887523"/>
              <a:gd name="connsiteY19" fmla="*/ 855677 h 2265027"/>
              <a:gd name="connsiteX20" fmla="*/ 1887523 w 1887523"/>
              <a:gd name="connsiteY20" fmla="*/ 1082179 h 2265027"/>
              <a:gd name="connsiteX21" fmla="*/ 1845578 w 1887523"/>
              <a:gd name="connsiteY21" fmla="*/ 1258348 h 2265027"/>
              <a:gd name="connsiteX22" fmla="*/ 1778466 w 1887523"/>
              <a:gd name="connsiteY22" fmla="*/ 1409350 h 2265027"/>
              <a:gd name="connsiteX23" fmla="*/ 1661020 w 1887523"/>
              <a:gd name="connsiteY23" fmla="*/ 1493240 h 2265027"/>
              <a:gd name="connsiteX24" fmla="*/ 1560352 w 1887523"/>
              <a:gd name="connsiteY24" fmla="*/ 1526796 h 2265027"/>
              <a:gd name="connsiteX25" fmla="*/ 1619075 w 1887523"/>
              <a:gd name="connsiteY25" fmla="*/ 1619075 h 2265027"/>
              <a:gd name="connsiteX26" fmla="*/ 1627464 w 1887523"/>
              <a:gd name="connsiteY26" fmla="*/ 1719743 h 2265027"/>
              <a:gd name="connsiteX27" fmla="*/ 1568741 w 1887523"/>
              <a:gd name="connsiteY27" fmla="*/ 1912689 h 2265027"/>
              <a:gd name="connsiteX28" fmla="*/ 1493240 w 1887523"/>
              <a:gd name="connsiteY28" fmla="*/ 2038524 h 2265027"/>
              <a:gd name="connsiteX29" fmla="*/ 1417739 w 1887523"/>
              <a:gd name="connsiteY29" fmla="*/ 2122414 h 2265027"/>
              <a:gd name="connsiteX30" fmla="*/ 1333849 w 1887523"/>
              <a:gd name="connsiteY30" fmla="*/ 2189526 h 2265027"/>
              <a:gd name="connsiteX31" fmla="*/ 1157680 w 1887523"/>
              <a:gd name="connsiteY31" fmla="*/ 2265027 h 2265027"/>
              <a:gd name="connsiteX32" fmla="*/ 914400 w 1887523"/>
              <a:gd name="connsiteY32" fmla="*/ 2248249 h 2265027"/>
              <a:gd name="connsiteX33" fmla="*/ 805343 w 1887523"/>
              <a:gd name="connsiteY33" fmla="*/ 2147581 h 2265027"/>
              <a:gd name="connsiteX34" fmla="*/ 696286 w 1887523"/>
              <a:gd name="connsiteY34" fmla="*/ 2004968 h 2265027"/>
              <a:gd name="connsiteX35" fmla="*/ 511728 w 1887523"/>
              <a:gd name="connsiteY35" fmla="*/ 2072080 h 2265027"/>
              <a:gd name="connsiteX36" fmla="*/ 302003 w 1887523"/>
              <a:gd name="connsiteY36" fmla="*/ 2072080 h 2265027"/>
              <a:gd name="connsiteX37" fmla="*/ 83890 w 1887523"/>
              <a:gd name="connsiteY37" fmla="*/ 1887522 h 2265027"/>
              <a:gd name="connsiteX38" fmla="*/ 16778 w 1887523"/>
              <a:gd name="connsiteY38" fmla="*/ 1702965 h 2265027"/>
              <a:gd name="connsiteX39" fmla="*/ 25167 w 1887523"/>
              <a:gd name="connsiteY39" fmla="*/ 1451295 h 2265027"/>
              <a:gd name="connsiteX40" fmla="*/ 58723 w 1887523"/>
              <a:gd name="connsiteY40" fmla="*/ 1350627 h 2265027"/>
              <a:gd name="connsiteX41" fmla="*/ 117446 w 1887523"/>
              <a:gd name="connsiteY41" fmla="*/ 1233181 h 2265027"/>
              <a:gd name="connsiteX42" fmla="*/ 167780 w 1887523"/>
              <a:gd name="connsiteY42" fmla="*/ 1182847 h 22650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887523" h="2265027">
                <a:moveTo>
                  <a:pt x="167780" y="1182847"/>
                </a:moveTo>
                <a:lnTo>
                  <a:pt x="58723" y="989900"/>
                </a:lnTo>
                <a:lnTo>
                  <a:pt x="0" y="788565"/>
                </a:lnTo>
                <a:lnTo>
                  <a:pt x="50334" y="612396"/>
                </a:lnTo>
                <a:lnTo>
                  <a:pt x="134224" y="402671"/>
                </a:lnTo>
                <a:lnTo>
                  <a:pt x="251669" y="310392"/>
                </a:lnTo>
                <a:lnTo>
                  <a:pt x="385893" y="243280"/>
                </a:lnTo>
                <a:lnTo>
                  <a:pt x="578840" y="251669"/>
                </a:lnTo>
                <a:lnTo>
                  <a:pt x="713064" y="100667"/>
                </a:lnTo>
                <a:lnTo>
                  <a:pt x="872455" y="16778"/>
                </a:lnTo>
                <a:lnTo>
                  <a:pt x="1065402" y="0"/>
                </a:lnTo>
                <a:lnTo>
                  <a:pt x="1191236" y="33555"/>
                </a:lnTo>
                <a:lnTo>
                  <a:pt x="1342238" y="100667"/>
                </a:lnTo>
                <a:lnTo>
                  <a:pt x="1417739" y="192946"/>
                </a:lnTo>
                <a:lnTo>
                  <a:pt x="1426128" y="260058"/>
                </a:lnTo>
                <a:lnTo>
                  <a:pt x="1426128" y="469783"/>
                </a:lnTo>
                <a:lnTo>
                  <a:pt x="1560352" y="486561"/>
                </a:lnTo>
                <a:lnTo>
                  <a:pt x="1744910" y="536895"/>
                </a:lnTo>
                <a:lnTo>
                  <a:pt x="1803633" y="604007"/>
                </a:lnTo>
                <a:lnTo>
                  <a:pt x="1887523" y="855677"/>
                </a:lnTo>
                <a:lnTo>
                  <a:pt x="1887523" y="1082179"/>
                </a:lnTo>
                <a:lnTo>
                  <a:pt x="1845578" y="1258348"/>
                </a:lnTo>
                <a:lnTo>
                  <a:pt x="1778466" y="1409350"/>
                </a:lnTo>
                <a:lnTo>
                  <a:pt x="1661020" y="1493240"/>
                </a:lnTo>
                <a:lnTo>
                  <a:pt x="1560352" y="1526796"/>
                </a:lnTo>
                <a:lnTo>
                  <a:pt x="1619075" y="1619075"/>
                </a:lnTo>
                <a:lnTo>
                  <a:pt x="1627464" y="1719743"/>
                </a:lnTo>
                <a:lnTo>
                  <a:pt x="1568741" y="1912689"/>
                </a:lnTo>
                <a:lnTo>
                  <a:pt x="1493240" y="2038524"/>
                </a:lnTo>
                <a:lnTo>
                  <a:pt x="1417739" y="2122414"/>
                </a:lnTo>
                <a:lnTo>
                  <a:pt x="1333849" y="2189526"/>
                </a:lnTo>
                <a:lnTo>
                  <a:pt x="1157680" y="2265027"/>
                </a:lnTo>
                <a:lnTo>
                  <a:pt x="914400" y="2248249"/>
                </a:lnTo>
                <a:lnTo>
                  <a:pt x="805343" y="2147581"/>
                </a:lnTo>
                <a:lnTo>
                  <a:pt x="696286" y="2004968"/>
                </a:lnTo>
                <a:lnTo>
                  <a:pt x="511728" y="2072080"/>
                </a:lnTo>
                <a:lnTo>
                  <a:pt x="302003" y="2072080"/>
                </a:lnTo>
                <a:lnTo>
                  <a:pt x="83890" y="1887522"/>
                </a:lnTo>
                <a:lnTo>
                  <a:pt x="16778" y="1702965"/>
                </a:lnTo>
                <a:lnTo>
                  <a:pt x="25167" y="1451295"/>
                </a:lnTo>
                <a:lnTo>
                  <a:pt x="58723" y="1350627"/>
                </a:lnTo>
                <a:lnTo>
                  <a:pt x="117446" y="1233181"/>
                </a:lnTo>
                <a:lnTo>
                  <a:pt x="167780" y="1182847"/>
                </a:lnTo>
                <a:close/>
              </a:path>
            </a:pathLst>
          </a:cu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7" name="Oval 6">
            <a:extLst>
              <a:ext uri="{FF2B5EF4-FFF2-40B4-BE49-F238E27FC236}">
                <a16:creationId xmlns:a16="http://schemas.microsoft.com/office/drawing/2014/main" id="{BC8D8944-1BCF-D4B0-7DAF-EF76646CCF50}"/>
              </a:ext>
            </a:extLst>
          </p:cNvPr>
          <p:cNvSpPr/>
          <p:nvPr/>
        </p:nvSpPr>
        <p:spPr>
          <a:xfrm>
            <a:off x="2057663" y="2106659"/>
            <a:ext cx="79485" cy="85162"/>
          </a:xfrm>
          <a:prstGeom prst="ellipse">
            <a:avLst/>
          </a:pr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grpSp>
        <p:nvGrpSpPr>
          <p:cNvPr id="8" name="Group 7">
            <a:extLst>
              <a:ext uri="{FF2B5EF4-FFF2-40B4-BE49-F238E27FC236}">
                <a16:creationId xmlns:a16="http://schemas.microsoft.com/office/drawing/2014/main" id="{6EE8B722-85CC-7111-AF8B-97EEBEE9A272}"/>
              </a:ext>
            </a:extLst>
          </p:cNvPr>
          <p:cNvGrpSpPr/>
          <p:nvPr/>
        </p:nvGrpSpPr>
        <p:grpSpPr>
          <a:xfrm>
            <a:off x="3003018" y="1125085"/>
            <a:ext cx="1838188" cy="1169519"/>
            <a:chOff x="2644385" y="2866760"/>
            <a:chExt cx="1838188" cy="1384526"/>
          </a:xfrm>
        </p:grpSpPr>
        <p:sp>
          <p:nvSpPr>
            <p:cNvPr id="9" name="Freeform: Shape 8">
              <a:extLst>
                <a:ext uri="{FF2B5EF4-FFF2-40B4-BE49-F238E27FC236}">
                  <a16:creationId xmlns:a16="http://schemas.microsoft.com/office/drawing/2014/main" id="{AD3569E1-8E04-B7BA-0398-4180BE3B0EE3}"/>
                </a:ext>
              </a:extLst>
            </p:cNvPr>
            <p:cNvSpPr/>
            <p:nvPr/>
          </p:nvSpPr>
          <p:spPr>
            <a:xfrm>
              <a:off x="2644386" y="2866760"/>
              <a:ext cx="1838187" cy="1384526"/>
            </a:xfrm>
            <a:custGeom>
              <a:avLst/>
              <a:gdLst>
                <a:gd name="connsiteX0" fmla="*/ 602901 w 5220119"/>
                <a:gd name="connsiteY0" fmla="*/ 2054888 h 5436158"/>
                <a:gd name="connsiteX1" fmla="*/ 346668 w 5220119"/>
                <a:gd name="connsiteY1" fmla="*/ 1934307 h 5436158"/>
                <a:gd name="connsiteX2" fmla="*/ 185895 w 5220119"/>
                <a:gd name="connsiteY2" fmla="*/ 1723292 h 5436158"/>
                <a:gd name="connsiteX3" fmla="*/ 50242 w 5220119"/>
                <a:gd name="connsiteY3" fmla="*/ 1421842 h 5436158"/>
                <a:gd name="connsiteX4" fmla="*/ 0 w 5220119"/>
                <a:gd name="connsiteY4" fmla="*/ 1115367 h 5436158"/>
                <a:gd name="connsiteX5" fmla="*/ 80387 w 5220119"/>
                <a:gd name="connsiteY5" fmla="*/ 828989 h 5436158"/>
                <a:gd name="connsiteX6" fmla="*/ 251209 w 5220119"/>
                <a:gd name="connsiteY6" fmla="*/ 557683 h 5436158"/>
                <a:gd name="connsiteX7" fmla="*/ 512466 w 5220119"/>
                <a:gd name="connsiteY7" fmla="*/ 386861 h 5436158"/>
                <a:gd name="connsiteX8" fmla="*/ 934497 w 5220119"/>
                <a:gd name="connsiteY8" fmla="*/ 296426 h 5436158"/>
                <a:gd name="connsiteX9" fmla="*/ 1251020 w 5220119"/>
                <a:gd name="connsiteY9" fmla="*/ 326571 h 5436158"/>
                <a:gd name="connsiteX10" fmla="*/ 1457011 w 5220119"/>
                <a:gd name="connsiteY10" fmla="*/ 401934 h 5436158"/>
                <a:gd name="connsiteX11" fmla="*/ 1688123 w 5220119"/>
                <a:gd name="connsiteY11" fmla="*/ 512466 h 5436158"/>
                <a:gd name="connsiteX12" fmla="*/ 1753438 w 5220119"/>
                <a:gd name="connsiteY12" fmla="*/ 331595 h 5436158"/>
                <a:gd name="connsiteX13" fmla="*/ 1944356 w 5220119"/>
                <a:gd name="connsiteY13" fmla="*/ 140677 h 5436158"/>
                <a:gd name="connsiteX14" fmla="*/ 2120202 w 5220119"/>
                <a:gd name="connsiteY14" fmla="*/ 50242 h 5436158"/>
                <a:gd name="connsiteX15" fmla="*/ 2336242 w 5220119"/>
                <a:gd name="connsiteY15" fmla="*/ 10048 h 5436158"/>
                <a:gd name="connsiteX16" fmla="*/ 2507064 w 5220119"/>
                <a:gd name="connsiteY16" fmla="*/ 0 h 5436158"/>
                <a:gd name="connsiteX17" fmla="*/ 2682910 w 5220119"/>
                <a:gd name="connsiteY17" fmla="*/ 55266 h 5436158"/>
                <a:gd name="connsiteX18" fmla="*/ 2808515 w 5220119"/>
                <a:gd name="connsiteY18" fmla="*/ 160773 h 5436158"/>
                <a:gd name="connsiteX19" fmla="*/ 2903974 w 5220119"/>
                <a:gd name="connsiteY19" fmla="*/ 261257 h 5436158"/>
                <a:gd name="connsiteX20" fmla="*/ 2954216 w 5220119"/>
                <a:gd name="connsiteY20" fmla="*/ 396910 h 5436158"/>
                <a:gd name="connsiteX21" fmla="*/ 2989385 w 5220119"/>
                <a:gd name="connsiteY21" fmla="*/ 482321 h 5436158"/>
                <a:gd name="connsiteX22" fmla="*/ 3235570 w 5220119"/>
                <a:gd name="connsiteY22" fmla="*/ 331595 h 5436158"/>
                <a:gd name="connsiteX23" fmla="*/ 3567165 w 5220119"/>
                <a:gd name="connsiteY23" fmla="*/ 246184 h 5436158"/>
                <a:gd name="connsiteX24" fmla="*/ 3913833 w 5220119"/>
                <a:gd name="connsiteY24" fmla="*/ 226088 h 5436158"/>
                <a:gd name="connsiteX25" fmla="*/ 4165042 w 5220119"/>
                <a:gd name="connsiteY25" fmla="*/ 291402 h 5436158"/>
                <a:gd name="connsiteX26" fmla="*/ 4431323 w 5220119"/>
                <a:gd name="connsiteY26" fmla="*/ 447151 h 5436158"/>
                <a:gd name="connsiteX27" fmla="*/ 4607170 w 5220119"/>
                <a:gd name="connsiteY27" fmla="*/ 668215 h 5436158"/>
                <a:gd name="connsiteX28" fmla="*/ 4707653 w 5220119"/>
                <a:gd name="connsiteY28" fmla="*/ 869182 h 5436158"/>
                <a:gd name="connsiteX29" fmla="*/ 4747846 w 5220119"/>
                <a:gd name="connsiteY29" fmla="*/ 1075173 h 5436158"/>
                <a:gd name="connsiteX30" fmla="*/ 4747846 w 5220119"/>
                <a:gd name="connsiteY30" fmla="*/ 1306286 h 5436158"/>
                <a:gd name="connsiteX31" fmla="*/ 4717701 w 5220119"/>
                <a:gd name="connsiteY31" fmla="*/ 1507253 h 5436158"/>
                <a:gd name="connsiteX32" fmla="*/ 4657411 w 5220119"/>
                <a:gd name="connsiteY32" fmla="*/ 1617784 h 5436158"/>
                <a:gd name="connsiteX33" fmla="*/ 4858378 w 5220119"/>
                <a:gd name="connsiteY33" fmla="*/ 1642905 h 5436158"/>
                <a:gd name="connsiteX34" fmla="*/ 5054321 w 5220119"/>
                <a:gd name="connsiteY34" fmla="*/ 1818751 h 5436158"/>
                <a:gd name="connsiteX35" fmla="*/ 5134708 w 5220119"/>
                <a:gd name="connsiteY35" fmla="*/ 1979525 h 5436158"/>
                <a:gd name="connsiteX36" fmla="*/ 5179926 w 5220119"/>
                <a:gd name="connsiteY36" fmla="*/ 2145323 h 5436158"/>
                <a:gd name="connsiteX37" fmla="*/ 5220119 w 5220119"/>
                <a:gd name="connsiteY37" fmla="*/ 2275951 h 5436158"/>
                <a:gd name="connsiteX38" fmla="*/ 5220119 w 5220119"/>
                <a:gd name="connsiteY38" fmla="*/ 2461846 h 5436158"/>
                <a:gd name="connsiteX39" fmla="*/ 5179926 w 5220119"/>
                <a:gd name="connsiteY39" fmla="*/ 2642716 h 5436158"/>
                <a:gd name="connsiteX40" fmla="*/ 5084466 w 5220119"/>
                <a:gd name="connsiteY40" fmla="*/ 2778369 h 5436158"/>
                <a:gd name="connsiteX41" fmla="*/ 5084466 w 5220119"/>
                <a:gd name="connsiteY41" fmla="*/ 2828611 h 5436158"/>
                <a:gd name="connsiteX42" fmla="*/ 5139732 w 5220119"/>
                <a:gd name="connsiteY42" fmla="*/ 2954215 h 5436158"/>
                <a:gd name="connsiteX43" fmla="*/ 5194998 w 5220119"/>
                <a:gd name="connsiteY43" fmla="*/ 3120013 h 5436158"/>
                <a:gd name="connsiteX44" fmla="*/ 5194998 w 5220119"/>
                <a:gd name="connsiteY44" fmla="*/ 3285811 h 5436158"/>
                <a:gd name="connsiteX45" fmla="*/ 5154805 w 5220119"/>
                <a:gd name="connsiteY45" fmla="*/ 3471705 h 5436158"/>
                <a:gd name="connsiteX46" fmla="*/ 5109587 w 5220119"/>
                <a:gd name="connsiteY46" fmla="*/ 3622431 h 5436158"/>
                <a:gd name="connsiteX47" fmla="*/ 5014128 w 5220119"/>
                <a:gd name="connsiteY47" fmla="*/ 3798277 h 5436158"/>
                <a:gd name="connsiteX48" fmla="*/ 4868427 w 5220119"/>
                <a:gd name="connsiteY48" fmla="*/ 3938954 h 5436158"/>
                <a:gd name="connsiteX49" fmla="*/ 4727750 w 5220119"/>
                <a:gd name="connsiteY49" fmla="*/ 4044461 h 5436158"/>
                <a:gd name="connsiteX50" fmla="*/ 4531807 w 5220119"/>
                <a:gd name="connsiteY50" fmla="*/ 4099727 h 5436158"/>
                <a:gd name="connsiteX51" fmla="*/ 4531807 w 5220119"/>
                <a:gd name="connsiteY51" fmla="*/ 4260501 h 5436158"/>
                <a:gd name="connsiteX52" fmla="*/ 4511710 w 5220119"/>
                <a:gd name="connsiteY52" fmla="*/ 4456444 h 5436158"/>
                <a:gd name="connsiteX53" fmla="*/ 4441372 w 5220119"/>
                <a:gd name="connsiteY53" fmla="*/ 4592096 h 5436158"/>
                <a:gd name="connsiteX54" fmla="*/ 4335864 w 5220119"/>
                <a:gd name="connsiteY54" fmla="*/ 4687556 h 5436158"/>
                <a:gd name="connsiteX55" fmla="*/ 4195187 w 5220119"/>
                <a:gd name="connsiteY55" fmla="*/ 4783015 h 5436158"/>
                <a:gd name="connsiteX56" fmla="*/ 3999244 w 5220119"/>
                <a:gd name="connsiteY56" fmla="*/ 4863402 h 5436158"/>
                <a:gd name="connsiteX57" fmla="*/ 3773156 w 5220119"/>
                <a:gd name="connsiteY57" fmla="*/ 4888523 h 5436158"/>
                <a:gd name="connsiteX58" fmla="*/ 3602334 w 5220119"/>
                <a:gd name="connsiteY58" fmla="*/ 4858378 h 5436158"/>
                <a:gd name="connsiteX59" fmla="*/ 3481754 w 5220119"/>
                <a:gd name="connsiteY59" fmla="*/ 4783015 h 5436158"/>
                <a:gd name="connsiteX60" fmla="*/ 3486778 w 5220119"/>
                <a:gd name="connsiteY60" fmla="*/ 4893547 h 5436158"/>
                <a:gd name="connsiteX61" fmla="*/ 3461657 w 5220119"/>
                <a:gd name="connsiteY61" fmla="*/ 5034224 h 5436158"/>
                <a:gd name="connsiteX62" fmla="*/ 3361174 w 5220119"/>
                <a:gd name="connsiteY62" fmla="*/ 5169877 h 5436158"/>
                <a:gd name="connsiteX63" fmla="*/ 3260690 w 5220119"/>
                <a:gd name="connsiteY63" fmla="*/ 5280409 h 5436158"/>
                <a:gd name="connsiteX64" fmla="*/ 3049675 w 5220119"/>
                <a:gd name="connsiteY64" fmla="*/ 5390940 h 5436158"/>
                <a:gd name="connsiteX65" fmla="*/ 2768321 w 5220119"/>
                <a:gd name="connsiteY65" fmla="*/ 5436158 h 5436158"/>
                <a:gd name="connsiteX66" fmla="*/ 2497016 w 5220119"/>
                <a:gd name="connsiteY66" fmla="*/ 5375868 h 5436158"/>
                <a:gd name="connsiteX67" fmla="*/ 2250831 w 5220119"/>
                <a:gd name="connsiteY67" fmla="*/ 5295481 h 5436158"/>
                <a:gd name="connsiteX68" fmla="*/ 2125227 w 5220119"/>
                <a:gd name="connsiteY68" fmla="*/ 5169877 h 5436158"/>
                <a:gd name="connsiteX69" fmla="*/ 2029767 w 5220119"/>
                <a:gd name="connsiteY69" fmla="*/ 5079442 h 5436158"/>
                <a:gd name="connsiteX70" fmla="*/ 2009671 w 5220119"/>
                <a:gd name="connsiteY70" fmla="*/ 4938765 h 5436158"/>
                <a:gd name="connsiteX71" fmla="*/ 1989574 w 5220119"/>
                <a:gd name="connsiteY71" fmla="*/ 4918668 h 5436158"/>
                <a:gd name="connsiteX72" fmla="*/ 1863970 w 5220119"/>
                <a:gd name="connsiteY72" fmla="*/ 4978958 h 5436158"/>
                <a:gd name="connsiteX73" fmla="*/ 1728317 w 5220119"/>
                <a:gd name="connsiteY73" fmla="*/ 5044272 h 5436158"/>
                <a:gd name="connsiteX74" fmla="*/ 1507253 w 5220119"/>
                <a:gd name="connsiteY74" fmla="*/ 5014127 h 5436158"/>
                <a:gd name="connsiteX75" fmla="*/ 1306286 w 5220119"/>
                <a:gd name="connsiteY75" fmla="*/ 4928716 h 5436158"/>
                <a:gd name="connsiteX76" fmla="*/ 1190730 w 5220119"/>
                <a:gd name="connsiteY76" fmla="*/ 4767943 h 5436158"/>
                <a:gd name="connsiteX77" fmla="*/ 1120392 w 5220119"/>
                <a:gd name="connsiteY77" fmla="*/ 4592096 h 5436158"/>
                <a:gd name="connsiteX78" fmla="*/ 1120392 w 5220119"/>
                <a:gd name="connsiteY78" fmla="*/ 4421275 h 5436158"/>
                <a:gd name="connsiteX79" fmla="*/ 1120392 w 5220119"/>
                <a:gd name="connsiteY79" fmla="*/ 4315767 h 5436158"/>
                <a:gd name="connsiteX80" fmla="*/ 974690 w 5220119"/>
                <a:gd name="connsiteY80" fmla="*/ 4386105 h 5436158"/>
                <a:gd name="connsiteX81" fmla="*/ 738554 w 5220119"/>
                <a:gd name="connsiteY81" fmla="*/ 4406202 h 5436158"/>
                <a:gd name="connsiteX82" fmla="*/ 532563 w 5220119"/>
                <a:gd name="connsiteY82" fmla="*/ 4376057 h 5436158"/>
                <a:gd name="connsiteX83" fmla="*/ 386862 w 5220119"/>
                <a:gd name="connsiteY83" fmla="*/ 4285622 h 5436158"/>
                <a:gd name="connsiteX84" fmla="*/ 281354 w 5220119"/>
                <a:gd name="connsiteY84" fmla="*/ 4119824 h 5436158"/>
                <a:gd name="connsiteX85" fmla="*/ 251209 w 5220119"/>
                <a:gd name="connsiteY85" fmla="*/ 3969099 h 5436158"/>
                <a:gd name="connsiteX86" fmla="*/ 256233 w 5220119"/>
                <a:gd name="connsiteY86" fmla="*/ 3873639 h 5436158"/>
                <a:gd name="connsiteX87" fmla="*/ 266282 w 5220119"/>
                <a:gd name="connsiteY87" fmla="*/ 3707842 h 5436158"/>
                <a:gd name="connsiteX88" fmla="*/ 306475 w 5220119"/>
                <a:gd name="connsiteY88" fmla="*/ 3567165 h 5436158"/>
                <a:gd name="connsiteX89" fmla="*/ 371789 w 5220119"/>
                <a:gd name="connsiteY89" fmla="*/ 3491802 h 5436158"/>
                <a:gd name="connsiteX90" fmla="*/ 411983 w 5220119"/>
                <a:gd name="connsiteY90" fmla="*/ 3451609 h 5436158"/>
                <a:gd name="connsiteX91" fmla="*/ 422031 w 5220119"/>
                <a:gd name="connsiteY91" fmla="*/ 3416439 h 5436158"/>
                <a:gd name="connsiteX92" fmla="*/ 261257 w 5220119"/>
                <a:gd name="connsiteY92" fmla="*/ 3315956 h 5436158"/>
                <a:gd name="connsiteX93" fmla="*/ 165798 w 5220119"/>
                <a:gd name="connsiteY93" fmla="*/ 3180303 h 5436158"/>
                <a:gd name="connsiteX94" fmla="*/ 90435 w 5220119"/>
                <a:gd name="connsiteY94" fmla="*/ 2994409 h 5436158"/>
                <a:gd name="connsiteX95" fmla="*/ 80387 w 5220119"/>
                <a:gd name="connsiteY95" fmla="*/ 2793442 h 5436158"/>
                <a:gd name="connsiteX96" fmla="*/ 115556 w 5220119"/>
                <a:gd name="connsiteY96" fmla="*/ 2642716 h 5436158"/>
                <a:gd name="connsiteX97" fmla="*/ 165798 w 5220119"/>
                <a:gd name="connsiteY97" fmla="*/ 2431701 h 5436158"/>
                <a:gd name="connsiteX98" fmla="*/ 261257 w 5220119"/>
                <a:gd name="connsiteY98" fmla="*/ 2301072 h 5436158"/>
                <a:gd name="connsiteX99" fmla="*/ 361741 w 5220119"/>
                <a:gd name="connsiteY99" fmla="*/ 2195565 h 5436158"/>
                <a:gd name="connsiteX100" fmla="*/ 442128 w 5220119"/>
                <a:gd name="connsiteY100" fmla="*/ 2140299 h 5436158"/>
                <a:gd name="connsiteX101" fmla="*/ 602901 w 5220119"/>
                <a:gd name="connsiteY101" fmla="*/ 2054888 h 54361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5220119" h="5436158">
                  <a:moveTo>
                    <a:pt x="602901" y="2054888"/>
                  </a:moveTo>
                  <a:lnTo>
                    <a:pt x="346668" y="1934307"/>
                  </a:lnTo>
                  <a:lnTo>
                    <a:pt x="185895" y="1723292"/>
                  </a:lnTo>
                  <a:lnTo>
                    <a:pt x="50242" y="1421842"/>
                  </a:lnTo>
                  <a:lnTo>
                    <a:pt x="0" y="1115367"/>
                  </a:lnTo>
                  <a:lnTo>
                    <a:pt x="80387" y="828989"/>
                  </a:lnTo>
                  <a:lnTo>
                    <a:pt x="251209" y="557683"/>
                  </a:lnTo>
                  <a:lnTo>
                    <a:pt x="512466" y="386861"/>
                  </a:lnTo>
                  <a:lnTo>
                    <a:pt x="934497" y="296426"/>
                  </a:lnTo>
                  <a:lnTo>
                    <a:pt x="1251020" y="326571"/>
                  </a:lnTo>
                  <a:lnTo>
                    <a:pt x="1457011" y="401934"/>
                  </a:lnTo>
                  <a:lnTo>
                    <a:pt x="1688123" y="512466"/>
                  </a:lnTo>
                  <a:lnTo>
                    <a:pt x="1753438" y="331595"/>
                  </a:lnTo>
                  <a:lnTo>
                    <a:pt x="1944356" y="140677"/>
                  </a:lnTo>
                  <a:lnTo>
                    <a:pt x="2120202" y="50242"/>
                  </a:lnTo>
                  <a:lnTo>
                    <a:pt x="2336242" y="10048"/>
                  </a:lnTo>
                  <a:lnTo>
                    <a:pt x="2507064" y="0"/>
                  </a:lnTo>
                  <a:lnTo>
                    <a:pt x="2682910" y="55266"/>
                  </a:lnTo>
                  <a:lnTo>
                    <a:pt x="2808515" y="160773"/>
                  </a:lnTo>
                  <a:lnTo>
                    <a:pt x="2903974" y="261257"/>
                  </a:lnTo>
                  <a:lnTo>
                    <a:pt x="2954216" y="396910"/>
                  </a:lnTo>
                  <a:lnTo>
                    <a:pt x="2989385" y="482321"/>
                  </a:lnTo>
                  <a:lnTo>
                    <a:pt x="3235570" y="331595"/>
                  </a:lnTo>
                  <a:lnTo>
                    <a:pt x="3567165" y="246184"/>
                  </a:lnTo>
                  <a:lnTo>
                    <a:pt x="3913833" y="226088"/>
                  </a:lnTo>
                  <a:lnTo>
                    <a:pt x="4165042" y="291402"/>
                  </a:lnTo>
                  <a:lnTo>
                    <a:pt x="4431323" y="447151"/>
                  </a:lnTo>
                  <a:lnTo>
                    <a:pt x="4607170" y="668215"/>
                  </a:lnTo>
                  <a:lnTo>
                    <a:pt x="4707653" y="869182"/>
                  </a:lnTo>
                  <a:lnTo>
                    <a:pt x="4747846" y="1075173"/>
                  </a:lnTo>
                  <a:lnTo>
                    <a:pt x="4747846" y="1306286"/>
                  </a:lnTo>
                  <a:lnTo>
                    <a:pt x="4717701" y="1507253"/>
                  </a:lnTo>
                  <a:lnTo>
                    <a:pt x="4657411" y="1617784"/>
                  </a:lnTo>
                  <a:lnTo>
                    <a:pt x="4858378" y="1642905"/>
                  </a:lnTo>
                  <a:lnTo>
                    <a:pt x="5054321" y="1818751"/>
                  </a:lnTo>
                  <a:lnTo>
                    <a:pt x="5134708" y="1979525"/>
                  </a:lnTo>
                  <a:lnTo>
                    <a:pt x="5179926" y="2145323"/>
                  </a:lnTo>
                  <a:lnTo>
                    <a:pt x="5220119" y="2275951"/>
                  </a:lnTo>
                  <a:lnTo>
                    <a:pt x="5220119" y="2461846"/>
                  </a:lnTo>
                  <a:lnTo>
                    <a:pt x="5179926" y="2642716"/>
                  </a:lnTo>
                  <a:lnTo>
                    <a:pt x="5084466" y="2778369"/>
                  </a:lnTo>
                  <a:lnTo>
                    <a:pt x="5084466" y="2828611"/>
                  </a:lnTo>
                  <a:lnTo>
                    <a:pt x="5139732" y="2954215"/>
                  </a:lnTo>
                  <a:lnTo>
                    <a:pt x="5194998" y="3120013"/>
                  </a:lnTo>
                  <a:lnTo>
                    <a:pt x="5194998" y="3285811"/>
                  </a:lnTo>
                  <a:lnTo>
                    <a:pt x="5154805" y="3471705"/>
                  </a:lnTo>
                  <a:lnTo>
                    <a:pt x="5109587" y="3622431"/>
                  </a:lnTo>
                  <a:lnTo>
                    <a:pt x="5014128" y="3798277"/>
                  </a:lnTo>
                  <a:lnTo>
                    <a:pt x="4868427" y="3938954"/>
                  </a:lnTo>
                  <a:lnTo>
                    <a:pt x="4727750" y="4044461"/>
                  </a:lnTo>
                  <a:lnTo>
                    <a:pt x="4531807" y="4099727"/>
                  </a:lnTo>
                  <a:lnTo>
                    <a:pt x="4531807" y="4260501"/>
                  </a:lnTo>
                  <a:lnTo>
                    <a:pt x="4511710" y="4456444"/>
                  </a:lnTo>
                  <a:lnTo>
                    <a:pt x="4441372" y="4592096"/>
                  </a:lnTo>
                  <a:lnTo>
                    <a:pt x="4335864" y="4687556"/>
                  </a:lnTo>
                  <a:lnTo>
                    <a:pt x="4195187" y="4783015"/>
                  </a:lnTo>
                  <a:lnTo>
                    <a:pt x="3999244" y="4863402"/>
                  </a:lnTo>
                  <a:lnTo>
                    <a:pt x="3773156" y="4888523"/>
                  </a:lnTo>
                  <a:lnTo>
                    <a:pt x="3602334" y="4858378"/>
                  </a:lnTo>
                  <a:lnTo>
                    <a:pt x="3481754" y="4783015"/>
                  </a:lnTo>
                  <a:lnTo>
                    <a:pt x="3486778" y="4893547"/>
                  </a:lnTo>
                  <a:lnTo>
                    <a:pt x="3461657" y="5034224"/>
                  </a:lnTo>
                  <a:lnTo>
                    <a:pt x="3361174" y="5169877"/>
                  </a:lnTo>
                  <a:lnTo>
                    <a:pt x="3260690" y="5280409"/>
                  </a:lnTo>
                  <a:lnTo>
                    <a:pt x="3049675" y="5390940"/>
                  </a:lnTo>
                  <a:lnTo>
                    <a:pt x="2768321" y="5436158"/>
                  </a:lnTo>
                  <a:lnTo>
                    <a:pt x="2497016" y="5375868"/>
                  </a:lnTo>
                  <a:lnTo>
                    <a:pt x="2250831" y="5295481"/>
                  </a:lnTo>
                  <a:lnTo>
                    <a:pt x="2125227" y="5169877"/>
                  </a:lnTo>
                  <a:lnTo>
                    <a:pt x="2029767" y="5079442"/>
                  </a:lnTo>
                  <a:lnTo>
                    <a:pt x="2009671" y="4938765"/>
                  </a:lnTo>
                  <a:lnTo>
                    <a:pt x="1989574" y="4918668"/>
                  </a:lnTo>
                  <a:lnTo>
                    <a:pt x="1863970" y="4978958"/>
                  </a:lnTo>
                  <a:lnTo>
                    <a:pt x="1728317" y="5044272"/>
                  </a:lnTo>
                  <a:lnTo>
                    <a:pt x="1507253" y="5014127"/>
                  </a:lnTo>
                  <a:lnTo>
                    <a:pt x="1306286" y="4928716"/>
                  </a:lnTo>
                  <a:lnTo>
                    <a:pt x="1190730" y="4767943"/>
                  </a:lnTo>
                  <a:lnTo>
                    <a:pt x="1120392" y="4592096"/>
                  </a:lnTo>
                  <a:lnTo>
                    <a:pt x="1120392" y="4421275"/>
                  </a:lnTo>
                  <a:lnTo>
                    <a:pt x="1120392" y="4315767"/>
                  </a:lnTo>
                  <a:lnTo>
                    <a:pt x="974690" y="4386105"/>
                  </a:lnTo>
                  <a:lnTo>
                    <a:pt x="738554" y="4406202"/>
                  </a:lnTo>
                  <a:lnTo>
                    <a:pt x="532563" y="4376057"/>
                  </a:lnTo>
                  <a:lnTo>
                    <a:pt x="386862" y="4285622"/>
                  </a:lnTo>
                  <a:lnTo>
                    <a:pt x="281354" y="4119824"/>
                  </a:lnTo>
                  <a:lnTo>
                    <a:pt x="251209" y="3969099"/>
                  </a:lnTo>
                  <a:lnTo>
                    <a:pt x="256233" y="3873639"/>
                  </a:lnTo>
                  <a:lnTo>
                    <a:pt x="266282" y="3707842"/>
                  </a:lnTo>
                  <a:lnTo>
                    <a:pt x="306475" y="3567165"/>
                  </a:lnTo>
                  <a:lnTo>
                    <a:pt x="371789" y="3491802"/>
                  </a:lnTo>
                  <a:lnTo>
                    <a:pt x="411983" y="3451609"/>
                  </a:lnTo>
                  <a:lnTo>
                    <a:pt x="422031" y="3416439"/>
                  </a:lnTo>
                  <a:lnTo>
                    <a:pt x="261257" y="3315956"/>
                  </a:lnTo>
                  <a:lnTo>
                    <a:pt x="165798" y="3180303"/>
                  </a:lnTo>
                  <a:lnTo>
                    <a:pt x="90435" y="2994409"/>
                  </a:lnTo>
                  <a:lnTo>
                    <a:pt x="80387" y="2793442"/>
                  </a:lnTo>
                  <a:lnTo>
                    <a:pt x="115556" y="2642716"/>
                  </a:lnTo>
                  <a:lnTo>
                    <a:pt x="165798" y="2431701"/>
                  </a:lnTo>
                  <a:lnTo>
                    <a:pt x="261257" y="2301072"/>
                  </a:lnTo>
                  <a:lnTo>
                    <a:pt x="361741" y="2195565"/>
                  </a:lnTo>
                  <a:lnTo>
                    <a:pt x="442128" y="2140299"/>
                  </a:lnTo>
                  <a:lnTo>
                    <a:pt x="602901" y="2054888"/>
                  </a:lnTo>
                  <a:close/>
                </a:path>
              </a:pathLst>
            </a:custGeom>
            <a:solidFill>
              <a:schemeClr val="accent6">
                <a:lumMod val="60000"/>
                <a:lumOff val="40000"/>
              </a:schemeClr>
            </a:solid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b="1"/>
            </a:p>
          </p:txBody>
        </p:sp>
        <p:sp>
          <p:nvSpPr>
            <p:cNvPr id="10" name="TextBox 9">
              <a:extLst>
                <a:ext uri="{FF2B5EF4-FFF2-40B4-BE49-F238E27FC236}">
                  <a16:creationId xmlns:a16="http://schemas.microsoft.com/office/drawing/2014/main" id="{FFC19485-EC34-F070-3B3F-978F61587575}"/>
                </a:ext>
              </a:extLst>
            </p:cNvPr>
            <p:cNvSpPr txBox="1"/>
            <p:nvPr/>
          </p:nvSpPr>
          <p:spPr>
            <a:xfrm>
              <a:off x="2644385" y="3160918"/>
              <a:ext cx="1838187" cy="707886"/>
            </a:xfrm>
            <a:prstGeom prst="rect">
              <a:avLst/>
            </a:prstGeom>
            <a:noFill/>
            <a:ln w="38100">
              <a:no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en-US"/>
              </a:defPPr>
              <a:lvl1pPr algn="ctr">
                <a:defRPr b="1">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GB">
                  <a:solidFill>
                    <a:schemeClr val="tx1"/>
                  </a:solidFill>
                </a:rPr>
                <a:t>What am I learning?</a:t>
              </a:r>
            </a:p>
          </p:txBody>
        </p:sp>
      </p:grpSp>
      <p:pic>
        <p:nvPicPr>
          <p:cNvPr id="11" name="Picture 10" descr="A picture containing room  Description automatically generated">
            <a:extLst>
              <a:ext uri="{FF2B5EF4-FFF2-40B4-BE49-F238E27FC236}">
                <a16:creationId xmlns:a16="http://schemas.microsoft.com/office/drawing/2014/main" id="{3C0DDE4A-9E8B-5BE3-65C1-A3FA2705ACB2}"/>
              </a:ext>
            </a:extLst>
          </p:cNvPr>
          <p:cNvPicPr>
            <a:picLocks noChangeAspect="1"/>
          </p:cNvPicPr>
          <p:nvPr/>
        </p:nvPicPr>
        <p:blipFill>
          <a:blip r:embed="rId2" cstate="screen">
            <a:extLst>
              <a:ext uri="{28A0092B-C50C-407E-A947-70E740481C1C}">
                <a14:useLocalDpi xmlns:a14="http://schemas.microsoft.com/office/drawing/2010/main" val="0"/>
              </a:ext>
            </a:extLst>
          </a:blip>
          <a:stretch>
            <a:fillRect/>
          </a:stretch>
        </p:blipFill>
        <p:spPr>
          <a:xfrm>
            <a:off x="485896" y="2018390"/>
            <a:ext cx="1451414" cy="2106656"/>
          </a:xfrm>
          <a:prstGeom prst="rect">
            <a:avLst/>
          </a:prstGeom>
          <a:ln>
            <a:noFill/>
          </a:ln>
        </p:spPr>
      </p:pic>
      <p:sp>
        <p:nvSpPr>
          <p:cNvPr id="12" name="Freeform: Shape 11">
            <a:extLst>
              <a:ext uri="{FF2B5EF4-FFF2-40B4-BE49-F238E27FC236}">
                <a16:creationId xmlns:a16="http://schemas.microsoft.com/office/drawing/2014/main" id="{A0F1A2A6-045F-00C7-688E-E6D0A25D5652}"/>
              </a:ext>
            </a:extLst>
          </p:cNvPr>
          <p:cNvSpPr/>
          <p:nvPr/>
        </p:nvSpPr>
        <p:spPr>
          <a:xfrm>
            <a:off x="2797615" y="2918463"/>
            <a:ext cx="206619" cy="247942"/>
          </a:xfrm>
          <a:custGeom>
            <a:avLst/>
            <a:gdLst>
              <a:gd name="connsiteX0" fmla="*/ 167780 w 1887523"/>
              <a:gd name="connsiteY0" fmla="*/ 1182847 h 2265027"/>
              <a:gd name="connsiteX1" fmla="*/ 58723 w 1887523"/>
              <a:gd name="connsiteY1" fmla="*/ 989900 h 2265027"/>
              <a:gd name="connsiteX2" fmla="*/ 0 w 1887523"/>
              <a:gd name="connsiteY2" fmla="*/ 788565 h 2265027"/>
              <a:gd name="connsiteX3" fmla="*/ 50334 w 1887523"/>
              <a:gd name="connsiteY3" fmla="*/ 612396 h 2265027"/>
              <a:gd name="connsiteX4" fmla="*/ 134224 w 1887523"/>
              <a:gd name="connsiteY4" fmla="*/ 402671 h 2265027"/>
              <a:gd name="connsiteX5" fmla="*/ 251669 w 1887523"/>
              <a:gd name="connsiteY5" fmla="*/ 310392 h 2265027"/>
              <a:gd name="connsiteX6" fmla="*/ 385893 w 1887523"/>
              <a:gd name="connsiteY6" fmla="*/ 243280 h 2265027"/>
              <a:gd name="connsiteX7" fmla="*/ 578840 w 1887523"/>
              <a:gd name="connsiteY7" fmla="*/ 251669 h 2265027"/>
              <a:gd name="connsiteX8" fmla="*/ 713064 w 1887523"/>
              <a:gd name="connsiteY8" fmla="*/ 100667 h 2265027"/>
              <a:gd name="connsiteX9" fmla="*/ 872455 w 1887523"/>
              <a:gd name="connsiteY9" fmla="*/ 16778 h 2265027"/>
              <a:gd name="connsiteX10" fmla="*/ 1065402 w 1887523"/>
              <a:gd name="connsiteY10" fmla="*/ 0 h 2265027"/>
              <a:gd name="connsiteX11" fmla="*/ 1191236 w 1887523"/>
              <a:gd name="connsiteY11" fmla="*/ 33555 h 2265027"/>
              <a:gd name="connsiteX12" fmla="*/ 1342238 w 1887523"/>
              <a:gd name="connsiteY12" fmla="*/ 100667 h 2265027"/>
              <a:gd name="connsiteX13" fmla="*/ 1417739 w 1887523"/>
              <a:gd name="connsiteY13" fmla="*/ 192946 h 2265027"/>
              <a:gd name="connsiteX14" fmla="*/ 1426128 w 1887523"/>
              <a:gd name="connsiteY14" fmla="*/ 260058 h 2265027"/>
              <a:gd name="connsiteX15" fmla="*/ 1426128 w 1887523"/>
              <a:gd name="connsiteY15" fmla="*/ 469783 h 2265027"/>
              <a:gd name="connsiteX16" fmla="*/ 1560352 w 1887523"/>
              <a:gd name="connsiteY16" fmla="*/ 486561 h 2265027"/>
              <a:gd name="connsiteX17" fmla="*/ 1744910 w 1887523"/>
              <a:gd name="connsiteY17" fmla="*/ 536895 h 2265027"/>
              <a:gd name="connsiteX18" fmla="*/ 1803633 w 1887523"/>
              <a:gd name="connsiteY18" fmla="*/ 604007 h 2265027"/>
              <a:gd name="connsiteX19" fmla="*/ 1887523 w 1887523"/>
              <a:gd name="connsiteY19" fmla="*/ 855677 h 2265027"/>
              <a:gd name="connsiteX20" fmla="*/ 1887523 w 1887523"/>
              <a:gd name="connsiteY20" fmla="*/ 1082179 h 2265027"/>
              <a:gd name="connsiteX21" fmla="*/ 1845578 w 1887523"/>
              <a:gd name="connsiteY21" fmla="*/ 1258348 h 2265027"/>
              <a:gd name="connsiteX22" fmla="*/ 1778466 w 1887523"/>
              <a:gd name="connsiteY22" fmla="*/ 1409350 h 2265027"/>
              <a:gd name="connsiteX23" fmla="*/ 1661020 w 1887523"/>
              <a:gd name="connsiteY23" fmla="*/ 1493240 h 2265027"/>
              <a:gd name="connsiteX24" fmla="*/ 1560352 w 1887523"/>
              <a:gd name="connsiteY24" fmla="*/ 1526796 h 2265027"/>
              <a:gd name="connsiteX25" fmla="*/ 1619075 w 1887523"/>
              <a:gd name="connsiteY25" fmla="*/ 1619075 h 2265027"/>
              <a:gd name="connsiteX26" fmla="*/ 1627464 w 1887523"/>
              <a:gd name="connsiteY26" fmla="*/ 1719743 h 2265027"/>
              <a:gd name="connsiteX27" fmla="*/ 1568741 w 1887523"/>
              <a:gd name="connsiteY27" fmla="*/ 1912689 h 2265027"/>
              <a:gd name="connsiteX28" fmla="*/ 1493240 w 1887523"/>
              <a:gd name="connsiteY28" fmla="*/ 2038524 h 2265027"/>
              <a:gd name="connsiteX29" fmla="*/ 1417739 w 1887523"/>
              <a:gd name="connsiteY29" fmla="*/ 2122414 h 2265027"/>
              <a:gd name="connsiteX30" fmla="*/ 1333849 w 1887523"/>
              <a:gd name="connsiteY30" fmla="*/ 2189526 h 2265027"/>
              <a:gd name="connsiteX31" fmla="*/ 1157680 w 1887523"/>
              <a:gd name="connsiteY31" fmla="*/ 2265027 h 2265027"/>
              <a:gd name="connsiteX32" fmla="*/ 914400 w 1887523"/>
              <a:gd name="connsiteY32" fmla="*/ 2248249 h 2265027"/>
              <a:gd name="connsiteX33" fmla="*/ 805343 w 1887523"/>
              <a:gd name="connsiteY33" fmla="*/ 2147581 h 2265027"/>
              <a:gd name="connsiteX34" fmla="*/ 696286 w 1887523"/>
              <a:gd name="connsiteY34" fmla="*/ 2004968 h 2265027"/>
              <a:gd name="connsiteX35" fmla="*/ 511728 w 1887523"/>
              <a:gd name="connsiteY35" fmla="*/ 2072080 h 2265027"/>
              <a:gd name="connsiteX36" fmla="*/ 302003 w 1887523"/>
              <a:gd name="connsiteY36" fmla="*/ 2072080 h 2265027"/>
              <a:gd name="connsiteX37" fmla="*/ 83890 w 1887523"/>
              <a:gd name="connsiteY37" fmla="*/ 1887522 h 2265027"/>
              <a:gd name="connsiteX38" fmla="*/ 16778 w 1887523"/>
              <a:gd name="connsiteY38" fmla="*/ 1702965 h 2265027"/>
              <a:gd name="connsiteX39" fmla="*/ 25167 w 1887523"/>
              <a:gd name="connsiteY39" fmla="*/ 1451295 h 2265027"/>
              <a:gd name="connsiteX40" fmla="*/ 58723 w 1887523"/>
              <a:gd name="connsiteY40" fmla="*/ 1350627 h 2265027"/>
              <a:gd name="connsiteX41" fmla="*/ 117446 w 1887523"/>
              <a:gd name="connsiteY41" fmla="*/ 1233181 h 2265027"/>
              <a:gd name="connsiteX42" fmla="*/ 167780 w 1887523"/>
              <a:gd name="connsiteY42" fmla="*/ 1182847 h 22650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887523" h="2265027">
                <a:moveTo>
                  <a:pt x="167780" y="1182847"/>
                </a:moveTo>
                <a:lnTo>
                  <a:pt x="58723" y="989900"/>
                </a:lnTo>
                <a:lnTo>
                  <a:pt x="0" y="788565"/>
                </a:lnTo>
                <a:lnTo>
                  <a:pt x="50334" y="612396"/>
                </a:lnTo>
                <a:lnTo>
                  <a:pt x="134224" y="402671"/>
                </a:lnTo>
                <a:lnTo>
                  <a:pt x="251669" y="310392"/>
                </a:lnTo>
                <a:lnTo>
                  <a:pt x="385893" y="243280"/>
                </a:lnTo>
                <a:lnTo>
                  <a:pt x="578840" y="251669"/>
                </a:lnTo>
                <a:lnTo>
                  <a:pt x="713064" y="100667"/>
                </a:lnTo>
                <a:lnTo>
                  <a:pt x="872455" y="16778"/>
                </a:lnTo>
                <a:lnTo>
                  <a:pt x="1065402" y="0"/>
                </a:lnTo>
                <a:lnTo>
                  <a:pt x="1191236" y="33555"/>
                </a:lnTo>
                <a:lnTo>
                  <a:pt x="1342238" y="100667"/>
                </a:lnTo>
                <a:lnTo>
                  <a:pt x="1417739" y="192946"/>
                </a:lnTo>
                <a:lnTo>
                  <a:pt x="1426128" y="260058"/>
                </a:lnTo>
                <a:lnTo>
                  <a:pt x="1426128" y="469783"/>
                </a:lnTo>
                <a:lnTo>
                  <a:pt x="1560352" y="486561"/>
                </a:lnTo>
                <a:lnTo>
                  <a:pt x="1744910" y="536895"/>
                </a:lnTo>
                <a:lnTo>
                  <a:pt x="1803633" y="604007"/>
                </a:lnTo>
                <a:lnTo>
                  <a:pt x="1887523" y="855677"/>
                </a:lnTo>
                <a:lnTo>
                  <a:pt x="1887523" y="1082179"/>
                </a:lnTo>
                <a:lnTo>
                  <a:pt x="1845578" y="1258348"/>
                </a:lnTo>
                <a:lnTo>
                  <a:pt x="1778466" y="1409350"/>
                </a:lnTo>
                <a:lnTo>
                  <a:pt x="1661020" y="1493240"/>
                </a:lnTo>
                <a:lnTo>
                  <a:pt x="1560352" y="1526796"/>
                </a:lnTo>
                <a:lnTo>
                  <a:pt x="1619075" y="1619075"/>
                </a:lnTo>
                <a:lnTo>
                  <a:pt x="1627464" y="1719743"/>
                </a:lnTo>
                <a:lnTo>
                  <a:pt x="1568741" y="1912689"/>
                </a:lnTo>
                <a:lnTo>
                  <a:pt x="1493240" y="2038524"/>
                </a:lnTo>
                <a:lnTo>
                  <a:pt x="1417739" y="2122414"/>
                </a:lnTo>
                <a:lnTo>
                  <a:pt x="1333849" y="2189526"/>
                </a:lnTo>
                <a:lnTo>
                  <a:pt x="1157680" y="2265027"/>
                </a:lnTo>
                <a:lnTo>
                  <a:pt x="914400" y="2248249"/>
                </a:lnTo>
                <a:lnTo>
                  <a:pt x="805343" y="2147581"/>
                </a:lnTo>
                <a:lnTo>
                  <a:pt x="696286" y="2004968"/>
                </a:lnTo>
                <a:lnTo>
                  <a:pt x="511728" y="2072080"/>
                </a:lnTo>
                <a:lnTo>
                  <a:pt x="302003" y="2072080"/>
                </a:lnTo>
                <a:lnTo>
                  <a:pt x="83890" y="1887522"/>
                </a:lnTo>
                <a:lnTo>
                  <a:pt x="16778" y="1702965"/>
                </a:lnTo>
                <a:lnTo>
                  <a:pt x="25167" y="1451295"/>
                </a:lnTo>
                <a:lnTo>
                  <a:pt x="58723" y="1350627"/>
                </a:lnTo>
                <a:lnTo>
                  <a:pt x="117446" y="1233181"/>
                </a:lnTo>
                <a:lnTo>
                  <a:pt x="167780" y="1182847"/>
                </a:lnTo>
                <a:close/>
              </a:path>
            </a:pathLst>
          </a:cu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13" name="Oval 12">
            <a:extLst>
              <a:ext uri="{FF2B5EF4-FFF2-40B4-BE49-F238E27FC236}">
                <a16:creationId xmlns:a16="http://schemas.microsoft.com/office/drawing/2014/main" id="{408A8433-A9BE-1E56-2965-99A3B5625947}"/>
              </a:ext>
            </a:extLst>
          </p:cNvPr>
          <p:cNvSpPr/>
          <p:nvPr/>
        </p:nvSpPr>
        <p:spPr>
          <a:xfrm>
            <a:off x="2458854" y="2918501"/>
            <a:ext cx="79485" cy="85162"/>
          </a:xfrm>
          <a:prstGeom prst="ellipse">
            <a:avLst/>
          </a:pr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grpSp>
        <p:nvGrpSpPr>
          <p:cNvPr id="14" name="Group 13">
            <a:extLst>
              <a:ext uri="{FF2B5EF4-FFF2-40B4-BE49-F238E27FC236}">
                <a16:creationId xmlns:a16="http://schemas.microsoft.com/office/drawing/2014/main" id="{27A24A2D-2408-EB9E-5F70-46F514294503}"/>
              </a:ext>
            </a:extLst>
          </p:cNvPr>
          <p:cNvGrpSpPr/>
          <p:nvPr/>
        </p:nvGrpSpPr>
        <p:grpSpPr>
          <a:xfrm>
            <a:off x="3618760" y="2676281"/>
            <a:ext cx="2097602" cy="1251349"/>
            <a:chOff x="6125888" y="3028716"/>
            <a:chExt cx="1838187" cy="1384526"/>
          </a:xfrm>
          <a:solidFill>
            <a:schemeClr val="accent6">
              <a:lumMod val="60000"/>
              <a:lumOff val="40000"/>
            </a:schemeClr>
          </a:solidFill>
        </p:grpSpPr>
        <p:sp>
          <p:nvSpPr>
            <p:cNvPr id="15" name="Freeform: Shape 14">
              <a:extLst>
                <a:ext uri="{FF2B5EF4-FFF2-40B4-BE49-F238E27FC236}">
                  <a16:creationId xmlns:a16="http://schemas.microsoft.com/office/drawing/2014/main" id="{2946C962-D08C-0F71-45B1-FA00B59721B8}"/>
                </a:ext>
              </a:extLst>
            </p:cNvPr>
            <p:cNvSpPr/>
            <p:nvPr/>
          </p:nvSpPr>
          <p:spPr>
            <a:xfrm>
              <a:off x="6125888" y="3028716"/>
              <a:ext cx="1838187" cy="1384526"/>
            </a:xfrm>
            <a:custGeom>
              <a:avLst/>
              <a:gdLst>
                <a:gd name="connsiteX0" fmla="*/ 602901 w 5220119"/>
                <a:gd name="connsiteY0" fmla="*/ 2054888 h 5436158"/>
                <a:gd name="connsiteX1" fmla="*/ 346668 w 5220119"/>
                <a:gd name="connsiteY1" fmla="*/ 1934307 h 5436158"/>
                <a:gd name="connsiteX2" fmla="*/ 185895 w 5220119"/>
                <a:gd name="connsiteY2" fmla="*/ 1723292 h 5436158"/>
                <a:gd name="connsiteX3" fmla="*/ 50242 w 5220119"/>
                <a:gd name="connsiteY3" fmla="*/ 1421842 h 5436158"/>
                <a:gd name="connsiteX4" fmla="*/ 0 w 5220119"/>
                <a:gd name="connsiteY4" fmla="*/ 1115367 h 5436158"/>
                <a:gd name="connsiteX5" fmla="*/ 80387 w 5220119"/>
                <a:gd name="connsiteY5" fmla="*/ 828989 h 5436158"/>
                <a:gd name="connsiteX6" fmla="*/ 251209 w 5220119"/>
                <a:gd name="connsiteY6" fmla="*/ 557683 h 5436158"/>
                <a:gd name="connsiteX7" fmla="*/ 512466 w 5220119"/>
                <a:gd name="connsiteY7" fmla="*/ 386861 h 5436158"/>
                <a:gd name="connsiteX8" fmla="*/ 934497 w 5220119"/>
                <a:gd name="connsiteY8" fmla="*/ 296426 h 5436158"/>
                <a:gd name="connsiteX9" fmla="*/ 1251020 w 5220119"/>
                <a:gd name="connsiteY9" fmla="*/ 326571 h 5436158"/>
                <a:gd name="connsiteX10" fmla="*/ 1457011 w 5220119"/>
                <a:gd name="connsiteY10" fmla="*/ 401934 h 5436158"/>
                <a:gd name="connsiteX11" fmla="*/ 1688123 w 5220119"/>
                <a:gd name="connsiteY11" fmla="*/ 512466 h 5436158"/>
                <a:gd name="connsiteX12" fmla="*/ 1753438 w 5220119"/>
                <a:gd name="connsiteY12" fmla="*/ 331595 h 5436158"/>
                <a:gd name="connsiteX13" fmla="*/ 1944356 w 5220119"/>
                <a:gd name="connsiteY13" fmla="*/ 140677 h 5436158"/>
                <a:gd name="connsiteX14" fmla="*/ 2120202 w 5220119"/>
                <a:gd name="connsiteY14" fmla="*/ 50242 h 5436158"/>
                <a:gd name="connsiteX15" fmla="*/ 2336242 w 5220119"/>
                <a:gd name="connsiteY15" fmla="*/ 10048 h 5436158"/>
                <a:gd name="connsiteX16" fmla="*/ 2507064 w 5220119"/>
                <a:gd name="connsiteY16" fmla="*/ 0 h 5436158"/>
                <a:gd name="connsiteX17" fmla="*/ 2682910 w 5220119"/>
                <a:gd name="connsiteY17" fmla="*/ 55266 h 5436158"/>
                <a:gd name="connsiteX18" fmla="*/ 2808515 w 5220119"/>
                <a:gd name="connsiteY18" fmla="*/ 160773 h 5436158"/>
                <a:gd name="connsiteX19" fmla="*/ 2903974 w 5220119"/>
                <a:gd name="connsiteY19" fmla="*/ 261257 h 5436158"/>
                <a:gd name="connsiteX20" fmla="*/ 2954216 w 5220119"/>
                <a:gd name="connsiteY20" fmla="*/ 396910 h 5436158"/>
                <a:gd name="connsiteX21" fmla="*/ 2989385 w 5220119"/>
                <a:gd name="connsiteY21" fmla="*/ 482321 h 5436158"/>
                <a:gd name="connsiteX22" fmla="*/ 3235570 w 5220119"/>
                <a:gd name="connsiteY22" fmla="*/ 331595 h 5436158"/>
                <a:gd name="connsiteX23" fmla="*/ 3567165 w 5220119"/>
                <a:gd name="connsiteY23" fmla="*/ 246184 h 5436158"/>
                <a:gd name="connsiteX24" fmla="*/ 3913833 w 5220119"/>
                <a:gd name="connsiteY24" fmla="*/ 226088 h 5436158"/>
                <a:gd name="connsiteX25" fmla="*/ 4165042 w 5220119"/>
                <a:gd name="connsiteY25" fmla="*/ 291402 h 5436158"/>
                <a:gd name="connsiteX26" fmla="*/ 4431323 w 5220119"/>
                <a:gd name="connsiteY26" fmla="*/ 447151 h 5436158"/>
                <a:gd name="connsiteX27" fmla="*/ 4607170 w 5220119"/>
                <a:gd name="connsiteY27" fmla="*/ 668215 h 5436158"/>
                <a:gd name="connsiteX28" fmla="*/ 4707653 w 5220119"/>
                <a:gd name="connsiteY28" fmla="*/ 869182 h 5436158"/>
                <a:gd name="connsiteX29" fmla="*/ 4747846 w 5220119"/>
                <a:gd name="connsiteY29" fmla="*/ 1075173 h 5436158"/>
                <a:gd name="connsiteX30" fmla="*/ 4747846 w 5220119"/>
                <a:gd name="connsiteY30" fmla="*/ 1306286 h 5436158"/>
                <a:gd name="connsiteX31" fmla="*/ 4717701 w 5220119"/>
                <a:gd name="connsiteY31" fmla="*/ 1507253 h 5436158"/>
                <a:gd name="connsiteX32" fmla="*/ 4657411 w 5220119"/>
                <a:gd name="connsiteY32" fmla="*/ 1617784 h 5436158"/>
                <a:gd name="connsiteX33" fmla="*/ 4858378 w 5220119"/>
                <a:gd name="connsiteY33" fmla="*/ 1642905 h 5436158"/>
                <a:gd name="connsiteX34" fmla="*/ 5054321 w 5220119"/>
                <a:gd name="connsiteY34" fmla="*/ 1818751 h 5436158"/>
                <a:gd name="connsiteX35" fmla="*/ 5134708 w 5220119"/>
                <a:gd name="connsiteY35" fmla="*/ 1979525 h 5436158"/>
                <a:gd name="connsiteX36" fmla="*/ 5179926 w 5220119"/>
                <a:gd name="connsiteY36" fmla="*/ 2145323 h 5436158"/>
                <a:gd name="connsiteX37" fmla="*/ 5220119 w 5220119"/>
                <a:gd name="connsiteY37" fmla="*/ 2275951 h 5436158"/>
                <a:gd name="connsiteX38" fmla="*/ 5220119 w 5220119"/>
                <a:gd name="connsiteY38" fmla="*/ 2461846 h 5436158"/>
                <a:gd name="connsiteX39" fmla="*/ 5179926 w 5220119"/>
                <a:gd name="connsiteY39" fmla="*/ 2642716 h 5436158"/>
                <a:gd name="connsiteX40" fmla="*/ 5084466 w 5220119"/>
                <a:gd name="connsiteY40" fmla="*/ 2778369 h 5436158"/>
                <a:gd name="connsiteX41" fmla="*/ 5084466 w 5220119"/>
                <a:gd name="connsiteY41" fmla="*/ 2828611 h 5436158"/>
                <a:gd name="connsiteX42" fmla="*/ 5139732 w 5220119"/>
                <a:gd name="connsiteY42" fmla="*/ 2954215 h 5436158"/>
                <a:gd name="connsiteX43" fmla="*/ 5194998 w 5220119"/>
                <a:gd name="connsiteY43" fmla="*/ 3120013 h 5436158"/>
                <a:gd name="connsiteX44" fmla="*/ 5194998 w 5220119"/>
                <a:gd name="connsiteY44" fmla="*/ 3285811 h 5436158"/>
                <a:gd name="connsiteX45" fmla="*/ 5154805 w 5220119"/>
                <a:gd name="connsiteY45" fmla="*/ 3471705 h 5436158"/>
                <a:gd name="connsiteX46" fmla="*/ 5109587 w 5220119"/>
                <a:gd name="connsiteY46" fmla="*/ 3622431 h 5436158"/>
                <a:gd name="connsiteX47" fmla="*/ 5014128 w 5220119"/>
                <a:gd name="connsiteY47" fmla="*/ 3798277 h 5436158"/>
                <a:gd name="connsiteX48" fmla="*/ 4868427 w 5220119"/>
                <a:gd name="connsiteY48" fmla="*/ 3938954 h 5436158"/>
                <a:gd name="connsiteX49" fmla="*/ 4727750 w 5220119"/>
                <a:gd name="connsiteY49" fmla="*/ 4044461 h 5436158"/>
                <a:gd name="connsiteX50" fmla="*/ 4531807 w 5220119"/>
                <a:gd name="connsiteY50" fmla="*/ 4099727 h 5436158"/>
                <a:gd name="connsiteX51" fmla="*/ 4531807 w 5220119"/>
                <a:gd name="connsiteY51" fmla="*/ 4260501 h 5436158"/>
                <a:gd name="connsiteX52" fmla="*/ 4511710 w 5220119"/>
                <a:gd name="connsiteY52" fmla="*/ 4456444 h 5436158"/>
                <a:gd name="connsiteX53" fmla="*/ 4441372 w 5220119"/>
                <a:gd name="connsiteY53" fmla="*/ 4592096 h 5436158"/>
                <a:gd name="connsiteX54" fmla="*/ 4335864 w 5220119"/>
                <a:gd name="connsiteY54" fmla="*/ 4687556 h 5436158"/>
                <a:gd name="connsiteX55" fmla="*/ 4195187 w 5220119"/>
                <a:gd name="connsiteY55" fmla="*/ 4783015 h 5436158"/>
                <a:gd name="connsiteX56" fmla="*/ 3999244 w 5220119"/>
                <a:gd name="connsiteY56" fmla="*/ 4863402 h 5436158"/>
                <a:gd name="connsiteX57" fmla="*/ 3773156 w 5220119"/>
                <a:gd name="connsiteY57" fmla="*/ 4888523 h 5436158"/>
                <a:gd name="connsiteX58" fmla="*/ 3602334 w 5220119"/>
                <a:gd name="connsiteY58" fmla="*/ 4858378 h 5436158"/>
                <a:gd name="connsiteX59" fmla="*/ 3481754 w 5220119"/>
                <a:gd name="connsiteY59" fmla="*/ 4783015 h 5436158"/>
                <a:gd name="connsiteX60" fmla="*/ 3486778 w 5220119"/>
                <a:gd name="connsiteY60" fmla="*/ 4893547 h 5436158"/>
                <a:gd name="connsiteX61" fmla="*/ 3461657 w 5220119"/>
                <a:gd name="connsiteY61" fmla="*/ 5034224 h 5436158"/>
                <a:gd name="connsiteX62" fmla="*/ 3361174 w 5220119"/>
                <a:gd name="connsiteY62" fmla="*/ 5169877 h 5436158"/>
                <a:gd name="connsiteX63" fmla="*/ 3260690 w 5220119"/>
                <a:gd name="connsiteY63" fmla="*/ 5280409 h 5436158"/>
                <a:gd name="connsiteX64" fmla="*/ 3049675 w 5220119"/>
                <a:gd name="connsiteY64" fmla="*/ 5390940 h 5436158"/>
                <a:gd name="connsiteX65" fmla="*/ 2768321 w 5220119"/>
                <a:gd name="connsiteY65" fmla="*/ 5436158 h 5436158"/>
                <a:gd name="connsiteX66" fmla="*/ 2497016 w 5220119"/>
                <a:gd name="connsiteY66" fmla="*/ 5375868 h 5436158"/>
                <a:gd name="connsiteX67" fmla="*/ 2250831 w 5220119"/>
                <a:gd name="connsiteY67" fmla="*/ 5295481 h 5436158"/>
                <a:gd name="connsiteX68" fmla="*/ 2125227 w 5220119"/>
                <a:gd name="connsiteY68" fmla="*/ 5169877 h 5436158"/>
                <a:gd name="connsiteX69" fmla="*/ 2029767 w 5220119"/>
                <a:gd name="connsiteY69" fmla="*/ 5079442 h 5436158"/>
                <a:gd name="connsiteX70" fmla="*/ 2009671 w 5220119"/>
                <a:gd name="connsiteY70" fmla="*/ 4938765 h 5436158"/>
                <a:gd name="connsiteX71" fmla="*/ 1989574 w 5220119"/>
                <a:gd name="connsiteY71" fmla="*/ 4918668 h 5436158"/>
                <a:gd name="connsiteX72" fmla="*/ 1863970 w 5220119"/>
                <a:gd name="connsiteY72" fmla="*/ 4978958 h 5436158"/>
                <a:gd name="connsiteX73" fmla="*/ 1728317 w 5220119"/>
                <a:gd name="connsiteY73" fmla="*/ 5044272 h 5436158"/>
                <a:gd name="connsiteX74" fmla="*/ 1507253 w 5220119"/>
                <a:gd name="connsiteY74" fmla="*/ 5014127 h 5436158"/>
                <a:gd name="connsiteX75" fmla="*/ 1306286 w 5220119"/>
                <a:gd name="connsiteY75" fmla="*/ 4928716 h 5436158"/>
                <a:gd name="connsiteX76" fmla="*/ 1190730 w 5220119"/>
                <a:gd name="connsiteY76" fmla="*/ 4767943 h 5436158"/>
                <a:gd name="connsiteX77" fmla="*/ 1120392 w 5220119"/>
                <a:gd name="connsiteY77" fmla="*/ 4592096 h 5436158"/>
                <a:gd name="connsiteX78" fmla="*/ 1120392 w 5220119"/>
                <a:gd name="connsiteY78" fmla="*/ 4421275 h 5436158"/>
                <a:gd name="connsiteX79" fmla="*/ 1120392 w 5220119"/>
                <a:gd name="connsiteY79" fmla="*/ 4315767 h 5436158"/>
                <a:gd name="connsiteX80" fmla="*/ 974690 w 5220119"/>
                <a:gd name="connsiteY80" fmla="*/ 4386105 h 5436158"/>
                <a:gd name="connsiteX81" fmla="*/ 738554 w 5220119"/>
                <a:gd name="connsiteY81" fmla="*/ 4406202 h 5436158"/>
                <a:gd name="connsiteX82" fmla="*/ 532563 w 5220119"/>
                <a:gd name="connsiteY82" fmla="*/ 4376057 h 5436158"/>
                <a:gd name="connsiteX83" fmla="*/ 386862 w 5220119"/>
                <a:gd name="connsiteY83" fmla="*/ 4285622 h 5436158"/>
                <a:gd name="connsiteX84" fmla="*/ 281354 w 5220119"/>
                <a:gd name="connsiteY84" fmla="*/ 4119824 h 5436158"/>
                <a:gd name="connsiteX85" fmla="*/ 251209 w 5220119"/>
                <a:gd name="connsiteY85" fmla="*/ 3969099 h 5436158"/>
                <a:gd name="connsiteX86" fmla="*/ 256233 w 5220119"/>
                <a:gd name="connsiteY86" fmla="*/ 3873639 h 5436158"/>
                <a:gd name="connsiteX87" fmla="*/ 266282 w 5220119"/>
                <a:gd name="connsiteY87" fmla="*/ 3707842 h 5436158"/>
                <a:gd name="connsiteX88" fmla="*/ 306475 w 5220119"/>
                <a:gd name="connsiteY88" fmla="*/ 3567165 h 5436158"/>
                <a:gd name="connsiteX89" fmla="*/ 371789 w 5220119"/>
                <a:gd name="connsiteY89" fmla="*/ 3491802 h 5436158"/>
                <a:gd name="connsiteX90" fmla="*/ 411983 w 5220119"/>
                <a:gd name="connsiteY90" fmla="*/ 3451609 h 5436158"/>
                <a:gd name="connsiteX91" fmla="*/ 422031 w 5220119"/>
                <a:gd name="connsiteY91" fmla="*/ 3416439 h 5436158"/>
                <a:gd name="connsiteX92" fmla="*/ 261257 w 5220119"/>
                <a:gd name="connsiteY92" fmla="*/ 3315956 h 5436158"/>
                <a:gd name="connsiteX93" fmla="*/ 165798 w 5220119"/>
                <a:gd name="connsiteY93" fmla="*/ 3180303 h 5436158"/>
                <a:gd name="connsiteX94" fmla="*/ 90435 w 5220119"/>
                <a:gd name="connsiteY94" fmla="*/ 2994409 h 5436158"/>
                <a:gd name="connsiteX95" fmla="*/ 80387 w 5220119"/>
                <a:gd name="connsiteY95" fmla="*/ 2793442 h 5436158"/>
                <a:gd name="connsiteX96" fmla="*/ 115556 w 5220119"/>
                <a:gd name="connsiteY96" fmla="*/ 2642716 h 5436158"/>
                <a:gd name="connsiteX97" fmla="*/ 165798 w 5220119"/>
                <a:gd name="connsiteY97" fmla="*/ 2431701 h 5436158"/>
                <a:gd name="connsiteX98" fmla="*/ 261257 w 5220119"/>
                <a:gd name="connsiteY98" fmla="*/ 2301072 h 5436158"/>
                <a:gd name="connsiteX99" fmla="*/ 361741 w 5220119"/>
                <a:gd name="connsiteY99" fmla="*/ 2195565 h 5436158"/>
                <a:gd name="connsiteX100" fmla="*/ 442128 w 5220119"/>
                <a:gd name="connsiteY100" fmla="*/ 2140299 h 5436158"/>
                <a:gd name="connsiteX101" fmla="*/ 602901 w 5220119"/>
                <a:gd name="connsiteY101" fmla="*/ 2054888 h 54361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5220119" h="5436158">
                  <a:moveTo>
                    <a:pt x="602901" y="2054888"/>
                  </a:moveTo>
                  <a:lnTo>
                    <a:pt x="346668" y="1934307"/>
                  </a:lnTo>
                  <a:lnTo>
                    <a:pt x="185895" y="1723292"/>
                  </a:lnTo>
                  <a:lnTo>
                    <a:pt x="50242" y="1421842"/>
                  </a:lnTo>
                  <a:lnTo>
                    <a:pt x="0" y="1115367"/>
                  </a:lnTo>
                  <a:lnTo>
                    <a:pt x="80387" y="828989"/>
                  </a:lnTo>
                  <a:lnTo>
                    <a:pt x="251209" y="557683"/>
                  </a:lnTo>
                  <a:lnTo>
                    <a:pt x="512466" y="386861"/>
                  </a:lnTo>
                  <a:lnTo>
                    <a:pt x="934497" y="296426"/>
                  </a:lnTo>
                  <a:lnTo>
                    <a:pt x="1251020" y="326571"/>
                  </a:lnTo>
                  <a:lnTo>
                    <a:pt x="1457011" y="401934"/>
                  </a:lnTo>
                  <a:lnTo>
                    <a:pt x="1688123" y="512466"/>
                  </a:lnTo>
                  <a:lnTo>
                    <a:pt x="1753438" y="331595"/>
                  </a:lnTo>
                  <a:lnTo>
                    <a:pt x="1944356" y="140677"/>
                  </a:lnTo>
                  <a:lnTo>
                    <a:pt x="2120202" y="50242"/>
                  </a:lnTo>
                  <a:lnTo>
                    <a:pt x="2336242" y="10048"/>
                  </a:lnTo>
                  <a:lnTo>
                    <a:pt x="2507064" y="0"/>
                  </a:lnTo>
                  <a:lnTo>
                    <a:pt x="2682910" y="55266"/>
                  </a:lnTo>
                  <a:lnTo>
                    <a:pt x="2808515" y="160773"/>
                  </a:lnTo>
                  <a:lnTo>
                    <a:pt x="2903974" y="261257"/>
                  </a:lnTo>
                  <a:lnTo>
                    <a:pt x="2954216" y="396910"/>
                  </a:lnTo>
                  <a:lnTo>
                    <a:pt x="2989385" y="482321"/>
                  </a:lnTo>
                  <a:lnTo>
                    <a:pt x="3235570" y="331595"/>
                  </a:lnTo>
                  <a:lnTo>
                    <a:pt x="3567165" y="246184"/>
                  </a:lnTo>
                  <a:lnTo>
                    <a:pt x="3913833" y="226088"/>
                  </a:lnTo>
                  <a:lnTo>
                    <a:pt x="4165042" y="291402"/>
                  </a:lnTo>
                  <a:lnTo>
                    <a:pt x="4431323" y="447151"/>
                  </a:lnTo>
                  <a:lnTo>
                    <a:pt x="4607170" y="668215"/>
                  </a:lnTo>
                  <a:lnTo>
                    <a:pt x="4707653" y="869182"/>
                  </a:lnTo>
                  <a:lnTo>
                    <a:pt x="4747846" y="1075173"/>
                  </a:lnTo>
                  <a:lnTo>
                    <a:pt x="4747846" y="1306286"/>
                  </a:lnTo>
                  <a:lnTo>
                    <a:pt x="4717701" y="1507253"/>
                  </a:lnTo>
                  <a:lnTo>
                    <a:pt x="4657411" y="1617784"/>
                  </a:lnTo>
                  <a:lnTo>
                    <a:pt x="4858378" y="1642905"/>
                  </a:lnTo>
                  <a:lnTo>
                    <a:pt x="5054321" y="1818751"/>
                  </a:lnTo>
                  <a:lnTo>
                    <a:pt x="5134708" y="1979525"/>
                  </a:lnTo>
                  <a:lnTo>
                    <a:pt x="5179926" y="2145323"/>
                  </a:lnTo>
                  <a:lnTo>
                    <a:pt x="5220119" y="2275951"/>
                  </a:lnTo>
                  <a:lnTo>
                    <a:pt x="5220119" y="2461846"/>
                  </a:lnTo>
                  <a:lnTo>
                    <a:pt x="5179926" y="2642716"/>
                  </a:lnTo>
                  <a:lnTo>
                    <a:pt x="5084466" y="2778369"/>
                  </a:lnTo>
                  <a:lnTo>
                    <a:pt x="5084466" y="2828611"/>
                  </a:lnTo>
                  <a:lnTo>
                    <a:pt x="5139732" y="2954215"/>
                  </a:lnTo>
                  <a:lnTo>
                    <a:pt x="5194998" y="3120013"/>
                  </a:lnTo>
                  <a:lnTo>
                    <a:pt x="5194998" y="3285811"/>
                  </a:lnTo>
                  <a:lnTo>
                    <a:pt x="5154805" y="3471705"/>
                  </a:lnTo>
                  <a:lnTo>
                    <a:pt x="5109587" y="3622431"/>
                  </a:lnTo>
                  <a:lnTo>
                    <a:pt x="5014128" y="3798277"/>
                  </a:lnTo>
                  <a:lnTo>
                    <a:pt x="4868427" y="3938954"/>
                  </a:lnTo>
                  <a:lnTo>
                    <a:pt x="4727750" y="4044461"/>
                  </a:lnTo>
                  <a:lnTo>
                    <a:pt x="4531807" y="4099727"/>
                  </a:lnTo>
                  <a:lnTo>
                    <a:pt x="4531807" y="4260501"/>
                  </a:lnTo>
                  <a:lnTo>
                    <a:pt x="4511710" y="4456444"/>
                  </a:lnTo>
                  <a:lnTo>
                    <a:pt x="4441372" y="4592096"/>
                  </a:lnTo>
                  <a:lnTo>
                    <a:pt x="4335864" y="4687556"/>
                  </a:lnTo>
                  <a:lnTo>
                    <a:pt x="4195187" y="4783015"/>
                  </a:lnTo>
                  <a:lnTo>
                    <a:pt x="3999244" y="4863402"/>
                  </a:lnTo>
                  <a:lnTo>
                    <a:pt x="3773156" y="4888523"/>
                  </a:lnTo>
                  <a:lnTo>
                    <a:pt x="3602334" y="4858378"/>
                  </a:lnTo>
                  <a:lnTo>
                    <a:pt x="3481754" y="4783015"/>
                  </a:lnTo>
                  <a:lnTo>
                    <a:pt x="3486778" y="4893547"/>
                  </a:lnTo>
                  <a:lnTo>
                    <a:pt x="3461657" y="5034224"/>
                  </a:lnTo>
                  <a:lnTo>
                    <a:pt x="3361174" y="5169877"/>
                  </a:lnTo>
                  <a:lnTo>
                    <a:pt x="3260690" y="5280409"/>
                  </a:lnTo>
                  <a:lnTo>
                    <a:pt x="3049675" y="5390940"/>
                  </a:lnTo>
                  <a:lnTo>
                    <a:pt x="2768321" y="5436158"/>
                  </a:lnTo>
                  <a:lnTo>
                    <a:pt x="2497016" y="5375868"/>
                  </a:lnTo>
                  <a:lnTo>
                    <a:pt x="2250831" y="5295481"/>
                  </a:lnTo>
                  <a:lnTo>
                    <a:pt x="2125227" y="5169877"/>
                  </a:lnTo>
                  <a:lnTo>
                    <a:pt x="2029767" y="5079442"/>
                  </a:lnTo>
                  <a:lnTo>
                    <a:pt x="2009671" y="4938765"/>
                  </a:lnTo>
                  <a:lnTo>
                    <a:pt x="1989574" y="4918668"/>
                  </a:lnTo>
                  <a:lnTo>
                    <a:pt x="1863970" y="4978958"/>
                  </a:lnTo>
                  <a:lnTo>
                    <a:pt x="1728317" y="5044272"/>
                  </a:lnTo>
                  <a:lnTo>
                    <a:pt x="1507253" y="5014127"/>
                  </a:lnTo>
                  <a:lnTo>
                    <a:pt x="1306286" y="4928716"/>
                  </a:lnTo>
                  <a:lnTo>
                    <a:pt x="1190730" y="4767943"/>
                  </a:lnTo>
                  <a:lnTo>
                    <a:pt x="1120392" y="4592096"/>
                  </a:lnTo>
                  <a:lnTo>
                    <a:pt x="1120392" y="4421275"/>
                  </a:lnTo>
                  <a:lnTo>
                    <a:pt x="1120392" y="4315767"/>
                  </a:lnTo>
                  <a:lnTo>
                    <a:pt x="974690" y="4386105"/>
                  </a:lnTo>
                  <a:lnTo>
                    <a:pt x="738554" y="4406202"/>
                  </a:lnTo>
                  <a:lnTo>
                    <a:pt x="532563" y="4376057"/>
                  </a:lnTo>
                  <a:lnTo>
                    <a:pt x="386862" y="4285622"/>
                  </a:lnTo>
                  <a:lnTo>
                    <a:pt x="281354" y="4119824"/>
                  </a:lnTo>
                  <a:lnTo>
                    <a:pt x="251209" y="3969099"/>
                  </a:lnTo>
                  <a:lnTo>
                    <a:pt x="256233" y="3873639"/>
                  </a:lnTo>
                  <a:lnTo>
                    <a:pt x="266282" y="3707842"/>
                  </a:lnTo>
                  <a:lnTo>
                    <a:pt x="306475" y="3567165"/>
                  </a:lnTo>
                  <a:lnTo>
                    <a:pt x="371789" y="3491802"/>
                  </a:lnTo>
                  <a:lnTo>
                    <a:pt x="411983" y="3451609"/>
                  </a:lnTo>
                  <a:lnTo>
                    <a:pt x="422031" y="3416439"/>
                  </a:lnTo>
                  <a:lnTo>
                    <a:pt x="261257" y="3315956"/>
                  </a:lnTo>
                  <a:lnTo>
                    <a:pt x="165798" y="3180303"/>
                  </a:lnTo>
                  <a:lnTo>
                    <a:pt x="90435" y="2994409"/>
                  </a:lnTo>
                  <a:lnTo>
                    <a:pt x="80387" y="2793442"/>
                  </a:lnTo>
                  <a:lnTo>
                    <a:pt x="115556" y="2642716"/>
                  </a:lnTo>
                  <a:lnTo>
                    <a:pt x="165798" y="2431701"/>
                  </a:lnTo>
                  <a:lnTo>
                    <a:pt x="261257" y="2301072"/>
                  </a:lnTo>
                  <a:lnTo>
                    <a:pt x="361741" y="2195565"/>
                  </a:lnTo>
                  <a:lnTo>
                    <a:pt x="442128" y="2140299"/>
                  </a:lnTo>
                  <a:lnTo>
                    <a:pt x="602901" y="2054888"/>
                  </a:lnTo>
                  <a:close/>
                </a:path>
              </a:pathLst>
            </a:custGeom>
            <a:solidFill>
              <a:schemeClr val="accent6">
                <a:lumMod val="60000"/>
                <a:lumOff val="40000"/>
              </a:schemeClr>
            </a:solid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2400" b="1"/>
            </a:p>
          </p:txBody>
        </p:sp>
        <p:sp>
          <p:nvSpPr>
            <p:cNvPr id="16" name="TextBox 15">
              <a:extLst>
                <a:ext uri="{FF2B5EF4-FFF2-40B4-BE49-F238E27FC236}">
                  <a16:creationId xmlns:a16="http://schemas.microsoft.com/office/drawing/2014/main" id="{60E1483D-26A7-A33B-B0CD-B1044C4A76B4}"/>
                </a:ext>
              </a:extLst>
            </p:cNvPr>
            <p:cNvSpPr txBox="1"/>
            <p:nvPr/>
          </p:nvSpPr>
          <p:spPr>
            <a:xfrm>
              <a:off x="6263965" y="3326148"/>
              <a:ext cx="1595765" cy="707886"/>
            </a:xfrm>
            <a:prstGeom prst="rect">
              <a:avLst/>
            </a:prstGeom>
            <a:noFill/>
            <a:ln w="38100">
              <a:no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en-US"/>
              </a:defPPr>
              <a:lvl1pPr algn="ctr">
                <a:defRPr b="1">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GB">
                  <a:solidFill>
                    <a:schemeClr val="tx1"/>
                  </a:solidFill>
                </a:rPr>
                <a:t>Why am I learning this ?</a:t>
              </a:r>
            </a:p>
          </p:txBody>
        </p:sp>
      </p:grpSp>
      <p:sp>
        <p:nvSpPr>
          <p:cNvPr id="17" name="Freeform: Shape 16">
            <a:extLst>
              <a:ext uri="{FF2B5EF4-FFF2-40B4-BE49-F238E27FC236}">
                <a16:creationId xmlns:a16="http://schemas.microsoft.com/office/drawing/2014/main" id="{ED4713C7-97EE-A5B0-8FC6-4CE70EA350BC}"/>
              </a:ext>
            </a:extLst>
          </p:cNvPr>
          <p:cNvSpPr/>
          <p:nvPr/>
        </p:nvSpPr>
        <p:spPr>
          <a:xfrm>
            <a:off x="2490079" y="3963955"/>
            <a:ext cx="200648" cy="240777"/>
          </a:xfrm>
          <a:custGeom>
            <a:avLst/>
            <a:gdLst>
              <a:gd name="connsiteX0" fmla="*/ 167780 w 1887523"/>
              <a:gd name="connsiteY0" fmla="*/ 1182847 h 2265027"/>
              <a:gd name="connsiteX1" fmla="*/ 58723 w 1887523"/>
              <a:gd name="connsiteY1" fmla="*/ 989900 h 2265027"/>
              <a:gd name="connsiteX2" fmla="*/ 0 w 1887523"/>
              <a:gd name="connsiteY2" fmla="*/ 788565 h 2265027"/>
              <a:gd name="connsiteX3" fmla="*/ 50334 w 1887523"/>
              <a:gd name="connsiteY3" fmla="*/ 612396 h 2265027"/>
              <a:gd name="connsiteX4" fmla="*/ 134224 w 1887523"/>
              <a:gd name="connsiteY4" fmla="*/ 402671 h 2265027"/>
              <a:gd name="connsiteX5" fmla="*/ 251669 w 1887523"/>
              <a:gd name="connsiteY5" fmla="*/ 310392 h 2265027"/>
              <a:gd name="connsiteX6" fmla="*/ 385893 w 1887523"/>
              <a:gd name="connsiteY6" fmla="*/ 243280 h 2265027"/>
              <a:gd name="connsiteX7" fmla="*/ 578840 w 1887523"/>
              <a:gd name="connsiteY7" fmla="*/ 251669 h 2265027"/>
              <a:gd name="connsiteX8" fmla="*/ 713064 w 1887523"/>
              <a:gd name="connsiteY8" fmla="*/ 100667 h 2265027"/>
              <a:gd name="connsiteX9" fmla="*/ 872455 w 1887523"/>
              <a:gd name="connsiteY9" fmla="*/ 16778 h 2265027"/>
              <a:gd name="connsiteX10" fmla="*/ 1065402 w 1887523"/>
              <a:gd name="connsiteY10" fmla="*/ 0 h 2265027"/>
              <a:gd name="connsiteX11" fmla="*/ 1191236 w 1887523"/>
              <a:gd name="connsiteY11" fmla="*/ 33555 h 2265027"/>
              <a:gd name="connsiteX12" fmla="*/ 1342238 w 1887523"/>
              <a:gd name="connsiteY12" fmla="*/ 100667 h 2265027"/>
              <a:gd name="connsiteX13" fmla="*/ 1417739 w 1887523"/>
              <a:gd name="connsiteY13" fmla="*/ 192946 h 2265027"/>
              <a:gd name="connsiteX14" fmla="*/ 1426128 w 1887523"/>
              <a:gd name="connsiteY14" fmla="*/ 260058 h 2265027"/>
              <a:gd name="connsiteX15" fmla="*/ 1426128 w 1887523"/>
              <a:gd name="connsiteY15" fmla="*/ 469783 h 2265027"/>
              <a:gd name="connsiteX16" fmla="*/ 1560352 w 1887523"/>
              <a:gd name="connsiteY16" fmla="*/ 486561 h 2265027"/>
              <a:gd name="connsiteX17" fmla="*/ 1744910 w 1887523"/>
              <a:gd name="connsiteY17" fmla="*/ 536895 h 2265027"/>
              <a:gd name="connsiteX18" fmla="*/ 1803633 w 1887523"/>
              <a:gd name="connsiteY18" fmla="*/ 604007 h 2265027"/>
              <a:gd name="connsiteX19" fmla="*/ 1887523 w 1887523"/>
              <a:gd name="connsiteY19" fmla="*/ 855677 h 2265027"/>
              <a:gd name="connsiteX20" fmla="*/ 1887523 w 1887523"/>
              <a:gd name="connsiteY20" fmla="*/ 1082179 h 2265027"/>
              <a:gd name="connsiteX21" fmla="*/ 1845578 w 1887523"/>
              <a:gd name="connsiteY21" fmla="*/ 1258348 h 2265027"/>
              <a:gd name="connsiteX22" fmla="*/ 1778466 w 1887523"/>
              <a:gd name="connsiteY22" fmla="*/ 1409350 h 2265027"/>
              <a:gd name="connsiteX23" fmla="*/ 1661020 w 1887523"/>
              <a:gd name="connsiteY23" fmla="*/ 1493240 h 2265027"/>
              <a:gd name="connsiteX24" fmla="*/ 1560352 w 1887523"/>
              <a:gd name="connsiteY24" fmla="*/ 1526796 h 2265027"/>
              <a:gd name="connsiteX25" fmla="*/ 1619075 w 1887523"/>
              <a:gd name="connsiteY25" fmla="*/ 1619075 h 2265027"/>
              <a:gd name="connsiteX26" fmla="*/ 1627464 w 1887523"/>
              <a:gd name="connsiteY26" fmla="*/ 1719743 h 2265027"/>
              <a:gd name="connsiteX27" fmla="*/ 1568741 w 1887523"/>
              <a:gd name="connsiteY27" fmla="*/ 1912689 h 2265027"/>
              <a:gd name="connsiteX28" fmla="*/ 1493240 w 1887523"/>
              <a:gd name="connsiteY28" fmla="*/ 2038524 h 2265027"/>
              <a:gd name="connsiteX29" fmla="*/ 1417739 w 1887523"/>
              <a:gd name="connsiteY29" fmla="*/ 2122414 h 2265027"/>
              <a:gd name="connsiteX30" fmla="*/ 1333849 w 1887523"/>
              <a:gd name="connsiteY30" fmla="*/ 2189526 h 2265027"/>
              <a:gd name="connsiteX31" fmla="*/ 1157680 w 1887523"/>
              <a:gd name="connsiteY31" fmla="*/ 2265027 h 2265027"/>
              <a:gd name="connsiteX32" fmla="*/ 914400 w 1887523"/>
              <a:gd name="connsiteY32" fmla="*/ 2248249 h 2265027"/>
              <a:gd name="connsiteX33" fmla="*/ 805343 w 1887523"/>
              <a:gd name="connsiteY33" fmla="*/ 2147581 h 2265027"/>
              <a:gd name="connsiteX34" fmla="*/ 696286 w 1887523"/>
              <a:gd name="connsiteY34" fmla="*/ 2004968 h 2265027"/>
              <a:gd name="connsiteX35" fmla="*/ 511728 w 1887523"/>
              <a:gd name="connsiteY35" fmla="*/ 2072080 h 2265027"/>
              <a:gd name="connsiteX36" fmla="*/ 302003 w 1887523"/>
              <a:gd name="connsiteY36" fmla="*/ 2072080 h 2265027"/>
              <a:gd name="connsiteX37" fmla="*/ 83890 w 1887523"/>
              <a:gd name="connsiteY37" fmla="*/ 1887522 h 2265027"/>
              <a:gd name="connsiteX38" fmla="*/ 16778 w 1887523"/>
              <a:gd name="connsiteY38" fmla="*/ 1702965 h 2265027"/>
              <a:gd name="connsiteX39" fmla="*/ 25167 w 1887523"/>
              <a:gd name="connsiteY39" fmla="*/ 1451295 h 2265027"/>
              <a:gd name="connsiteX40" fmla="*/ 58723 w 1887523"/>
              <a:gd name="connsiteY40" fmla="*/ 1350627 h 2265027"/>
              <a:gd name="connsiteX41" fmla="*/ 117446 w 1887523"/>
              <a:gd name="connsiteY41" fmla="*/ 1233181 h 2265027"/>
              <a:gd name="connsiteX42" fmla="*/ 167780 w 1887523"/>
              <a:gd name="connsiteY42" fmla="*/ 1182847 h 22650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887523" h="2265027">
                <a:moveTo>
                  <a:pt x="167780" y="1182847"/>
                </a:moveTo>
                <a:lnTo>
                  <a:pt x="58723" y="989900"/>
                </a:lnTo>
                <a:lnTo>
                  <a:pt x="0" y="788565"/>
                </a:lnTo>
                <a:lnTo>
                  <a:pt x="50334" y="612396"/>
                </a:lnTo>
                <a:lnTo>
                  <a:pt x="134224" y="402671"/>
                </a:lnTo>
                <a:lnTo>
                  <a:pt x="251669" y="310392"/>
                </a:lnTo>
                <a:lnTo>
                  <a:pt x="385893" y="243280"/>
                </a:lnTo>
                <a:lnTo>
                  <a:pt x="578840" y="251669"/>
                </a:lnTo>
                <a:lnTo>
                  <a:pt x="713064" y="100667"/>
                </a:lnTo>
                <a:lnTo>
                  <a:pt x="872455" y="16778"/>
                </a:lnTo>
                <a:lnTo>
                  <a:pt x="1065402" y="0"/>
                </a:lnTo>
                <a:lnTo>
                  <a:pt x="1191236" y="33555"/>
                </a:lnTo>
                <a:lnTo>
                  <a:pt x="1342238" y="100667"/>
                </a:lnTo>
                <a:lnTo>
                  <a:pt x="1417739" y="192946"/>
                </a:lnTo>
                <a:lnTo>
                  <a:pt x="1426128" y="260058"/>
                </a:lnTo>
                <a:lnTo>
                  <a:pt x="1426128" y="469783"/>
                </a:lnTo>
                <a:lnTo>
                  <a:pt x="1560352" y="486561"/>
                </a:lnTo>
                <a:lnTo>
                  <a:pt x="1744910" y="536895"/>
                </a:lnTo>
                <a:lnTo>
                  <a:pt x="1803633" y="604007"/>
                </a:lnTo>
                <a:lnTo>
                  <a:pt x="1887523" y="855677"/>
                </a:lnTo>
                <a:lnTo>
                  <a:pt x="1887523" y="1082179"/>
                </a:lnTo>
                <a:lnTo>
                  <a:pt x="1845578" y="1258348"/>
                </a:lnTo>
                <a:lnTo>
                  <a:pt x="1778466" y="1409350"/>
                </a:lnTo>
                <a:lnTo>
                  <a:pt x="1661020" y="1493240"/>
                </a:lnTo>
                <a:lnTo>
                  <a:pt x="1560352" y="1526796"/>
                </a:lnTo>
                <a:lnTo>
                  <a:pt x="1619075" y="1619075"/>
                </a:lnTo>
                <a:lnTo>
                  <a:pt x="1627464" y="1719743"/>
                </a:lnTo>
                <a:lnTo>
                  <a:pt x="1568741" y="1912689"/>
                </a:lnTo>
                <a:lnTo>
                  <a:pt x="1493240" y="2038524"/>
                </a:lnTo>
                <a:lnTo>
                  <a:pt x="1417739" y="2122414"/>
                </a:lnTo>
                <a:lnTo>
                  <a:pt x="1333849" y="2189526"/>
                </a:lnTo>
                <a:lnTo>
                  <a:pt x="1157680" y="2265027"/>
                </a:lnTo>
                <a:lnTo>
                  <a:pt x="914400" y="2248249"/>
                </a:lnTo>
                <a:lnTo>
                  <a:pt x="805343" y="2147581"/>
                </a:lnTo>
                <a:lnTo>
                  <a:pt x="696286" y="2004968"/>
                </a:lnTo>
                <a:lnTo>
                  <a:pt x="511728" y="2072080"/>
                </a:lnTo>
                <a:lnTo>
                  <a:pt x="302003" y="2072080"/>
                </a:lnTo>
                <a:lnTo>
                  <a:pt x="83890" y="1887522"/>
                </a:lnTo>
                <a:lnTo>
                  <a:pt x="16778" y="1702965"/>
                </a:lnTo>
                <a:lnTo>
                  <a:pt x="25167" y="1451295"/>
                </a:lnTo>
                <a:lnTo>
                  <a:pt x="58723" y="1350627"/>
                </a:lnTo>
                <a:lnTo>
                  <a:pt x="117446" y="1233181"/>
                </a:lnTo>
                <a:lnTo>
                  <a:pt x="167780" y="1182847"/>
                </a:lnTo>
                <a:close/>
              </a:path>
            </a:pathLst>
          </a:cu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18" name="Oval 17">
            <a:extLst>
              <a:ext uri="{FF2B5EF4-FFF2-40B4-BE49-F238E27FC236}">
                <a16:creationId xmlns:a16="http://schemas.microsoft.com/office/drawing/2014/main" id="{72843B94-CA11-5143-DFB7-BE14CB303150}"/>
              </a:ext>
            </a:extLst>
          </p:cNvPr>
          <p:cNvSpPr/>
          <p:nvPr/>
        </p:nvSpPr>
        <p:spPr>
          <a:xfrm>
            <a:off x="2258697" y="3780606"/>
            <a:ext cx="79485" cy="85162"/>
          </a:xfrm>
          <a:prstGeom prst="ellipse">
            <a:avLst/>
          </a:pr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19" name="TextBox 18">
            <a:extLst>
              <a:ext uri="{FF2B5EF4-FFF2-40B4-BE49-F238E27FC236}">
                <a16:creationId xmlns:a16="http://schemas.microsoft.com/office/drawing/2014/main" id="{CDA984DD-4FC4-64A0-887A-0A817B977071}"/>
              </a:ext>
            </a:extLst>
          </p:cNvPr>
          <p:cNvSpPr txBox="1"/>
          <p:nvPr/>
        </p:nvSpPr>
        <p:spPr>
          <a:xfrm>
            <a:off x="5068949" y="1230333"/>
            <a:ext cx="5311218" cy="830997"/>
          </a:xfrm>
          <a:prstGeom prst="rect">
            <a:avLst/>
          </a:prstGeom>
          <a:noFill/>
        </p:spPr>
        <p:txBody>
          <a:bodyPr wrap="square" rtlCol="0">
            <a:spAutoFit/>
          </a:bodyPr>
          <a:lstStyle/>
          <a:p>
            <a:r>
              <a:rPr lang="en-GB" sz="2400">
                <a:latin typeface="+mj-lt"/>
              </a:rPr>
              <a:t>I  am learning to understand and take meaning from a text.</a:t>
            </a:r>
          </a:p>
        </p:txBody>
      </p:sp>
      <p:sp>
        <p:nvSpPr>
          <p:cNvPr id="20" name="Rectangle 19">
            <a:extLst>
              <a:ext uri="{FF2B5EF4-FFF2-40B4-BE49-F238E27FC236}">
                <a16:creationId xmlns:a16="http://schemas.microsoft.com/office/drawing/2014/main" id="{3A23222B-35F4-3CDC-5FEA-1C58CE4A933A}"/>
              </a:ext>
            </a:extLst>
          </p:cNvPr>
          <p:cNvSpPr/>
          <p:nvPr/>
        </p:nvSpPr>
        <p:spPr>
          <a:xfrm>
            <a:off x="5597291" y="4824722"/>
            <a:ext cx="5583685" cy="1200329"/>
          </a:xfrm>
          <a:prstGeom prst="rect">
            <a:avLst/>
          </a:prstGeom>
          <a:noFill/>
        </p:spPr>
        <p:txBody>
          <a:bodyPr wrap="square">
            <a:spAutoFit/>
          </a:bodyPr>
          <a:lstStyle/>
          <a:p>
            <a:r>
              <a:rPr lang="en-GB" sz="2400">
                <a:latin typeface="+mj-lt"/>
              </a:rPr>
              <a:t>I will show this by answering questions which relate to the vocabulary used throughout the text.</a:t>
            </a:r>
          </a:p>
        </p:txBody>
      </p:sp>
      <p:grpSp>
        <p:nvGrpSpPr>
          <p:cNvPr id="26" name="Group 25">
            <a:extLst>
              <a:ext uri="{FF2B5EF4-FFF2-40B4-BE49-F238E27FC236}">
                <a16:creationId xmlns:a16="http://schemas.microsoft.com/office/drawing/2014/main" id="{F0FA508C-6CB1-E76E-F0A8-B64E6C4CD90D}"/>
              </a:ext>
            </a:extLst>
          </p:cNvPr>
          <p:cNvGrpSpPr/>
          <p:nvPr/>
        </p:nvGrpSpPr>
        <p:grpSpPr>
          <a:xfrm>
            <a:off x="2968729" y="4615048"/>
            <a:ext cx="2401890" cy="1148058"/>
            <a:chOff x="10001131" y="2709337"/>
            <a:chExt cx="1838187" cy="1105414"/>
          </a:xfrm>
        </p:grpSpPr>
        <p:sp>
          <p:nvSpPr>
            <p:cNvPr id="27" name="Freeform: Shape 26">
              <a:extLst>
                <a:ext uri="{FF2B5EF4-FFF2-40B4-BE49-F238E27FC236}">
                  <a16:creationId xmlns:a16="http://schemas.microsoft.com/office/drawing/2014/main" id="{3F558219-13F1-436A-59AF-11B90D95ABA1}"/>
                </a:ext>
              </a:extLst>
            </p:cNvPr>
            <p:cNvSpPr/>
            <p:nvPr/>
          </p:nvSpPr>
          <p:spPr>
            <a:xfrm>
              <a:off x="10001131" y="2709337"/>
              <a:ext cx="1838187" cy="1105414"/>
            </a:xfrm>
            <a:custGeom>
              <a:avLst/>
              <a:gdLst>
                <a:gd name="connsiteX0" fmla="*/ 602901 w 5220119"/>
                <a:gd name="connsiteY0" fmla="*/ 2054888 h 5436158"/>
                <a:gd name="connsiteX1" fmla="*/ 346668 w 5220119"/>
                <a:gd name="connsiteY1" fmla="*/ 1934307 h 5436158"/>
                <a:gd name="connsiteX2" fmla="*/ 185895 w 5220119"/>
                <a:gd name="connsiteY2" fmla="*/ 1723292 h 5436158"/>
                <a:gd name="connsiteX3" fmla="*/ 50242 w 5220119"/>
                <a:gd name="connsiteY3" fmla="*/ 1421842 h 5436158"/>
                <a:gd name="connsiteX4" fmla="*/ 0 w 5220119"/>
                <a:gd name="connsiteY4" fmla="*/ 1115367 h 5436158"/>
                <a:gd name="connsiteX5" fmla="*/ 80387 w 5220119"/>
                <a:gd name="connsiteY5" fmla="*/ 828989 h 5436158"/>
                <a:gd name="connsiteX6" fmla="*/ 251209 w 5220119"/>
                <a:gd name="connsiteY6" fmla="*/ 557683 h 5436158"/>
                <a:gd name="connsiteX7" fmla="*/ 512466 w 5220119"/>
                <a:gd name="connsiteY7" fmla="*/ 386861 h 5436158"/>
                <a:gd name="connsiteX8" fmla="*/ 934497 w 5220119"/>
                <a:gd name="connsiteY8" fmla="*/ 296426 h 5436158"/>
                <a:gd name="connsiteX9" fmla="*/ 1251020 w 5220119"/>
                <a:gd name="connsiteY9" fmla="*/ 326571 h 5436158"/>
                <a:gd name="connsiteX10" fmla="*/ 1457011 w 5220119"/>
                <a:gd name="connsiteY10" fmla="*/ 401934 h 5436158"/>
                <a:gd name="connsiteX11" fmla="*/ 1688123 w 5220119"/>
                <a:gd name="connsiteY11" fmla="*/ 512466 h 5436158"/>
                <a:gd name="connsiteX12" fmla="*/ 1753438 w 5220119"/>
                <a:gd name="connsiteY12" fmla="*/ 331595 h 5436158"/>
                <a:gd name="connsiteX13" fmla="*/ 1944356 w 5220119"/>
                <a:gd name="connsiteY13" fmla="*/ 140677 h 5436158"/>
                <a:gd name="connsiteX14" fmla="*/ 2120202 w 5220119"/>
                <a:gd name="connsiteY14" fmla="*/ 50242 h 5436158"/>
                <a:gd name="connsiteX15" fmla="*/ 2336242 w 5220119"/>
                <a:gd name="connsiteY15" fmla="*/ 10048 h 5436158"/>
                <a:gd name="connsiteX16" fmla="*/ 2507064 w 5220119"/>
                <a:gd name="connsiteY16" fmla="*/ 0 h 5436158"/>
                <a:gd name="connsiteX17" fmla="*/ 2682910 w 5220119"/>
                <a:gd name="connsiteY17" fmla="*/ 55266 h 5436158"/>
                <a:gd name="connsiteX18" fmla="*/ 2808515 w 5220119"/>
                <a:gd name="connsiteY18" fmla="*/ 160773 h 5436158"/>
                <a:gd name="connsiteX19" fmla="*/ 2903974 w 5220119"/>
                <a:gd name="connsiteY19" fmla="*/ 261257 h 5436158"/>
                <a:gd name="connsiteX20" fmla="*/ 2954216 w 5220119"/>
                <a:gd name="connsiteY20" fmla="*/ 396910 h 5436158"/>
                <a:gd name="connsiteX21" fmla="*/ 2989385 w 5220119"/>
                <a:gd name="connsiteY21" fmla="*/ 482321 h 5436158"/>
                <a:gd name="connsiteX22" fmla="*/ 3235570 w 5220119"/>
                <a:gd name="connsiteY22" fmla="*/ 331595 h 5436158"/>
                <a:gd name="connsiteX23" fmla="*/ 3567165 w 5220119"/>
                <a:gd name="connsiteY23" fmla="*/ 246184 h 5436158"/>
                <a:gd name="connsiteX24" fmla="*/ 3913833 w 5220119"/>
                <a:gd name="connsiteY24" fmla="*/ 226088 h 5436158"/>
                <a:gd name="connsiteX25" fmla="*/ 4165042 w 5220119"/>
                <a:gd name="connsiteY25" fmla="*/ 291402 h 5436158"/>
                <a:gd name="connsiteX26" fmla="*/ 4431323 w 5220119"/>
                <a:gd name="connsiteY26" fmla="*/ 447151 h 5436158"/>
                <a:gd name="connsiteX27" fmla="*/ 4607170 w 5220119"/>
                <a:gd name="connsiteY27" fmla="*/ 668215 h 5436158"/>
                <a:gd name="connsiteX28" fmla="*/ 4707653 w 5220119"/>
                <a:gd name="connsiteY28" fmla="*/ 869182 h 5436158"/>
                <a:gd name="connsiteX29" fmla="*/ 4747846 w 5220119"/>
                <a:gd name="connsiteY29" fmla="*/ 1075173 h 5436158"/>
                <a:gd name="connsiteX30" fmla="*/ 4747846 w 5220119"/>
                <a:gd name="connsiteY30" fmla="*/ 1306286 h 5436158"/>
                <a:gd name="connsiteX31" fmla="*/ 4717701 w 5220119"/>
                <a:gd name="connsiteY31" fmla="*/ 1507253 h 5436158"/>
                <a:gd name="connsiteX32" fmla="*/ 4657411 w 5220119"/>
                <a:gd name="connsiteY32" fmla="*/ 1617784 h 5436158"/>
                <a:gd name="connsiteX33" fmla="*/ 4858378 w 5220119"/>
                <a:gd name="connsiteY33" fmla="*/ 1642905 h 5436158"/>
                <a:gd name="connsiteX34" fmla="*/ 5054321 w 5220119"/>
                <a:gd name="connsiteY34" fmla="*/ 1818751 h 5436158"/>
                <a:gd name="connsiteX35" fmla="*/ 5134708 w 5220119"/>
                <a:gd name="connsiteY35" fmla="*/ 1979525 h 5436158"/>
                <a:gd name="connsiteX36" fmla="*/ 5179926 w 5220119"/>
                <a:gd name="connsiteY36" fmla="*/ 2145323 h 5436158"/>
                <a:gd name="connsiteX37" fmla="*/ 5220119 w 5220119"/>
                <a:gd name="connsiteY37" fmla="*/ 2275951 h 5436158"/>
                <a:gd name="connsiteX38" fmla="*/ 5220119 w 5220119"/>
                <a:gd name="connsiteY38" fmla="*/ 2461846 h 5436158"/>
                <a:gd name="connsiteX39" fmla="*/ 5179926 w 5220119"/>
                <a:gd name="connsiteY39" fmla="*/ 2642716 h 5436158"/>
                <a:gd name="connsiteX40" fmla="*/ 5084466 w 5220119"/>
                <a:gd name="connsiteY40" fmla="*/ 2778369 h 5436158"/>
                <a:gd name="connsiteX41" fmla="*/ 5084466 w 5220119"/>
                <a:gd name="connsiteY41" fmla="*/ 2828611 h 5436158"/>
                <a:gd name="connsiteX42" fmla="*/ 5139732 w 5220119"/>
                <a:gd name="connsiteY42" fmla="*/ 2954215 h 5436158"/>
                <a:gd name="connsiteX43" fmla="*/ 5194998 w 5220119"/>
                <a:gd name="connsiteY43" fmla="*/ 3120013 h 5436158"/>
                <a:gd name="connsiteX44" fmla="*/ 5194998 w 5220119"/>
                <a:gd name="connsiteY44" fmla="*/ 3285811 h 5436158"/>
                <a:gd name="connsiteX45" fmla="*/ 5154805 w 5220119"/>
                <a:gd name="connsiteY45" fmla="*/ 3471705 h 5436158"/>
                <a:gd name="connsiteX46" fmla="*/ 5109587 w 5220119"/>
                <a:gd name="connsiteY46" fmla="*/ 3622431 h 5436158"/>
                <a:gd name="connsiteX47" fmla="*/ 5014128 w 5220119"/>
                <a:gd name="connsiteY47" fmla="*/ 3798277 h 5436158"/>
                <a:gd name="connsiteX48" fmla="*/ 4868427 w 5220119"/>
                <a:gd name="connsiteY48" fmla="*/ 3938954 h 5436158"/>
                <a:gd name="connsiteX49" fmla="*/ 4727750 w 5220119"/>
                <a:gd name="connsiteY49" fmla="*/ 4044461 h 5436158"/>
                <a:gd name="connsiteX50" fmla="*/ 4531807 w 5220119"/>
                <a:gd name="connsiteY50" fmla="*/ 4099727 h 5436158"/>
                <a:gd name="connsiteX51" fmla="*/ 4531807 w 5220119"/>
                <a:gd name="connsiteY51" fmla="*/ 4260501 h 5436158"/>
                <a:gd name="connsiteX52" fmla="*/ 4511710 w 5220119"/>
                <a:gd name="connsiteY52" fmla="*/ 4456444 h 5436158"/>
                <a:gd name="connsiteX53" fmla="*/ 4441372 w 5220119"/>
                <a:gd name="connsiteY53" fmla="*/ 4592096 h 5436158"/>
                <a:gd name="connsiteX54" fmla="*/ 4335864 w 5220119"/>
                <a:gd name="connsiteY54" fmla="*/ 4687556 h 5436158"/>
                <a:gd name="connsiteX55" fmla="*/ 4195187 w 5220119"/>
                <a:gd name="connsiteY55" fmla="*/ 4783015 h 5436158"/>
                <a:gd name="connsiteX56" fmla="*/ 3999244 w 5220119"/>
                <a:gd name="connsiteY56" fmla="*/ 4863402 h 5436158"/>
                <a:gd name="connsiteX57" fmla="*/ 3773156 w 5220119"/>
                <a:gd name="connsiteY57" fmla="*/ 4888523 h 5436158"/>
                <a:gd name="connsiteX58" fmla="*/ 3602334 w 5220119"/>
                <a:gd name="connsiteY58" fmla="*/ 4858378 h 5436158"/>
                <a:gd name="connsiteX59" fmla="*/ 3481754 w 5220119"/>
                <a:gd name="connsiteY59" fmla="*/ 4783015 h 5436158"/>
                <a:gd name="connsiteX60" fmla="*/ 3486778 w 5220119"/>
                <a:gd name="connsiteY60" fmla="*/ 4893547 h 5436158"/>
                <a:gd name="connsiteX61" fmla="*/ 3461657 w 5220119"/>
                <a:gd name="connsiteY61" fmla="*/ 5034224 h 5436158"/>
                <a:gd name="connsiteX62" fmla="*/ 3361174 w 5220119"/>
                <a:gd name="connsiteY62" fmla="*/ 5169877 h 5436158"/>
                <a:gd name="connsiteX63" fmla="*/ 3260690 w 5220119"/>
                <a:gd name="connsiteY63" fmla="*/ 5280409 h 5436158"/>
                <a:gd name="connsiteX64" fmla="*/ 3049675 w 5220119"/>
                <a:gd name="connsiteY64" fmla="*/ 5390940 h 5436158"/>
                <a:gd name="connsiteX65" fmla="*/ 2768321 w 5220119"/>
                <a:gd name="connsiteY65" fmla="*/ 5436158 h 5436158"/>
                <a:gd name="connsiteX66" fmla="*/ 2497016 w 5220119"/>
                <a:gd name="connsiteY66" fmla="*/ 5375868 h 5436158"/>
                <a:gd name="connsiteX67" fmla="*/ 2250831 w 5220119"/>
                <a:gd name="connsiteY67" fmla="*/ 5295481 h 5436158"/>
                <a:gd name="connsiteX68" fmla="*/ 2125227 w 5220119"/>
                <a:gd name="connsiteY68" fmla="*/ 5169877 h 5436158"/>
                <a:gd name="connsiteX69" fmla="*/ 2029767 w 5220119"/>
                <a:gd name="connsiteY69" fmla="*/ 5079442 h 5436158"/>
                <a:gd name="connsiteX70" fmla="*/ 2009671 w 5220119"/>
                <a:gd name="connsiteY70" fmla="*/ 4938765 h 5436158"/>
                <a:gd name="connsiteX71" fmla="*/ 1989574 w 5220119"/>
                <a:gd name="connsiteY71" fmla="*/ 4918668 h 5436158"/>
                <a:gd name="connsiteX72" fmla="*/ 1863970 w 5220119"/>
                <a:gd name="connsiteY72" fmla="*/ 4978958 h 5436158"/>
                <a:gd name="connsiteX73" fmla="*/ 1728317 w 5220119"/>
                <a:gd name="connsiteY73" fmla="*/ 5044272 h 5436158"/>
                <a:gd name="connsiteX74" fmla="*/ 1507253 w 5220119"/>
                <a:gd name="connsiteY74" fmla="*/ 5014127 h 5436158"/>
                <a:gd name="connsiteX75" fmla="*/ 1306286 w 5220119"/>
                <a:gd name="connsiteY75" fmla="*/ 4928716 h 5436158"/>
                <a:gd name="connsiteX76" fmla="*/ 1190730 w 5220119"/>
                <a:gd name="connsiteY76" fmla="*/ 4767943 h 5436158"/>
                <a:gd name="connsiteX77" fmla="*/ 1120392 w 5220119"/>
                <a:gd name="connsiteY77" fmla="*/ 4592096 h 5436158"/>
                <a:gd name="connsiteX78" fmla="*/ 1120392 w 5220119"/>
                <a:gd name="connsiteY78" fmla="*/ 4421275 h 5436158"/>
                <a:gd name="connsiteX79" fmla="*/ 1120392 w 5220119"/>
                <a:gd name="connsiteY79" fmla="*/ 4315767 h 5436158"/>
                <a:gd name="connsiteX80" fmla="*/ 974690 w 5220119"/>
                <a:gd name="connsiteY80" fmla="*/ 4386105 h 5436158"/>
                <a:gd name="connsiteX81" fmla="*/ 738554 w 5220119"/>
                <a:gd name="connsiteY81" fmla="*/ 4406202 h 5436158"/>
                <a:gd name="connsiteX82" fmla="*/ 532563 w 5220119"/>
                <a:gd name="connsiteY82" fmla="*/ 4376057 h 5436158"/>
                <a:gd name="connsiteX83" fmla="*/ 386862 w 5220119"/>
                <a:gd name="connsiteY83" fmla="*/ 4285622 h 5436158"/>
                <a:gd name="connsiteX84" fmla="*/ 281354 w 5220119"/>
                <a:gd name="connsiteY84" fmla="*/ 4119824 h 5436158"/>
                <a:gd name="connsiteX85" fmla="*/ 251209 w 5220119"/>
                <a:gd name="connsiteY85" fmla="*/ 3969099 h 5436158"/>
                <a:gd name="connsiteX86" fmla="*/ 256233 w 5220119"/>
                <a:gd name="connsiteY86" fmla="*/ 3873639 h 5436158"/>
                <a:gd name="connsiteX87" fmla="*/ 266282 w 5220119"/>
                <a:gd name="connsiteY87" fmla="*/ 3707842 h 5436158"/>
                <a:gd name="connsiteX88" fmla="*/ 306475 w 5220119"/>
                <a:gd name="connsiteY88" fmla="*/ 3567165 h 5436158"/>
                <a:gd name="connsiteX89" fmla="*/ 371789 w 5220119"/>
                <a:gd name="connsiteY89" fmla="*/ 3491802 h 5436158"/>
                <a:gd name="connsiteX90" fmla="*/ 411983 w 5220119"/>
                <a:gd name="connsiteY90" fmla="*/ 3451609 h 5436158"/>
                <a:gd name="connsiteX91" fmla="*/ 422031 w 5220119"/>
                <a:gd name="connsiteY91" fmla="*/ 3416439 h 5436158"/>
                <a:gd name="connsiteX92" fmla="*/ 261257 w 5220119"/>
                <a:gd name="connsiteY92" fmla="*/ 3315956 h 5436158"/>
                <a:gd name="connsiteX93" fmla="*/ 165798 w 5220119"/>
                <a:gd name="connsiteY93" fmla="*/ 3180303 h 5436158"/>
                <a:gd name="connsiteX94" fmla="*/ 90435 w 5220119"/>
                <a:gd name="connsiteY94" fmla="*/ 2994409 h 5436158"/>
                <a:gd name="connsiteX95" fmla="*/ 80387 w 5220119"/>
                <a:gd name="connsiteY95" fmla="*/ 2793442 h 5436158"/>
                <a:gd name="connsiteX96" fmla="*/ 115556 w 5220119"/>
                <a:gd name="connsiteY96" fmla="*/ 2642716 h 5436158"/>
                <a:gd name="connsiteX97" fmla="*/ 165798 w 5220119"/>
                <a:gd name="connsiteY97" fmla="*/ 2431701 h 5436158"/>
                <a:gd name="connsiteX98" fmla="*/ 261257 w 5220119"/>
                <a:gd name="connsiteY98" fmla="*/ 2301072 h 5436158"/>
                <a:gd name="connsiteX99" fmla="*/ 361741 w 5220119"/>
                <a:gd name="connsiteY99" fmla="*/ 2195565 h 5436158"/>
                <a:gd name="connsiteX100" fmla="*/ 442128 w 5220119"/>
                <a:gd name="connsiteY100" fmla="*/ 2140299 h 5436158"/>
                <a:gd name="connsiteX101" fmla="*/ 602901 w 5220119"/>
                <a:gd name="connsiteY101" fmla="*/ 2054888 h 54361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5220119" h="5436158">
                  <a:moveTo>
                    <a:pt x="602901" y="2054888"/>
                  </a:moveTo>
                  <a:lnTo>
                    <a:pt x="346668" y="1934307"/>
                  </a:lnTo>
                  <a:lnTo>
                    <a:pt x="185895" y="1723292"/>
                  </a:lnTo>
                  <a:lnTo>
                    <a:pt x="50242" y="1421842"/>
                  </a:lnTo>
                  <a:lnTo>
                    <a:pt x="0" y="1115367"/>
                  </a:lnTo>
                  <a:lnTo>
                    <a:pt x="80387" y="828989"/>
                  </a:lnTo>
                  <a:lnTo>
                    <a:pt x="251209" y="557683"/>
                  </a:lnTo>
                  <a:lnTo>
                    <a:pt x="512466" y="386861"/>
                  </a:lnTo>
                  <a:lnTo>
                    <a:pt x="934497" y="296426"/>
                  </a:lnTo>
                  <a:lnTo>
                    <a:pt x="1251020" y="326571"/>
                  </a:lnTo>
                  <a:lnTo>
                    <a:pt x="1457011" y="401934"/>
                  </a:lnTo>
                  <a:lnTo>
                    <a:pt x="1688123" y="512466"/>
                  </a:lnTo>
                  <a:lnTo>
                    <a:pt x="1753438" y="331595"/>
                  </a:lnTo>
                  <a:lnTo>
                    <a:pt x="1944356" y="140677"/>
                  </a:lnTo>
                  <a:lnTo>
                    <a:pt x="2120202" y="50242"/>
                  </a:lnTo>
                  <a:lnTo>
                    <a:pt x="2336242" y="10048"/>
                  </a:lnTo>
                  <a:lnTo>
                    <a:pt x="2507064" y="0"/>
                  </a:lnTo>
                  <a:lnTo>
                    <a:pt x="2682910" y="55266"/>
                  </a:lnTo>
                  <a:lnTo>
                    <a:pt x="2808515" y="160773"/>
                  </a:lnTo>
                  <a:lnTo>
                    <a:pt x="2903974" y="261257"/>
                  </a:lnTo>
                  <a:lnTo>
                    <a:pt x="2954216" y="396910"/>
                  </a:lnTo>
                  <a:lnTo>
                    <a:pt x="2989385" y="482321"/>
                  </a:lnTo>
                  <a:lnTo>
                    <a:pt x="3235570" y="331595"/>
                  </a:lnTo>
                  <a:lnTo>
                    <a:pt x="3567165" y="246184"/>
                  </a:lnTo>
                  <a:lnTo>
                    <a:pt x="3913833" y="226088"/>
                  </a:lnTo>
                  <a:lnTo>
                    <a:pt x="4165042" y="291402"/>
                  </a:lnTo>
                  <a:lnTo>
                    <a:pt x="4431323" y="447151"/>
                  </a:lnTo>
                  <a:lnTo>
                    <a:pt x="4607170" y="668215"/>
                  </a:lnTo>
                  <a:lnTo>
                    <a:pt x="4707653" y="869182"/>
                  </a:lnTo>
                  <a:lnTo>
                    <a:pt x="4747846" y="1075173"/>
                  </a:lnTo>
                  <a:lnTo>
                    <a:pt x="4747846" y="1306286"/>
                  </a:lnTo>
                  <a:lnTo>
                    <a:pt x="4717701" y="1507253"/>
                  </a:lnTo>
                  <a:lnTo>
                    <a:pt x="4657411" y="1617784"/>
                  </a:lnTo>
                  <a:lnTo>
                    <a:pt x="4858378" y="1642905"/>
                  </a:lnTo>
                  <a:lnTo>
                    <a:pt x="5054321" y="1818751"/>
                  </a:lnTo>
                  <a:lnTo>
                    <a:pt x="5134708" y="1979525"/>
                  </a:lnTo>
                  <a:lnTo>
                    <a:pt x="5179926" y="2145323"/>
                  </a:lnTo>
                  <a:lnTo>
                    <a:pt x="5220119" y="2275951"/>
                  </a:lnTo>
                  <a:lnTo>
                    <a:pt x="5220119" y="2461846"/>
                  </a:lnTo>
                  <a:lnTo>
                    <a:pt x="5179926" y="2642716"/>
                  </a:lnTo>
                  <a:lnTo>
                    <a:pt x="5084466" y="2778369"/>
                  </a:lnTo>
                  <a:lnTo>
                    <a:pt x="5084466" y="2828611"/>
                  </a:lnTo>
                  <a:lnTo>
                    <a:pt x="5139732" y="2954215"/>
                  </a:lnTo>
                  <a:lnTo>
                    <a:pt x="5194998" y="3120013"/>
                  </a:lnTo>
                  <a:lnTo>
                    <a:pt x="5194998" y="3285811"/>
                  </a:lnTo>
                  <a:lnTo>
                    <a:pt x="5154805" y="3471705"/>
                  </a:lnTo>
                  <a:lnTo>
                    <a:pt x="5109587" y="3622431"/>
                  </a:lnTo>
                  <a:lnTo>
                    <a:pt x="5014128" y="3798277"/>
                  </a:lnTo>
                  <a:lnTo>
                    <a:pt x="4868427" y="3938954"/>
                  </a:lnTo>
                  <a:lnTo>
                    <a:pt x="4727750" y="4044461"/>
                  </a:lnTo>
                  <a:lnTo>
                    <a:pt x="4531807" y="4099727"/>
                  </a:lnTo>
                  <a:lnTo>
                    <a:pt x="4531807" y="4260501"/>
                  </a:lnTo>
                  <a:lnTo>
                    <a:pt x="4511710" y="4456444"/>
                  </a:lnTo>
                  <a:lnTo>
                    <a:pt x="4441372" y="4592096"/>
                  </a:lnTo>
                  <a:lnTo>
                    <a:pt x="4335864" y="4687556"/>
                  </a:lnTo>
                  <a:lnTo>
                    <a:pt x="4195187" y="4783015"/>
                  </a:lnTo>
                  <a:lnTo>
                    <a:pt x="3999244" y="4863402"/>
                  </a:lnTo>
                  <a:lnTo>
                    <a:pt x="3773156" y="4888523"/>
                  </a:lnTo>
                  <a:lnTo>
                    <a:pt x="3602334" y="4858378"/>
                  </a:lnTo>
                  <a:lnTo>
                    <a:pt x="3481754" y="4783015"/>
                  </a:lnTo>
                  <a:lnTo>
                    <a:pt x="3486778" y="4893547"/>
                  </a:lnTo>
                  <a:lnTo>
                    <a:pt x="3461657" y="5034224"/>
                  </a:lnTo>
                  <a:lnTo>
                    <a:pt x="3361174" y="5169877"/>
                  </a:lnTo>
                  <a:lnTo>
                    <a:pt x="3260690" y="5280409"/>
                  </a:lnTo>
                  <a:lnTo>
                    <a:pt x="3049675" y="5390940"/>
                  </a:lnTo>
                  <a:lnTo>
                    <a:pt x="2768321" y="5436158"/>
                  </a:lnTo>
                  <a:lnTo>
                    <a:pt x="2497016" y="5375868"/>
                  </a:lnTo>
                  <a:lnTo>
                    <a:pt x="2250831" y="5295481"/>
                  </a:lnTo>
                  <a:lnTo>
                    <a:pt x="2125227" y="5169877"/>
                  </a:lnTo>
                  <a:lnTo>
                    <a:pt x="2029767" y="5079442"/>
                  </a:lnTo>
                  <a:lnTo>
                    <a:pt x="2009671" y="4938765"/>
                  </a:lnTo>
                  <a:lnTo>
                    <a:pt x="1989574" y="4918668"/>
                  </a:lnTo>
                  <a:lnTo>
                    <a:pt x="1863970" y="4978958"/>
                  </a:lnTo>
                  <a:lnTo>
                    <a:pt x="1728317" y="5044272"/>
                  </a:lnTo>
                  <a:lnTo>
                    <a:pt x="1507253" y="5014127"/>
                  </a:lnTo>
                  <a:lnTo>
                    <a:pt x="1306286" y="4928716"/>
                  </a:lnTo>
                  <a:lnTo>
                    <a:pt x="1190730" y="4767943"/>
                  </a:lnTo>
                  <a:lnTo>
                    <a:pt x="1120392" y="4592096"/>
                  </a:lnTo>
                  <a:lnTo>
                    <a:pt x="1120392" y="4421275"/>
                  </a:lnTo>
                  <a:lnTo>
                    <a:pt x="1120392" y="4315767"/>
                  </a:lnTo>
                  <a:lnTo>
                    <a:pt x="974690" y="4386105"/>
                  </a:lnTo>
                  <a:lnTo>
                    <a:pt x="738554" y="4406202"/>
                  </a:lnTo>
                  <a:lnTo>
                    <a:pt x="532563" y="4376057"/>
                  </a:lnTo>
                  <a:lnTo>
                    <a:pt x="386862" y="4285622"/>
                  </a:lnTo>
                  <a:lnTo>
                    <a:pt x="281354" y="4119824"/>
                  </a:lnTo>
                  <a:lnTo>
                    <a:pt x="251209" y="3969099"/>
                  </a:lnTo>
                  <a:lnTo>
                    <a:pt x="256233" y="3873639"/>
                  </a:lnTo>
                  <a:lnTo>
                    <a:pt x="266282" y="3707842"/>
                  </a:lnTo>
                  <a:lnTo>
                    <a:pt x="306475" y="3567165"/>
                  </a:lnTo>
                  <a:lnTo>
                    <a:pt x="371789" y="3491802"/>
                  </a:lnTo>
                  <a:lnTo>
                    <a:pt x="411983" y="3451609"/>
                  </a:lnTo>
                  <a:lnTo>
                    <a:pt x="422031" y="3416439"/>
                  </a:lnTo>
                  <a:lnTo>
                    <a:pt x="261257" y="3315956"/>
                  </a:lnTo>
                  <a:lnTo>
                    <a:pt x="165798" y="3180303"/>
                  </a:lnTo>
                  <a:lnTo>
                    <a:pt x="90435" y="2994409"/>
                  </a:lnTo>
                  <a:lnTo>
                    <a:pt x="80387" y="2793442"/>
                  </a:lnTo>
                  <a:lnTo>
                    <a:pt x="115556" y="2642716"/>
                  </a:lnTo>
                  <a:lnTo>
                    <a:pt x="165798" y="2431701"/>
                  </a:lnTo>
                  <a:lnTo>
                    <a:pt x="261257" y="2301072"/>
                  </a:lnTo>
                  <a:lnTo>
                    <a:pt x="361741" y="2195565"/>
                  </a:lnTo>
                  <a:lnTo>
                    <a:pt x="442128" y="2140299"/>
                  </a:lnTo>
                  <a:lnTo>
                    <a:pt x="602901" y="2054888"/>
                  </a:lnTo>
                  <a:close/>
                </a:path>
              </a:pathLst>
            </a:custGeom>
            <a:solidFill>
              <a:schemeClr val="accent6">
                <a:lumMod val="60000"/>
                <a:lumOff val="40000"/>
              </a:schemeClr>
            </a:solid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1600" b="1"/>
            </a:p>
          </p:txBody>
        </p:sp>
        <p:sp>
          <p:nvSpPr>
            <p:cNvPr id="28" name="TextBox 27">
              <a:extLst>
                <a:ext uri="{FF2B5EF4-FFF2-40B4-BE49-F238E27FC236}">
                  <a16:creationId xmlns:a16="http://schemas.microsoft.com/office/drawing/2014/main" id="{33569914-364A-6AF1-85F1-0BFCF4FDB1A8}"/>
                </a:ext>
              </a:extLst>
            </p:cNvPr>
            <p:cNvSpPr txBox="1"/>
            <p:nvPr/>
          </p:nvSpPr>
          <p:spPr>
            <a:xfrm>
              <a:off x="10146498" y="2857389"/>
              <a:ext cx="1547451" cy="622324"/>
            </a:xfrm>
            <a:prstGeom prst="rect">
              <a:avLst/>
            </a:prstGeom>
            <a:noFill/>
            <a:ln w="19050">
              <a:noFill/>
            </a:ln>
          </p:spPr>
          <p:txBody>
            <a:bodyPr wrap="square" rtlCol="0">
              <a:spAutoFit/>
            </a:bodyPr>
            <a:lstStyle/>
            <a:p>
              <a:pPr algn="ctr"/>
              <a:r>
                <a:rPr lang="en-GB" b="1">
                  <a:latin typeface="Sassoon Primary Rg" panose="02000606020000020004" pitchFamily="2" charset="0"/>
                </a:rPr>
                <a:t>How will I know when I get there?</a:t>
              </a:r>
            </a:p>
          </p:txBody>
        </p:sp>
      </p:grpSp>
      <p:sp>
        <p:nvSpPr>
          <p:cNvPr id="29" name="Freeform: Shape 28">
            <a:extLst>
              <a:ext uri="{FF2B5EF4-FFF2-40B4-BE49-F238E27FC236}">
                <a16:creationId xmlns:a16="http://schemas.microsoft.com/office/drawing/2014/main" id="{B90D4CDA-08E3-0ED1-C1FB-0242710F0D9A}"/>
              </a:ext>
            </a:extLst>
          </p:cNvPr>
          <p:cNvSpPr/>
          <p:nvPr/>
        </p:nvSpPr>
        <p:spPr>
          <a:xfrm>
            <a:off x="2767911" y="4261260"/>
            <a:ext cx="266024" cy="319228"/>
          </a:xfrm>
          <a:custGeom>
            <a:avLst/>
            <a:gdLst>
              <a:gd name="connsiteX0" fmla="*/ 167780 w 1887523"/>
              <a:gd name="connsiteY0" fmla="*/ 1182847 h 2265027"/>
              <a:gd name="connsiteX1" fmla="*/ 58723 w 1887523"/>
              <a:gd name="connsiteY1" fmla="*/ 989900 h 2265027"/>
              <a:gd name="connsiteX2" fmla="*/ 0 w 1887523"/>
              <a:gd name="connsiteY2" fmla="*/ 788565 h 2265027"/>
              <a:gd name="connsiteX3" fmla="*/ 50334 w 1887523"/>
              <a:gd name="connsiteY3" fmla="*/ 612396 h 2265027"/>
              <a:gd name="connsiteX4" fmla="*/ 134224 w 1887523"/>
              <a:gd name="connsiteY4" fmla="*/ 402671 h 2265027"/>
              <a:gd name="connsiteX5" fmla="*/ 251669 w 1887523"/>
              <a:gd name="connsiteY5" fmla="*/ 310392 h 2265027"/>
              <a:gd name="connsiteX6" fmla="*/ 385893 w 1887523"/>
              <a:gd name="connsiteY6" fmla="*/ 243280 h 2265027"/>
              <a:gd name="connsiteX7" fmla="*/ 578840 w 1887523"/>
              <a:gd name="connsiteY7" fmla="*/ 251669 h 2265027"/>
              <a:gd name="connsiteX8" fmla="*/ 713064 w 1887523"/>
              <a:gd name="connsiteY8" fmla="*/ 100667 h 2265027"/>
              <a:gd name="connsiteX9" fmla="*/ 872455 w 1887523"/>
              <a:gd name="connsiteY9" fmla="*/ 16778 h 2265027"/>
              <a:gd name="connsiteX10" fmla="*/ 1065402 w 1887523"/>
              <a:gd name="connsiteY10" fmla="*/ 0 h 2265027"/>
              <a:gd name="connsiteX11" fmla="*/ 1191236 w 1887523"/>
              <a:gd name="connsiteY11" fmla="*/ 33555 h 2265027"/>
              <a:gd name="connsiteX12" fmla="*/ 1342238 w 1887523"/>
              <a:gd name="connsiteY12" fmla="*/ 100667 h 2265027"/>
              <a:gd name="connsiteX13" fmla="*/ 1417739 w 1887523"/>
              <a:gd name="connsiteY13" fmla="*/ 192946 h 2265027"/>
              <a:gd name="connsiteX14" fmla="*/ 1426128 w 1887523"/>
              <a:gd name="connsiteY14" fmla="*/ 260058 h 2265027"/>
              <a:gd name="connsiteX15" fmla="*/ 1426128 w 1887523"/>
              <a:gd name="connsiteY15" fmla="*/ 469783 h 2265027"/>
              <a:gd name="connsiteX16" fmla="*/ 1560352 w 1887523"/>
              <a:gd name="connsiteY16" fmla="*/ 486561 h 2265027"/>
              <a:gd name="connsiteX17" fmla="*/ 1744910 w 1887523"/>
              <a:gd name="connsiteY17" fmla="*/ 536895 h 2265027"/>
              <a:gd name="connsiteX18" fmla="*/ 1803633 w 1887523"/>
              <a:gd name="connsiteY18" fmla="*/ 604007 h 2265027"/>
              <a:gd name="connsiteX19" fmla="*/ 1887523 w 1887523"/>
              <a:gd name="connsiteY19" fmla="*/ 855677 h 2265027"/>
              <a:gd name="connsiteX20" fmla="*/ 1887523 w 1887523"/>
              <a:gd name="connsiteY20" fmla="*/ 1082179 h 2265027"/>
              <a:gd name="connsiteX21" fmla="*/ 1845578 w 1887523"/>
              <a:gd name="connsiteY21" fmla="*/ 1258348 h 2265027"/>
              <a:gd name="connsiteX22" fmla="*/ 1778466 w 1887523"/>
              <a:gd name="connsiteY22" fmla="*/ 1409350 h 2265027"/>
              <a:gd name="connsiteX23" fmla="*/ 1661020 w 1887523"/>
              <a:gd name="connsiteY23" fmla="*/ 1493240 h 2265027"/>
              <a:gd name="connsiteX24" fmla="*/ 1560352 w 1887523"/>
              <a:gd name="connsiteY24" fmla="*/ 1526796 h 2265027"/>
              <a:gd name="connsiteX25" fmla="*/ 1619075 w 1887523"/>
              <a:gd name="connsiteY25" fmla="*/ 1619075 h 2265027"/>
              <a:gd name="connsiteX26" fmla="*/ 1627464 w 1887523"/>
              <a:gd name="connsiteY26" fmla="*/ 1719743 h 2265027"/>
              <a:gd name="connsiteX27" fmla="*/ 1568741 w 1887523"/>
              <a:gd name="connsiteY27" fmla="*/ 1912689 h 2265027"/>
              <a:gd name="connsiteX28" fmla="*/ 1493240 w 1887523"/>
              <a:gd name="connsiteY28" fmla="*/ 2038524 h 2265027"/>
              <a:gd name="connsiteX29" fmla="*/ 1417739 w 1887523"/>
              <a:gd name="connsiteY29" fmla="*/ 2122414 h 2265027"/>
              <a:gd name="connsiteX30" fmla="*/ 1333849 w 1887523"/>
              <a:gd name="connsiteY30" fmla="*/ 2189526 h 2265027"/>
              <a:gd name="connsiteX31" fmla="*/ 1157680 w 1887523"/>
              <a:gd name="connsiteY31" fmla="*/ 2265027 h 2265027"/>
              <a:gd name="connsiteX32" fmla="*/ 914400 w 1887523"/>
              <a:gd name="connsiteY32" fmla="*/ 2248249 h 2265027"/>
              <a:gd name="connsiteX33" fmla="*/ 805343 w 1887523"/>
              <a:gd name="connsiteY33" fmla="*/ 2147581 h 2265027"/>
              <a:gd name="connsiteX34" fmla="*/ 696286 w 1887523"/>
              <a:gd name="connsiteY34" fmla="*/ 2004968 h 2265027"/>
              <a:gd name="connsiteX35" fmla="*/ 511728 w 1887523"/>
              <a:gd name="connsiteY35" fmla="*/ 2072080 h 2265027"/>
              <a:gd name="connsiteX36" fmla="*/ 302003 w 1887523"/>
              <a:gd name="connsiteY36" fmla="*/ 2072080 h 2265027"/>
              <a:gd name="connsiteX37" fmla="*/ 83890 w 1887523"/>
              <a:gd name="connsiteY37" fmla="*/ 1887522 h 2265027"/>
              <a:gd name="connsiteX38" fmla="*/ 16778 w 1887523"/>
              <a:gd name="connsiteY38" fmla="*/ 1702965 h 2265027"/>
              <a:gd name="connsiteX39" fmla="*/ 25167 w 1887523"/>
              <a:gd name="connsiteY39" fmla="*/ 1451295 h 2265027"/>
              <a:gd name="connsiteX40" fmla="*/ 58723 w 1887523"/>
              <a:gd name="connsiteY40" fmla="*/ 1350627 h 2265027"/>
              <a:gd name="connsiteX41" fmla="*/ 117446 w 1887523"/>
              <a:gd name="connsiteY41" fmla="*/ 1233181 h 2265027"/>
              <a:gd name="connsiteX42" fmla="*/ 167780 w 1887523"/>
              <a:gd name="connsiteY42" fmla="*/ 1182847 h 22650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887523" h="2265027">
                <a:moveTo>
                  <a:pt x="167780" y="1182847"/>
                </a:moveTo>
                <a:lnTo>
                  <a:pt x="58723" y="989900"/>
                </a:lnTo>
                <a:lnTo>
                  <a:pt x="0" y="788565"/>
                </a:lnTo>
                <a:lnTo>
                  <a:pt x="50334" y="612396"/>
                </a:lnTo>
                <a:lnTo>
                  <a:pt x="134224" y="402671"/>
                </a:lnTo>
                <a:lnTo>
                  <a:pt x="251669" y="310392"/>
                </a:lnTo>
                <a:lnTo>
                  <a:pt x="385893" y="243280"/>
                </a:lnTo>
                <a:lnTo>
                  <a:pt x="578840" y="251669"/>
                </a:lnTo>
                <a:lnTo>
                  <a:pt x="713064" y="100667"/>
                </a:lnTo>
                <a:lnTo>
                  <a:pt x="872455" y="16778"/>
                </a:lnTo>
                <a:lnTo>
                  <a:pt x="1065402" y="0"/>
                </a:lnTo>
                <a:lnTo>
                  <a:pt x="1191236" y="33555"/>
                </a:lnTo>
                <a:lnTo>
                  <a:pt x="1342238" y="100667"/>
                </a:lnTo>
                <a:lnTo>
                  <a:pt x="1417739" y="192946"/>
                </a:lnTo>
                <a:lnTo>
                  <a:pt x="1426128" y="260058"/>
                </a:lnTo>
                <a:lnTo>
                  <a:pt x="1426128" y="469783"/>
                </a:lnTo>
                <a:lnTo>
                  <a:pt x="1560352" y="486561"/>
                </a:lnTo>
                <a:lnTo>
                  <a:pt x="1744910" y="536895"/>
                </a:lnTo>
                <a:lnTo>
                  <a:pt x="1803633" y="604007"/>
                </a:lnTo>
                <a:lnTo>
                  <a:pt x="1887523" y="855677"/>
                </a:lnTo>
                <a:lnTo>
                  <a:pt x="1887523" y="1082179"/>
                </a:lnTo>
                <a:lnTo>
                  <a:pt x="1845578" y="1258348"/>
                </a:lnTo>
                <a:lnTo>
                  <a:pt x="1778466" y="1409350"/>
                </a:lnTo>
                <a:lnTo>
                  <a:pt x="1661020" y="1493240"/>
                </a:lnTo>
                <a:lnTo>
                  <a:pt x="1560352" y="1526796"/>
                </a:lnTo>
                <a:lnTo>
                  <a:pt x="1619075" y="1619075"/>
                </a:lnTo>
                <a:lnTo>
                  <a:pt x="1627464" y="1719743"/>
                </a:lnTo>
                <a:lnTo>
                  <a:pt x="1568741" y="1912689"/>
                </a:lnTo>
                <a:lnTo>
                  <a:pt x="1493240" y="2038524"/>
                </a:lnTo>
                <a:lnTo>
                  <a:pt x="1417739" y="2122414"/>
                </a:lnTo>
                <a:lnTo>
                  <a:pt x="1333849" y="2189526"/>
                </a:lnTo>
                <a:lnTo>
                  <a:pt x="1157680" y="2265027"/>
                </a:lnTo>
                <a:lnTo>
                  <a:pt x="914400" y="2248249"/>
                </a:lnTo>
                <a:lnTo>
                  <a:pt x="805343" y="2147581"/>
                </a:lnTo>
                <a:lnTo>
                  <a:pt x="696286" y="2004968"/>
                </a:lnTo>
                <a:lnTo>
                  <a:pt x="511728" y="2072080"/>
                </a:lnTo>
                <a:lnTo>
                  <a:pt x="302003" y="2072080"/>
                </a:lnTo>
                <a:lnTo>
                  <a:pt x="83890" y="1887522"/>
                </a:lnTo>
                <a:lnTo>
                  <a:pt x="16778" y="1702965"/>
                </a:lnTo>
                <a:lnTo>
                  <a:pt x="25167" y="1451295"/>
                </a:lnTo>
                <a:lnTo>
                  <a:pt x="58723" y="1350627"/>
                </a:lnTo>
                <a:lnTo>
                  <a:pt x="117446" y="1233181"/>
                </a:lnTo>
                <a:lnTo>
                  <a:pt x="167780" y="1182847"/>
                </a:lnTo>
                <a:close/>
              </a:path>
            </a:pathLst>
          </a:cu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30" name="Freeform: Shape 29">
            <a:extLst>
              <a:ext uri="{FF2B5EF4-FFF2-40B4-BE49-F238E27FC236}">
                <a16:creationId xmlns:a16="http://schemas.microsoft.com/office/drawing/2014/main" id="{8139F2B2-DE54-7CE1-CCBE-1C4164F07AC7}"/>
              </a:ext>
            </a:extLst>
          </p:cNvPr>
          <p:cNvSpPr/>
          <p:nvPr/>
        </p:nvSpPr>
        <p:spPr>
          <a:xfrm>
            <a:off x="3206304" y="2991789"/>
            <a:ext cx="266024" cy="319228"/>
          </a:xfrm>
          <a:custGeom>
            <a:avLst/>
            <a:gdLst>
              <a:gd name="connsiteX0" fmla="*/ 167780 w 1887523"/>
              <a:gd name="connsiteY0" fmla="*/ 1182847 h 2265027"/>
              <a:gd name="connsiteX1" fmla="*/ 58723 w 1887523"/>
              <a:gd name="connsiteY1" fmla="*/ 989900 h 2265027"/>
              <a:gd name="connsiteX2" fmla="*/ 0 w 1887523"/>
              <a:gd name="connsiteY2" fmla="*/ 788565 h 2265027"/>
              <a:gd name="connsiteX3" fmla="*/ 50334 w 1887523"/>
              <a:gd name="connsiteY3" fmla="*/ 612396 h 2265027"/>
              <a:gd name="connsiteX4" fmla="*/ 134224 w 1887523"/>
              <a:gd name="connsiteY4" fmla="*/ 402671 h 2265027"/>
              <a:gd name="connsiteX5" fmla="*/ 251669 w 1887523"/>
              <a:gd name="connsiteY5" fmla="*/ 310392 h 2265027"/>
              <a:gd name="connsiteX6" fmla="*/ 385893 w 1887523"/>
              <a:gd name="connsiteY6" fmla="*/ 243280 h 2265027"/>
              <a:gd name="connsiteX7" fmla="*/ 578840 w 1887523"/>
              <a:gd name="connsiteY7" fmla="*/ 251669 h 2265027"/>
              <a:gd name="connsiteX8" fmla="*/ 713064 w 1887523"/>
              <a:gd name="connsiteY8" fmla="*/ 100667 h 2265027"/>
              <a:gd name="connsiteX9" fmla="*/ 872455 w 1887523"/>
              <a:gd name="connsiteY9" fmla="*/ 16778 h 2265027"/>
              <a:gd name="connsiteX10" fmla="*/ 1065402 w 1887523"/>
              <a:gd name="connsiteY10" fmla="*/ 0 h 2265027"/>
              <a:gd name="connsiteX11" fmla="*/ 1191236 w 1887523"/>
              <a:gd name="connsiteY11" fmla="*/ 33555 h 2265027"/>
              <a:gd name="connsiteX12" fmla="*/ 1342238 w 1887523"/>
              <a:gd name="connsiteY12" fmla="*/ 100667 h 2265027"/>
              <a:gd name="connsiteX13" fmla="*/ 1417739 w 1887523"/>
              <a:gd name="connsiteY13" fmla="*/ 192946 h 2265027"/>
              <a:gd name="connsiteX14" fmla="*/ 1426128 w 1887523"/>
              <a:gd name="connsiteY14" fmla="*/ 260058 h 2265027"/>
              <a:gd name="connsiteX15" fmla="*/ 1426128 w 1887523"/>
              <a:gd name="connsiteY15" fmla="*/ 469783 h 2265027"/>
              <a:gd name="connsiteX16" fmla="*/ 1560352 w 1887523"/>
              <a:gd name="connsiteY16" fmla="*/ 486561 h 2265027"/>
              <a:gd name="connsiteX17" fmla="*/ 1744910 w 1887523"/>
              <a:gd name="connsiteY17" fmla="*/ 536895 h 2265027"/>
              <a:gd name="connsiteX18" fmla="*/ 1803633 w 1887523"/>
              <a:gd name="connsiteY18" fmla="*/ 604007 h 2265027"/>
              <a:gd name="connsiteX19" fmla="*/ 1887523 w 1887523"/>
              <a:gd name="connsiteY19" fmla="*/ 855677 h 2265027"/>
              <a:gd name="connsiteX20" fmla="*/ 1887523 w 1887523"/>
              <a:gd name="connsiteY20" fmla="*/ 1082179 h 2265027"/>
              <a:gd name="connsiteX21" fmla="*/ 1845578 w 1887523"/>
              <a:gd name="connsiteY21" fmla="*/ 1258348 h 2265027"/>
              <a:gd name="connsiteX22" fmla="*/ 1778466 w 1887523"/>
              <a:gd name="connsiteY22" fmla="*/ 1409350 h 2265027"/>
              <a:gd name="connsiteX23" fmla="*/ 1661020 w 1887523"/>
              <a:gd name="connsiteY23" fmla="*/ 1493240 h 2265027"/>
              <a:gd name="connsiteX24" fmla="*/ 1560352 w 1887523"/>
              <a:gd name="connsiteY24" fmla="*/ 1526796 h 2265027"/>
              <a:gd name="connsiteX25" fmla="*/ 1619075 w 1887523"/>
              <a:gd name="connsiteY25" fmla="*/ 1619075 h 2265027"/>
              <a:gd name="connsiteX26" fmla="*/ 1627464 w 1887523"/>
              <a:gd name="connsiteY26" fmla="*/ 1719743 h 2265027"/>
              <a:gd name="connsiteX27" fmla="*/ 1568741 w 1887523"/>
              <a:gd name="connsiteY27" fmla="*/ 1912689 h 2265027"/>
              <a:gd name="connsiteX28" fmla="*/ 1493240 w 1887523"/>
              <a:gd name="connsiteY28" fmla="*/ 2038524 h 2265027"/>
              <a:gd name="connsiteX29" fmla="*/ 1417739 w 1887523"/>
              <a:gd name="connsiteY29" fmla="*/ 2122414 h 2265027"/>
              <a:gd name="connsiteX30" fmla="*/ 1333849 w 1887523"/>
              <a:gd name="connsiteY30" fmla="*/ 2189526 h 2265027"/>
              <a:gd name="connsiteX31" fmla="*/ 1157680 w 1887523"/>
              <a:gd name="connsiteY31" fmla="*/ 2265027 h 2265027"/>
              <a:gd name="connsiteX32" fmla="*/ 914400 w 1887523"/>
              <a:gd name="connsiteY32" fmla="*/ 2248249 h 2265027"/>
              <a:gd name="connsiteX33" fmla="*/ 805343 w 1887523"/>
              <a:gd name="connsiteY33" fmla="*/ 2147581 h 2265027"/>
              <a:gd name="connsiteX34" fmla="*/ 696286 w 1887523"/>
              <a:gd name="connsiteY34" fmla="*/ 2004968 h 2265027"/>
              <a:gd name="connsiteX35" fmla="*/ 511728 w 1887523"/>
              <a:gd name="connsiteY35" fmla="*/ 2072080 h 2265027"/>
              <a:gd name="connsiteX36" fmla="*/ 302003 w 1887523"/>
              <a:gd name="connsiteY36" fmla="*/ 2072080 h 2265027"/>
              <a:gd name="connsiteX37" fmla="*/ 83890 w 1887523"/>
              <a:gd name="connsiteY37" fmla="*/ 1887522 h 2265027"/>
              <a:gd name="connsiteX38" fmla="*/ 16778 w 1887523"/>
              <a:gd name="connsiteY38" fmla="*/ 1702965 h 2265027"/>
              <a:gd name="connsiteX39" fmla="*/ 25167 w 1887523"/>
              <a:gd name="connsiteY39" fmla="*/ 1451295 h 2265027"/>
              <a:gd name="connsiteX40" fmla="*/ 58723 w 1887523"/>
              <a:gd name="connsiteY40" fmla="*/ 1350627 h 2265027"/>
              <a:gd name="connsiteX41" fmla="*/ 117446 w 1887523"/>
              <a:gd name="connsiteY41" fmla="*/ 1233181 h 2265027"/>
              <a:gd name="connsiteX42" fmla="*/ 167780 w 1887523"/>
              <a:gd name="connsiteY42" fmla="*/ 1182847 h 22650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887523" h="2265027">
                <a:moveTo>
                  <a:pt x="167780" y="1182847"/>
                </a:moveTo>
                <a:lnTo>
                  <a:pt x="58723" y="989900"/>
                </a:lnTo>
                <a:lnTo>
                  <a:pt x="0" y="788565"/>
                </a:lnTo>
                <a:lnTo>
                  <a:pt x="50334" y="612396"/>
                </a:lnTo>
                <a:lnTo>
                  <a:pt x="134224" y="402671"/>
                </a:lnTo>
                <a:lnTo>
                  <a:pt x="251669" y="310392"/>
                </a:lnTo>
                <a:lnTo>
                  <a:pt x="385893" y="243280"/>
                </a:lnTo>
                <a:lnTo>
                  <a:pt x="578840" y="251669"/>
                </a:lnTo>
                <a:lnTo>
                  <a:pt x="713064" y="100667"/>
                </a:lnTo>
                <a:lnTo>
                  <a:pt x="872455" y="16778"/>
                </a:lnTo>
                <a:lnTo>
                  <a:pt x="1065402" y="0"/>
                </a:lnTo>
                <a:lnTo>
                  <a:pt x="1191236" y="33555"/>
                </a:lnTo>
                <a:lnTo>
                  <a:pt x="1342238" y="100667"/>
                </a:lnTo>
                <a:lnTo>
                  <a:pt x="1417739" y="192946"/>
                </a:lnTo>
                <a:lnTo>
                  <a:pt x="1426128" y="260058"/>
                </a:lnTo>
                <a:lnTo>
                  <a:pt x="1426128" y="469783"/>
                </a:lnTo>
                <a:lnTo>
                  <a:pt x="1560352" y="486561"/>
                </a:lnTo>
                <a:lnTo>
                  <a:pt x="1744910" y="536895"/>
                </a:lnTo>
                <a:lnTo>
                  <a:pt x="1803633" y="604007"/>
                </a:lnTo>
                <a:lnTo>
                  <a:pt x="1887523" y="855677"/>
                </a:lnTo>
                <a:lnTo>
                  <a:pt x="1887523" y="1082179"/>
                </a:lnTo>
                <a:lnTo>
                  <a:pt x="1845578" y="1258348"/>
                </a:lnTo>
                <a:lnTo>
                  <a:pt x="1778466" y="1409350"/>
                </a:lnTo>
                <a:lnTo>
                  <a:pt x="1661020" y="1493240"/>
                </a:lnTo>
                <a:lnTo>
                  <a:pt x="1560352" y="1526796"/>
                </a:lnTo>
                <a:lnTo>
                  <a:pt x="1619075" y="1619075"/>
                </a:lnTo>
                <a:lnTo>
                  <a:pt x="1627464" y="1719743"/>
                </a:lnTo>
                <a:lnTo>
                  <a:pt x="1568741" y="1912689"/>
                </a:lnTo>
                <a:lnTo>
                  <a:pt x="1493240" y="2038524"/>
                </a:lnTo>
                <a:lnTo>
                  <a:pt x="1417739" y="2122414"/>
                </a:lnTo>
                <a:lnTo>
                  <a:pt x="1333849" y="2189526"/>
                </a:lnTo>
                <a:lnTo>
                  <a:pt x="1157680" y="2265027"/>
                </a:lnTo>
                <a:lnTo>
                  <a:pt x="914400" y="2248249"/>
                </a:lnTo>
                <a:lnTo>
                  <a:pt x="805343" y="2147581"/>
                </a:lnTo>
                <a:lnTo>
                  <a:pt x="696286" y="2004968"/>
                </a:lnTo>
                <a:lnTo>
                  <a:pt x="511728" y="2072080"/>
                </a:lnTo>
                <a:lnTo>
                  <a:pt x="302003" y="2072080"/>
                </a:lnTo>
                <a:lnTo>
                  <a:pt x="83890" y="1887522"/>
                </a:lnTo>
                <a:lnTo>
                  <a:pt x="16778" y="1702965"/>
                </a:lnTo>
                <a:lnTo>
                  <a:pt x="25167" y="1451295"/>
                </a:lnTo>
                <a:lnTo>
                  <a:pt x="58723" y="1350627"/>
                </a:lnTo>
                <a:lnTo>
                  <a:pt x="117446" y="1233181"/>
                </a:lnTo>
                <a:lnTo>
                  <a:pt x="167780" y="1182847"/>
                </a:lnTo>
                <a:close/>
              </a:path>
            </a:pathLst>
          </a:cu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35" name="Freeform: Shape 34">
            <a:extLst>
              <a:ext uri="{FF2B5EF4-FFF2-40B4-BE49-F238E27FC236}">
                <a16:creationId xmlns:a16="http://schemas.microsoft.com/office/drawing/2014/main" id="{721B1AA3-17DD-506B-9B14-CDFF5EA0BECB}"/>
              </a:ext>
            </a:extLst>
          </p:cNvPr>
          <p:cNvSpPr/>
          <p:nvPr/>
        </p:nvSpPr>
        <p:spPr>
          <a:xfrm>
            <a:off x="2271587" y="1913146"/>
            <a:ext cx="206619" cy="247942"/>
          </a:xfrm>
          <a:custGeom>
            <a:avLst/>
            <a:gdLst>
              <a:gd name="connsiteX0" fmla="*/ 167780 w 1887523"/>
              <a:gd name="connsiteY0" fmla="*/ 1182847 h 2265027"/>
              <a:gd name="connsiteX1" fmla="*/ 58723 w 1887523"/>
              <a:gd name="connsiteY1" fmla="*/ 989900 h 2265027"/>
              <a:gd name="connsiteX2" fmla="*/ 0 w 1887523"/>
              <a:gd name="connsiteY2" fmla="*/ 788565 h 2265027"/>
              <a:gd name="connsiteX3" fmla="*/ 50334 w 1887523"/>
              <a:gd name="connsiteY3" fmla="*/ 612396 h 2265027"/>
              <a:gd name="connsiteX4" fmla="*/ 134224 w 1887523"/>
              <a:gd name="connsiteY4" fmla="*/ 402671 h 2265027"/>
              <a:gd name="connsiteX5" fmla="*/ 251669 w 1887523"/>
              <a:gd name="connsiteY5" fmla="*/ 310392 h 2265027"/>
              <a:gd name="connsiteX6" fmla="*/ 385893 w 1887523"/>
              <a:gd name="connsiteY6" fmla="*/ 243280 h 2265027"/>
              <a:gd name="connsiteX7" fmla="*/ 578840 w 1887523"/>
              <a:gd name="connsiteY7" fmla="*/ 251669 h 2265027"/>
              <a:gd name="connsiteX8" fmla="*/ 713064 w 1887523"/>
              <a:gd name="connsiteY8" fmla="*/ 100667 h 2265027"/>
              <a:gd name="connsiteX9" fmla="*/ 872455 w 1887523"/>
              <a:gd name="connsiteY9" fmla="*/ 16778 h 2265027"/>
              <a:gd name="connsiteX10" fmla="*/ 1065402 w 1887523"/>
              <a:gd name="connsiteY10" fmla="*/ 0 h 2265027"/>
              <a:gd name="connsiteX11" fmla="*/ 1191236 w 1887523"/>
              <a:gd name="connsiteY11" fmla="*/ 33555 h 2265027"/>
              <a:gd name="connsiteX12" fmla="*/ 1342238 w 1887523"/>
              <a:gd name="connsiteY12" fmla="*/ 100667 h 2265027"/>
              <a:gd name="connsiteX13" fmla="*/ 1417739 w 1887523"/>
              <a:gd name="connsiteY13" fmla="*/ 192946 h 2265027"/>
              <a:gd name="connsiteX14" fmla="*/ 1426128 w 1887523"/>
              <a:gd name="connsiteY14" fmla="*/ 260058 h 2265027"/>
              <a:gd name="connsiteX15" fmla="*/ 1426128 w 1887523"/>
              <a:gd name="connsiteY15" fmla="*/ 469783 h 2265027"/>
              <a:gd name="connsiteX16" fmla="*/ 1560352 w 1887523"/>
              <a:gd name="connsiteY16" fmla="*/ 486561 h 2265027"/>
              <a:gd name="connsiteX17" fmla="*/ 1744910 w 1887523"/>
              <a:gd name="connsiteY17" fmla="*/ 536895 h 2265027"/>
              <a:gd name="connsiteX18" fmla="*/ 1803633 w 1887523"/>
              <a:gd name="connsiteY18" fmla="*/ 604007 h 2265027"/>
              <a:gd name="connsiteX19" fmla="*/ 1887523 w 1887523"/>
              <a:gd name="connsiteY19" fmla="*/ 855677 h 2265027"/>
              <a:gd name="connsiteX20" fmla="*/ 1887523 w 1887523"/>
              <a:gd name="connsiteY20" fmla="*/ 1082179 h 2265027"/>
              <a:gd name="connsiteX21" fmla="*/ 1845578 w 1887523"/>
              <a:gd name="connsiteY21" fmla="*/ 1258348 h 2265027"/>
              <a:gd name="connsiteX22" fmla="*/ 1778466 w 1887523"/>
              <a:gd name="connsiteY22" fmla="*/ 1409350 h 2265027"/>
              <a:gd name="connsiteX23" fmla="*/ 1661020 w 1887523"/>
              <a:gd name="connsiteY23" fmla="*/ 1493240 h 2265027"/>
              <a:gd name="connsiteX24" fmla="*/ 1560352 w 1887523"/>
              <a:gd name="connsiteY24" fmla="*/ 1526796 h 2265027"/>
              <a:gd name="connsiteX25" fmla="*/ 1619075 w 1887523"/>
              <a:gd name="connsiteY25" fmla="*/ 1619075 h 2265027"/>
              <a:gd name="connsiteX26" fmla="*/ 1627464 w 1887523"/>
              <a:gd name="connsiteY26" fmla="*/ 1719743 h 2265027"/>
              <a:gd name="connsiteX27" fmla="*/ 1568741 w 1887523"/>
              <a:gd name="connsiteY27" fmla="*/ 1912689 h 2265027"/>
              <a:gd name="connsiteX28" fmla="*/ 1493240 w 1887523"/>
              <a:gd name="connsiteY28" fmla="*/ 2038524 h 2265027"/>
              <a:gd name="connsiteX29" fmla="*/ 1417739 w 1887523"/>
              <a:gd name="connsiteY29" fmla="*/ 2122414 h 2265027"/>
              <a:gd name="connsiteX30" fmla="*/ 1333849 w 1887523"/>
              <a:gd name="connsiteY30" fmla="*/ 2189526 h 2265027"/>
              <a:gd name="connsiteX31" fmla="*/ 1157680 w 1887523"/>
              <a:gd name="connsiteY31" fmla="*/ 2265027 h 2265027"/>
              <a:gd name="connsiteX32" fmla="*/ 914400 w 1887523"/>
              <a:gd name="connsiteY32" fmla="*/ 2248249 h 2265027"/>
              <a:gd name="connsiteX33" fmla="*/ 805343 w 1887523"/>
              <a:gd name="connsiteY33" fmla="*/ 2147581 h 2265027"/>
              <a:gd name="connsiteX34" fmla="*/ 696286 w 1887523"/>
              <a:gd name="connsiteY34" fmla="*/ 2004968 h 2265027"/>
              <a:gd name="connsiteX35" fmla="*/ 511728 w 1887523"/>
              <a:gd name="connsiteY35" fmla="*/ 2072080 h 2265027"/>
              <a:gd name="connsiteX36" fmla="*/ 302003 w 1887523"/>
              <a:gd name="connsiteY36" fmla="*/ 2072080 h 2265027"/>
              <a:gd name="connsiteX37" fmla="*/ 83890 w 1887523"/>
              <a:gd name="connsiteY37" fmla="*/ 1887522 h 2265027"/>
              <a:gd name="connsiteX38" fmla="*/ 16778 w 1887523"/>
              <a:gd name="connsiteY38" fmla="*/ 1702965 h 2265027"/>
              <a:gd name="connsiteX39" fmla="*/ 25167 w 1887523"/>
              <a:gd name="connsiteY39" fmla="*/ 1451295 h 2265027"/>
              <a:gd name="connsiteX40" fmla="*/ 58723 w 1887523"/>
              <a:gd name="connsiteY40" fmla="*/ 1350627 h 2265027"/>
              <a:gd name="connsiteX41" fmla="*/ 117446 w 1887523"/>
              <a:gd name="connsiteY41" fmla="*/ 1233181 h 2265027"/>
              <a:gd name="connsiteX42" fmla="*/ 167780 w 1887523"/>
              <a:gd name="connsiteY42" fmla="*/ 1182847 h 22650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887523" h="2265027">
                <a:moveTo>
                  <a:pt x="167780" y="1182847"/>
                </a:moveTo>
                <a:lnTo>
                  <a:pt x="58723" y="989900"/>
                </a:lnTo>
                <a:lnTo>
                  <a:pt x="0" y="788565"/>
                </a:lnTo>
                <a:lnTo>
                  <a:pt x="50334" y="612396"/>
                </a:lnTo>
                <a:lnTo>
                  <a:pt x="134224" y="402671"/>
                </a:lnTo>
                <a:lnTo>
                  <a:pt x="251669" y="310392"/>
                </a:lnTo>
                <a:lnTo>
                  <a:pt x="385893" y="243280"/>
                </a:lnTo>
                <a:lnTo>
                  <a:pt x="578840" y="251669"/>
                </a:lnTo>
                <a:lnTo>
                  <a:pt x="713064" y="100667"/>
                </a:lnTo>
                <a:lnTo>
                  <a:pt x="872455" y="16778"/>
                </a:lnTo>
                <a:lnTo>
                  <a:pt x="1065402" y="0"/>
                </a:lnTo>
                <a:lnTo>
                  <a:pt x="1191236" y="33555"/>
                </a:lnTo>
                <a:lnTo>
                  <a:pt x="1342238" y="100667"/>
                </a:lnTo>
                <a:lnTo>
                  <a:pt x="1417739" y="192946"/>
                </a:lnTo>
                <a:lnTo>
                  <a:pt x="1426128" y="260058"/>
                </a:lnTo>
                <a:lnTo>
                  <a:pt x="1426128" y="469783"/>
                </a:lnTo>
                <a:lnTo>
                  <a:pt x="1560352" y="486561"/>
                </a:lnTo>
                <a:lnTo>
                  <a:pt x="1744910" y="536895"/>
                </a:lnTo>
                <a:lnTo>
                  <a:pt x="1803633" y="604007"/>
                </a:lnTo>
                <a:lnTo>
                  <a:pt x="1887523" y="855677"/>
                </a:lnTo>
                <a:lnTo>
                  <a:pt x="1887523" y="1082179"/>
                </a:lnTo>
                <a:lnTo>
                  <a:pt x="1845578" y="1258348"/>
                </a:lnTo>
                <a:lnTo>
                  <a:pt x="1778466" y="1409350"/>
                </a:lnTo>
                <a:lnTo>
                  <a:pt x="1661020" y="1493240"/>
                </a:lnTo>
                <a:lnTo>
                  <a:pt x="1560352" y="1526796"/>
                </a:lnTo>
                <a:lnTo>
                  <a:pt x="1619075" y="1619075"/>
                </a:lnTo>
                <a:lnTo>
                  <a:pt x="1627464" y="1719743"/>
                </a:lnTo>
                <a:lnTo>
                  <a:pt x="1568741" y="1912689"/>
                </a:lnTo>
                <a:lnTo>
                  <a:pt x="1493240" y="2038524"/>
                </a:lnTo>
                <a:lnTo>
                  <a:pt x="1417739" y="2122414"/>
                </a:lnTo>
                <a:lnTo>
                  <a:pt x="1333849" y="2189526"/>
                </a:lnTo>
                <a:lnTo>
                  <a:pt x="1157680" y="2265027"/>
                </a:lnTo>
                <a:lnTo>
                  <a:pt x="914400" y="2248249"/>
                </a:lnTo>
                <a:lnTo>
                  <a:pt x="805343" y="2147581"/>
                </a:lnTo>
                <a:lnTo>
                  <a:pt x="696286" y="2004968"/>
                </a:lnTo>
                <a:lnTo>
                  <a:pt x="511728" y="2072080"/>
                </a:lnTo>
                <a:lnTo>
                  <a:pt x="302003" y="2072080"/>
                </a:lnTo>
                <a:lnTo>
                  <a:pt x="83890" y="1887522"/>
                </a:lnTo>
                <a:lnTo>
                  <a:pt x="16778" y="1702965"/>
                </a:lnTo>
                <a:lnTo>
                  <a:pt x="25167" y="1451295"/>
                </a:lnTo>
                <a:lnTo>
                  <a:pt x="58723" y="1350627"/>
                </a:lnTo>
                <a:lnTo>
                  <a:pt x="117446" y="1233181"/>
                </a:lnTo>
                <a:lnTo>
                  <a:pt x="167780" y="1182847"/>
                </a:lnTo>
                <a:close/>
              </a:path>
            </a:pathLst>
          </a:cu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5" name="TextBox 4">
            <a:extLst>
              <a:ext uri="{FF2B5EF4-FFF2-40B4-BE49-F238E27FC236}">
                <a16:creationId xmlns:a16="http://schemas.microsoft.com/office/drawing/2014/main" id="{3A69BFB0-E1DC-E3FA-6EA3-821A27D46522}"/>
              </a:ext>
            </a:extLst>
          </p:cNvPr>
          <p:cNvSpPr txBox="1"/>
          <p:nvPr/>
        </p:nvSpPr>
        <p:spPr>
          <a:xfrm>
            <a:off x="5873925" y="2665439"/>
            <a:ext cx="5507001" cy="1200329"/>
          </a:xfrm>
          <a:prstGeom prst="rect">
            <a:avLst/>
          </a:prstGeom>
          <a:noFill/>
        </p:spPr>
        <p:txBody>
          <a:bodyPr wrap="square" rtlCol="0">
            <a:spAutoFit/>
          </a:bodyPr>
          <a:lstStyle/>
          <a:p>
            <a:r>
              <a:rPr lang="en-GB" sz="2400">
                <a:latin typeface="Sassoon Infant Rg" panose="02000503030000020003" pitchFamily="2" charset="0"/>
                <a:ea typeface="Sassoon Infant Rg" panose="02000503030000020003" pitchFamily="2" charset="0"/>
              </a:rPr>
              <a:t>I am learning this because it will help me to develop my understanding of vocabulary at a sentence and text level.</a:t>
            </a:r>
          </a:p>
        </p:txBody>
      </p:sp>
      <p:grpSp>
        <p:nvGrpSpPr>
          <p:cNvPr id="3" name="Group 2">
            <a:extLst>
              <a:ext uri="{FF2B5EF4-FFF2-40B4-BE49-F238E27FC236}">
                <a16:creationId xmlns:a16="http://schemas.microsoft.com/office/drawing/2014/main" id="{AB1D5BFC-9C6F-78FE-BB55-8A787A315711}"/>
              </a:ext>
            </a:extLst>
          </p:cNvPr>
          <p:cNvGrpSpPr/>
          <p:nvPr/>
        </p:nvGrpSpPr>
        <p:grpSpPr>
          <a:xfrm>
            <a:off x="10607910" y="233361"/>
            <a:ext cx="1316831" cy="1316831"/>
            <a:chOff x="5180554" y="1026138"/>
            <a:chExt cx="1316831" cy="1316831"/>
          </a:xfrm>
        </p:grpSpPr>
        <p:sp>
          <p:nvSpPr>
            <p:cNvPr id="4" name="Oval 3">
              <a:extLst>
                <a:ext uri="{FF2B5EF4-FFF2-40B4-BE49-F238E27FC236}">
                  <a16:creationId xmlns:a16="http://schemas.microsoft.com/office/drawing/2014/main" id="{30C90C35-E0BE-7AD4-92BC-8EFF113E4DB8}"/>
                </a:ext>
              </a:extLst>
            </p:cNvPr>
            <p:cNvSpPr/>
            <p:nvPr/>
          </p:nvSpPr>
          <p:spPr>
            <a:xfrm>
              <a:off x="5180554" y="1026138"/>
              <a:ext cx="1316831" cy="1316831"/>
            </a:xfrm>
            <a:prstGeom prst="ellipse">
              <a:avLst/>
            </a:prstGeom>
            <a:solidFill>
              <a:srgbClr val="DFF2C0"/>
            </a:solidFill>
            <a:ln w="38100">
              <a:solidFill>
                <a:srgbClr val="82BB27"/>
              </a:solidFill>
            </a:ln>
          </p:spPr>
          <p:style>
            <a:lnRef idx="2">
              <a:scrgbClr r="0" g="0" b="0"/>
            </a:lnRef>
            <a:fillRef idx="1">
              <a:scrgbClr r="0" g="0" b="0"/>
            </a:fillRef>
            <a:effectRef idx="0">
              <a:schemeClr val="accent1">
                <a:hueOff val="0"/>
                <a:satOff val="0"/>
                <a:lumOff val="0"/>
                <a:alphaOff val="0"/>
              </a:schemeClr>
            </a:effectRef>
            <a:fontRef idx="minor">
              <a:schemeClr val="lt1"/>
            </a:fontRef>
          </p:style>
          <p:txBody>
            <a:bodyPr/>
            <a:lstStyle/>
            <a:p>
              <a:endParaRPr lang="en-GB"/>
            </a:p>
          </p:txBody>
        </p:sp>
        <p:sp>
          <p:nvSpPr>
            <p:cNvPr id="21" name="Oval 4">
              <a:extLst>
                <a:ext uri="{FF2B5EF4-FFF2-40B4-BE49-F238E27FC236}">
                  <a16:creationId xmlns:a16="http://schemas.microsoft.com/office/drawing/2014/main" id="{D5E138FF-7604-1E33-555D-87C2C96CBE05}"/>
                </a:ext>
              </a:extLst>
            </p:cNvPr>
            <p:cNvSpPr txBox="1"/>
            <p:nvPr/>
          </p:nvSpPr>
          <p:spPr>
            <a:xfrm>
              <a:off x="5373399" y="1218983"/>
              <a:ext cx="931141" cy="931141"/>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6510" tIns="16510" rIns="16510" bIns="16510" numCol="1" spcCol="1270" anchor="ctr" anchorCtr="0">
              <a:noAutofit/>
            </a:bodyPr>
            <a:lstStyle/>
            <a:p>
              <a:pPr marL="0" lvl="0" indent="0" algn="ctr" defTabSz="577850">
                <a:lnSpc>
                  <a:spcPct val="90000"/>
                </a:lnSpc>
                <a:spcBef>
                  <a:spcPct val="0"/>
                </a:spcBef>
                <a:spcAft>
                  <a:spcPct val="35000"/>
                </a:spcAft>
                <a:buNone/>
              </a:pPr>
              <a:r>
                <a:rPr lang="en-GB" sz="1300" b="1" kern="1200">
                  <a:solidFill>
                    <a:srgbClr val="82BB27"/>
                  </a:solidFill>
                  <a:latin typeface="Sassoon Infant Rg" panose="02000503030000020003" pitchFamily="2" charset="0"/>
                  <a:ea typeface="Sassoon Infant Rg" panose="02000503030000020003" pitchFamily="2" charset="0"/>
                </a:rPr>
                <a:t>Vocabulary</a:t>
              </a:r>
            </a:p>
          </p:txBody>
        </p:sp>
      </p:grpSp>
    </p:spTree>
    <p:extLst>
      <p:ext uri="{BB962C8B-B14F-4D97-AF65-F5344CB8AC3E}">
        <p14:creationId xmlns:p14="http://schemas.microsoft.com/office/powerpoint/2010/main" val="284261046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61F7DB-6538-E176-FE28-8F1AD256569A}"/>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14F21690-854A-3024-D098-1C56DE57443E}"/>
              </a:ext>
            </a:extLst>
          </p:cNvPr>
          <p:cNvPicPr>
            <a:picLocks noChangeAspect="1"/>
          </p:cNvPicPr>
          <p:nvPr/>
        </p:nvPicPr>
        <p:blipFill>
          <a:blip r:embed="rId2"/>
          <a:stretch>
            <a:fillRect/>
          </a:stretch>
        </p:blipFill>
        <p:spPr>
          <a:xfrm>
            <a:off x="10424916" y="134700"/>
            <a:ext cx="1616752" cy="697982"/>
          </a:xfrm>
          <a:prstGeom prst="rect">
            <a:avLst/>
          </a:prstGeom>
        </p:spPr>
      </p:pic>
      <p:sp>
        <p:nvSpPr>
          <p:cNvPr id="6" name="TextBox 5">
            <a:extLst>
              <a:ext uri="{FF2B5EF4-FFF2-40B4-BE49-F238E27FC236}">
                <a16:creationId xmlns:a16="http://schemas.microsoft.com/office/drawing/2014/main" id="{AEC30692-9C94-A8DB-4755-85FE74DE9821}"/>
              </a:ext>
            </a:extLst>
          </p:cNvPr>
          <p:cNvSpPr txBox="1"/>
          <p:nvPr/>
        </p:nvSpPr>
        <p:spPr>
          <a:xfrm>
            <a:off x="288098" y="335454"/>
            <a:ext cx="6864956" cy="707886"/>
          </a:xfrm>
          <a:prstGeom prst="rect">
            <a:avLst/>
          </a:prstGeom>
          <a:noFill/>
        </p:spPr>
        <p:txBody>
          <a:bodyPr wrap="none" rtlCol="0">
            <a:spAutoFit/>
          </a:bodyPr>
          <a:lstStyle/>
          <a:p>
            <a:r>
              <a:rPr lang="en-GB" sz="4000" b="1" u="sng"/>
              <a:t>Practice questions - Retrieval</a:t>
            </a:r>
          </a:p>
        </p:txBody>
      </p:sp>
      <p:pic>
        <p:nvPicPr>
          <p:cNvPr id="7" name="Picture 6">
            <a:extLst>
              <a:ext uri="{FF2B5EF4-FFF2-40B4-BE49-F238E27FC236}">
                <a16:creationId xmlns:a16="http://schemas.microsoft.com/office/drawing/2014/main" id="{E0AB4FA0-4B96-F850-DD50-18A5FD657BB8}"/>
              </a:ext>
            </a:extLst>
          </p:cNvPr>
          <p:cNvPicPr/>
          <p:nvPr/>
        </p:nvPicPr>
        <p:blipFill>
          <a:blip r:embed="rId3">
            <a:extLst>
              <a:ext uri="{28A0092B-C50C-407E-A947-70E740481C1C}">
                <a14:useLocalDpi xmlns:a14="http://schemas.microsoft.com/office/drawing/2010/main" val="0"/>
              </a:ext>
            </a:extLst>
          </a:blip>
          <a:stretch>
            <a:fillRect/>
          </a:stretch>
        </p:blipFill>
        <p:spPr>
          <a:xfrm>
            <a:off x="5250435" y="6048469"/>
            <a:ext cx="1691129" cy="711848"/>
          </a:xfrm>
          <a:prstGeom prst="rect">
            <a:avLst/>
          </a:prstGeom>
        </p:spPr>
      </p:pic>
      <p:sp>
        <p:nvSpPr>
          <p:cNvPr id="4" name="Rounded Rectangle 9">
            <a:extLst>
              <a:ext uri="{FF2B5EF4-FFF2-40B4-BE49-F238E27FC236}">
                <a16:creationId xmlns:a16="http://schemas.microsoft.com/office/drawing/2014/main" id="{2A06B04F-B021-4121-0C16-7A5BACEFBC1B}"/>
              </a:ext>
            </a:extLst>
          </p:cNvPr>
          <p:cNvSpPr/>
          <p:nvPr/>
        </p:nvSpPr>
        <p:spPr>
          <a:xfrm>
            <a:off x="8019658" y="6325456"/>
            <a:ext cx="4026568" cy="43134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a:t>Show / Hide Extract</a:t>
            </a:r>
          </a:p>
        </p:txBody>
      </p:sp>
      <p:sp>
        <p:nvSpPr>
          <p:cNvPr id="10" name="TextBox 9">
            <a:extLst>
              <a:ext uri="{FF2B5EF4-FFF2-40B4-BE49-F238E27FC236}">
                <a16:creationId xmlns:a16="http://schemas.microsoft.com/office/drawing/2014/main" id="{C064352E-4E96-13BD-C58F-5EEC5E15F4B5}"/>
              </a:ext>
            </a:extLst>
          </p:cNvPr>
          <p:cNvSpPr txBox="1"/>
          <p:nvPr/>
        </p:nvSpPr>
        <p:spPr>
          <a:xfrm>
            <a:off x="418368" y="1463046"/>
            <a:ext cx="11355262" cy="2246769"/>
          </a:xfrm>
          <a:prstGeom prst="rect">
            <a:avLst/>
          </a:prstGeom>
          <a:noFill/>
        </p:spPr>
        <p:txBody>
          <a:bodyPr wrap="square" rtlCol="0">
            <a:spAutoFit/>
          </a:bodyPr>
          <a:lstStyle/>
          <a:p>
            <a:r>
              <a:rPr lang="en-US" sz="1900"/>
              <a:t>What is the name for Brazil's large area of tropical grassland?</a:t>
            </a:r>
          </a:p>
          <a:p>
            <a:r>
              <a:rPr lang="en-US" sz="1900"/>
              <a:t>It is called the Cerrado.</a:t>
            </a:r>
          </a:p>
          <a:p>
            <a:endParaRPr lang="en-US" sz="1900"/>
          </a:p>
          <a:p>
            <a:r>
              <a:rPr lang="en-US" sz="1900"/>
              <a:t>Where are many of Brazil's biggest cities, such as Rio de Janeiro and São Paulo, located?</a:t>
            </a:r>
          </a:p>
          <a:p>
            <a:r>
              <a:rPr lang="en-US" sz="1900"/>
              <a:t>They are located on the narrow coastal strip along the east coast.</a:t>
            </a:r>
          </a:p>
        </p:txBody>
      </p:sp>
      <p:sp>
        <p:nvSpPr>
          <p:cNvPr id="3" name="TextBox 2">
            <a:extLst>
              <a:ext uri="{FF2B5EF4-FFF2-40B4-BE49-F238E27FC236}">
                <a16:creationId xmlns:a16="http://schemas.microsoft.com/office/drawing/2014/main" id="{EBAE955F-2F2B-1B4A-4719-6AB782D998C5}"/>
              </a:ext>
            </a:extLst>
          </p:cNvPr>
          <p:cNvSpPr txBox="1"/>
          <p:nvPr/>
        </p:nvSpPr>
        <p:spPr>
          <a:xfrm>
            <a:off x="145774" y="1043340"/>
            <a:ext cx="12046226" cy="4585423"/>
          </a:xfrm>
          <a:prstGeom prst="rect">
            <a:avLst/>
          </a:prstGeom>
          <a:solidFill>
            <a:schemeClr val="accent5">
              <a:lumMod val="20000"/>
              <a:lumOff val="80000"/>
            </a:schemeClr>
          </a:solidFill>
        </p:spPr>
        <p:txBody>
          <a:bodyPr wrap="square" anchor="ctr">
            <a:noAutofit/>
          </a:bodyPr>
          <a:lstStyle/>
          <a:p>
            <a:r>
              <a:rPr lang="en-US" sz="2200"/>
              <a:t>Brazil is a country of extraordinary variety when it comes to its natural landscapes. The most famous of these is the Amazon rainforest, which covers more than half the country and is the world's largest tropical rainforest. This vast biome is packed with thousands of species of plants, insects and animals, many of which exist nowhere else on Earth. The Amazon receives very high amounts of rainfall throughout the year, which feeds the enormous network of rivers that flow through it, including the Amazon River itself. Beyond the rainforest, Brazil also has areas that could be described as savanna — a vast tropical grassland known in Brazil as the Cerrado. Closer to the coast, particularly in the northeast, are areas of semi-arid scrubland called the Caatinga, where rainfall is much lower and vegetation is sparse and drought-resistant. Brazil's topography is equally varied. The country has a narrow coastal strip where many of its major cities sit, including Rio de Janeiro and São Paulo. Inland, the land rises to a series of plateaus and mountain ranges, particularly in the southeast. The Amazon basin in the north and west is largely flat lowland through which the river meanders. Brazil's climate is described as tropical for most of the country, meaning it experiences warm temperatures and high rainfall for much of the year. However, different regions experience this tropical climate in different ways, and some coastal areas have different local weather patterns as a result of their position and altitude.</a:t>
            </a:r>
          </a:p>
        </p:txBody>
      </p:sp>
    </p:spTree>
    <p:extLst>
      <p:ext uri="{BB962C8B-B14F-4D97-AF65-F5344CB8AC3E}">
        <p14:creationId xmlns:p14="http://schemas.microsoft.com/office/powerpoint/2010/main" val="21617244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0">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3" restart="whenNotActive" fill="hold" evtFilter="cancelBubble" nodeType="interactiveSeq">
                <p:stCondLst>
                  <p:cond evt="onClick" delay="0">
                    <p:tgtEl>
                      <p:spTgt spid="4"/>
                    </p:tgtEl>
                  </p:cond>
                </p:stCondLst>
                <p:endSync evt="end" delay="0">
                  <p:rtn val="all"/>
                </p:endSync>
                <p:childTnLst>
                  <p:par>
                    <p:cTn id="24" fill="hold">
                      <p:stCondLst>
                        <p:cond delay="indefinite"/>
                      </p:stCondLst>
                      <p:childTnLst>
                        <p:par>
                          <p:cTn id="25" fill="hold">
                            <p:stCondLst>
                              <p:cond delay="0"/>
                            </p:stCondLst>
                            <p:childTnLst>
                              <p:par>
                                <p:cTn id="26" presetID="1" presetClass="entr" presetSubtype="0" fill="hold" grpId="0" nodeType="clickEffect">
                                  <p:stCondLst>
                                    <p:cond delay="0"/>
                                  </p:stCondLst>
                                  <p:childTnLst>
                                    <p:set>
                                      <p:cBhvr>
                                        <p:cTn id="27" dur="1" fill="hold">
                                          <p:stCondLst>
                                            <p:cond delay="0"/>
                                          </p:stCondLst>
                                        </p:cTn>
                                        <p:tgtEl>
                                          <p:spTgt spid="3"/>
                                        </p:tgtEl>
                                        <p:attrNameLst>
                                          <p:attrName>style.visibility</p:attrName>
                                        </p:attrNameLst>
                                      </p:cBhvr>
                                      <p:to>
                                        <p:strVal val="visible"/>
                                      </p:to>
                                    </p:set>
                                  </p:childTnLst>
                                </p:cTn>
                              </p:par>
                            </p:childTnLst>
                          </p:cTn>
                        </p:par>
                      </p:childTnLst>
                    </p:cTn>
                  </p:par>
                  <p:par>
                    <p:cTn id="28" fill="hold">
                      <p:stCondLst>
                        <p:cond delay="indefinite"/>
                      </p:stCondLst>
                      <p:childTnLst>
                        <p:par>
                          <p:cTn id="29" fill="hold">
                            <p:stCondLst>
                              <p:cond delay="0"/>
                            </p:stCondLst>
                            <p:childTnLst>
                              <p:par>
                                <p:cTn id="30" presetID="1" presetClass="exit" presetSubtype="0" fill="hold" grpId="1" nodeType="clickEffect">
                                  <p:stCondLst>
                                    <p:cond delay="0"/>
                                  </p:stCondLst>
                                  <p:childTnLst>
                                    <p:set>
                                      <p:cBhvr>
                                        <p:cTn id="31" dur="1" fill="hold">
                                          <p:stCondLst>
                                            <p:cond delay="0"/>
                                          </p:stCondLst>
                                        </p:cTn>
                                        <p:tgtEl>
                                          <p:spTgt spid="3"/>
                                        </p:tgtEl>
                                        <p:attrNameLst>
                                          <p:attrName>style.visibility</p:attrName>
                                        </p:attrNameLst>
                                      </p:cBhvr>
                                      <p:to>
                                        <p:strVal val="hidden"/>
                                      </p:to>
                                    </p:set>
                                  </p:childTnLst>
                                </p:cTn>
                              </p:par>
                            </p:childTnLst>
                          </p:cTn>
                        </p:par>
                      </p:childTnLst>
                    </p:cTn>
                  </p:par>
                </p:childTnLst>
              </p:cTn>
              <p:nextCondLst>
                <p:cond evt="onClick" delay="0">
                  <p:tgtEl>
                    <p:spTgt spid="4"/>
                  </p:tgtEl>
                </p:cond>
              </p:nextCondLst>
            </p:seq>
          </p:childTnLst>
        </p:cTn>
      </p:par>
    </p:tnLst>
    <p:bldLst>
      <p:bldP spid="3" grpId="0" animBg="1"/>
      <p:bldP spid="3" grpId="1"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D28150-E2BB-D124-E558-AC8A265F32E2}"/>
              </a:ext>
            </a:extLst>
          </p:cNvPr>
          <p:cNvSpPr>
            <a:spLocks noGrp="1"/>
          </p:cNvSpPr>
          <p:nvPr>
            <p:ph type="ctrTitle"/>
          </p:nvPr>
        </p:nvSpPr>
        <p:spPr>
          <a:xfrm>
            <a:off x="0" y="2017477"/>
            <a:ext cx="12192000" cy="2387600"/>
          </a:xfrm>
        </p:spPr>
        <p:txBody>
          <a:bodyPr/>
          <a:lstStyle/>
          <a:p>
            <a:r>
              <a:rPr lang="en-GB" dirty="0">
                <a:latin typeface="Sassoon Infant Rg" panose="02000503030000020003" pitchFamily="2" charset="0"/>
              </a:rPr>
              <a:t>Being a Reader</a:t>
            </a:r>
          </a:p>
        </p:txBody>
      </p:sp>
      <p:grpSp>
        <p:nvGrpSpPr>
          <p:cNvPr id="4" name="Group 3">
            <a:extLst>
              <a:ext uri="{FF2B5EF4-FFF2-40B4-BE49-F238E27FC236}">
                <a16:creationId xmlns:a16="http://schemas.microsoft.com/office/drawing/2014/main" id="{5F3F8467-5724-D86C-FDA4-D49533DEC4F0}"/>
              </a:ext>
            </a:extLst>
          </p:cNvPr>
          <p:cNvGrpSpPr/>
          <p:nvPr/>
        </p:nvGrpSpPr>
        <p:grpSpPr>
          <a:xfrm>
            <a:off x="4568895" y="211840"/>
            <a:ext cx="3039122" cy="3522775"/>
            <a:chOff x="7629233" y="677174"/>
            <a:chExt cx="2090136" cy="2455590"/>
          </a:xfrm>
        </p:grpSpPr>
        <p:pic>
          <p:nvPicPr>
            <p:cNvPr id="5" name="Picture 8" descr="Reading Icon 2954745">
              <a:extLst>
                <a:ext uri="{FF2B5EF4-FFF2-40B4-BE49-F238E27FC236}">
                  <a16:creationId xmlns:a16="http://schemas.microsoft.com/office/drawing/2014/main" id="{2B1C2540-38D6-7D21-7288-1F3B603531F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629233" y="1184735"/>
              <a:ext cx="2090136" cy="1948029"/>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8F3344A5-4924-D3BC-68C4-52E2EB3B6D65}"/>
                </a:ext>
              </a:extLst>
            </p:cNvPr>
            <p:cNvPicPr>
              <a:picLocks noChangeAspect="1"/>
            </p:cNvPicPr>
            <p:nvPr/>
          </p:nvPicPr>
          <p:blipFill>
            <a:blip r:embed="rId4">
              <a:extLst>
                <a:ext uri="{BEBA8EAE-BF5A-486C-A8C5-ECC9F3942E4B}">
                  <a14:imgProps xmlns:a14="http://schemas.microsoft.com/office/drawing/2010/main">
                    <a14:imgLayer r:embed="rId5">
                      <a14:imgEffect>
                        <a14:backgroundRemoval t="6627" b="95181" l="4969" r="92547">
                          <a14:foregroundMark x1="43478" y1="94578" x2="43478" y2="94578"/>
                          <a14:foregroundMark x1="4969" y1="50602" x2="4969" y2="50602"/>
                          <a14:foregroundMark x1="16770" y1="19277" x2="16770" y2="19277"/>
                          <a14:foregroundMark x1="49689" y1="8434" x2="49689" y2="8434"/>
                          <a14:foregroundMark x1="80124" y1="19277" x2="80124" y2="19277"/>
                          <a14:foregroundMark x1="56522" y1="95783" x2="56522" y2="95783"/>
                          <a14:foregroundMark x1="89441" y1="49398" x2="89441" y2="49398"/>
                          <a14:foregroundMark x1="49689" y1="6627" x2="49689" y2="6627"/>
                          <a14:foregroundMark x1="92547" y1="49398" x2="92547" y2="49398"/>
                        </a14:backgroundRemoval>
                      </a14:imgEffect>
                    </a14:imgLayer>
                  </a14:imgProps>
                </a:ext>
              </a:extLst>
            </a:blip>
            <a:stretch>
              <a:fillRect/>
            </a:stretch>
          </p:blipFill>
          <p:spPr>
            <a:xfrm>
              <a:off x="8856582" y="677174"/>
              <a:ext cx="716760" cy="688774"/>
            </a:xfrm>
            <a:prstGeom prst="rect">
              <a:avLst/>
            </a:prstGeom>
          </p:spPr>
        </p:pic>
      </p:grpSp>
      <p:sp>
        <p:nvSpPr>
          <p:cNvPr id="3" name="TextBox 2">
            <a:extLst>
              <a:ext uri="{FF2B5EF4-FFF2-40B4-BE49-F238E27FC236}">
                <a16:creationId xmlns:a16="http://schemas.microsoft.com/office/drawing/2014/main" id="{9AA1DE16-8C7B-4868-2DE3-9C9C7D7D4324}"/>
              </a:ext>
            </a:extLst>
          </p:cNvPr>
          <p:cNvSpPr txBox="1"/>
          <p:nvPr/>
        </p:nvSpPr>
        <p:spPr>
          <a:xfrm>
            <a:off x="0" y="4552141"/>
            <a:ext cx="12192000" cy="707886"/>
          </a:xfrm>
          <a:prstGeom prst="rect">
            <a:avLst/>
          </a:prstGeom>
          <a:noFill/>
        </p:spPr>
        <p:txBody>
          <a:bodyPr wrap="square" rtlCol="0">
            <a:spAutoFit/>
          </a:bodyPr>
          <a:lstStyle/>
          <a:p>
            <a:pPr algn="ctr"/>
            <a:r>
              <a:rPr lang="en-GB" sz="4000" dirty="0"/>
              <a:t>Inference</a:t>
            </a:r>
            <a:endParaRPr lang="en-GB" dirty="0"/>
          </a:p>
        </p:txBody>
      </p:sp>
      <p:sp>
        <p:nvSpPr>
          <p:cNvPr id="6" name="TextBox 5">
            <a:extLst>
              <a:ext uri="{FF2B5EF4-FFF2-40B4-BE49-F238E27FC236}">
                <a16:creationId xmlns:a16="http://schemas.microsoft.com/office/drawing/2014/main" id="{2B18F8C8-4B63-E425-87CE-D13C91BCA056}"/>
              </a:ext>
            </a:extLst>
          </p:cNvPr>
          <p:cNvSpPr txBox="1"/>
          <p:nvPr/>
        </p:nvSpPr>
        <p:spPr>
          <a:xfrm>
            <a:off x="4423577" y="5199610"/>
            <a:ext cx="3329758" cy="1446550"/>
          </a:xfrm>
          <a:prstGeom prst="rect">
            <a:avLst/>
          </a:prstGeom>
          <a:noFill/>
        </p:spPr>
        <p:txBody>
          <a:bodyPr wrap="none" rtlCol="0" anchor="ctr">
            <a:spAutoFit/>
          </a:bodyPr>
          <a:lstStyle/>
          <a:p>
            <a:pPr algn="ctr"/>
            <a:r>
              <a:rPr lang="en-GB" sz="8800" dirty="0"/>
              <a:t>Thursday</a:t>
            </a:r>
          </a:p>
        </p:txBody>
      </p:sp>
    </p:spTree>
    <p:extLst>
      <p:ext uri="{BB962C8B-B14F-4D97-AF65-F5344CB8AC3E}">
        <p14:creationId xmlns:p14="http://schemas.microsoft.com/office/powerpoint/2010/main" val="330369354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Rounded Corners 7">
            <a:extLst>
              <a:ext uri="{FF2B5EF4-FFF2-40B4-BE49-F238E27FC236}">
                <a16:creationId xmlns:a16="http://schemas.microsoft.com/office/drawing/2014/main" id="{4ACEAB2A-6943-1061-22CF-9EC0847829D7}"/>
              </a:ext>
            </a:extLst>
          </p:cNvPr>
          <p:cNvSpPr/>
          <p:nvPr/>
        </p:nvSpPr>
        <p:spPr>
          <a:xfrm>
            <a:off x="6476397" y="19821"/>
            <a:ext cx="5576138" cy="6818358"/>
          </a:xfrm>
          <a:prstGeom prst="roundRect">
            <a:avLst/>
          </a:prstGeom>
          <a:solidFill>
            <a:schemeClr val="accent4">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D9DEE78A-07A9-5FF3-9D78-C0D9D21EEFB2}"/>
              </a:ext>
            </a:extLst>
          </p:cNvPr>
          <p:cNvSpPr txBox="1"/>
          <p:nvPr/>
        </p:nvSpPr>
        <p:spPr>
          <a:xfrm>
            <a:off x="6786658" y="-9273"/>
            <a:ext cx="4833400" cy="684803"/>
          </a:xfrm>
          <a:prstGeom prst="rect">
            <a:avLst/>
          </a:prstGeom>
          <a:noFill/>
        </p:spPr>
        <p:txBody>
          <a:bodyPr wrap="square" rtlCol="0">
            <a:spAutoFit/>
          </a:bodyPr>
          <a:lstStyle/>
          <a:p>
            <a:pPr algn="ctr">
              <a:lnSpc>
                <a:spcPct val="150000"/>
              </a:lnSpc>
            </a:pPr>
            <a:r>
              <a:rPr lang="en-GB" sz="2800" b="1" u="sng">
                <a:solidFill>
                  <a:schemeClr val="tx1"/>
                </a:solidFill>
                <a:latin typeface="Sassoon Infant Rg" panose="02000503030000020003" pitchFamily="2" charset="0"/>
                <a:ea typeface="Sassoon Infant Rg" panose="02000503030000020003" pitchFamily="2" charset="0"/>
              </a:rPr>
              <a:t>Why do we learn to read?</a:t>
            </a:r>
          </a:p>
        </p:txBody>
      </p:sp>
      <p:sp>
        <p:nvSpPr>
          <p:cNvPr id="11" name="TextBox 10">
            <a:extLst>
              <a:ext uri="{FF2B5EF4-FFF2-40B4-BE49-F238E27FC236}">
                <a16:creationId xmlns:a16="http://schemas.microsoft.com/office/drawing/2014/main" id="{16D2B17F-CF26-33D2-B6F6-70299CA1A763}"/>
              </a:ext>
            </a:extLst>
          </p:cNvPr>
          <p:cNvSpPr txBox="1"/>
          <p:nvPr/>
        </p:nvSpPr>
        <p:spPr>
          <a:xfrm>
            <a:off x="8246543" y="848912"/>
            <a:ext cx="3654961" cy="2631490"/>
          </a:xfrm>
          <a:prstGeom prst="rect">
            <a:avLst/>
          </a:prstGeom>
          <a:noFill/>
        </p:spPr>
        <p:txBody>
          <a:bodyPr wrap="square">
            <a:spAutoFit/>
          </a:bodyPr>
          <a:lstStyle/>
          <a:p>
            <a:pPr algn="ctr">
              <a:lnSpc>
                <a:spcPct val="150000"/>
              </a:lnSpc>
            </a:pPr>
            <a:r>
              <a:rPr lang="en-GB" sz="2400">
                <a:solidFill>
                  <a:schemeClr val="tx1"/>
                </a:solidFill>
                <a:latin typeface="Sassoon Infant Rg" panose="02000503030000020003" pitchFamily="2" charset="0"/>
                <a:ea typeface="Sassoon Infant Rg" panose="02000503030000020003" pitchFamily="2" charset="0"/>
              </a:rPr>
              <a:t xml:space="preserve">Reading makes me </a:t>
            </a:r>
            <a:r>
              <a:rPr lang="en-GB" sz="3200" b="1">
                <a:solidFill>
                  <a:schemeClr val="tx1"/>
                </a:solidFill>
                <a:latin typeface="Sassoon Infant Rg" panose="02000503030000020003" pitchFamily="2" charset="0"/>
                <a:ea typeface="Sassoon Infant Rg" panose="02000503030000020003" pitchFamily="2" charset="0"/>
              </a:rPr>
              <a:t>powerful</a:t>
            </a:r>
            <a:r>
              <a:rPr lang="en-GB" sz="2400">
                <a:solidFill>
                  <a:schemeClr val="tx1"/>
                </a:solidFill>
                <a:latin typeface="Sassoon Infant Rg" panose="02000503030000020003" pitchFamily="2" charset="0"/>
                <a:ea typeface="Sassoon Infant Rg" panose="02000503030000020003" pitchFamily="2" charset="0"/>
              </a:rPr>
              <a:t xml:space="preserve"> because it helps me to </a:t>
            </a:r>
            <a:r>
              <a:rPr lang="en-GB" sz="3200" b="1">
                <a:solidFill>
                  <a:schemeClr val="tx1"/>
                </a:solidFill>
                <a:latin typeface="Sassoon Infant Rg" panose="02000503030000020003" pitchFamily="2" charset="0"/>
                <a:ea typeface="Sassoon Infant Rg" panose="02000503030000020003" pitchFamily="2" charset="0"/>
              </a:rPr>
              <a:t>understand</a:t>
            </a:r>
            <a:r>
              <a:rPr lang="en-GB" sz="2400">
                <a:solidFill>
                  <a:schemeClr val="tx1"/>
                </a:solidFill>
                <a:latin typeface="Sassoon Infant Rg" panose="02000503030000020003" pitchFamily="2" charset="0"/>
                <a:ea typeface="Sassoon Infant Rg" panose="02000503030000020003" pitchFamily="2" charset="0"/>
              </a:rPr>
              <a:t xml:space="preserve"> the world around me.</a:t>
            </a:r>
          </a:p>
        </p:txBody>
      </p:sp>
      <p:pic>
        <p:nvPicPr>
          <p:cNvPr id="7" name="Picture 6">
            <a:extLst>
              <a:ext uri="{FF2B5EF4-FFF2-40B4-BE49-F238E27FC236}">
                <a16:creationId xmlns:a16="http://schemas.microsoft.com/office/drawing/2014/main" id="{3DF6A32D-163D-40C2-BACF-C964E0035D2E}"/>
              </a:ext>
            </a:extLst>
          </p:cNvPr>
          <p:cNvPicPr>
            <a:picLocks noChangeAspect="1"/>
          </p:cNvPicPr>
          <p:nvPr/>
        </p:nvPicPr>
        <p:blipFill rotWithShape="1">
          <a:blip r:embed="rId3">
            <a:extLst>
              <a:ext uri="{BEBA8EAE-BF5A-486C-A8C5-ECC9F3942E4B}">
                <a14:imgProps xmlns:a14="http://schemas.microsoft.com/office/drawing/2010/main">
                  <a14:imgLayer r:embed="rId4">
                    <a14:imgEffect>
                      <a14:backgroundRemoval t="61376" b="80317" l="20847" r="34709">
                        <a14:foregroundMark x1="24656" y1="80000" x2="24656" y2="80000"/>
                        <a14:foregroundMark x1="29312" y1="80317" x2="29312" y2="80317"/>
                      </a14:backgroundRemoval>
                    </a14:imgEffect>
                  </a14:imgLayer>
                </a14:imgProps>
              </a:ext>
            </a:extLst>
          </a:blip>
          <a:srcRect l="19127" t="59276" r="63462" b="18202"/>
          <a:stretch/>
        </p:blipFill>
        <p:spPr>
          <a:xfrm>
            <a:off x="6896058" y="1151805"/>
            <a:ext cx="1350486" cy="1656373"/>
          </a:xfrm>
          <a:prstGeom prst="rect">
            <a:avLst/>
          </a:prstGeom>
        </p:spPr>
      </p:pic>
      <p:pic>
        <p:nvPicPr>
          <p:cNvPr id="12" name="Picture 11">
            <a:extLst>
              <a:ext uri="{FF2B5EF4-FFF2-40B4-BE49-F238E27FC236}">
                <a16:creationId xmlns:a16="http://schemas.microsoft.com/office/drawing/2014/main" id="{A25D9A8A-09E0-BBBE-0C18-2E1880E52773}"/>
              </a:ext>
            </a:extLst>
          </p:cNvPr>
          <p:cNvPicPr>
            <a:picLocks noChangeAspect="1"/>
          </p:cNvPicPr>
          <p:nvPr/>
        </p:nvPicPr>
        <p:blipFill rotWithShape="1">
          <a:blip r:embed="rId5">
            <a:extLst>
              <a:ext uri="{BEBA8EAE-BF5A-486C-A8C5-ECC9F3942E4B}">
                <a14:imgProps xmlns:a14="http://schemas.microsoft.com/office/drawing/2010/main">
                  <a14:imgLayer r:embed="rId4">
                    <a14:imgEffect>
                      <a14:backgroundRemoval t="61793" b="81925" l="64809" r="78176">
                        <a14:foregroundMark x1="75238" y1="61799" x2="75238" y2="61799"/>
                      </a14:backgroundRemoval>
                    </a14:imgEffect>
                  </a14:imgLayer>
                </a14:imgProps>
              </a:ext>
            </a:extLst>
          </a:blip>
          <a:srcRect l="63138" t="59276" r="20153" b="15559"/>
          <a:stretch/>
        </p:blipFill>
        <p:spPr>
          <a:xfrm>
            <a:off x="10650071" y="4324983"/>
            <a:ext cx="1251434" cy="1786987"/>
          </a:xfrm>
          <a:prstGeom prst="rect">
            <a:avLst/>
          </a:prstGeom>
        </p:spPr>
      </p:pic>
      <p:sp>
        <p:nvSpPr>
          <p:cNvPr id="14" name="TextBox 13">
            <a:extLst>
              <a:ext uri="{FF2B5EF4-FFF2-40B4-BE49-F238E27FC236}">
                <a16:creationId xmlns:a16="http://schemas.microsoft.com/office/drawing/2014/main" id="{950C5C2B-42CC-39EC-6847-EE394E29BB3C}"/>
              </a:ext>
            </a:extLst>
          </p:cNvPr>
          <p:cNvSpPr txBox="1"/>
          <p:nvPr/>
        </p:nvSpPr>
        <p:spPr>
          <a:xfrm>
            <a:off x="6786658" y="4022091"/>
            <a:ext cx="3863413" cy="1708160"/>
          </a:xfrm>
          <a:prstGeom prst="rect">
            <a:avLst/>
          </a:prstGeom>
          <a:noFill/>
        </p:spPr>
        <p:txBody>
          <a:bodyPr wrap="square">
            <a:spAutoFit/>
          </a:bodyPr>
          <a:lstStyle/>
          <a:p>
            <a:pPr algn="ctr">
              <a:lnSpc>
                <a:spcPct val="150000"/>
              </a:lnSpc>
            </a:pPr>
            <a:r>
              <a:rPr lang="en-GB" sz="2400">
                <a:solidFill>
                  <a:schemeClr val="tx1"/>
                </a:solidFill>
                <a:latin typeface="Sassoon Infant Rg" panose="02000503030000020003" pitchFamily="2" charset="0"/>
                <a:ea typeface="Sassoon Infant Rg" panose="02000503030000020003" pitchFamily="2" charset="0"/>
              </a:rPr>
              <a:t>At Wallscourt Farm Academy:</a:t>
            </a:r>
          </a:p>
          <a:p>
            <a:pPr algn="ctr">
              <a:lnSpc>
                <a:spcPct val="150000"/>
              </a:lnSpc>
            </a:pPr>
            <a:r>
              <a:rPr lang="en-GB" sz="2400">
                <a:solidFill>
                  <a:schemeClr val="tx1"/>
                </a:solidFill>
                <a:latin typeface="Sassoon Infant Rg" panose="02000503030000020003" pitchFamily="2" charset="0"/>
                <a:ea typeface="Sassoon Infant Rg" panose="02000503030000020003" pitchFamily="2" charset="0"/>
              </a:rPr>
              <a:t xml:space="preserve">We love to read, learn to read and read to learn! </a:t>
            </a:r>
          </a:p>
        </p:txBody>
      </p:sp>
      <p:pic>
        <p:nvPicPr>
          <p:cNvPr id="3" name="Picture 2">
            <a:extLst>
              <a:ext uri="{FF2B5EF4-FFF2-40B4-BE49-F238E27FC236}">
                <a16:creationId xmlns:a16="http://schemas.microsoft.com/office/drawing/2014/main" id="{121AB0E8-B43D-DFDE-C896-2046E6E618BA}"/>
              </a:ext>
            </a:extLst>
          </p:cNvPr>
          <p:cNvPicPr>
            <a:picLocks noChangeAspect="1"/>
          </p:cNvPicPr>
          <p:nvPr/>
        </p:nvPicPr>
        <p:blipFill>
          <a:blip r:embed="rId6"/>
          <a:stretch>
            <a:fillRect/>
          </a:stretch>
        </p:blipFill>
        <p:spPr>
          <a:xfrm>
            <a:off x="631179" y="568742"/>
            <a:ext cx="5645882" cy="5654149"/>
          </a:xfrm>
          <a:prstGeom prst="roundRect">
            <a:avLst>
              <a:gd name="adj" fmla="val 8594"/>
            </a:avLst>
          </a:prstGeom>
          <a:solidFill>
            <a:srgbClr val="FFFFFF">
              <a:shade val="85000"/>
            </a:srgbClr>
          </a:solidFill>
          <a:ln>
            <a:noFill/>
          </a:ln>
          <a:effectLst/>
        </p:spPr>
      </p:pic>
    </p:spTree>
    <p:extLst>
      <p:ext uri="{BB962C8B-B14F-4D97-AF65-F5344CB8AC3E}">
        <p14:creationId xmlns:p14="http://schemas.microsoft.com/office/powerpoint/2010/main" val="28557886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4"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43C5AD-3309-A9A5-F848-B93CB7BC5FD5}"/>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3B9D8A55-04E7-0528-A165-9FB98DB89054}"/>
              </a:ext>
            </a:extLst>
          </p:cNvPr>
          <p:cNvPicPr>
            <a:picLocks noChangeAspect="1"/>
          </p:cNvPicPr>
          <p:nvPr/>
        </p:nvPicPr>
        <p:blipFill>
          <a:blip r:embed="rId3"/>
          <a:stretch>
            <a:fillRect/>
          </a:stretch>
        </p:blipFill>
        <p:spPr>
          <a:xfrm>
            <a:off x="10424916" y="134700"/>
            <a:ext cx="1616752" cy="697982"/>
          </a:xfrm>
          <a:prstGeom prst="rect">
            <a:avLst/>
          </a:prstGeom>
        </p:spPr>
      </p:pic>
      <p:grpSp>
        <p:nvGrpSpPr>
          <p:cNvPr id="9" name="Group 8">
            <a:extLst>
              <a:ext uri="{FF2B5EF4-FFF2-40B4-BE49-F238E27FC236}">
                <a16:creationId xmlns:a16="http://schemas.microsoft.com/office/drawing/2014/main" id="{2E1FDC99-0FE5-B42D-815D-42276802132E}"/>
              </a:ext>
            </a:extLst>
          </p:cNvPr>
          <p:cNvGrpSpPr/>
          <p:nvPr/>
        </p:nvGrpSpPr>
        <p:grpSpPr>
          <a:xfrm>
            <a:off x="292072" y="239667"/>
            <a:ext cx="1145637" cy="1145637"/>
            <a:chOff x="5180554" y="1026138"/>
            <a:chExt cx="1316831" cy="1316831"/>
          </a:xfrm>
        </p:grpSpPr>
        <p:sp>
          <p:nvSpPr>
            <p:cNvPr id="10" name="Oval 9">
              <a:extLst>
                <a:ext uri="{FF2B5EF4-FFF2-40B4-BE49-F238E27FC236}">
                  <a16:creationId xmlns:a16="http://schemas.microsoft.com/office/drawing/2014/main" id="{1E5DC868-7EB8-4F7D-7DAE-A2A8DBE0A208}"/>
                </a:ext>
              </a:extLst>
            </p:cNvPr>
            <p:cNvSpPr/>
            <p:nvPr/>
          </p:nvSpPr>
          <p:spPr>
            <a:xfrm>
              <a:off x="5180554" y="1026138"/>
              <a:ext cx="1316831" cy="1316831"/>
            </a:xfrm>
            <a:prstGeom prst="ellipse">
              <a:avLst/>
            </a:prstGeom>
            <a:solidFill>
              <a:srgbClr val="DFF2C0"/>
            </a:solidFill>
            <a:ln w="38100">
              <a:solidFill>
                <a:srgbClr val="82BB27"/>
              </a:solidFill>
            </a:ln>
          </p:spPr>
          <p:style>
            <a:lnRef idx="2">
              <a:scrgbClr r="0" g="0" b="0"/>
            </a:lnRef>
            <a:fillRef idx="1">
              <a:scrgbClr r="0" g="0" b="0"/>
            </a:fillRef>
            <a:effectRef idx="0">
              <a:schemeClr val="accent1">
                <a:hueOff val="0"/>
                <a:satOff val="0"/>
                <a:lumOff val="0"/>
                <a:alphaOff val="0"/>
              </a:schemeClr>
            </a:effectRef>
            <a:fontRef idx="minor">
              <a:schemeClr val="lt1"/>
            </a:fontRef>
          </p:style>
          <p:txBody>
            <a:bodyPr/>
            <a:lstStyle/>
            <a:p>
              <a:endParaRPr lang="en-GB"/>
            </a:p>
          </p:txBody>
        </p:sp>
        <p:sp>
          <p:nvSpPr>
            <p:cNvPr id="12" name="Oval 4">
              <a:extLst>
                <a:ext uri="{FF2B5EF4-FFF2-40B4-BE49-F238E27FC236}">
                  <a16:creationId xmlns:a16="http://schemas.microsoft.com/office/drawing/2014/main" id="{DACB8AB4-1258-EA30-31A5-77EEA5A000F2}"/>
                </a:ext>
              </a:extLst>
            </p:cNvPr>
            <p:cNvSpPr txBox="1"/>
            <p:nvPr/>
          </p:nvSpPr>
          <p:spPr>
            <a:xfrm>
              <a:off x="5373399" y="1218983"/>
              <a:ext cx="931141" cy="931141"/>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6510" tIns="16510" rIns="16510" bIns="16510" numCol="1" spcCol="1270" anchor="ctr" anchorCtr="0">
              <a:noAutofit/>
            </a:bodyPr>
            <a:lstStyle/>
            <a:p>
              <a:pPr marL="0" lvl="0" indent="0" algn="ctr" defTabSz="577850">
                <a:lnSpc>
                  <a:spcPct val="90000"/>
                </a:lnSpc>
                <a:spcBef>
                  <a:spcPct val="0"/>
                </a:spcBef>
                <a:spcAft>
                  <a:spcPct val="35000"/>
                </a:spcAft>
                <a:buNone/>
              </a:pPr>
              <a:r>
                <a:rPr lang="en-GB" sz="1300" b="1" kern="1200">
                  <a:solidFill>
                    <a:srgbClr val="82BB27"/>
                  </a:solidFill>
                  <a:latin typeface="Sassoon Infant Rg" panose="02000503030000020003" pitchFamily="2" charset="0"/>
                  <a:ea typeface="Sassoon Infant Rg" panose="02000503030000020003" pitchFamily="2" charset="0"/>
                </a:rPr>
                <a:t>Vocabulary</a:t>
              </a:r>
            </a:p>
          </p:txBody>
        </p:sp>
      </p:grpSp>
      <p:sp>
        <p:nvSpPr>
          <p:cNvPr id="14" name="Title 1">
            <a:extLst>
              <a:ext uri="{FF2B5EF4-FFF2-40B4-BE49-F238E27FC236}">
                <a16:creationId xmlns:a16="http://schemas.microsoft.com/office/drawing/2014/main" id="{659AE26C-55EC-A139-FEFB-5E8B79ECFD3A}"/>
              </a:ext>
            </a:extLst>
          </p:cNvPr>
          <p:cNvSpPr txBox="1">
            <a:spLocks/>
          </p:cNvSpPr>
          <p:nvPr/>
        </p:nvSpPr>
        <p:spPr>
          <a:xfrm>
            <a:off x="-253388" y="85619"/>
            <a:ext cx="12153316" cy="1299685"/>
          </a:xfrm>
          <a:prstGeom prst="rect">
            <a:avLst/>
          </a:prstGeom>
        </p:spPr>
        <p:txBody>
          <a:bodyPr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GB"/>
              <a:t>Vocabulary Focus</a:t>
            </a:r>
          </a:p>
        </p:txBody>
      </p:sp>
      <p:sp>
        <p:nvSpPr>
          <p:cNvPr id="15" name="TextBox 14">
            <a:extLst>
              <a:ext uri="{FF2B5EF4-FFF2-40B4-BE49-F238E27FC236}">
                <a16:creationId xmlns:a16="http://schemas.microsoft.com/office/drawing/2014/main" id="{086FA3C6-53FE-7451-6D4F-7009D38010D4}"/>
              </a:ext>
            </a:extLst>
          </p:cNvPr>
          <p:cNvSpPr txBox="1"/>
          <p:nvPr/>
        </p:nvSpPr>
        <p:spPr>
          <a:xfrm>
            <a:off x="2442576" y="1217529"/>
            <a:ext cx="7503292" cy="646331"/>
          </a:xfrm>
          <a:prstGeom prst="rect">
            <a:avLst/>
          </a:prstGeom>
          <a:noFill/>
        </p:spPr>
        <p:txBody>
          <a:bodyPr wrap="square" rtlCol="0">
            <a:spAutoFit/>
          </a:bodyPr>
          <a:lstStyle/>
          <a:p>
            <a:r>
              <a:rPr lang="en-GB"/>
              <a:t>Are there any words you feel confident to explain the meaning of (definition)? Are there any where you are less confident?</a:t>
            </a:r>
          </a:p>
        </p:txBody>
      </p:sp>
      <mc:AlternateContent xmlns:mc="http://schemas.openxmlformats.org/markup-compatibility/2006" xmlns:p14="http://schemas.microsoft.com/office/powerpoint/2010/main">
        <mc:Choice Requires="p14">
          <p:contentPart p14:bwMode="auto" r:id="rId4">
            <p14:nvContentPartPr>
              <p14:cNvPr id="3" name="Ink 2">
                <a:extLst>
                  <a:ext uri="{FF2B5EF4-FFF2-40B4-BE49-F238E27FC236}">
                    <a16:creationId xmlns:a16="http://schemas.microsoft.com/office/drawing/2014/main" id="{9F75FCCA-8003-024B-2B29-0EDF6D801F3D}"/>
                  </a:ext>
                </a:extLst>
              </p14:cNvPr>
              <p14:cNvContentPartPr/>
              <p14:nvPr/>
            </p14:nvContentPartPr>
            <p14:xfrm>
              <a:off x="9034477" y="550400"/>
              <a:ext cx="360" cy="360"/>
            </p14:xfrm>
          </p:contentPart>
        </mc:Choice>
        <mc:Fallback xmlns="">
          <p:pic>
            <p:nvPicPr>
              <p:cNvPr id="3" name="Ink 2">
                <a:extLst>
                  <a:ext uri="{FF2B5EF4-FFF2-40B4-BE49-F238E27FC236}">
                    <a16:creationId xmlns:a16="http://schemas.microsoft.com/office/drawing/2014/main" id="{9F75FCCA-8003-024B-2B29-0EDF6D801F3D}"/>
                  </a:ext>
                </a:extLst>
              </p:cNvPr>
              <p:cNvPicPr/>
              <p:nvPr/>
            </p:nvPicPr>
            <p:blipFill>
              <a:blip r:embed="rId5"/>
              <a:stretch>
                <a:fillRect/>
              </a:stretch>
            </p:blipFill>
            <p:spPr>
              <a:xfrm>
                <a:off x="9025117" y="541040"/>
                <a:ext cx="19080" cy="19080"/>
              </a:xfrm>
              <a:prstGeom prst="rect">
                <a:avLst/>
              </a:prstGeom>
            </p:spPr>
          </p:pic>
        </mc:Fallback>
      </mc:AlternateContent>
      <p:graphicFrame>
        <p:nvGraphicFramePr>
          <p:cNvPr id="7" name="Table 6">
            <a:extLst>
              <a:ext uri="{FF2B5EF4-FFF2-40B4-BE49-F238E27FC236}">
                <a16:creationId xmlns:a16="http://schemas.microsoft.com/office/drawing/2014/main" id="{AD7A6C68-D614-2377-056B-781707D2F236}"/>
              </a:ext>
            </a:extLst>
          </p:cNvPr>
          <p:cNvGraphicFramePr>
            <a:graphicFrameLocks noGrp="1"/>
          </p:cNvGraphicFramePr>
          <p:nvPr/>
        </p:nvGraphicFramePr>
        <p:xfrm>
          <a:off x="647700" y="2173922"/>
          <a:ext cx="10663199" cy="3429000"/>
        </p:xfrm>
        <a:graphic>
          <a:graphicData uri="http://schemas.openxmlformats.org/drawingml/2006/table">
            <a:tbl>
              <a:tblPr>
                <a:tableStyleId>{5C22544A-7EE6-4342-B048-85BDC9FD1C3A}</a:tableStyleId>
              </a:tblPr>
              <a:tblGrid>
                <a:gridCol w="1638300">
                  <a:extLst>
                    <a:ext uri="{9D8B030D-6E8A-4147-A177-3AD203B41FA5}">
                      <a16:colId xmlns:a16="http://schemas.microsoft.com/office/drawing/2014/main" val="4160592141"/>
                    </a:ext>
                  </a:extLst>
                </a:gridCol>
                <a:gridCol w="9024899">
                  <a:extLst>
                    <a:ext uri="{9D8B030D-6E8A-4147-A177-3AD203B41FA5}">
                      <a16:colId xmlns:a16="http://schemas.microsoft.com/office/drawing/2014/main" val="3033414289"/>
                    </a:ext>
                  </a:extLst>
                </a:gridCol>
              </a:tblGrid>
              <a:tr h="685800">
                <a:tc>
                  <a:txBody>
                    <a:bodyPr/>
                    <a:lstStyle/>
                    <a:p>
                      <a:pPr algn="l" fontAlgn="b">
                        <a:buNone/>
                      </a:pPr>
                      <a:r>
                        <a:rPr lang="en-GB" sz="2000" b="0" i="0" u="none" strike="noStrike">
                          <a:solidFill>
                            <a:srgbClr val="000000"/>
                          </a:solidFill>
                          <a:effectLst/>
                          <a:latin typeface="Calibri" panose="020F0502020204030204" pitchFamily="34" charset="0"/>
                        </a:rPr>
                        <a:t>commercial</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2000" b="0" i="0" u="none" strike="noStrike">
                          <a:solidFill>
                            <a:srgbClr val="000000"/>
                          </a:solidFill>
                          <a:effectLst/>
                          <a:latin typeface="Calibri" panose="020F0502020204030204" pitchFamily="34" charset="0"/>
                        </a:rPr>
                        <a:t>relating to buying, selling and business activity</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53441562"/>
                  </a:ext>
                </a:extLst>
              </a:tr>
              <a:tr h="685800">
                <a:tc>
                  <a:txBody>
                    <a:bodyPr/>
                    <a:lstStyle/>
                    <a:p>
                      <a:pPr algn="l" fontAlgn="b">
                        <a:buNone/>
                      </a:pPr>
                      <a:r>
                        <a:rPr lang="en-GB" sz="2000" b="0" i="0" u="none" strike="noStrike">
                          <a:solidFill>
                            <a:srgbClr val="000000"/>
                          </a:solidFill>
                          <a:effectLst/>
                          <a:latin typeface="Calibri" panose="020F0502020204030204" pitchFamily="34" charset="0"/>
                        </a:rPr>
                        <a:t>residential</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2000" b="0" i="0" u="none" strike="noStrike">
                          <a:solidFill>
                            <a:srgbClr val="000000"/>
                          </a:solidFill>
                          <a:effectLst/>
                          <a:latin typeface="Calibri" panose="020F0502020204030204" pitchFamily="34" charset="0"/>
                        </a:rPr>
                        <a:t>relating to an area where people live in houses or flats</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24187290"/>
                  </a:ext>
                </a:extLst>
              </a:tr>
              <a:tr h="685800">
                <a:tc>
                  <a:txBody>
                    <a:bodyPr/>
                    <a:lstStyle/>
                    <a:p>
                      <a:pPr algn="l" fontAlgn="b">
                        <a:buNone/>
                      </a:pPr>
                      <a:r>
                        <a:rPr lang="en-GB" sz="2000" b="0" i="0" u="none" strike="noStrike">
                          <a:solidFill>
                            <a:srgbClr val="000000"/>
                          </a:solidFill>
                          <a:effectLst/>
                          <a:latin typeface="Calibri" panose="020F0502020204030204" pitchFamily="34" charset="0"/>
                        </a:rPr>
                        <a:t>agricultural</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2000" b="0" i="0" u="none" strike="noStrike">
                          <a:solidFill>
                            <a:srgbClr val="000000"/>
                          </a:solidFill>
                          <a:effectLst/>
                          <a:latin typeface="Calibri" panose="020F0502020204030204" pitchFamily="34" charset="0"/>
                        </a:rPr>
                        <a:t>relating to farming and the cultivation of land</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47381064"/>
                  </a:ext>
                </a:extLst>
              </a:tr>
              <a:tr h="685800">
                <a:tc>
                  <a:txBody>
                    <a:bodyPr/>
                    <a:lstStyle/>
                    <a:p>
                      <a:pPr algn="l" fontAlgn="b">
                        <a:buNone/>
                      </a:pPr>
                      <a:r>
                        <a:rPr lang="en-GB" sz="2000" b="0" i="0" u="none" strike="noStrike">
                          <a:solidFill>
                            <a:srgbClr val="000000"/>
                          </a:solidFill>
                          <a:effectLst/>
                          <a:latin typeface="Calibri" panose="020F0502020204030204" pitchFamily="34" charset="0"/>
                        </a:rPr>
                        <a:t>export</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2000" b="0" i="0" u="none" strike="noStrike">
                          <a:solidFill>
                            <a:srgbClr val="000000"/>
                          </a:solidFill>
                          <a:effectLst/>
                          <a:latin typeface="Calibri" panose="020F0502020204030204" pitchFamily="34" charset="0"/>
                        </a:rPr>
                        <a:t>to send goods to another country for sale</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10434475"/>
                  </a:ext>
                </a:extLst>
              </a:tr>
              <a:tr h="685800">
                <a:tc>
                  <a:txBody>
                    <a:bodyPr/>
                    <a:lstStyle/>
                    <a:p>
                      <a:pPr algn="l" fontAlgn="b">
                        <a:buNone/>
                      </a:pPr>
                      <a:r>
                        <a:rPr lang="en-GB" sz="2000" b="0" i="0" u="none" strike="noStrike">
                          <a:solidFill>
                            <a:srgbClr val="000000"/>
                          </a:solidFill>
                          <a:effectLst/>
                          <a:latin typeface="Calibri" panose="020F0502020204030204" pitchFamily="34" charset="0"/>
                        </a:rPr>
                        <a:t>economy</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2000" b="0" i="0" u="none" strike="noStrike">
                          <a:solidFill>
                            <a:srgbClr val="000000"/>
                          </a:solidFill>
                          <a:effectLst/>
                          <a:latin typeface="Calibri" panose="020F0502020204030204" pitchFamily="34" charset="0"/>
                        </a:rPr>
                        <a:t>the system by which a country produces, sells and buys goods and services</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21865700"/>
                  </a:ext>
                </a:extLst>
              </a:tr>
            </a:tbl>
          </a:graphicData>
        </a:graphic>
      </p:graphicFrame>
      <p:sp>
        <p:nvSpPr>
          <p:cNvPr id="16" name="Rectangle 15">
            <a:extLst>
              <a:ext uri="{FF2B5EF4-FFF2-40B4-BE49-F238E27FC236}">
                <a16:creationId xmlns:a16="http://schemas.microsoft.com/office/drawing/2014/main" id="{114E80EC-EDEA-A9B8-0AA7-BDF4DBA738D9}"/>
              </a:ext>
            </a:extLst>
          </p:cNvPr>
          <p:cNvSpPr/>
          <p:nvPr/>
        </p:nvSpPr>
        <p:spPr>
          <a:xfrm>
            <a:off x="2312410" y="2173922"/>
            <a:ext cx="8985789" cy="685800"/>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a:t>?</a:t>
            </a:r>
          </a:p>
        </p:txBody>
      </p:sp>
      <p:sp>
        <p:nvSpPr>
          <p:cNvPr id="13" name="Rectangle 12">
            <a:extLst>
              <a:ext uri="{FF2B5EF4-FFF2-40B4-BE49-F238E27FC236}">
                <a16:creationId xmlns:a16="http://schemas.microsoft.com/office/drawing/2014/main" id="{2CF9C0CB-B38A-8B6C-0680-46BD300AE1DC}"/>
              </a:ext>
            </a:extLst>
          </p:cNvPr>
          <p:cNvSpPr/>
          <p:nvPr/>
        </p:nvSpPr>
        <p:spPr>
          <a:xfrm>
            <a:off x="2312410" y="2859722"/>
            <a:ext cx="8985789" cy="685800"/>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a:t>?</a:t>
            </a:r>
          </a:p>
        </p:txBody>
      </p:sp>
      <p:sp>
        <p:nvSpPr>
          <p:cNvPr id="17" name="Rectangle 16">
            <a:extLst>
              <a:ext uri="{FF2B5EF4-FFF2-40B4-BE49-F238E27FC236}">
                <a16:creationId xmlns:a16="http://schemas.microsoft.com/office/drawing/2014/main" id="{4BF34747-0A22-7E80-CA39-94571BB7D672}"/>
              </a:ext>
            </a:extLst>
          </p:cNvPr>
          <p:cNvSpPr/>
          <p:nvPr/>
        </p:nvSpPr>
        <p:spPr>
          <a:xfrm>
            <a:off x="2312410" y="3545522"/>
            <a:ext cx="8985789" cy="685800"/>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a:t>?</a:t>
            </a:r>
          </a:p>
        </p:txBody>
      </p:sp>
      <p:sp>
        <p:nvSpPr>
          <p:cNvPr id="18" name="Rectangle 17">
            <a:extLst>
              <a:ext uri="{FF2B5EF4-FFF2-40B4-BE49-F238E27FC236}">
                <a16:creationId xmlns:a16="http://schemas.microsoft.com/office/drawing/2014/main" id="{FB910803-A54A-5B45-8345-8FFD7AC1C67C}"/>
              </a:ext>
            </a:extLst>
          </p:cNvPr>
          <p:cNvSpPr/>
          <p:nvPr/>
        </p:nvSpPr>
        <p:spPr>
          <a:xfrm>
            <a:off x="2312410" y="4231322"/>
            <a:ext cx="8985789" cy="685800"/>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a:t>?</a:t>
            </a:r>
          </a:p>
        </p:txBody>
      </p:sp>
      <p:sp>
        <p:nvSpPr>
          <p:cNvPr id="19" name="Rectangle 18">
            <a:extLst>
              <a:ext uri="{FF2B5EF4-FFF2-40B4-BE49-F238E27FC236}">
                <a16:creationId xmlns:a16="http://schemas.microsoft.com/office/drawing/2014/main" id="{DB05B3E1-CB09-5A78-B03C-31610DE59A67}"/>
              </a:ext>
            </a:extLst>
          </p:cNvPr>
          <p:cNvSpPr/>
          <p:nvPr/>
        </p:nvSpPr>
        <p:spPr>
          <a:xfrm>
            <a:off x="2312410" y="4917122"/>
            <a:ext cx="8985789" cy="685800"/>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a:t>?</a:t>
            </a:r>
          </a:p>
        </p:txBody>
      </p:sp>
    </p:spTree>
    <p:extLst>
      <p:ext uri="{BB962C8B-B14F-4D97-AF65-F5344CB8AC3E}">
        <p14:creationId xmlns:p14="http://schemas.microsoft.com/office/powerpoint/2010/main" val="3287233457"/>
      </p:ext>
    </p:extLst>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16"/>
                    </p:tgtEl>
                  </p:cond>
                </p:stCondLst>
                <p:endSync evt="end" delay="0">
                  <p:rtn val="all"/>
                </p:endSync>
                <p:childTnLst>
                  <p:par>
                    <p:cTn id="3" fill="hold">
                      <p:stCondLst>
                        <p:cond delay="0"/>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hidden"/>
                                      </p:to>
                                    </p:set>
                                  </p:childTnLst>
                                </p:cTn>
                              </p:par>
                            </p:childTnLst>
                          </p:cTn>
                        </p:par>
                      </p:childTnLst>
                    </p:cTn>
                  </p:par>
                </p:childTnLst>
              </p:cTn>
              <p:nextCondLst>
                <p:cond evt="onClick" delay="0">
                  <p:tgtEl>
                    <p:spTgt spid="16"/>
                  </p:tgtEl>
                </p:cond>
              </p:nextCondLst>
            </p:seq>
            <p:seq concurrent="1" nextAc="seek">
              <p:cTn id="7" restart="whenNotActive" fill="hold" evtFilter="cancelBubble" nodeType="interactiveSeq">
                <p:stCondLst>
                  <p:cond evt="onClick" delay="0">
                    <p:tgtEl>
                      <p:spTgt spid="13"/>
                    </p:tgtEl>
                  </p:cond>
                </p:stCondLst>
                <p:endSync evt="end" delay="0">
                  <p:rtn val="all"/>
                </p:endSync>
                <p:childTnLst>
                  <p:par>
                    <p:cTn id="8" fill="hold">
                      <p:stCondLst>
                        <p:cond delay="0"/>
                      </p:stCondLst>
                      <p:childTnLst>
                        <p:par>
                          <p:cTn id="9" fill="hold">
                            <p:stCondLst>
                              <p:cond delay="0"/>
                            </p:stCondLst>
                            <p:childTnLst>
                              <p:par>
                                <p:cTn id="10" presetID="1" presetClass="exit" presetSubtype="0" fill="hold" grpId="0" nodeType="clickEffect">
                                  <p:stCondLst>
                                    <p:cond delay="0"/>
                                  </p:stCondLst>
                                  <p:childTnLst>
                                    <p:set>
                                      <p:cBhvr>
                                        <p:cTn id="11" dur="1" fill="hold">
                                          <p:stCondLst>
                                            <p:cond delay="0"/>
                                          </p:stCondLst>
                                        </p:cTn>
                                        <p:tgtEl>
                                          <p:spTgt spid="13"/>
                                        </p:tgtEl>
                                        <p:attrNameLst>
                                          <p:attrName>style.visibility</p:attrName>
                                        </p:attrNameLst>
                                      </p:cBhvr>
                                      <p:to>
                                        <p:strVal val="hidden"/>
                                      </p:to>
                                    </p:set>
                                  </p:childTnLst>
                                </p:cTn>
                              </p:par>
                            </p:childTnLst>
                          </p:cTn>
                        </p:par>
                      </p:childTnLst>
                    </p:cTn>
                  </p:par>
                </p:childTnLst>
              </p:cTn>
              <p:nextCondLst>
                <p:cond evt="onClick" delay="0">
                  <p:tgtEl>
                    <p:spTgt spid="13"/>
                  </p:tgtEl>
                </p:cond>
              </p:nextCondLst>
            </p:seq>
            <p:seq concurrent="1" nextAc="seek">
              <p:cTn id="12" restart="whenNotActive" fill="hold" evtFilter="cancelBubble" nodeType="interactiveSeq">
                <p:stCondLst>
                  <p:cond evt="onClick" delay="0">
                    <p:tgtEl>
                      <p:spTgt spid="17"/>
                    </p:tgtEl>
                  </p:cond>
                </p:stCondLst>
                <p:endSync evt="end" delay="0">
                  <p:rtn val="all"/>
                </p:endSync>
                <p:childTnLst>
                  <p:par>
                    <p:cTn id="13" fill="hold">
                      <p:stCondLst>
                        <p:cond delay="0"/>
                      </p:stCondLst>
                      <p:childTnLst>
                        <p:par>
                          <p:cTn id="14" fill="hold">
                            <p:stCondLst>
                              <p:cond delay="0"/>
                            </p:stCondLst>
                            <p:childTnLst>
                              <p:par>
                                <p:cTn id="15" presetID="1" presetClass="exit" presetSubtype="0" fill="hold" grpId="0" nodeType="clickEffect">
                                  <p:stCondLst>
                                    <p:cond delay="0"/>
                                  </p:stCondLst>
                                  <p:childTnLst>
                                    <p:set>
                                      <p:cBhvr>
                                        <p:cTn id="16" dur="1" fill="hold">
                                          <p:stCondLst>
                                            <p:cond delay="0"/>
                                          </p:stCondLst>
                                        </p:cTn>
                                        <p:tgtEl>
                                          <p:spTgt spid="17"/>
                                        </p:tgtEl>
                                        <p:attrNameLst>
                                          <p:attrName>style.visibility</p:attrName>
                                        </p:attrNameLst>
                                      </p:cBhvr>
                                      <p:to>
                                        <p:strVal val="hidden"/>
                                      </p:to>
                                    </p:set>
                                  </p:childTnLst>
                                </p:cTn>
                              </p:par>
                            </p:childTnLst>
                          </p:cTn>
                        </p:par>
                      </p:childTnLst>
                    </p:cTn>
                  </p:par>
                </p:childTnLst>
              </p:cTn>
              <p:nextCondLst>
                <p:cond evt="onClick" delay="0">
                  <p:tgtEl>
                    <p:spTgt spid="17"/>
                  </p:tgtEl>
                </p:cond>
              </p:nextCondLst>
            </p:seq>
            <p:seq concurrent="1" nextAc="seek">
              <p:cTn id="17" restart="whenNotActive" fill="hold" evtFilter="cancelBubble" nodeType="interactiveSeq">
                <p:stCondLst>
                  <p:cond evt="onClick" delay="0">
                    <p:tgtEl>
                      <p:spTgt spid="18"/>
                    </p:tgtEl>
                  </p:cond>
                </p:stCondLst>
                <p:endSync evt="end" delay="0">
                  <p:rtn val="all"/>
                </p:endSync>
                <p:childTnLst>
                  <p:par>
                    <p:cTn id="18" fill="hold">
                      <p:stCondLst>
                        <p:cond delay="0"/>
                      </p:stCondLst>
                      <p:childTnLst>
                        <p:par>
                          <p:cTn id="19" fill="hold">
                            <p:stCondLst>
                              <p:cond delay="0"/>
                            </p:stCondLst>
                            <p:childTnLst>
                              <p:par>
                                <p:cTn id="20" presetID="1" presetClass="exit" presetSubtype="0" fill="hold" grpId="0" nodeType="clickEffect">
                                  <p:stCondLst>
                                    <p:cond delay="0"/>
                                  </p:stCondLst>
                                  <p:childTnLst>
                                    <p:set>
                                      <p:cBhvr>
                                        <p:cTn id="21" dur="1" fill="hold">
                                          <p:stCondLst>
                                            <p:cond delay="0"/>
                                          </p:stCondLst>
                                        </p:cTn>
                                        <p:tgtEl>
                                          <p:spTgt spid="18"/>
                                        </p:tgtEl>
                                        <p:attrNameLst>
                                          <p:attrName>style.visibility</p:attrName>
                                        </p:attrNameLst>
                                      </p:cBhvr>
                                      <p:to>
                                        <p:strVal val="hidden"/>
                                      </p:to>
                                    </p:set>
                                  </p:childTnLst>
                                </p:cTn>
                              </p:par>
                            </p:childTnLst>
                          </p:cTn>
                        </p:par>
                      </p:childTnLst>
                    </p:cTn>
                  </p:par>
                </p:childTnLst>
              </p:cTn>
              <p:nextCondLst>
                <p:cond evt="onClick" delay="0">
                  <p:tgtEl>
                    <p:spTgt spid="18"/>
                  </p:tgtEl>
                </p:cond>
              </p:nextCondLst>
            </p:seq>
            <p:seq concurrent="1" nextAc="seek">
              <p:cTn id="22" restart="whenNotActive" fill="hold" evtFilter="cancelBubble" nodeType="interactiveSeq">
                <p:stCondLst>
                  <p:cond evt="onClick" delay="0">
                    <p:tgtEl>
                      <p:spTgt spid="19"/>
                    </p:tgtEl>
                  </p:cond>
                </p:stCondLst>
                <p:endSync evt="end" delay="0">
                  <p:rtn val="all"/>
                </p:endSync>
                <p:childTnLst>
                  <p:par>
                    <p:cTn id="23" fill="hold">
                      <p:stCondLst>
                        <p:cond delay="0"/>
                      </p:stCondLst>
                      <p:childTnLst>
                        <p:par>
                          <p:cTn id="24" fill="hold">
                            <p:stCondLst>
                              <p:cond delay="0"/>
                            </p:stCondLst>
                            <p:childTnLst>
                              <p:par>
                                <p:cTn id="25" presetID="1" presetClass="exit" presetSubtype="0" fill="hold" grpId="0" nodeType="clickEffect">
                                  <p:stCondLst>
                                    <p:cond delay="0"/>
                                  </p:stCondLst>
                                  <p:childTnLst>
                                    <p:set>
                                      <p:cBhvr>
                                        <p:cTn id="26" dur="1" fill="hold">
                                          <p:stCondLst>
                                            <p:cond delay="0"/>
                                          </p:stCondLst>
                                        </p:cTn>
                                        <p:tgtEl>
                                          <p:spTgt spid="19"/>
                                        </p:tgtEl>
                                        <p:attrNameLst>
                                          <p:attrName>style.visibility</p:attrName>
                                        </p:attrNameLst>
                                      </p:cBhvr>
                                      <p:to>
                                        <p:strVal val="hidden"/>
                                      </p:to>
                                    </p:set>
                                  </p:childTnLst>
                                </p:cTn>
                              </p:par>
                            </p:childTnLst>
                          </p:cTn>
                        </p:par>
                      </p:childTnLst>
                    </p:cTn>
                  </p:par>
                </p:childTnLst>
              </p:cTn>
              <p:nextCondLst>
                <p:cond evt="onClick" delay="0">
                  <p:tgtEl>
                    <p:spTgt spid="19"/>
                  </p:tgtEl>
                </p:cond>
              </p:nextCondLst>
            </p:seq>
          </p:childTnLst>
        </p:cTn>
      </p:par>
    </p:tnLst>
    <p:bldLst>
      <p:bldP spid="16" grpId="0" animBg="1"/>
      <p:bldP spid="13" grpId="0" animBg="1"/>
      <p:bldP spid="17" grpId="0" animBg="1"/>
      <p:bldP spid="18" grpId="0" animBg="1"/>
      <p:bldP spid="19"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2C497C-5676-F0CE-9C15-81908FA1F348}"/>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7DCBDDC3-E8B4-5DB7-95EB-E4EB767438DF}"/>
              </a:ext>
            </a:extLst>
          </p:cNvPr>
          <p:cNvGrpSpPr/>
          <p:nvPr/>
        </p:nvGrpSpPr>
        <p:grpSpPr>
          <a:xfrm>
            <a:off x="38684" y="68473"/>
            <a:ext cx="1316831" cy="1316831"/>
            <a:chOff x="5180554" y="1026138"/>
            <a:chExt cx="1316831" cy="1316831"/>
          </a:xfrm>
        </p:grpSpPr>
        <p:sp>
          <p:nvSpPr>
            <p:cNvPr id="4" name="Oval 3">
              <a:extLst>
                <a:ext uri="{FF2B5EF4-FFF2-40B4-BE49-F238E27FC236}">
                  <a16:creationId xmlns:a16="http://schemas.microsoft.com/office/drawing/2014/main" id="{4D7EC211-6C19-B85F-7D0D-25A8FEEA3637}"/>
                </a:ext>
              </a:extLst>
            </p:cNvPr>
            <p:cNvSpPr/>
            <p:nvPr/>
          </p:nvSpPr>
          <p:spPr>
            <a:xfrm>
              <a:off x="5180554" y="1026138"/>
              <a:ext cx="1316831" cy="1316831"/>
            </a:xfrm>
            <a:prstGeom prst="ellipse">
              <a:avLst/>
            </a:prstGeom>
            <a:solidFill>
              <a:srgbClr val="DFF2C0"/>
            </a:solidFill>
            <a:ln w="38100">
              <a:solidFill>
                <a:srgbClr val="82BB27"/>
              </a:solidFill>
            </a:ln>
          </p:spPr>
          <p:style>
            <a:lnRef idx="2">
              <a:scrgbClr r="0" g="0" b="0"/>
            </a:lnRef>
            <a:fillRef idx="1">
              <a:scrgbClr r="0" g="0" b="0"/>
            </a:fillRef>
            <a:effectRef idx="0">
              <a:schemeClr val="accent1">
                <a:hueOff val="0"/>
                <a:satOff val="0"/>
                <a:lumOff val="0"/>
                <a:alphaOff val="0"/>
              </a:schemeClr>
            </a:effectRef>
            <a:fontRef idx="minor">
              <a:schemeClr val="lt1"/>
            </a:fontRef>
          </p:style>
          <p:txBody>
            <a:bodyPr/>
            <a:lstStyle/>
            <a:p>
              <a:endParaRPr lang="en-GB"/>
            </a:p>
          </p:txBody>
        </p:sp>
        <p:sp>
          <p:nvSpPr>
            <p:cNvPr id="6" name="Oval 4">
              <a:extLst>
                <a:ext uri="{FF2B5EF4-FFF2-40B4-BE49-F238E27FC236}">
                  <a16:creationId xmlns:a16="http://schemas.microsoft.com/office/drawing/2014/main" id="{6358CBDE-7D41-F226-3072-41F208B4D98A}"/>
                </a:ext>
              </a:extLst>
            </p:cNvPr>
            <p:cNvSpPr txBox="1"/>
            <p:nvPr/>
          </p:nvSpPr>
          <p:spPr>
            <a:xfrm>
              <a:off x="5373399" y="1218983"/>
              <a:ext cx="931141" cy="931141"/>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6510" tIns="16510" rIns="16510" bIns="16510" numCol="1" spcCol="1270" anchor="ctr" anchorCtr="0">
              <a:noAutofit/>
            </a:bodyPr>
            <a:lstStyle/>
            <a:p>
              <a:pPr marL="0" lvl="0" indent="0" algn="ctr" defTabSz="577850">
                <a:lnSpc>
                  <a:spcPct val="90000"/>
                </a:lnSpc>
                <a:spcBef>
                  <a:spcPct val="0"/>
                </a:spcBef>
                <a:spcAft>
                  <a:spcPct val="35000"/>
                </a:spcAft>
                <a:buNone/>
              </a:pPr>
              <a:r>
                <a:rPr lang="en-GB" sz="1300" b="1" kern="1200">
                  <a:solidFill>
                    <a:srgbClr val="82BB27"/>
                  </a:solidFill>
                  <a:latin typeface="Sassoon Infant Rg" panose="02000503030000020003" pitchFamily="2" charset="0"/>
                  <a:ea typeface="Sassoon Infant Rg" panose="02000503030000020003" pitchFamily="2" charset="0"/>
                </a:rPr>
                <a:t>Vocabulary</a:t>
              </a:r>
            </a:p>
          </p:txBody>
        </p:sp>
      </p:grpSp>
      <p:sp>
        <p:nvSpPr>
          <p:cNvPr id="13" name="Title 1">
            <a:extLst>
              <a:ext uri="{FF2B5EF4-FFF2-40B4-BE49-F238E27FC236}">
                <a16:creationId xmlns:a16="http://schemas.microsoft.com/office/drawing/2014/main" id="{9CDE4E57-6664-84F7-C8E9-8F4381A4D091}"/>
              </a:ext>
            </a:extLst>
          </p:cNvPr>
          <p:cNvSpPr txBox="1">
            <a:spLocks/>
          </p:cNvSpPr>
          <p:nvPr/>
        </p:nvSpPr>
        <p:spPr>
          <a:xfrm>
            <a:off x="2535882" y="918780"/>
            <a:ext cx="5559247" cy="1325563"/>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endParaRPr lang="en-GB" sz="2800"/>
          </a:p>
        </p:txBody>
      </p:sp>
      <p:sp>
        <p:nvSpPr>
          <p:cNvPr id="3" name="Title 1">
            <a:extLst>
              <a:ext uri="{FF2B5EF4-FFF2-40B4-BE49-F238E27FC236}">
                <a16:creationId xmlns:a16="http://schemas.microsoft.com/office/drawing/2014/main" id="{3B86A135-C8BF-2285-F3AA-0B4C5706CE90}"/>
              </a:ext>
            </a:extLst>
          </p:cNvPr>
          <p:cNvSpPr txBox="1">
            <a:spLocks/>
          </p:cNvSpPr>
          <p:nvPr/>
        </p:nvSpPr>
        <p:spPr>
          <a:xfrm>
            <a:off x="0" y="85619"/>
            <a:ext cx="12192000" cy="1498214"/>
          </a:xfrm>
          <a:prstGeom prst="rect">
            <a:avLst/>
          </a:prstGeom>
        </p:spPr>
        <p:txBody>
          <a:bodyP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lnSpc>
                <a:spcPct val="150000"/>
              </a:lnSpc>
            </a:pPr>
            <a:r>
              <a:rPr lang="en-GB" sz="4000"/>
              <a:t>Vocabulary Focus</a:t>
            </a:r>
          </a:p>
        </p:txBody>
      </p:sp>
      <p:sp>
        <p:nvSpPr>
          <p:cNvPr id="7" name="Title 1">
            <a:extLst>
              <a:ext uri="{FF2B5EF4-FFF2-40B4-BE49-F238E27FC236}">
                <a16:creationId xmlns:a16="http://schemas.microsoft.com/office/drawing/2014/main" id="{07FF75F1-41FF-EEA3-B802-ED64112A7D02}"/>
              </a:ext>
            </a:extLst>
          </p:cNvPr>
          <p:cNvSpPr txBox="1">
            <a:spLocks/>
          </p:cNvSpPr>
          <p:nvPr/>
        </p:nvSpPr>
        <p:spPr>
          <a:xfrm>
            <a:off x="5590032" y="604264"/>
            <a:ext cx="1873406" cy="97956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en-GB" sz="4000" b="1"/>
          </a:p>
        </p:txBody>
      </p:sp>
      <p:graphicFrame>
        <p:nvGraphicFramePr>
          <p:cNvPr id="9" name="Table 8">
            <a:extLst>
              <a:ext uri="{FF2B5EF4-FFF2-40B4-BE49-F238E27FC236}">
                <a16:creationId xmlns:a16="http://schemas.microsoft.com/office/drawing/2014/main" id="{98F68A2F-1F77-2878-BCF5-883045F28026}"/>
              </a:ext>
            </a:extLst>
          </p:cNvPr>
          <p:cNvGraphicFramePr>
            <a:graphicFrameLocks noGrp="1"/>
          </p:cNvGraphicFramePr>
          <p:nvPr/>
        </p:nvGraphicFramePr>
        <p:xfrm>
          <a:off x="2032000" y="1727002"/>
          <a:ext cx="8128000" cy="4922852"/>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811326830"/>
                    </a:ext>
                  </a:extLst>
                </a:gridCol>
                <a:gridCol w="4064000">
                  <a:extLst>
                    <a:ext uri="{9D8B030D-6E8A-4147-A177-3AD203B41FA5}">
                      <a16:colId xmlns:a16="http://schemas.microsoft.com/office/drawing/2014/main" val="773647625"/>
                    </a:ext>
                  </a:extLst>
                </a:gridCol>
              </a:tblGrid>
              <a:tr h="2461426">
                <a:tc>
                  <a:txBody>
                    <a:bodyPr/>
                    <a:lstStyle/>
                    <a:p>
                      <a:r>
                        <a:rPr lang="en-GB" b="0">
                          <a:solidFill>
                            <a:schemeClr val="tx1"/>
                          </a:solidFill>
                        </a:rPr>
                        <a:t>Write it 5 times</a:t>
                      </a:r>
                    </a:p>
                    <a:p>
                      <a:endParaRPr lang="en-GB" b="0">
                        <a:solidFill>
                          <a:schemeClr val="tx1"/>
                        </a:solidFill>
                      </a:endParaRPr>
                    </a:p>
                    <a:p>
                      <a:pPr algn="ctr"/>
                      <a:r>
                        <a:rPr lang="en-GB" sz="3200" b="0">
                          <a:solidFill>
                            <a:schemeClr val="tx1"/>
                          </a:solidFill>
                          <a:latin typeface="XCCW Joined 4a" panose="03050602040000000000" pitchFamily="66" charset="77"/>
                        </a:rPr>
                        <a:t>agricultural</a:t>
                      </a:r>
                    </a:p>
                    <a:p>
                      <a:endParaRPr lang="en-GB" b="0">
                        <a:solidFill>
                          <a:schemeClr val="tx1"/>
                        </a:solidFill>
                        <a:latin typeface="XCCW Joined 4a" panose="03050602040000000000" pitchFamily="66" charset="77"/>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400">
                          <a:solidFill>
                            <a:schemeClr val="tx1"/>
                          </a:solidFill>
                        </a:rPr>
                        <a:t>Use it in a sentence</a:t>
                      </a:r>
                    </a:p>
                    <a:p>
                      <a:endParaRPr lang="en-GB" sz="2400" b="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264313380"/>
                  </a:ext>
                </a:extLst>
              </a:tr>
              <a:tr h="2461426">
                <a:tc gridSpan="2">
                  <a:txBody>
                    <a:bodyPr/>
                    <a:lstStyle/>
                    <a:p>
                      <a:r>
                        <a:rPr lang="en-GB">
                          <a:solidFill>
                            <a:schemeClr val="tx1"/>
                          </a:solidFill>
                        </a:rPr>
                        <a:t>Other linked words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83729397"/>
                  </a:ext>
                </a:extLst>
              </a:tr>
            </a:tbl>
          </a:graphicData>
        </a:graphic>
      </p:graphicFrame>
      <p:pic>
        <p:nvPicPr>
          <p:cNvPr id="8" name="Picture 7">
            <a:extLst>
              <a:ext uri="{FF2B5EF4-FFF2-40B4-BE49-F238E27FC236}">
                <a16:creationId xmlns:a16="http://schemas.microsoft.com/office/drawing/2014/main" id="{755B9240-8989-B9DB-0B3B-B8D062E07BCE}"/>
              </a:ext>
            </a:extLst>
          </p:cNvPr>
          <p:cNvPicPr>
            <a:picLocks noChangeAspect="1"/>
          </p:cNvPicPr>
          <p:nvPr/>
        </p:nvPicPr>
        <p:blipFill>
          <a:blip r:embed="rId3"/>
          <a:stretch>
            <a:fillRect/>
          </a:stretch>
        </p:blipFill>
        <p:spPr>
          <a:xfrm>
            <a:off x="10424916" y="134700"/>
            <a:ext cx="1616752" cy="697982"/>
          </a:xfrm>
          <a:prstGeom prst="rect">
            <a:avLst/>
          </a:prstGeom>
        </p:spPr>
      </p:pic>
      <p:sp>
        <p:nvSpPr>
          <p:cNvPr id="5" name="TextBox 4">
            <a:extLst>
              <a:ext uri="{FF2B5EF4-FFF2-40B4-BE49-F238E27FC236}">
                <a16:creationId xmlns:a16="http://schemas.microsoft.com/office/drawing/2014/main" id="{7904627B-45D6-BE36-7042-C69B53AD1828}"/>
              </a:ext>
            </a:extLst>
          </p:cNvPr>
          <p:cNvSpPr txBox="1"/>
          <p:nvPr/>
        </p:nvSpPr>
        <p:spPr>
          <a:xfrm>
            <a:off x="4766154" y="5299847"/>
            <a:ext cx="2400000" cy="480000"/>
          </a:xfrm>
          <a:prstGeom prst="rect">
            <a:avLst/>
          </a:prstGeom>
          <a:noFill/>
        </p:spPr>
        <p:txBody>
          <a:bodyPr wrap="square" rtlCol="0" anchor="ctr"/>
          <a:lstStyle/>
          <a:p>
            <a:pPr algn="ctr"/>
            <a:r>
              <a:rPr lang="en-GB"/>
              <a:t>agricultural</a:t>
            </a:r>
          </a:p>
        </p:txBody>
      </p:sp>
      <p:cxnSp>
        <p:nvCxnSpPr>
          <p:cNvPr id="12" name="Straight Connector 11">
            <a:extLst>
              <a:ext uri="{FF2B5EF4-FFF2-40B4-BE49-F238E27FC236}">
                <a16:creationId xmlns:a16="http://schemas.microsoft.com/office/drawing/2014/main" id="{483F9876-11CA-68D4-B5B9-503CB1452DDF}"/>
              </a:ext>
            </a:extLst>
          </p:cNvPr>
          <p:cNvCxnSpPr/>
          <p:nvPr/>
        </p:nvCxnSpPr>
        <p:spPr>
          <a:xfrm flipV="1">
            <a:off x="6391527" y="4613658"/>
            <a:ext cx="807506" cy="782198"/>
          </a:xfrm>
          <a:prstGeom prst="line">
            <a:avLst/>
          </a:prstGeom>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167DD069-433E-BF48-9167-8E5BCC114624}"/>
              </a:ext>
            </a:extLst>
          </p:cNvPr>
          <p:cNvCxnSpPr>
            <a:cxnSpLocks/>
          </p:cNvCxnSpPr>
          <p:nvPr/>
        </p:nvCxnSpPr>
        <p:spPr>
          <a:xfrm>
            <a:off x="6532910" y="5656722"/>
            <a:ext cx="930528" cy="216932"/>
          </a:xfrm>
          <a:prstGeom prst="line">
            <a:avLst/>
          </a:prstGeom>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BD37026A-B5E7-A43B-7015-F91BED67059F}"/>
              </a:ext>
            </a:extLst>
          </p:cNvPr>
          <p:cNvCxnSpPr>
            <a:cxnSpLocks/>
          </p:cNvCxnSpPr>
          <p:nvPr/>
        </p:nvCxnSpPr>
        <p:spPr>
          <a:xfrm flipV="1">
            <a:off x="4786339" y="5656722"/>
            <a:ext cx="791952" cy="565398"/>
          </a:xfrm>
          <a:prstGeom prst="line">
            <a:avLst/>
          </a:prstGeom>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47576966-8817-48AF-F837-0832462F5E46}"/>
              </a:ext>
            </a:extLst>
          </p:cNvPr>
          <p:cNvCxnSpPr>
            <a:cxnSpLocks/>
          </p:cNvCxnSpPr>
          <p:nvPr/>
        </p:nvCxnSpPr>
        <p:spPr>
          <a:xfrm>
            <a:off x="4688753" y="5010683"/>
            <a:ext cx="852027" cy="382970"/>
          </a:xfrm>
          <a:prstGeom prst="line">
            <a:avLst/>
          </a:prstGeom>
        </p:spPr>
        <p:style>
          <a:lnRef idx="1">
            <a:schemeClr val="accent1"/>
          </a:lnRef>
          <a:fillRef idx="0">
            <a:schemeClr val="accent1"/>
          </a:fillRef>
          <a:effectRef idx="0">
            <a:schemeClr val="accent1"/>
          </a:effectRef>
          <a:fontRef idx="minor">
            <a:schemeClr val="tx1"/>
          </a:fontRef>
        </p:style>
      </p:cxnSp>
      <p:pic>
        <p:nvPicPr>
          <p:cNvPr id="11" name="Picture 10">
            <a:extLst>
              <a:ext uri="{FF2B5EF4-FFF2-40B4-BE49-F238E27FC236}">
                <a16:creationId xmlns:a16="http://schemas.microsoft.com/office/drawing/2014/main" id="{6EE6038E-2E20-39E1-51AA-382FB77B2D40}"/>
              </a:ext>
            </a:extLst>
          </p:cNvPr>
          <p:cNvPicPr>
            <a:picLocks noChangeAspect="1"/>
          </p:cNvPicPr>
          <p:nvPr/>
        </p:nvPicPr>
        <p:blipFill>
          <a:blip r:embed="rId4"/>
          <a:stretch>
            <a:fillRect/>
          </a:stretch>
        </p:blipFill>
        <p:spPr>
          <a:xfrm>
            <a:off x="6502757" y="2982841"/>
            <a:ext cx="3184743" cy="794571"/>
          </a:xfrm>
          <a:prstGeom prst="rect">
            <a:avLst/>
          </a:prstGeom>
          <a:solidFill>
            <a:schemeClr val="bg1"/>
          </a:solidFill>
        </p:spPr>
      </p:pic>
    </p:spTree>
    <p:extLst>
      <p:ext uri="{BB962C8B-B14F-4D97-AF65-F5344CB8AC3E}">
        <p14:creationId xmlns:p14="http://schemas.microsoft.com/office/powerpoint/2010/main" val="393423157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7C8F1879-9C69-AABD-5D27-70A3FD61C54F}"/>
              </a:ext>
            </a:extLst>
          </p:cNvPr>
          <p:cNvGrpSpPr/>
          <p:nvPr/>
        </p:nvGrpSpPr>
        <p:grpSpPr>
          <a:xfrm>
            <a:off x="43957" y="90546"/>
            <a:ext cx="963274" cy="909579"/>
            <a:chOff x="1630613" y="1026138"/>
            <a:chExt cx="1316831" cy="1316831"/>
          </a:xfrm>
        </p:grpSpPr>
        <p:sp>
          <p:nvSpPr>
            <p:cNvPr id="4" name="Oval 3">
              <a:extLst>
                <a:ext uri="{FF2B5EF4-FFF2-40B4-BE49-F238E27FC236}">
                  <a16:creationId xmlns:a16="http://schemas.microsoft.com/office/drawing/2014/main" id="{C5A04DD0-FF30-895F-0ED9-888B47B1A02D}"/>
                </a:ext>
              </a:extLst>
            </p:cNvPr>
            <p:cNvSpPr/>
            <p:nvPr/>
          </p:nvSpPr>
          <p:spPr>
            <a:xfrm>
              <a:off x="1630613" y="1026138"/>
              <a:ext cx="1316831" cy="1316831"/>
            </a:xfrm>
            <a:prstGeom prst="ellipse">
              <a:avLst/>
            </a:prstGeom>
            <a:solidFill>
              <a:srgbClr val="A2CFFC"/>
            </a:solidFill>
            <a:ln w="38100">
              <a:solidFill>
                <a:srgbClr val="0762BA"/>
              </a:solidFill>
            </a:ln>
          </p:spPr>
          <p:style>
            <a:lnRef idx="2">
              <a:scrgbClr r="0" g="0" b="0"/>
            </a:lnRef>
            <a:fillRef idx="1">
              <a:scrgbClr r="0" g="0" b="0"/>
            </a:fillRef>
            <a:effectRef idx="0">
              <a:schemeClr val="accent1">
                <a:hueOff val="0"/>
                <a:satOff val="0"/>
                <a:lumOff val="0"/>
                <a:alphaOff val="0"/>
              </a:schemeClr>
            </a:effectRef>
            <a:fontRef idx="minor">
              <a:schemeClr val="lt1"/>
            </a:fontRef>
          </p:style>
          <p:txBody>
            <a:bodyPr/>
            <a:lstStyle/>
            <a:p>
              <a:endParaRPr lang="en-GB"/>
            </a:p>
          </p:txBody>
        </p:sp>
        <p:sp>
          <p:nvSpPr>
            <p:cNvPr id="5" name="Oval 4">
              <a:extLst>
                <a:ext uri="{FF2B5EF4-FFF2-40B4-BE49-F238E27FC236}">
                  <a16:creationId xmlns:a16="http://schemas.microsoft.com/office/drawing/2014/main" id="{8EBD88F1-D64A-0A71-7434-4A250ABBD4E6}"/>
                </a:ext>
              </a:extLst>
            </p:cNvPr>
            <p:cNvSpPr txBox="1"/>
            <p:nvPr/>
          </p:nvSpPr>
          <p:spPr>
            <a:xfrm>
              <a:off x="1823458" y="1218983"/>
              <a:ext cx="931141" cy="931141"/>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6510" tIns="16510" rIns="16510" bIns="16510" numCol="1" spcCol="1270" anchor="ctr" anchorCtr="0">
              <a:normAutofit/>
            </a:bodyPr>
            <a:lstStyle/>
            <a:p>
              <a:pPr marL="0" lvl="0" indent="0" algn="ctr" defTabSz="577850">
                <a:lnSpc>
                  <a:spcPct val="90000"/>
                </a:lnSpc>
                <a:spcBef>
                  <a:spcPct val="0"/>
                </a:spcBef>
                <a:spcAft>
                  <a:spcPct val="35000"/>
                </a:spcAft>
                <a:buNone/>
              </a:pPr>
              <a:r>
                <a:rPr lang="en-GB" sz="1300" b="1" kern="1200">
                  <a:solidFill>
                    <a:srgbClr val="0762BA"/>
                  </a:solidFill>
                  <a:latin typeface="Sassoon Infant Rg" panose="02000503030000020003" pitchFamily="2" charset="0"/>
                  <a:ea typeface="Sassoon Infant Rg" panose="02000503030000020003" pitchFamily="2" charset="0"/>
                </a:rPr>
                <a:t>Decoding &amp; phonics</a:t>
              </a:r>
            </a:p>
          </p:txBody>
        </p:sp>
      </p:grpSp>
      <p:pic>
        <p:nvPicPr>
          <p:cNvPr id="11" name="Picture 10">
            <a:extLst>
              <a:ext uri="{FF2B5EF4-FFF2-40B4-BE49-F238E27FC236}">
                <a16:creationId xmlns:a16="http://schemas.microsoft.com/office/drawing/2014/main" id="{5B88EF2C-3893-9BD5-87F9-6BF0F699F9A5}"/>
              </a:ext>
            </a:extLst>
          </p:cNvPr>
          <p:cNvPicPr/>
          <p:nvPr/>
        </p:nvPicPr>
        <p:blipFill>
          <a:blip r:embed="rId3">
            <a:extLst>
              <a:ext uri="{28A0092B-C50C-407E-A947-70E740481C1C}">
                <a14:useLocalDpi xmlns:a14="http://schemas.microsoft.com/office/drawing/2010/main" val="0"/>
              </a:ext>
            </a:extLst>
          </a:blip>
          <a:stretch>
            <a:fillRect/>
          </a:stretch>
        </p:blipFill>
        <p:spPr>
          <a:xfrm>
            <a:off x="10539555" y="90546"/>
            <a:ext cx="1691129" cy="711848"/>
          </a:xfrm>
          <a:prstGeom prst="rect">
            <a:avLst/>
          </a:prstGeom>
        </p:spPr>
      </p:pic>
      <p:sp>
        <p:nvSpPr>
          <p:cNvPr id="12" name="Title 1">
            <a:extLst>
              <a:ext uri="{FF2B5EF4-FFF2-40B4-BE49-F238E27FC236}">
                <a16:creationId xmlns:a16="http://schemas.microsoft.com/office/drawing/2014/main" id="{D07968F0-1915-728F-1F6D-2CB9277677F6}"/>
              </a:ext>
            </a:extLst>
          </p:cNvPr>
          <p:cNvSpPr txBox="1">
            <a:spLocks/>
          </p:cNvSpPr>
          <p:nvPr/>
        </p:nvSpPr>
        <p:spPr>
          <a:xfrm>
            <a:off x="38684" y="-18063"/>
            <a:ext cx="12153316" cy="1299685"/>
          </a:xfrm>
          <a:prstGeom prst="rect">
            <a:avLst/>
          </a:prstGeom>
        </p:spPr>
        <p:txBody>
          <a:bodyPr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GB"/>
              <a:t>Independent Read</a:t>
            </a:r>
          </a:p>
        </p:txBody>
      </p:sp>
      <p:sp>
        <p:nvSpPr>
          <p:cNvPr id="22" name="TextBox 21">
            <a:extLst>
              <a:ext uri="{FF2B5EF4-FFF2-40B4-BE49-F238E27FC236}">
                <a16:creationId xmlns:a16="http://schemas.microsoft.com/office/drawing/2014/main" id="{BBE494B4-E4A1-C48A-15E2-3683EA0AD086}"/>
              </a:ext>
            </a:extLst>
          </p:cNvPr>
          <p:cNvSpPr txBox="1"/>
          <p:nvPr/>
        </p:nvSpPr>
        <p:spPr>
          <a:xfrm>
            <a:off x="1" y="931322"/>
            <a:ext cx="12191999" cy="830997"/>
          </a:xfrm>
          <a:prstGeom prst="rect">
            <a:avLst/>
          </a:prstGeom>
          <a:noFill/>
        </p:spPr>
        <p:txBody>
          <a:bodyPr wrap="square">
            <a:spAutoFit/>
          </a:bodyPr>
          <a:lstStyle/>
          <a:p>
            <a:pPr algn="ctr"/>
            <a:r>
              <a:rPr lang="en-GB" sz="1800" dirty="0">
                <a:effectLst/>
                <a:latin typeface="Sassoon Infant Rg" panose="02000503030000020003" pitchFamily="2" charset="0"/>
                <a:ea typeface="Sassoon Infant Rg" panose="02000503030000020003" pitchFamily="2" charset="0"/>
                <a:cs typeface="Times New Roman" panose="02020603050405020304" pitchFamily="18" charset="0"/>
              </a:rPr>
              <a:t xml:space="preserve">Read the complete text – underline any words or phrases you don’t understand.  Re-read full sentences for any parts you couldn’t read smoothly on the first attempt. </a:t>
            </a:r>
            <a:endParaRPr lang="en-GB" b="1" dirty="0"/>
          </a:p>
        </p:txBody>
      </p:sp>
      <p:sp>
        <p:nvSpPr>
          <p:cNvPr id="6" name="TextBox 5">
            <a:extLst>
              <a:ext uri="{FF2B5EF4-FFF2-40B4-BE49-F238E27FC236}">
                <a16:creationId xmlns:a16="http://schemas.microsoft.com/office/drawing/2014/main" id="{38C25E62-7AE0-A783-1D87-77105CAB659E}"/>
              </a:ext>
            </a:extLst>
          </p:cNvPr>
          <p:cNvSpPr txBox="1"/>
          <p:nvPr/>
        </p:nvSpPr>
        <p:spPr>
          <a:xfrm>
            <a:off x="2226896" y="3673314"/>
            <a:ext cx="7629665" cy="2308324"/>
          </a:xfrm>
          <a:prstGeom prst="rect">
            <a:avLst/>
          </a:prstGeom>
          <a:noFill/>
        </p:spPr>
        <p:txBody>
          <a:bodyPr wrap="square" rtlCol="0">
            <a:spAutoFit/>
          </a:bodyPr>
          <a:lstStyle/>
          <a:p>
            <a:endParaRPr lang="en-GB"/>
          </a:p>
          <a:p>
            <a:pPr marL="342900" indent="-342900">
              <a:buFont typeface="+mj-lt"/>
              <a:buAutoNum type="arabicPeriod"/>
            </a:pPr>
            <a:r>
              <a:rPr lang="en-GB"/>
              <a:t>Read by segmenting into phonemes and syllables</a:t>
            </a:r>
          </a:p>
          <a:p>
            <a:pPr marL="342900" indent="-342900">
              <a:buFont typeface="+mj-lt"/>
              <a:buAutoNum type="arabicPeriod"/>
            </a:pPr>
            <a:r>
              <a:rPr lang="en-GB"/>
              <a:t>Make a sensible attempt, making sure you blend ALL the sounds as you read.</a:t>
            </a:r>
          </a:p>
          <a:p>
            <a:pPr marL="342900" indent="-342900">
              <a:buFont typeface="+mj-lt"/>
              <a:buAutoNum type="arabicPeriod"/>
            </a:pPr>
            <a:r>
              <a:rPr lang="en-GB"/>
              <a:t>Use the context and parts of the word to make a sensible attempt at a definition.</a:t>
            </a:r>
          </a:p>
          <a:p>
            <a:pPr marL="342900" indent="-342900">
              <a:buFont typeface="+mj-lt"/>
              <a:buAutoNum type="arabicPeriod"/>
            </a:pPr>
            <a:endParaRPr lang="en-GB"/>
          </a:p>
          <a:p>
            <a:r>
              <a:rPr lang="en-GB"/>
              <a:t>Remember to re-read the entire sentence again.</a:t>
            </a:r>
          </a:p>
        </p:txBody>
      </p:sp>
      <p:pic>
        <p:nvPicPr>
          <p:cNvPr id="2" name="Picture 1">
            <a:extLst>
              <a:ext uri="{FF2B5EF4-FFF2-40B4-BE49-F238E27FC236}">
                <a16:creationId xmlns:a16="http://schemas.microsoft.com/office/drawing/2014/main" id="{4A238304-94B7-D6B3-84C9-8D8F6CDD2BB4}"/>
              </a:ext>
            </a:extLst>
          </p:cNvPr>
          <p:cNvPicPr>
            <a:picLocks noChangeAspect="1"/>
          </p:cNvPicPr>
          <p:nvPr/>
        </p:nvPicPr>
        <p:blipFill>
          <a:blip r:embed="rId4"/>
          <a:stretch>
            <a:fillRect/>
          </a:stretch>
        </p:blipFill>
        <p:spPr>
          <a:xfrm>
            <a:off x="866163" y="2097530"/>
            <a:ext cx="10351133" cy="1434810"/>
          </a:xfrm>
          <a:prstGeom prst="rect">
            <a:avLst/>
          </a:prstGeom>
        </p:spPr>
      </p:pic>
      <p:sp>
        <p:nvSpPr>
          <p:cNvPr id="13" name="TextBox 12">
            <a:extLst>
              <a:ext uri="{FF2B5EF4-FFF2-40B4-BE49-F238E27FC236}">
                <a16:creationId xmlns:a16="http://schemas.microsoft.com/office/drawing/2014/main" id="{A473D780-1F99-6094-42B5-9820D9017C99}"/>
              </a:ext>
            </a:extLst>
          </p:cNvPr>
          <p:cNvSpPr txBox="1"/>
          <p:nvPr/>
        </p:nvSpPr>
        <p:spPr>
          <a:xfrm>
            <a:off x="-2406316" y="1524000"/>
            <a:ext cx="184731" cy="369332"/>
          </a:xfrm>
          <a:prstGeom prst="rect">
            <a:avLst/>
          </a:prstGeom>
          <a:noFill/>
        </p:spPr>
        <p:txBody>
          <a:bodyPr wrap="none" rtlCol="0">
            <a:spAutoFit/>
          </a:bodyPr>
          <a:lstStyle/>
          <a:p>
            <a:endParaRPr lang="en-GB"/>
          </a:p>
        </p:txBody>
      </p:sp>
      <p:sp>
        <p:nvSpPr>
          <p:cNvPr id="15" name="TextBox 14">
            <a:extLst>
              <a:ext uri="{FF2B5EF4-FFF2-40B4-BE49-F238E27FC236}">
                <a16:creationId xmlns:a16="http://schemas.microsoft.com/office/drawing/2014/main" id="{E15A5C10-306D-554F-EAA6-B73E5AF3D6C7}"/>
              </a:ext>
            </a:extLst>
          </p:cNvPr>
          <p:cNvSpPr txBox="1"/>
          <p:nvPr/>
        </p:nvSpPr>
        <p:spPr>
          <a:xfrm>
            <a:off x="209488" y="1865629"/>
            <a:ext cx="11861201" cy="3985274"/>
          </a:xfrm>
          <a:prstGeom prst="rect">
            <a:avLst/>
          </a:prstGeom>
          <a:solidFill>
            <a:schemeClr val="accent5">
              <a:lumMod val="20000"/>
              <a:lumOff val="80000"/>
            </a:schemeClr>
          </a:solidFill>
        </p:spPr>
        <p:txBody>
          <a:bodyPr wrap="square" anchor="ctr">
            <a:noAutofit/>
          </a:bodyPr>
          <a:lstStyle/>
          <a:p>
            <a:r>
              <a:rPr lang="en-US" sz="2200" dirty="0"/>
              <a:t>Brazil's human geography is as varied and complex as its natural landscape. The country has some of the largest cities in the world — São Paulo, for example, has a population of over 12 million people and is one of the biggest urban areas on Earth. These vast cities are a patchwork of different land uses: towering glass office blocks and commercial districts sit alongside sprawling residential suburbs, transport hubs and recreational parks. Many of Brazil's cities have grown rapidly over the past century as people have moved from rural areas to seek work in factories and businesses. Agriculture is a vital part of Brazil's economy. Huge areas of the country are given over to farmland, growing crops such as soya, sugar cane and coffee, all of which are exported to countries across the world. Brazil is one of the largest agricultural exporters on the planet, and its trade links stretch to Europe, Asia and North America. This agricultural activity has, however, led to significant clearing of natural vegetation, particularly at the edges of the Amazon rainforest. Brazil's economy has changed significantly over time. Where once it relied heavily on the export of raw materials such as rubber and coffee, it has developed a much wider range of industries, including manufacturing and technology. Despite this growth, there are large differences in wealth within Brazil — some areas are very prosperous, while others struggle with poverty. Understanding how land is used and how wealth is distributed are central questions in human geography.</a:t>
            </a:r>
          </a:p>
        </p:txBody>
      </p:sp>
      <p:sp>
        <p:nvSpPr>
          <p:cNvPr id="10" name="Rounded Rectangle 9">
            <a:extLst>
              <a:ext uri="{FF2B5EF4-FFF2-40B4-BE49-F238E27FC236}">
                <a16:creationId xmlns:a16="http://schemas.microsoft.com/office/drawing/2014/main" id="{911D3733-5EF2-7482-D164-B776AE41E9CC}"/>
              </a:ext>
            </a:extLst>
          </p:cNvPr>
          <p:cNvSpPr/>
          <p:nvPr/>
        </p:nvSpPr>
        <p:spPr>
          <a:xfrm>
            <a:off x="8019658" y="6325456"/>
            <a:ext cx="4026568" cy="43134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Show / Hide Extract</a:t>
            </a:r>
          </a:p>
        </p:txBody>
      </p:sp>
    </p:spTree>
    <p:extLst>
      <p:ext uri="{BB962C8B-B14F-4D97-AF65-F5344CB8AC3E}">
        <p14:creationId xmlns:p14="http://schemas.microsoft.com/office/powerpoint/2010/main" val="1979448493"/>
      </p:ext>
    </p:extLst>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10"/>
                    </p:tgtEl>
                  </p:cond>
                </p:stCondLst>
                <p:endSync evt="end" delay="0">
                  <p:rtn val="all"/>
                </p:endSync>
                <p:childTnLst>
                  <p:par>
                    <p:cTn id="3" fill="hold">
                      <p:stCondLst>
                        <p:cond delay="0"/>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15"/>
                                        </p:tgtEl>
                                        <p:attrNameLst>
                                          <p:attrName>style.visibility</p:attrName>
                                        </p:attrNameLst>
                                      </p:cBhvr>
                                      <p:to>
                                        <p:strVal val="hidden"/>
                                      </p:to>
                                    </p:set>
                                  </p:childTnLst>
                                </p:cTn>
                              </p:par>
                            </p:childTnLst>
                          </p:cTn>
                        </p:par>
                      </p:childTnLst>
                    </p:cTn>
                  </p:par>
                </p:childTnLst>
              </p:cTn>
              <p:nextCondLst>
                <p:cond evt="onClick" delay="0">
                  <p:tgtEl>
                    <p:spTgt spid="10"/>
                  </p:tgtEl>
                </p:cond>
              </p:nextCondLst>
            </p:seq>
          </p:childTnLst>
        </p:cTn>
      </p:par>
    </p:tnLst>
    <p:bldLst>
      <p:bldP spid="15" grpId="0" animBg="1"/>
      <p:bldP spid="15" grpId="1"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215917-BDE9-A483-7A0D-AC15BA636611}"/>
            </a:ext>
          </a:extLst>
        </p:cNvPr>
        <p:cNvGrpSpPr/>
        <p:nvPr/>
      </p:nvGrpSpPr>
      <p:grpSpPr>
        <a:xfrm>
          <a:off x="0" y="0"/>
          <a:ext cx="0" cy="0"/>
          <a:chOff x="0" y="0"/>
          <a:chExt cx="0" cy="0"/>
        </a:xfrm>
      </p:grpSpPr>
      <p:sp>
        <p:nvSpPr>
          <p:cNvPr id="6" name="Freeform: Shape 5">
            <a:extLst>
              <a:ext uri="{FF2B5EF4-FFF2-40B4-BE49-F238E27FC236}">
                <a16:creationId xmlns:a16="http://schemas.microsoft.com/office/drawing/2014/main" id="{3E3AA9AF-9E3C-B821-0C95-D4AA63DFFCBB}"/>
              </a:ext>
            </a:extLst>
          </p:cNvPr>
          <p:cNvSpPr/>
          <p:nvPr/>
        </p:nvSpPr>
        <p:spPr>
          <a:xfrm>
            <a:off x="2609369" y="1646785"/>
            <a:ext cx="266024" cy="319228"/>
          </a:xfrm>
          <a:custGeom>
            <a:avLst/>
            <a:gdLst>
              <a:gd name="connsiteX0" fmla="*/ 167780 w 1887523"/>
              <a:gd name="connsiteY0" fmla="*/ 1182847 h 2265027"/>
              <a:gd name="connsiteX1" fmla="*/ 58723 w 1887523"/>
              <a:gd name="connsiteY1" fmla="*/ 989900 h 2265027"/>
              <a:gd name="connsiteX2" fmla="*/ 0 w 1887523"/>
              <a:gd name="connsiteY2" fmla="*/ 788565 h 2265027"/>
              <a:gd name="connsiteX3" fmla="*/ 50334 w 1887523"/>
              <a:gd name="connsiteY3" fmla="*/ 612396 h 2265027"/>
              <a:gd name="connsiteX4" fmla="*/ 134224 w 1887523"/>
              <a:gd name="connsiteY4" fmla="*/ 402671 h 2265027"/>
              <a:gd name="connsiteX5" fmla="*/ 251669 w 1887523"/>
              <a:gd name="connsiteY5" fmla="*/ 310392 h 2265027"/>
              <a:gd name="connsiteX6" fmla="*/ 385893 w 1887523"/>
              <a:gd name="connsiteY6" fmla="*/ 243280 h 2265027"/>
              <a:gd name="connsiteX7" fmla="*/ 578840 w 1887523"/>
              <a:gd name="connsiteY7" fmla="*/ 251669 h 2265027"/>
              <a:gd name="connsiteX8" fmla="*/ 713064 w 1887523"/>
              <a:gd name="connsiteY8" fmla="*/ 100667 h 2265027"/>
              <a:gd name="connsiteX9" fmla="*/ 872455 w 1887523"/>
              <a:gd name="connsiteY9" fmla="*/ 16778 h 2265027"/>
              <a:gd name="connsiteX10" fmla="*/ 1065402 w 1887523"/>
              <a:gd name="connsiteY10" fmla="*/ 0 h 2265027"/>
              <a:gd name="connsiteX11" fmla="*/ 1191236 w 1887523"/>
              <a:gd name="connsiteY11" fmla="*/ 33555 h 2265027"/>
              <a:gd name="connsiteX12" fmla="*/ 1342238 w 1887523"/>
              <a:gd name="connsiteY12" fmla="*/ 100667 h 2265027"/>
              <a:gd name="connsiteX13" fmla="*/ 1417739 w 1887523"/>
              <a:gd name="connsiteY13" fmla="*/ 192946 h 2265027"/>
              <a:gd name="connsiteX14" fmla="*/ 1426128 w 1887523"/>
              <a:gd name="connsiteY14" fmla="*/ 260058 h 2265027"/>
              <a:gd name="connsiteX15" fmla="*/ 1426128 w 1887523"/>
              <a:gd name="connsiteY15" fmla="*/ 469783 h 2265027"/>
              <a:gd name="connsiteX16" fmla="*/ 1560352 w 1887523"/>
              <a:gd name="connsiteY16" fmla="*/ 486561 h 2265027"/>
              <a:gd name="connsiteX17" fmla="*/ 1744910 w 1887523"/>
              <a:gd name="connsiteY17" fmla="*/ 536895 h 2265027"/>
              <a:gd name="connsiteX18" fmla="*/ 1803633 w 1887523"/>
              <a:gd name="connsiteY18" fmla="*/ 604007 h 2265027"/>
              <a:gd name="connsiteX19" fmla="*/ 1887523 w 1887523"/>
              <a:gd name="connsiteY19" fmla="*/ 855677 h 2265027"/>
              <a:gd name="connsiteX20" fmla="*/ 1887523 w 1887523"/>
              <a:gd name="connsiteY20" fmla="*/ 1082179 h 2265027"/>
              <a:gd name="connsiteX21" fmla="*/ 1845578 w 1887523"/>
              <a:gd name="connsiteY21" fmla="*/ 1258348 h 2265027"/>
              <a:gd name="connsiteX22" fmla="*/ 1778466 w 1887523"/>
              <a:gd name="connsiteY22" fmla="*/ 1409350 h 2265027"/>
              <a:gd name="connsiteX23" fmla="*/ 1661020 w 1887523"/>
              <a:gd name="connsiteY23" fmla="*/ 1493240 h 2265027"/>
              <a:gd name="connsiteX24" fmla="*/ 1560352 w 1887523"/>
              <a:gd name="connsiteY24" fmla="*/ 1526796 h 2265027"/>
              <a:gd name="connsiteX25" fmla="*/ 1619075 w 1887523"/>
              <a:gd name="connsiteY25" fmla="*/ 1619075 h 2265027"/>
              <a:gd name="connsiteX26" fmla="*/ 1627464 w 1887523"/>
              <a:gd name="connsiteY26" fmla="*/ 1719743 h 2265027"/>
              <a:gd name="connsiteX27" fmla="*/ 1568741 w 1887523"/>
              <a:gd name="connsiteY27" fmla="*/ 1912689 h 2265027"/>
              <a:gd name="connsiteX28" fmla="*/ 1493240 w 1887523"/>
              <a:gd name="connsiteY28" fmla="*/ 2038524 h 2265027"/>
              <a:gd name="connsiteX29" fmla="*/ 1417739 w 1887523"/>
              <a:gd name="connsiteY29" fmla="*/ 2122414 h 2265027"/>
              <a:gd name="connsiteX30" fmla="*/ 1333849 w 1887523"/>
              <a:gd name="connsiteY30" fmla="*/ 2189526 h 2265027"/>
              <a:gd name="connsiteX31" fmla="*/ 1157680 w 1887523"/>
              <a:gd name="connsiteY31" fmla="*/ 2265027 h 2265027"/>
              <a:gd name="connsiteX32" fmla="*/ 914400 w 1887523"/>
              <a:gd name="connsiteY32" fmla="*/ 2248249 h 2265027"/>
              <a:gd name="connsiteX33" fmla="*/ 805343 w 1887523"/>
              <a:gd name="connsiteY33" fmla="*/ 2147581 h 2265027"/>
              <a:gd name="connsiteX34" fmla="*/ 696286 w 1887523"/>
              <a:gd name="connsiteY34" fmla="*/ 2004968 h 2265027"/>
              <a:gd name="connsiteX35" fmla="*/ 511728 w 1887523"/>
              <a:gd name="connsiteY35" fmla="*/ 2072080 h 2265027"/>
              <a:gd name="connsiteX36" fmla="*/ 302003 w 1887523"/>
              <a:gd name="connsiteY36" fmla="*/ 2072080 h 2265027"/>
              <a:gd name="connsiteX37" fmla="*/ 83890 w 1887523"/>
              <a:gd name="connsiteY37" fmla="*/ 1887522 h 2265027"/>
              <a:gd name="connsiteX38" fmla="*/ 16778 w 1887523"/>
              <a:gd name="connsiteY38" fmla="*/ 1702965 h 2265027"/>
              <a:gd name="connsiteX39" fmla="*/ 25167 w 1887523"/>
              <a:gd name="connsiteY39" fmla="*/ 1451295 h 2265027"/>
              <a:gd name="connsiteX40" fmla="*/ 58723 w 1887523"/>
              <a:gd name="connsiteY40" fmla="*/ 1350627 h 2265027"/>
              <a:gd name="connsiteX41" fmla="*/ 117446 w 1887523"/>
              <a:gd name="connsiteY41" fmla="*/ 1233181 h 2265027"/>
              <a:gd name="connsiteX42" fmla="*/ 167780 w 1887523"/>
              <a:gd name="connsiteY42" fmla="*/ 1182847 h 22650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887523" h="2265027">
                <a:moveTo>
                  <a:pt x="167780" y="1182847"/>
                </a:moveTo>
                <a:lnTo>
                  <a:pt x="58723" y="989900"/>
                </a:lnTo>
                <a:lnTo>
                  <a:pt x="0" y="788565"/>
                </a:lnTo>
                <a:lnTo>
                  <a:pt x="50334" y="612396"/>
                </a:lnTo>
                <a:lnTo>
                  <a:pt x="134224" y="402671"/>
                </a:lnTo>
                <a:lnTo>
                  <a:pt x="251669" y="310392"/>
                </a:lnTo>
                <a:lnTo>
                  <a:pt x="385893" y="243280"/>
                </a:lnTo>
                <a:lnTo>
                  <a:pt x="578840" y="251669"/>
                </a:lnTo>
                <a:lnTo>
                  <a:pt x="713064" y="100667"/>
                </a:lnTo>
                <a:lnTo>
                  <a:pt x="872455" y="16778"/>
                </a:lnTo>
                <a:lnTo>
                  <a:pt x="1065402" y="0"/>
                </a:lnTo>
                <a:lnTo>
                  <a:pt x="1191236" y="33555"/>
                </a:lnTo>
                <a:lnTo>
                  <a:pt x="1342238" y="100667"/>
                </a:lnTo>
                <a:lnTo>
                  <a:pt x="1417739" y="192946"/>
                </a:lnTo>
                <a:lnTo>
                  <a:pt x="1426128" y="260058"/>
                </a:lnTo>
                <a:lnTo>
                  <a:pt x="1426128" y="469783"/>
                </a:lnTo>
                <a:lnTo>
                  <a:pt x="1560352" y="486561"/>
                </a:lnTo>
                <a:lnTo>
                  <a:pt x="1744910" y="536895"/>
                </a:lnTo>
                <a:lnTo>
                  <a:pt x="1803633" y="604007"/>
                </a:lnTo>
                <a:lnTo>
                  <a:pt x="1887523" y="855677"/>
                </a:lnTo>
                <a:lnTo>
                  <a:pt x="1887523" y="1082179"/>
                </a:lnTo>
                <a:lnTo>
                  <a:pt x="1845578" y="1258348"/>
                </a:lnTo>
                <a:lnTo>
                  <a:pt x="1778466" y="1409350"/>
                </a:lnTo>
                <a:lnTo>
                  <a:pt x="1661020" y="1493240"/>
                </a:lnTo>
                <a:lnTo>
                  <a:pt x="1560352" y="1526796"/>
                </a:lnTo>
                <a:lnTo>
                  <a:pt x="1619075" y="1619075"/>
                </a:lnTo>
                <a:lnTo>
                  <a:pt x="1627464" y="1719743"/>
                </a:lnTo>
                <a:lnTo>
                  <a:pt x="1568741" y="1912689"/>
                </a:lnTo>
                <a:lnTo>
                  <a:pt x="1493240" y="2038524"/>
                </a:lnTo>
                <a:lnTo>
                  <a:pt x="1417739" y="2122414"/>
                </a:lnTo>
                <a:lnTo>
                  <a:pt x="1333849" y="2189526"/>
                </a:lnTo>
                <a:lnTo>
                  <a:pt x="1157680" y="2265027"/>
                </a:lnTo>
                <a:lnTo>
                  <a:pt x="914400" y="2248249"/>
                </a:lnTo>
                <a:lnTo>
                  <a:pt x="805343" y="2147581"/>
                </a:lnTo>
                <a:lnTo>
                  <a:pt x="696286" y="2004968"/>
                </a:lnTo>
                <a:lnTo>
                  <a:pt x="511728" y="2072080"/>
                </a:lnTo>
                <a:lnTo>
                  <a:pt x="302003" y="2072080"/>
                </a:lnTo>
                <a:lnTo>
                  <a:pt x="83890" y="1887522"/>
                </a:lnTo>
                <a:lnTo>
                  <a:pt x="16778" y="1702965"/>
                </a:lnTo>
                <a:lnTo>
                  <a:pt x="25167" y="1451295"/>
                </a:lnTo>
                <a:lnTo>
                  <a:pt x="58723" y="1350627"/>
                </a:lnTo>
                <a:lnTo>
                  <a:pt x="117446" y="1233181"/>
                </a:lnTo>
                <a:lnTo>
                  <a:pt x="167780" y="1182847"/>
                </a:lnTo>
                <a:close/>
              </a:path>
            </a:pathLst>
          </a:cu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7" name="Oval 6">
            <a:extLst>
              <a:ext uri="{FF2B5EF4-FFF2-40B4-BE49-F238E27FC236}">
                <a16:creationId xmlns:a16="http://schemas.microsoft.com/office/drawing/2014/main" id="{BC8D8944-1BCF-D4B0-7DAF-EF76646CCF50}"/>
              </a:ext>
            </a:extLst>
          </p:cNvPr>
          <p:cNvSpPr/>
          <p:nvPr/>
        </p:nvSpPr>
        <p:spPr>
          <a:xfrm>
            <a:off x="2057663" y="2106659"/>
            <a:ext cx="79485" cy="85162"/>
          </a:xfrm>
          <a:prstGeom prst="ellipse">
            <a:avLst/>
          </a:pr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grpSp>
        <p:nvGrpSpPr>
          <p:cNvPr id="8" name="Group 7">
            <a:extLst>
              <a:ext uri="{FF2B5EF4-FFF2-40B4-BE49-F238E27FC236}">
                <a16:creationId xmlns:a16="http://schemas.microsoft.com/office/drawing/2014/main" id="{6EE8B722-85CC-7111-AF8B-97EEBEE9A272}"/>
              </a:ext>
            </a:extLst>
          </p:cNvPr>
          <p:cNvGrpSpPr/>
          <p:nvPr/>
        </p:nvGrpSpPr>
        <p:grpSpPr>
          <a:xfrm>
            <a:off x="3003018" y="1125085"/>
            <a:ext cx="1838188" cy="1169519"/>
            <a:chOff x="2644385" y="2866760"/>
            <a:chExt cx="1838188" cy="1384526"/>
          </a:xfrm>
        </p:grpSpPr>
        <p:sp>
          <p:nvSpPr>
            <p:cNvPr id="9" name="Freeform: Shape 8">
              <a:extLst>
                <a:ext uri="{FF2B5EF4-FFF2-40B4-BE49-F238E27FC236}">
                  <a16:creationId xmlns:a16="http://schemas.microsoft.com/office/drawing/2014/main" id="{AD3569E1-8E04-B7BA-0398-4180BE3B0EE3}"/>
                </a:ext>
              </a:extLst>
            </p:cNvPr>
            <p:cNvSpPr/>
            <p:nvPr/>
          </p:nvSpPr>
          <p:spPr>
            <a:xfrm>
              <a:off x="2644386" y="2866760"/>
              <a:ext cx="1838187" cy="1384526"/>
            </a:xfrm>
            <a:custGeom>
              <a:avLst/>
              <a:gdLst>
                <a:gd name="connsiteX0" fmla="*/ 602901 w 5220119"/>
                <a:gd name="connsiteY0" fmla="*/ 2054888 h 5436158"/>
                <a:gd name="connsiteX1" fmla="*/ 346668 w 5220119"/>
                <a:gd name="connsiteY1" fmla="*/ 1934307 h 5436158"/>
                <a:gd name="connsiteX2" fmla="*/ 185895 w 5220119"/>
                <a:gd name="connsiteY2" fmla="*/ 1723292 h 5436158"/>
                <a:gd name="connsiteX3" fmla="*/ 50242 w 5220119"/>
                <a:gd name="connsiteY3" fmla="*/ 1421842 h 5436158"/>
                <a:gd name="connsiteX4" fmla="*/ 0 w 5220119"/>
                <a:gd name="connsiteY4" fmla="*/ 1115367 h 5436158"/>
                <a:gd name="connsiteX5" fmla="*/ 80387 w 5220119"/>
                <a:gd name="connsiteY5" fmla="*/ 828989 h 5436158"/>
                <a:gd name="connsiteX6" fmla="*/ 251209 w 5220119"/>
                <a:gd name="connsiteY6" fmla="*/ 557683 h 5436158"/>
                <a:gd name="connsiteX7" fmla="*/ 512466 w 5220119"/>
                <a:gd name="connsiteY7" fmla="*/ 386861 h 5436158"/>
                <a:gd name="connsiteX8" fmla="*/ 934497 w 5220119"/>
                <a:gd name="connsiteY8" fmla="*/ 296426 h 5436158"/>
                <a:gd name="connsiteX9" fmla="*/ 1251020 w 5220119"/>
                <a:gd name="connsiteY9" fmla="*/ 326571 h 5436158"/>
                <a:gd name="connsiteX10" fmla="*/ 1457011 w 5220119"/>
                <a:gd name="connsiteY10" fmla="*/ 401934 h 5436158"/>
                <a:gd name="connsiteX11" fmla="*/ 1688123 w 5220119"/>
                <a:gd name="connsiteY11" fmla="*/ 512466 h 5436158"/>
                <a:gd name="connsiteX12" fmla="*/ 1753438 w 5220119"/>
                <a:gd name="connsiteY12" fmla="*/ 331595 h 5436158"/>
                <a:gd name="connsiteX13" fmla="*/ 1944356 w 5220119"/>
                <a:gd name="connsiteY13" fmla="*/ 140677 h 5436158"/>
                <a:gd name="connsiteX14" fmla="*/ 2120202 w 5220119"/>
                <a:gd name="connsiteY14" fmla="*/ 50242 h 5436158"/>
                <a:gd name="connsiteX15" fmla="*/ 2336242 w 5220119"/>
                <a:gd name="connsiteY15" fmla="*/ 10048 h 5436158"/>
                <a:gd name="connsiteX16" fmla="*/ 2507064 w 5220119"/>
                <a:gd name="connsiteY16" fmla="*/ 0 h 5436158"/>
                <a:gd name="connsiteX17" fmla="*/ 2682910 w 5220119"/>
                <a:gd name="connsiteY17" fmla="*/ 55266 h 5436158"/>
                <a:gd name="connsiteX18" fmla="*/ 2808515 w 5220119"/>
                <a:gd name="connsiteY18" fmla="*/ 160773 h 5436158"/>
                <a:gd name="connsiteX19" fmla="*/ 2903974 w 5220119"/>
                <a:gd name="connsiteY19" fmla="*/ 261257 h 5436158"/>
                <a:gd name="connsiteX20" fmla="*/ 2954216 w 5220119"/>
                <a:gd name="connsiteY20" fmla="*/ 396910 h 5436158"/>
                <a:gd name="connsiteX21" fmla="*/ 2989385 w 5220119"/>
                <a:gd name="connsiteY21" fmla="*/ 482321 h 5436158"/>
                <a:gd name="connsiteX22" fmla="*/ 3235570 w 5220119"/>
                <a:gd name="connsiteY22" fmla="*/ 331595 h 5436158"/>
                <a:gd name="connsiteX23" fmla="*/ 3567165 w 5220119"/>
                <a:gd name="connsiteY23" fmla="*/ 246184 h 5436158"/>
                <a:gd name="connsiteX24" fmla="*/ 3913833 w 5220119"/>
                <a:gd name="connsiteY24" fmla="*/ 226088 h 5436158"/>
                <a:gd name="connsiteX25" fmla="*/ 4165042 w 5220119"/>
                <a:gd name="connsiteY25" fmla="*/ 291402 h 5436158"/>
                <a:gd name="connsiteX26" fmla="*/ 4431323 w 5220119"/>
                <a:gd name="connsiteY26" fmla="*/ 447151 h 5436158"/>
                <a:gd name="connsiteX27" fmla="*/ 4607170 w 5220119"/>
                <a:gd name="connsiteY27" fmla="*/ 668215 h 5436158"/>
                <a:gd name="connsiteX28" fmla="*/ 4707653 w 5220119"/>
                <a:gd name="connsiteY28" fmla="*/ 869182 h 5436158"/>
                <a:gd name="connsiteX29" fmla="*/ 4747846 w 5220119"/>
                <a:gd name="connsiteY29" fmla="*/ 1075173 h 5436158"/>
                <a:gd name="connsiteX30" fmla="*/ 4747846 w 5220119"/>
                <a:gd name="connsiteY30" fmla="*/ 1306286 h 5436158"/>
                <a:gd name="connsiteX31" fmla="*/ 4717701 w 5220119"/>
                <a:gd name="connsiteY31" fmla="*/ 1507253 h 5436158"/>
                <a:gd name="connsiteX32" fmla="*/ 4657411 w 5220119"/>
                <a:gd name="connsiteY32" fmla="*/ 1617784 h 5436158"/>
                <a:gd name="connsiteX33" fmla="*/ 4858378 w 5220119"/>
                <a:gd name="connsiteY33" fmla="*/ 1642905 h 5436158"/>
                <a:gd name="connsiteX34" fmla="*/ 5054321 w 5220119"/>
                <a:gd name="connsiteY34" fmla="*/ 1818751 h 5436158"/>
                <a:gd name="connsiteX35" fmla="*/ 5134708 w 5220119"/>
                <a:gd name="connsiteY35" fmla="*/ 1979525 h 5436158"/>
                <a:gd name="connsiteX36" fmla="*/ 5179926 w 5220119"/>
                <a:gd name="connsiteY36" fmla="*/ 2145323 h 5436158"/>
                <a:gd name="connsiteX37" fmla="*/ 5220119 w 5220119"/>
                <a:gd name="connsiteY37" fmla="*/ 2275951 h 5436158"/>
                <a:gd name="connsiteX38" fmla="*/ 5220119 w 5220119"/>
                <a:gd name="connsiteY38" fmla="*/ 2461846 h 5436158"/>
                <a:gd name="connsiteX39" fmla="*/ 5179926 w 5220119"/>
                <a:gd name="connsiteY39" fmla="*/ 2642716 h 5436158"/>
                <a:gd name="connsiteX40" fmla="*/ 5084466 w 5220119"/>
                <a:gd name="connsiteY40" fmla="*/ 2778369 h 5436158"/>
                <a:gd name="connsiteX41" fmla="*/ 5084466 w 5220119"/>
                <a:gd name="connsiteY41" fmla="*/ 2828611 h 5436158"/>
                <a:gd name="connsiteX42" fmla="*/ 5139732 w 5220119"/>
                <a:gd name="connsiteY42" fmla="*/ 2954215 h 5436158"/>
                <a:gd name="connsiteX43" fmla="*/ 5194998 w 5220119"/>
                <a:gd name="connsiteY43" fmla="*/ 3120013 h 5436158"/>
                <a:gd name="connsiteX44" fmla="*/ 5194998 w 5220119"/>
                <a:gd name="connsiteY44" fmla="*/ 3285811 h 5436158"/>
                <a:gd name="connsiteX45" fmla="*/ 5154805 w 5220119"/>
                <a:gd name="connsiteY45" fmla="*/ 3471705 h 5436158"/>
                <a:gd name="connsiteX46" fmla="*/ 5109587 w 5220119"/>
                <a:gd name="connsiteY46" fmla="*/ 3622431 h 5436158"/>
                <a:gd name="connsiteX47" fmla="*/ 5014128 w 5220119"/>
                <a:gd name="connsiteY47" fmla="*/ 3798277 h 5436158"/>
                <a:gd name="connsiteX48" fmla="*/ 4868427 w 5220119"/>
                <a:gd name="connsiteY48" fmla="*/ 3938954 h 5436158"/>
                <a:gd name="connsiteX49" fmla="*/ 4727750 w 5220119"/>
                <a:gd name="connsiteY49" fmla="*/ 4044461 h 5436158"/>
                <a:gd name="connsiteX50" fmla="*/ 4531807 w 5220119"/>
                <a:gd name="connsiteY50" fmla="*/ 4099727 h 5436158"/>
                <a:gd name="connsiteX51" fmla="*/ 4531807 w 5220119"/>
                <a:gd name="connsiteY51" fmla="*/ 4260501 h 5436158"/>
                <a:gd name="connsiteX52" fmla="*/ 4511710 w 5220119"/>
                <a:gd name="connsiteY52" fmla="*/ 4456444 h 5436158"/>
                <a:gd name="connsiteX53" fmla="*/ 4441372 w 5220119"/>
                <a:gd name="connsiteY53" fmla="*/ 4592096 h 5436158"/>
                <a:gd name="connsiteX54" fmla="*/ 4335864 w 5220119"/>
                <a:gd name="connsiteY54" fmla="*/ 4687556 h 5436158"/>
                <a:gd name="connsiteX55" fmla="*/ 4195187 w 5220119"/>
                <a:gd name="connsiteY55" fmla="*/ 4783015 h 5436158"/>
                <a:gd name="connsiteX56" fmla="*/ 3999244 w 5220119"/>
                <a:gd name="connsiteY56" fmla="*/ 4863402 h 5436158"/>
                <a:gd name="connsiteX57" fmla="*/ 3773156 w 5220119"/>
                <a:gd name="connsiteY57" fmla="*/ 4888523 h 5436158"/>
                <a:gd name="connsiteX58" fmla="*/ 3602334 w 5220119"/>
                <a:gd name="connsiteY58" fmla="*/ 4858378 h 5436158"/>
                <a:gd name="connsiteX59" fmla="*/ 3481754 w 5220119"/>
                <a:gd name="connsiteY59" fmla="*/ 4783015 h 5436158"/>
                <a:gd name="connsiteX60" fmla="*/ 3486778 w 5220119"/>
                <a:gd name="connsiteY60" fmla="*/ 4893547 h 5436158"/>
                <a:gd name="connsiteX61" fmla="*/ 3461657 w 5220119"/>
                <a:gd name="connsiteY61" fmla="*/ 5034224 h 5436158"/>
                <a:gd name="connsiteX62" fmla="*/ 3361174 w 5220119"/>
                <a:gd name="connsiteY62" fmla="*/ 5169877 h 5436158"/>
                <a:gd name="connsiteX63" fmla="*/ 3260690 w 5220119"/>
                <a:gd name="connsiteY63" fmla="*/ 5280409 h 5436158"/>
                <a:gd name="connsiteX64" fmla="*/ 3049675 w 5220119"/>
                <a:gd name="connsiteY64" fmla="*/ 5390940 h 5436158"/>
                <a:gd name="connsiteX65" fmla="*/ 2768321 w 5220119"/>
                <a:gd name="connsiteY65" fmla="*/ 5436158 h 5436158"/>
                <a:gd name="connsiteX66" fmla="*/ 2497016 w 5220119"/>
                <a:gd name="connsiteY66" fmla="*/ 5375868 h 5436158"/>
                <a:gd name="connsiteX67" fmla="*/ 2250831 w 5220119"/>
                <a:gd name="connsiteY67" fmla="*/ 5295481 h 5436158"/>
                <a:gd name="connsiteX68" fmla="*/ 2125227 w 5220119"/>
                <a:gd name="connsiteY68" fmla="*/ 5169877 h 5436158"/>
                <a:gd name="connsiteX69" fmla="*/ 2029767 w 5220119"/>
                <a:gd name="connsiteY69" fmla="*/ 5079442 h 5436158"/>
                <a:gd name="connsiteX70" fmla="*/ 2009671 w 5220119"/>
                <a:gd name="connsiteY70" fmla="*/ 4938765 h 5436158"/>
                <a:gd name="connsiteX71" fmla="*/ 1989574 w 5220119"/>
                <a:gd name="connsiteY71" fmla="*/ 4918668 h 5436158"/>
                <a:gd name="connsiteX72" fmla="*/ 1863970 w 5220119"/>
                <a:gd name="connsiteY72" fmla="*/ 4978958 h 5436158"/>
                <a:gd name="connsiteX73" fmla="*/ 1728317 w 5220119"/>
                <a:gd name="connsiteY73" fmla="*/ 5044272 h 5436158"/>
                <a:gd name="connsiteX74" fmla="*/ 1507253 w 5220119"/>
                <a:gd name="connsiteY74" fmla="*/ 5014127 h 5436158"/>
                <a:gd name="connsiteX75" fmla="*/ 1306286 w 5220119"/>
                <a:gd name="connsiteY75" fmla="*/ 4928716 h 5436158"/>
                <a:gd name="connsiteX76" fmla="*/ 1190730 w 5220119"/>
                <a:gd name="connsiteY76" fmla="*/ 4767943 h 5436158"/>
                <a:gd name="connsiteX77" fmla="*/ 1120392 w 5220119"/>
                <a:gd name="connsiteY77" fmla="*/ 4592096 h 5436158"/>
                <a:gd name="connsiteX78" fmla="*/ 1120392 w 5220119"/>
                <a:gd name="connsiteY78" fmla="*/ 4421275 h 5436158"/>
                <a:gd name="connsiteX79" fmla="*/ 1120392 w 5220119"/>
                <a:gd name="connsiteY79" fmla="*/ 4315767 h 5436158"/>
                <a:gd name="connsiteX80" fmla="*/ 974690 w 5220119"/>
                <a:gd name="connsiteY80" fmla="*/ 4386105 h 5436158"/>
                <a:gd name="connsiteX81" fmla="*/ 738554 w 5220119"/>
                <a:gd name="connsiteY81" fmla="*/ 4406202 h 5436158"/>
                <a:gd name="connsiteX82" fmla="*/ 532563 w 5220119"/>
                <a:gd name="connsiteY82" fmla="*/ 4376057 h 5436158"/>
                <a:gd name="connsiteX83" fmla="*/ 386862 w 5220119"/>
                <a:gd name="connsiteY83" fmla="*/ 4285622 h 5436158"/>
                <a:gd name="connsiteX84" fmla="*/ 281354 w 5220119"/>
                <a:gd name="connsiteY84" fmla="*/ 4119824 h 5436158"/>
                <a:gd name="connsiteX85" fmla="*/ 251209 w 5220119"/>
                <a:gd name="connsiteY85" fmla="*/ 3969099 h 5436158"/>
                <a:gd name="connsiteX86" fmla="*/ 256233 w 5220119"/>
                <a:gd name="connsiteY86" fmla="*/ 3873639 h 5436158"/>
                <a:gd name="connsiteX87" fmla="*/ 266282 w 5220119"/>
                <a:gd name="connsiteY87" fmla="*/ 3707842 h 5436158"/>
                <a:gd name="connsiteX88" fmla="*/ 306475 w 5220119"/>
                <a:gd name="connsiteY88" fmla="*/ 3567165 h 5436158"/>
                <a:gd name="connsiteX89" fmla="*/ 371789 w 5220119"/>
                <a:gd name="connsiteY89" fmla="*/ 3491802 h 5436158"/>
                <a:gd name="connsiteX90" fmla="*/ 411983 w 5220119"/>
                <a:gd name="connsiteY90" fmla="*/ 3451609 h 5436158"/>
                <a:gd name="connsiteX91" fmla="*/ 422031 w 5220119"/>
                <a:gd name="connsiteY91" fmla="*/ 3416439 h 5436158"/>
                <a:gd name="connsiteX92" fmla="*/ 261257 w 5220119"/>
                <a:gd name="connsiteY92" fmla="*/ 3315956 h 5436158"/>
                <a:gd name="connsiteX93" fmla="*/ 165798 w 5220119"/>
                <a:gd name="connsiteY93" fmla="*/ 3180303 h 5436158"/>
                <a:gd name="connsiteX94" fmla="*/ 90435 w 5220119"/>
                <a:gd name="connsiteY94" fmla="*/ 2994409 h 5436158"/>
                <a:gd name="connsiteX95" fmla="*/ 80387 w 5220119"/>
                <a:gd name="connsiteY95" fmla="*/ 2793442 h 5436158"/>
                <a:gd name="connsiteX96" fmla="*/ 115556 w 5220119"/>
                <a:gd name="connsiteY96" fmla="*/ 2642716 h 5436158"/>
                <a:gd name="connsiteX97" fmla="*/ 165798 w 5220119"/>
                <a:gd name="connsiteY97" fmla="*/ 2431701 h 5436158"/>
                <a:gd name="connsiteX98" fmla="*/ 261257 w 5220119"/>
                <a:gd name="connsiteY98" fmla="*/ 2301072 h 5436158"/>
                <a:gd name="connsiteX99" fmla="*/ 361741 w 5220119"/>
                <a:gd name="connsiteY99" fmla="*/ 2195565 h 5436158"/>
                <a:gd name="connsiteX100" fmla="*/ 442128 w 5220119"/>
                <a:gd name="connsiteY100" fmla="*/ 2140299 h 5436158"/>
                <a:gd name="connsiteX101" fmla="*/ 602901 w 5220119"/>
                <a:gd name="connsiteY101" fmla="*/ 2054888 h 54361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5220119" h="5436158">
                  <a:moveTo>
                    <a:pt x="602901" y="2054888"/>
                  </a:moveTo>
                  <a:lnTo>
                    <a:pt x="346668" y="1934307"/>
                  </a:lnTo>
                  <a:lnTo>
                    <a:pt x="185895" y="1723292"/>
                  </a:lnTo>
                  <a:lnTo>
                    <a:pt x="50242" y="1421842"/>
                  </a:lnTo>
                  <a:lnTo>
                    <a:pt x="0" y="1115367"/>
                  </a:lnTo>
                  <a:lnTo>
                    <a:pt x="80387" y="828989"/>
                  </a:lnTo>
                  <a:lnTo>
                    <a:pt x="251209" y="557683"/>
                  </a:lnTo>
                  <a:lnTo>
                    <a:pt x="512466" y="386861"/>
                  </a:lnTo>
                  <a:lnTo>
                    <a:pt x="934497" y="296426"/>
                  </a:lnTo>
                  <a:lnTo>
                    <a:pt x="1251020" y="326571"/>
                  </a:lnTo>
                  <a:lnTo>
                    <a:pt x="1457011" y="401934"/>
                  </a:lnTo>
                  <a:lnTo>
                    <a:pt x="1688123" y="512466"/>
                  </a:lnTo>
                  <a:lnTo>
                    <a:pt x="1753438" y="331595"/>
                  </a:lnTo>
                  <a:lnTo>
                    <a:pt x="1944356" y="140677"/>
                  </a:lnTo>
                  <a:lnTo>
                    <a:pt x="2120202" y="50242"/>
                  </a:lnTo>
                  <a:lnTo>
                    <a:pt x="2336242" y="10048"/>
                  </a:lnTo>
                  <a:lnTo>
                    <a:pt x="2507064" y="0"/>
                  </a:lnTo>
                  <a:lnTo>
                    <a:pt x="2682910" y="55266"/>
                  </a:lnTo>
                  <a:lnTo>
                    <a:pt x="2808515" y="160773"/>
                  </a:lnTo>
                  <a:lnTo>
                    <a:pt x="2903974" y="261257"/>
                  </a:lnTo>
                  <a:lnTo>
                    <a:pt x="2954216" y="396910"/>
                  </a:lnTo>
                  <a:lnTo>
                    <a:pt x="2989385" y="482321"/>
                  </a:lnTo>
                  <a:lnTo>
                    <a:pt x="3235570" y="331595"/>
                  </a:lnTo>
                  <a:lnTo>
                    <a:pt x="3567165" y="246184"/>
                  </a:lnTo>
                  <a:lnTo>
                    <a:pt x="3913833" y="226088"/>
                  </a:lnTo>
                  <a:lnTo>
                    <a:pt x="4165042" y="291402"/>
                  </a:lnTo>
                  <a:lnTo>
                    <a:pt x="4431323" y="447151"/>
                  </a:lnTo>
                  <a:lnTo>
                    <a:pt x="4607170" y="668215"/>
                  </a:lnTo>
                  <a:lnTo>
                    <a:pt x="4707653" y="869182"/>
                  </a:lnTo>
                  <a:lnTo>
                    <a:pt x="4747846" y="1075173"/>
                  </a:lnTo>
                  <a:lnTo>
                    <a:pt x="4747846" y="1306286"/>
                  </a:lnTo>
                  <a:lnTo>
                    <a:pt x="4717701" y="1507253"/>
                  </a:lnTo>
                  <a:lnTo>
                    <a:pt x="4657411" y="1617784"/>
                  </a:lnTo>
                  <a:lnTo>
                    <a:pt x="4858378" y="1642905"/>
                  </a:lnTo>
                  <a:lnTo>
                    <a:pt x="5054321" y="1818751"/>
                  </a:lnTo>
                  <a:lnTo>
                    <a:pt x="5134708" y="1979525"/>
                  </a:lnTo>
                  <a:lnTo>
                    <a:pt x="5179926" y="2145323"/>
                  </a:lnTo>
                  <a:lnTo>
                    <a:pt x="5220119" y="2275951"/>
                  </a:lnTo>
                  <a:lnTo>
                    <a:pt x="5220119" y="2461846"/>
                  </a:lnTo>
                  <a:lnTo>
                    <a:pt x="5179926" y="2642716"/>
                  </a:lnTo>
                  <a:lnTo>
                    <a:pt x="5084466" y="2778369"/>
                  </a:lnTo>
                  <a:lnTo>
                    <a:pt x="5084466" y="2828611"/>
                  </a:lnTo>
                  <a:lnTo>
                    <a:pt x="5139732" y="2954215"/>
                  </a:lnTo>
                  <a:lnTo>
                    <a:pt x="5194998" y="3120013"/>
                  </a:lnTo>
                  <a:lnTo>
                    <a:pt x="5194998" y="3285811"/>
                  </a:lnTo>
                  <a:lnTo>
                    <a:pt x="5154805" y="3471705"/>
                  </a:lnTo>
                  <a:lnTo>
                    <a:pt x="5109587" y="3622431"/>
                  </a:lnTo>
                  <a:lnTo>
                    <a:pt x="5014128" y="3798277"/>
                  </a:lnTo>
                  <a:lnTo>
                    <a:pt x="4868427" y="3938954"/>
                  </a:lnTo>
                  <a:lnTo>
                    <a:pt x="4727750" y="4044461"/>
                  </a:lnTo>
                  <a:lnTo>
                    <a:pt x="4531807" y="4099727"/>
                  </a:lnTo>
                  <a:lnTo>
                    <a:pt x="4531807" y="4260501"/>
                  </a:lnTo>
                  <a:lnTo>
                    <a:pt x="4511710" y="4456444"/>
                  </a:lnTo>
                  <a:lnTo>
                    <a:pt x="4441372" y="4592096"/>
                  </a:lnTo>
                  <a:lnTo>
                    <a:pt x="4335864" y="4687556"/>
                  </a:lnTo>
                  <a:lnTo>
                    <a:pt x="4195187" y="4783015"/>
                  </a:lnTo>
                  <a:lnTo>
                    <a:pt x="3999244" y="4863402"/>
                  </a:lnTo>
                  <a:lnTo>
                    <a:pt x="3773156" y="4888523"/>
                  </a:lnTo>
                  <a:lnTo>
                    <a:pt x="3602334" y="4858378"/>
                  </a:lnTo>
                  <a:lnTo>
                    <a:pt x="3481754" y="4783015"/>
                  </a:lnTo>
                  <a:lnTo>
                    <a:pt x="3486778" y="4893547"/>
                  </a:lnTo>
                  <a:lnTo>
                    <a:pt x="3461657" y="5034224"/>
                  </a:lnTo>
                  <a:lnTo>
                    <a:pt x="3361174" y="5169877"/>
                  </a:lnTo>
                  <a:lnTo>
                    <a:pt x="3260690" y="5280409"/>
                  </a:lnTo>
                  <a:lnTo>
                    <a:pt x="3049675" y="5390940"/>
                  </a:lnTo>
                  <a:lnTo>
                    <a:pt x="2768321" y="5436158"/>
                  </a:lnTo>
                  <a:lnTo>
                    <a:pt x="2497016" y="5375868"/>
                  </a:lnTo>
                  <a:lnTo>
                    <a:pt x="2250831" y="5295481"/>
                  </a:lnTo>
                  <a:lnTo>
                    <a:pt x="2125227" y="5169877"/>
                  </a:lnTo>
                  <a:lnTo>
                    <a:pt x="2029767" y="5079442"/>
                  </a:lnTo>
                  <a:lnTo>
                    <a:pt x="2009671" y="4938765"/>
                  </a:lnTo>
                  <a:lnTo>
                    <a:pt x="1989574" y="4918668"/>
                  </a:lnTo>
                  <a:lnTo>
                    <a:pt x="1863970" y="4978958"/>
                  </a:lnTo>
                  <a:lnTo>
                    <a:pt x="1728317" y="5044272"/>
                  </a:lnTo>
                  <a:lnTo>
                    <a:pt x="1507253" y="5014127"/>
                  </a:lnTo>
                  <a:lnTo>
                    <a:pt x="1306286" y="4928716"/>
                  </a:lnTo>
                  <a:lnTo>
                    <a:pt x="1190730" y="4767943"/>
                  </a:lnTo>
                  <a:lnTo>
                    <a:pt x="1120392" y="4592096"/>
                  </a:lnTo>
                  <a:lnTo>
                    <a:pt x="1120392" y="4421275"/>
                  </a:lnTo>
                  <a:lnTo>
                    <a:pt x="1120392" y="4315767"/>
                  </a:lnTo>
                  <a:lnTo>
                    <a:pt x="974690" y="4386105"/>
                  </a:lnTo>
                  <a:lnTo>
                    <a:pt x="738554" y="4406202"/>
                  </a:lnTo>
                  <a:lnTo>
                    <a:pt x="532563" y="4376057"/>
                  </a:lnTo>
                  <a:lnTo>
                    <a:pt x="386862" y="4285622"/>
                  </a:lnTo>
                  <a:lnTo>
                    <a:pt x="281354" y="4119824"/>
                  </a:lnTo>
                  <a:lnTo>
                    <a:pt x="251209" y="3969099"/>
                  </a:lnTo>
                  <a:lnTo>
                    <a:pt x="256233" y="3873639"/>
                  </a:lnTo>
                  <a:lnTo>
                    <a:pt x="266282" y="3707842"/>
                  </a:lnTo>
                  <a:lnTo>
                    <a:pt x="306475" y="3567165"/>
                  </a:lnTo>
                  <a:lnTo>
                    <a:pt x="371789" y="3491802"/>
                  </a:lnTo>
                  <a:lnTo>
                    <a:pt x="411983" y="3451609"/>
                  </a:lnTo>
                  <a:lnTo>
                    <a:pt x="422031" y="3416439"/>
                  </a:lnTo>
                  <a:lnTo>
                    <a:pt x="261257" y="3315956"/>
                  </a:lnTo>
                  <a:lnTo>
                    <a:pt x="165798" y="3180303"/>
                  </a:lnTo>
                  <a:lnTo>
                    <a:pt x="90435" y="2994409"/>
                  </a:lnTo>
                  <a:lnTo>
                    <a:pt x="80387" y="2793442"/>
                  </a:lnTo>
                  <a:lnTo>
                    <a:pt x="115556" y="2642716"/>
                  </a:lnTo>
                  <a:lnTo>
                    <a:pt x="165798" y="2431701"/>
                  </a:lnTo>
                  <a:lnTo>
                    <a:pt x="261257" y="2301072"/>
                  </a:lnTo>
                  <a:lnTo>
                    <a:pt x="361741" y="2195565"/>
                  </a:lnTo>
                  <a:lnTo>
                    <a:pt x="442128" y="2140299"/>
                  </a:lnTo>
                  <a:lnTo>
                    <a:pt x="602901" y="2054888"/>
                  </a:lnTo>
                  <a:close/>
                </a:path>
              </a:pathLst>
            </a:custGeom>
            <a:solidFill>
              <a:schemeClr val="accent6">
                <a:lumMod val="60000"/>
                <a:lumOff val="40000"/>
              </a:schemeClr>
            </a:solid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b="1"/>
            </a:p>
          </p:txBody>
        </p:sp>
        <p:sp>
          <p:nvSpPr>
            <p:cNvPr id="10" name="TextBox 9">
              <a:extLst>
                <a:ext uri="{FF2B5EF4-FFF2-40B4-BE49-F238E27FC236}">
                  <a16:creationId xmlns:a16="http://schemas.microsoft.com/office/drawing/2014/main" id="{FFC19485-EC34-F070-3B3F-978F61587575}"/>
                </a:ext>
              </a:extLst>
            </p:cNvPr>
            <p:cNvSpPr txBox="1"/>
            <p:nvPr/>
          </p:nvSpPr>
          <p:spPr>
            <a:xfrm>
              <a:off x="2644385" y="3160918"/>
              <a:ext cx="1838187" cy="707886"/>
            </a:xfrm>
            <a:prstGeom prst="rect">
              <a:avLst/>
            </a:prstGeom>
            <a:noFill/>
            <a:ln w="38100">
              <a:no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en-US"/>
              </a:defPPr>
              <a:lvl1pPr algn="ctr">
                <a:defRPr b="1">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GB">
                  <a:solidFill>
                    <a:schemeClr val="tx1"/>
                  </a:solidFill>
                </a:rPr>
                <a:t>What am I learning?</a:t>
              </a:r>
            </a:p>
          </p:txBody>
        </p:sp>
      </p:grpSp>
      <p:pic>
        <p:nvPicPr>
          <p:cNvPr id="11" name="Picture 10" descr="A picture containing room  Description automatically generated">
            <a:extLst>
              <a:ext uri="{FF2B5EF4-FFF2-40B4-BE49-F238E27FC236}">
                <a16:creationId xmlns:a16="http://schemas.microsoft.com/office/drawing/2014/main" id="{3C0DDE4A-9E8B-5BE3-65C1-A3FA2705ACB2}"/>
              </a:ext>
            </a:extLst>
          </p:cNvPr>
          <p:cNvPicPr>
            <a:picLocks noChangeAspect="1"/>
          </p:cNvPicPr>
          <p:nvPr/>
        </p:nvPicPr>
        <p:blipFill>
          <a:blip r:embed="rId2" cstate="screen">
            <a:extLst>
              <a:ext uri="{28A0092B-C50C-407E-A947-70E740481C1C}">
                <a14:useLocalDpi xmlns:a14="http://schemas.microsoft.com/office/drawing/2010/main" val="0"/>
              </a:ext>
            </a:extLst>
          </a:blip>
          <a:stretch>
            <a:fillRect/>
          </a:stretch>
        </p:blipFill>
        <p:spPr>
          <a:xfrm>
            <a:off x="485896" y="2018390"/>
            <a:ext cx="1451414" cy="2106656"/>
          </a:xfrm>
          <a:prstGeom prst="rect">
            <a:avLst/>
          </a:prstGeom>
          <a:ln>
            <a:noFill/>
          </a:ln>
        </p:spPr>
      </p:pic>
      <p:sp>
        <p:nvSpPr>
          <p:cNvPr id="12" name="Freeform: Shape 11">
            <a:extLst>
              <a:ext uri="{FF2B5EF4-FFF2-40B4-BE49-F238E27FC236}">
                <a16:creationId xmlns:a16="http://schemas.microsoft.com/office/drawing/2014/main" id="{A0F1A2A6-045F-00C7-688E-E6D0A25D5652}"/>
              </a:ext>
            </a:extLst>
          </p:cNvPr>
          <p:cNvSpPr/>
          <p:nvPr/>
        </p:nvSpPr>
        <p:spPr>
          <a:xfrm>
            <a:off x="2797615" y="2918463"/>
            <a:ext cx="206619" cy="247942"/>
          </a:xfrm>
          <a:custGeom>
            <a:avLst/>
            <a:gdLst>
              <a:gd name="connsiteX0" fmla="*/ 167780 w 1887523"/>
              <a:gd name="connsiteY0" fmla="*/ 1182847 h 2265027"/>
              <a:gd name="connsiteX1" fmla="*/ 58723 w 1887523"/>
              <a:gd name="connsiteY1" fmla="*/ 989900 h 2265027"/>
              <a:gd name="connsiteX2" fmla="*/ 0 w 1887523"/>
              <a:gd name="connsiteY2" fmla="*/ 788565 h 2265027"/>
              <a:gd name="connsiteX3" fmla="*/ 50334 w 1887523"/>
              <a:gd name="connsiteY3" fmla="*/ 612396 h 2265027"/>
              <a:gd name="connsiteX4" fmla="*/ 134224 w 1887523"/>
              <a:gd name="connsiteY4" fmla="*/ 402671 h 2265027"/>
              <a:gd name="connsiteX5" fmla="*/ 251669 w 1887523"/>
              <a:gd name="connsiteY5" fmla="*/ 310392 h 2265027"/>
              <a:gd name="connsiteX6" fmla="*/ 385893 w 1887523"/>
              <a:gd name="connsiteY6" fmla="*/ 243280 h 2265027"/>
              <a:gd name="connsiteX7" fmla="*/ 578840 w 1887523"/>
              <a:gd name="connsiteY7" fmla="*/ 251669 h 2265027"/>
              <a:gd name="connsiteX8" fmla="*/ 713064 w 1887523"/>
              <a:gd name="connsiteY8" fmla="*/ 100667 h 2265027"/>
              <a:gd name="connsiteX9" fmla="*/ 872455 w 1887523"/>
              <a:gd name="connsiteY9" fmla="*/ 16778 h 2265027"/>
              <a:gd name="connsiteX10" fmla="*/ 1065402 w 1887523"/>
              <a:gd name="connsiteY10" fmla="*/ 0 h 2265027"/>
              <a:gd name="connsiteX11" fmla="*/ 1191236 w 1887523"/>
              <a:gd name="connsiteY11" fmla="*/ 33555 h 2265027"/>
              <a:gd name="connsiteX12" fmla="*/ 1342238 w 1887523"/>
              <a:gd name="connsiteY12" fmla="*/ 100667 h 2265027"/>
              <a:gd name="connsiteX13" fmla="*/ 1417739 w 1887523"/>
              <a:gd name="connsiteY13" fmla="*/ 192946 h 2265027"/>
              <a:gd name="connsiteX14" fmla="*/ 1426128 w 1887523"/>
              <a:gd name="connsiteY14" fmla="*/ 260058 h 2265027"/>
              <a:gd name="connsiteX15" fmla="*/ 1426128 w 1887523"/>
              <a:gd name="connsiteY15" fmla="*/ 469783 h 2265027"/>
              <a:gd name="connsiteX16" fmla="*/ 1560352 w 1887523"/>
              <a:gd name="connsiteY16" fmla="*/ 486561 h 2265027"/>
              <a:gd name="connsiteX17" fmla="*/ 1744910 w 1887523"/>
              <a:gd name="connsiteY17" fmla="*/ 536895 h 2265027"/>
              <a:gd name="connsiteX18" fmla="*/ 1803633 w 1887523"/>
              <a:gd name="connsiteY18" fmla="*/ 604007 h 2265027"/>
              <a:gd name="connsiteX19" fmla="*/ 1887523 w 1887523"/>
              <a:gd name="connsiteY19" fmla="*/ 855677 h 2265027"/>
              <a:gd name="connsiteX20" fmla="*/ 1887523 w 1887523"/>
              <a:gd name="connsiteY20" fmla="*/ 1082179 h 2265027"/>
              <a:gd name="connsiteX21" fmla="*/ 1845578 w 1887523"/>
              <a:gd name="connsiteY21" fmla="*/ 1258348 h 2265027"/>
              <a:gd name="connsiteX22" fmla="*/ 1778466 w 1887523"/>
              <a:gd name="connsiteY22" fmla="*/ 1409350 h 2265027"/>
              <a:gd name="connsiteX23" fmla="*/ 1661020 w 1887523"/>
              <a:gd name="connsiteY23" fmla="*/ 1493240 h 2265027"/>
              <a:gd name="connsiteX24" fmla="*/ 1560352 w 1887523"/>
              <a:gd name="connsiteY24" fmla="*/ 1526796 h 2265027"/>
              <a:gd name="connsiteX25" fmla="*/ 1619075 w 1887523"/>
              <a:gd name="connsiteY25" fmla="*/ 1619075 h 2265027"/>
              <a:gd name="connsiteX26" fmla="*/ 1627464 w 1887523"/>
              <a:gd name="connsiteY26" fmla="*/ 1719743 h 2265027"/>
              <a:gd name="connsiteX27" fmla="*/ 1568741 w 1887523"/>
              <a:gd name="connsiteY27" fmla="*/ 1912689 h 2265027"/>
              <a:gd name="connsiteX28" fmla="*/ 1493240 w 1887523"/>
              <a:gd name="connsiteY28" fmla="*/ 2038524 h 2265027"/>
              <a:gd name="connsiteX29" fmla="*/ 1417739 w 1887523"/>
              <a:gd name="connsiteY29" fmla="*/ 2122414 h 2265027"/>
              <a:gd name="connsiteX30" fmla="*/ 1333849 w 1887523"/>
              <a:gd name="connsiteY30" fmla="*/ 2189526 h 2265027"/>
              <a:gd name="connsiteX31" fmla="*/ 1157680 w 1887523"/>
              <a:gd name="connsiteY31" fmla="*/ 2265027 h 2265027"/>
              <a:gd name="connsiteX32" fmla="*/ 914400 w 1887523"/>
              <a:gd name="connsiteY32" fmla="*/ 2248249 h 2265027"/>
              <a:gd name="connsiteX33" fmla="*/ 805343 w 1887523"/>
              <a:gd name="connsiteY33" fmla="*/ 2147581 h 2265027"/>
              <a:gd name="connsiteX34" fmla="*/ 696286 w 1887523"/>
              <a:gd name="connsiteY34" fmla="*/ 2004968 h 2265027"/>
              <a:gd name="connsiteX35" fmla="*/ 511728 w 1887523"/>
              <a:gd name="connsiteY35" fmla="*/ 2072080 h 2265027"/>
              <a:gd name="connsiteX36" fmla="*/ 302003 w 1887523"/>
              <a:gd name="connsiteY36" fmla="*/ 2072080 h 2265027"/>
              <a:gd name="connsiteX37" fmla="*/ 83890 w 1887523"/>
              <a:gd name="connsiteY37" fmla="*/ 1887522 h 2265027"/>
              <a:gd name="connsiteX38" fmla="*/ 16778 w 1887523"/>
              <a:gd name="connsiteY38" fmla="*/ 1702965 h 2265027"/>
              <a:gd name="connsiteX39" fmla="*/ 25167 w 1887523"/>
              <a:gd name="connsiteY39" fmla="*/ 1451295 h 2265027"/>
              <a:gd name="connsiteX40" fmla="*/ 58723 w 1887523"/>
              <a:gd name="connsiteY40" fmla="*/ 1350627 h 2265027"/>
              <a:gd name="connsiteX41" fmla="*/ 117446 w 1887523"/>
              <a:gd name="connsiteY41" fmla="*/ 1233181 h 2265027"/>
              <a:gd name="connsiteX42" fmla="*/ 167780 w 1887523"/>
              <a:gd name="connsiteY42" fmla="*/ 1182847 h 22650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887523" h="2265027">
                <a:moveTo>
                  <a:pt x="167780" y="1182847"/>
                </a:moveTo>
                <a:lnTo>
                  <a:pt x="58723" y="989900"/>
                </a:lnTo>
                <a:lnTo>
                  <a:pt x="0" y="788565"/>
                </a:lnTo>
                <a:lnTo>
                  <a:pt x="50334" y="612396"/>
                </a:lnTo>
                <a:lnTo>
                  <a:pt x="134224" y="402671"/>
                </a:lnTo>
                <a:lnTo>
                  <a:pt x="251669" y="310392"/>
                </a:lnTo>
                <a:lnTo>
                  <a:pt x="385893" y="243280"/>
                </a:lnTo>
                <a:lnTo>
                  <a:pt x="578840" y="251669"/>
                </a:lnTo>
                <a:lnTo>
                  <a:pt x="713064" y="100667"/>
                </a:lnTo>
                <a:lnTo>
                  <a:pt x="872455" y="16778"/>
                </a:lnTo>
                <a:lnTo>
                  <a:pt x="1065402" y="0"/>
                </a:lnTo>
                <a:lnTo>
                  <a:pt x="1191236" y="33555"/>
                </a:lnTo>
                <a:lnTo>
                  <a:pt x="1342238" y="100667"/>
                </a:lnTo>
                <a:lnTo>
                  <a:pt x="1417739" y="192946"/>
                </a:lnTo>
                <a:lnTo>
                  <a:pt x="1426128" y="260058"/>
                </a:lnTo>
                <a:lnTo>
                  <a:pt x="1426128" y="469783"/>
                </a:lnTo>
                <a:lnTo>
                  <a:pt x="1560352" y="486561"/>
                </a:lnTo>
                <a:lnTo>
                  <a:pt x="1744910" y="536895"/>
                </a:lnTo>
                <a:lnTo>
                  <a:pt x="1803633" y="604007"/>
                </a:lnTo>
                <a:lnTo>
                  <a:pt x="1887523" y="855677"/>
                </a:lnTo>
                <a:lnTo>
                  <a:pt x="1887523" y="1082179"/>
                </a:lnTo>
                <a:lnTo>
                  <a:pt x="1845578" y="1258348"/>
                </a:lnTo>
                <a:lnTo>
                  <a:pt x="1778466" y="1409350"/>
                </a:lnTo>
                <a:lnTo>
                  <a:pt x="1661020" y="1493240"/>
                </a:lnTo>
                <a:lnTo>
                  <a:pt x="1560352" y="1526796"/>
                </a:lnTo>
                <a:lnTo>
                  <a:pt x="1619075" y="1619075"/>
                </a:lnTo>
                <a:lnTo>
                  <a:pt x="1627464" y="1719743"/>
                </a:lnTo>
                <a:lnTo>
                  <a:pt x="1568741" y="1912689"/>
                </a:lnTo>
                <a:lnTo>
                  <a:pt x="1493240" y="2038524"/>
                </a:lnTo>
                <a:lnTo>
                  <a:pt x="1417739" y="2122414"/>
                </a:lnTo>
                <a:lnTo>
                  <a:pt x="1333849" y="2189526"/>
                </a:lnTo>
                <a:lnTo>
                  <a:pt x="1157680" y="2265027"/>
                </a:lnTo>
                <a:lnTo>
                  <a:pt x="914400" y="2248249"/>
                </a:lnTo>
                <a:lnTo>
                  <a:pt x="805343" y="2147581"/>
                </a:lnTo>
                <a:lnTo>
                  <a:pt x="696286" y="2004968"/>
                </a:lnTo>
                <a:lnTo>
                  <a:pt x="511728" y="2072080"/>
                </a:lnTo>
                <a:lnTo>
                  <a:pt x="302003" y="2072080"/>
                </a:lnTo>
                <a:lnTo>
                  <a:pt x="83890" y="1887522"/>
                </a:lnTo>
                <a:lnTo>
                  <a:pt x="16778" y="1702965"/>
                </a:lnTo>
                <a:lnTo>
                  <a:pt x="25167" y="1451295"/>
                </a:lnTo>
                <a:lnTo>
                  <a:pt x="58723" y="1350627"/>
                </a:lnTo>
                <a:lnTo>
                  <a:pt x="117446" y="1233181"/>
                </a:lnTo>
                <a:lnTo>
                  <a:pt x="167780" y="1182847"/>
                </a:lnTo>
                <a:close/>
              </a:path>
            </a:pathLst>
          </a:cu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13" name="Oval 12">
            <a:extLst>
              <a:ext uri="{FF2B5EF4-FFF2-40B4-BE49-F238E27FC236}">
                <a16:creationId xmlns:a16="http://schemas.microsoft.com/office/drawing/2014/main" id="{408A8433-A9BE-1E56-2965-99A3B5625947}"/>
              </a:ext>
            </a:extLst>
          </p:cNvPr>
          <p:cNvSpPr/>
          <p:nvPr/>
        </p:nvSpPr>
        <p:spPr>
          <a:xfrm>
            <a:off x="2458854" y="2918501"/>
            <a:ext cx="79485" cy="85162"/>
          </a:xfrm>
          <a:prstGeom prst="ellipse">
            <a:avLst/>
          </a:pr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grpSp>
        <p:nvGrpSpPr>
          <p:cNvPr id="14" name="Group 13">
            <a:extLst>
              <a:ext uri="{FF2B5EF4-FFF2-40B4-BE49-F238E27FC236}">
                <a16:creationId xmlns:a16="http://schemas.microsoft.com/office/drawing/2014/main" id="{27A24A2D-2408-EB9E-5F70-46F514294503}"/>
              </a:ext>
            </a:extLst>
          </p:cNvPr>
          <p:cNvGrpSpPr/>
          <p:nvPr/>
        </p:nvGrpSpPr>
        <p:grpSpPr>
          <a:xfrm>
            <a:off x="3618760" y="2676281"/>
            <a:ext cx="2097602" cy="1251349"/>
            <a:chOff x="6125888" y="3028716"/>
            <a:chExt cx="1838187" cy="1384526"/>
          </a:xfrm>
          <a:solidFill>
            <a:schemeClr val="accent6">
              <a:lumMod val="60000"/>
              <a:lumOff val="40000"/>
            </a:schemeClr>
          </a:solidFill>
        </p:grpSpPr>
        <p:sp>
          <p:nvSpPr>
            <p:cNvPr id="15" name="Freeform: Shape 14">
              <a:extLst>
                <a:ext uri="{FF2B5EF4-FFF2-40B4-BE49-F238E27FC236}">
                  <a16:creationId xmlns:a16="http://schemas.microsoft.com/office/drawing/2014/main" id="{2946C962-D08C-0F71-45B1-FA00B59721B8}"/>
                </a:ext>
              </a:extLst>
            </p:cNvPr>
            <p:cNvSpPr/>
            <p:nvPr/>
          </p:nvSpPr>
          <p:spPr>
            <a:xfrm>
              <a:off x="6125888" y="3028716"/>
              <a:ext cx="1838187" cy="1384526"/>
            </a:xfrm>
            <a:custGeom>
              <a:avLst/>
              <a:gdLst>
                <a:gd name="connsiteX0" fmla="*/ 602901 w 5220119"/>
                <a:gd name="connsiteY0" fmla="*/ 2054888 h 5436158"/>
                <a:gd name="connsiteX1" fmla="*/ 346668 w 5220119"/>
                <a:gd name="connsiteY1" fmla="*/ 1934307 h 5436158"/>
                <a:gd name="connsiteX2" fmla="*/ 185895 w 5220119"/>
                <a:gd name="connsiteY2" fmla="*/ 1723292 h 5436158"/>
                <a:gd name="connsiteX3" fmla="*/ 50242 w 5220119"/>
                <a:gd name="connsiteY3" fmla="*/ 1421842 h 5436158"/>
                <a:gd name="connsiteX4" fmla="*/ 0 w 5220119"/>
                <a:gd name="connsiteY4" fmla="*/ 1115367 h 5436158"/>
                <a:gd name="connsiteX5" fmla="*/ 80387 w 5220119"/>
                <a:gd name="connsiteY5" fmla="*/ 828989 h 5436158"/>
                <a:gd name="connsiteX6" fmla="*/ 251209 w 5220119"/>
                <a:gd name="connsiteY6" fmla="*/ 557683 h 5436158"/>
                <a:gd name="connsiteX7" fmla="*/ 512466 w 5220119"/>
                <a:gd name="connsiteY7" fmla="*/ 386861 h 5436158"/>
                <a:gd name="connsiteX8" fmla="*/ 934497 w 5220119"/>
                <a:gd name="connsiteY8" fmla="*/ 296426 h 5436158"/>
                <a:gd name="connsiteX9" fmla="*/ 1251020 w 5220119"/>
                <a:gd name="connsiteY9" fmla="*/ 326571 h 5436158"/>
                <a:gd name="connsiteX10" fmla="*/ 1457011 w 5220119"/>
                <a:gd name="connsiteY10" fmla="*/ 401934 h 5436158"/>
                <a:gd name="connsiteX11" fmla="*/ 1688123 w 5220119"/>
                <a:gd name="connsiteY11" fmla="*/ 512466 h 5436158"/>
                <a:gd name="connsiteX12" fmla="*/ 1753438 w 5220119"/>
                <a:gd name="connsiteY12" fmla="*/ 331595 h 5436158"/>
                <a:gd name="connsiteX13" fmla="*/ 1944356 w 5220119"/>
                <a:gd name="connsiteY13" fmla="*/ 140677 h 5436158"/>
                <a:gd name="connsiteX14" fmla="*/ 2120202 w 5220119"/>
                <a:gd name="connsiteY14" fmla="*/ 50242 h 5436158"/>
                <a:gd name="connsiteX15" fmla="*/ 2336242 w 5220119"/>
                <a:gd name="connsiteY15" fmla="*/ 10048 h 5436158"/>
                <a:gd name="connsiteX16" fmla="*/ 2507064 w 5220119"/>
                <a:gd name="connsiteY16" fmla="*/ 0 h 5436158"/>
                <a:gd name="connsiteX17" fmla="*/ 2682910 w 5220119"/>
                <a:gd name="connsiteY17" fmla="*/ 55266 h 5436158"/>
                <a:gd name="connsiteX18" fmla="*/ 2808515 w 5220119"/>
                <a:gd name="connsiteY18" fmla="*/ 160773 h 5436158"/>
                <a:gd name="connsiteX19" fmla="*/ 2903974 w 5220119"/>
                <a:gd name="connsiteY19" fmla="*/ 261257 h 5436158"/>
                <a:gd name="connsiteX20" fmla="*/ 2954216 w 5220119"/>
                <a:gd name="connsiteY20" fmla="*/ 396910 h 5436158"/>
                <a:gd name="connsiteX21" fmla="*/ 2989385 w 5220119"/>
                <a:gd name="connsiteY21" fmla="*/ 482321 h 5436158"/>
                <a:gd name="connsiteX22" fmla="*/ 3235570 w 5220119"/>
                <a:gd name="connsiteY22" fmla="*/ 331595 h 5436158"/>
                <a:gd name="connsiteX23" fmla="*/ 3567165 w 5220119"/>
                <a:gd name="connsiteY23" fmla="*/ 246184 h 5436158"/>
                <a:gd name="connsiteX24" fmla="*/ 3913833 w 5220119"/>
                <a:gd name="connsiteY24" fmla="*/ 226088 h 5436158"/>
                <a:gd name="connsiteX25" fmla="*/ 4165042 w 5220119"/>
                <a:gd name="connsiteY25" fmla="*/ 291402 h 5436158"/>
                <a:gd name="connsiteX26" fmla="*/ 4431323 w 5220119"/>
                <a:gd name="connsiteY26" fmla="*/ 447151 h 5436158"/>
                <a:gd name="connsiteX27" fmla="*/ 4607170 w 5220119"/>
                <a:gd name="connsiteY27" fmla="*/ 668215 h 5436158"/>
                <a:gd name="connsiteX28" fmla="*/ 4707653 w 5220119"/>
                <a:gd name="connsiteY28" fmla="*/ 869182 h 5436158"/>
                <a:gd name="connsiteX29" fmla="*/ 4747846 w 5220119"/>
                <a:gd name="connsiteY29" fmla="*/ 1075173 h 5436158"/>
                <a:gd name="connsiteX30" fmla="*/ 4747846 w 5220119"/>
                <a:gd name="connsiteY30" fmla="*/ 1306286 h 5436158"/>
                <a:gd name="connsiteX31" fmla="*/ 4717701 w 5220119"/>
                <a:gd name="connsiteY31" fmla="*/ 1507253 h 5436158"/>
                <a:gd name="connsiteX32" fmla="*/ 4657411 w 5220119"/>
                <a:gd name="connsiteY32" fmla="*/ 1617784 h 5436158"/>
                <a:gd name="connsiteX33" fmla="*/ 4858378 w 5220119"/>
                <a:gd name="connsiteY33" fmla="*/ 1642905 h 5436158"/>
                <a:gd name="connsiteX34" fmla="*/ 5054321 w 5220119"/>
                <a:gd name="connsiteY34" fmla="*/ 1818751 h 5436158"/>
                <a:gd name="connsiteX35" fmla="*/ 5134708 w 5220119"/>
                <a:gd name="connsiteY35" fmla="*/ 1979525 h 5436158"/>
                <a:gd name="connsiteX36" fmla="*/ 5179926 w 5220119"/>
                <a:gd name="connsiteY36" fmla="*/ 2145323 h 5436158"/>
                <a:gd name="connsiteX37" fmla="*/ 5220119 w 5220119"/>
                <a:gd name="connsiteY37" fmla="*/ 2275951 h 5436158"/>
                <a:gd name="connsiteX38" fmla="*/ 5220119 w 5220119"/>
                <a:gd name="connsiteY38" fmla="*/ 2461846 h 5436158"/>
                <a:gd name="connsiteX39" fmla="*/ 5179926 w 5220119"/>
                <a:gd name="connsiteY39" fmla="*/ 2642716 h 5436158"/>
                <a:gd name="connsiteX40" fmla="*/ 5084466 w 5220119"/>
                <a:gd name="connsiteY40" fmla="*/ 2778369 h 5436158"/>
                <a:gd name="connsiteX41" fmla="*/ 5084466 w 5220119"/>
                <a:gd name="connsiteY41" fmla="*/ 2828611 h 5436158"/>
                <a:gd name="connsiteX42" fmla="*/ 5139732 w 5220119"/>
                <a:gd name="connsiteY42" fmla="*/ 2954215 h 5436158"/>
                <a:gd name="connsiteX43" fmla="*/ 5194998 w 5220119"/>
                <a:gd name="connsiteY43" fmla="*/ 3120013 h 5436158"/>
                <a:gd name="connsiteX44" fmla="*/ 5194998 w 5220119"/>
                <a:gd name="connsiteY44" fmla="*/ 3285811 h 5436158"/>
                <a:gd name="connsiteX45" fmla="*/ 5154805 w 5220119"/>
                <a:gd name="connsiteY45" fmla="*/ 3471705 h 5436158"/>
                <a:gd name="connsiteX46" fmla="*/ 5109587 w 5220119"/>
                <a:gd name="connsiteY46" fmla="*/ 3622431 h 5436158"/>
                <a:gd name="connsiteX47" fmla="*/ 5014128 w 5220119"/>
                <a:gd name="connsiteY47" fmla="*/ 3798277 h 5436158"/>
                <a:gd name="connsiteX48" fmla="*/ 4868427 w 5220119"/>
                <a:gd name="connsiteY48" fmla="*/ 3938954 h 5436158"/>
                <a:gd name="connsiteX49" fmla="*/ 4727750 w 5220119"/>
                <a:gd name="connsiteY49" fmla="*/ 4044461 h 5436158"/>
                <a:gd name="connsiteX50" fmla="*/ 4531807 w 5220119"/>
                <a:gd name="connsiteY50" fmla="*/ 4099727 h 5436158"/>
                <a:gd name="connsiteX51" fmla="*/ 4531807 w 5220119"/>
                <a:gd name="connsiteY51" fmla="*/ 4260501 h 5436158"/>
                <a:gd name="connsiteX52" fmla="*/ 4511710 w 5220119"/>
                <a:gd name="connsiteY52" fmla="*/ 4456444 h 5436158"/>
                <a:gd name="connsiteX53" fmla="*/ 4441372 w 5220119"/>
                <a:gd name="connsiteY53" fmla="*/ 4592096 h 5436158"/>
                <a:gd name="connsiteX54" fmla="*/ 4335864 w 5220119"/>
                <a:gd name="connsiteY54" fmla="*/ 4687556 h 5436158"/>
                <a:gd name="connsiteX55" fmla="*/ 4195187 w 5220119"/>
                <a:gd name="connsiteY55" fmla="*/ 4783015 h 5436158"/>
                <a:gd name="connsiteX56" fmla="*/ 3999244 w 5220119"/>
                <a:gd name="connsiteY56" fmla="*/ 4863402 h 5436158"/>
                <a:gd name="connsiteX57" fmla="*/ 3773156 w 5220119"/>
                <a:gd name="connsiteY57" fmla="*/ 4888523 h 5436158"/>
                <a:gd name="connsiteX58" fmla="*/ 3602334 w 5220119"/>
                <a:gd name="connsiteY58" fmla="*/ 4858378 h 5436158"/>
                <a:gd name="connsiteX59" fmla="*/ 3481754 w 5220119"/>
                <a:gd name="connsiteY59" fmla="*/ 4783015 h 5436158"/>
                <a:gd name="connsiteX60" fmla="*/ 3486778 w 5220119"/>
                <a:gd name="connsiteY60" fmla="*/ 4893547 h 5436158"/>
                <a:gd name="connsiteX61" fmla="*/ 3461657 w 5220119"/>
                <a:gd name="connsiteY61" fmla="*/ 5034224 h 5436158"/>
                <a:gd name="connsiteX62" fmla="*/ 3361174 w 5220119"/>
                <a:gd name="connsiteY62" fmla="*/ 5169877 h 5436158"/>
                <a:gd name="connsiteX63" fmla="*/ 3260690 w 5220119"/>
                <a:gd name="connsiteY63" fmla="*/ 5280409 h 5436158"/>
                <a:gd name="connsiteX64" fmla="*/ 3049675 w 5220119"/>
                <a:gd name="connsiteY64" fmla="*/ 5390940 h 5436158"/>
                <a:gd name="connsiteX65" fmla="*/ 2768321 w 5220119"/>
                <a:gd name="connsiteY65" fmla="*/ 5436158 h 5436158"/>
                <a:gd name="connsiteX66" fmla="*/ 2497016 w 5220119"/>
                <a:gd name="connsiteY66" fmla="*/ 5375868 h 5436158"/>
                <a:gd name="connsiteX67" fmla="*/ 2250831 w 5220119"/>
                <a:gd name="connsiteY67" fmla="*/ 5295481 h 5436158"/>
                <a:gd name="connsiteX68" fmla="*/ 2125227 w 5220119"/>
                <a:gd name="connsiteY68" fmla="*/ 5169877 h 5436158"/>
                <a:gd name="connsiteX69" fmla="*/ 2029767 w 5220119"/>
                <a:gd name="connsiteY69" fmla="*/ 5079442 h 5436158"/>
                <a:gd name="connsiteX70" fmla="*/ 2009671 w 5220119"/>
                <a:gd name="connsiteY70" fmla="*/ 4938765 h 5436158"/>
                <a:gd name="connsiteX71" fmla="*/ 1989574 w 5220119"/>
                <a:gd name="connsiteY71" fmla="*/ 4918668 h 5436158"/>
                <a:gd name="connsiteX72" fmla="*/ 1863970 w 5220119"/>
                <a:gd name="connsiteY72" fmla="*/ 4978958 h 5436158"/>
                <a:gd name="connsiteX73" fmla="*/ 1728317 w 5220119"/>
                <a:gd name="connsiteY73" fmla="*/ 5044272 h 5436158"/>
                <a:gd name="connsiteX74" fmla="*/ 1507253 w 5220119"/>
                <a:gd name="connsiteY74" fmla="*/ 5014127 h 5436158"/>
                <a:gd name="connsiteX75" fmla="*/ 1306286 w 5220119"/>
                <a:gd name="connsiteY75" fmla="*/ 4928716 h 5436158"/>
                <a:gd name="connsiteX76" fmla="*/ 1190730 w 5220119"/>
                <a:gd name="connsiteY76" fmla="*/ 4767943 h 5436158"/>
                <a:gd name="connsiteX77" fmla="*/ 1120392 w 5220119"/>
                <a:gd name="connsiteY77" fmla="*/ 4592096 h 5436158"/>
                <a:gd name="connsiteX78" fmla="*/ 1120392 w 5220119"/>
                <a:gd name="connsiteY78" fmla="*/ 4421275 h 5436158"/>
                <a:gd name="connsiteX79" fmla="*/ 1120392 w 5220119"/>
                <a:gd name="connsiteY79" fmla="*/ 4315767 h 5436158"/>
                <a:gd name="connsiteX80" fmla="*/ 974690 w 5220119"/>
                <a:gd name="connsiteY80" fmla="*/ 4386105 h 5436158"/>
                <a:gd name="connsiteX81" fmla="*/ 738554 w 5220119"/>
                <a:gd name="connsiteY81" fmla="*/ 4406202 h 5436158"/>
                <a:gd name="connsiteX82" fmla="*/ 532563 w 5220119"/>
                <a:gd name="connsiteY82" fmla="*/ 4376057 h 5436158"/>
                <a:gd name="connsiteX83" fmla="*/ 386862 w 5220119"/>
                <a:gd name="connsiteY83" fmla="*/ 4285622 h 5436158"/>
                <a:gd name="connsiteX84" fmla="*/ 281354 w 5220119"/>
                <a:gd name="connsiteY84" fmla="*/ 4119824 h 5436158"/>
                <a:gd name="connsiteX85" fmla="*/ 251209 w 5220119"/>
                <a:gd name="connsiteY85" fmla="*/ 3969099 h 5436158"/>
                <a:gd name="connsiteX86" fmla="*/ 256233 w 5220119"/>
                <a:gd name="connsiteY86" fmla="*/ 3873639 h 5436158"/>
                <a:gd name="connsiteX87" fmla="*/ 266282 w 5220119"/>
                <a:gd name="connsiteY87" fmla="*/ 3707842 h 5436158"/>
                <a:gd name="connsiteX88" fmla="*/ 306475 w 5220119"/>
                <a:gd name="connsiteY88" fmla="*/ 3567165 h 5436158"/>
                <a:gd name="connsiteX89" fmla="*/ 371789 w 5220119"/>
                <a:gd name="connsiteY89" fmla="*/ 3491802 h 5436158"/>
                <a:gd name="connsiteX90" fmla="*/ 411983 w 5220119"/>
                <a:gd name="connsiteY90" fmla="*/ 3451609 h 5436158"/>
                <a:gd name="connsiteX91" fmla="*/ 422031 w 5220119"/>
                <a:gd name="connsiteY91" fmla="*/ 3416439 h 5436158"/>
                <a:gd name="connsiteX92" fmla="*/ 261257 w 5220119"/>
                <a:gd name="connsiteY92" fmla="*/ 3315956 h 5436158"/>
                <a:gd name="connsiteX93" fmla="*/ 165798 w 5220119"/>
                <a:gd name="connsiteY93" fmla="*/ 3180303 h 5436158"/>
                <a:gd name="connsiteX94" fmla="*/ 90435 w 5220119"/>
                <a:gd name="connsiteY94" fmla="*/ 2994409 h 5436158"/>
                <a:gd name="connsiteX95" fmla="*/ 80387 w 5220119"/>
                <a:gd name="connsiteY95" fmla="*/ 2793442 h 5436158"/>
                <a:gd name="connsiteX96" fmla="*/ 115556 w 5220119"/>
                <a:gd name="connsiteY96" fmla="*/ 2642716 h 5436158"/>
                <a:gd name="connsiteX97" fmla="*/ 165798 w 5220119"/>
                <a:gd name="connsiteY97" fmla="*/ 2431701 h 5436158"/>
                <a:gd name="connsiteX98" fmla="*/ 261257 w 5220119"/>
                <a:gd name="connsiteY98" fmla="*/ 2301072 h 5436158"/>
                <a:gd name="connsiteX99" fmla="*/ 361741 w 5220119"/>
                <a:gd name="connsiteY99" fmla="*/ 2195565 h 5436158"/>
                <a:gd name="connsiteX100" fmla="*/ 442128 w 5220119"/>
                <a:gd name="connsiteY100" fmla="*/ 2140299 h 5436158"/>
                <a:gd name="connsiteX101" fmla="*/ 602901 w 5220119"/>
                <a:gd name="connsiteY101" fmla="*/ 2054888 h 54361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5220119" h="5436158">
                  <a:moveTo>
                    <a:pt x="602901" y="2054888"/>
                  </a:moveTo>
                  <a:lnTo>
                    <a:pt x="346668" y="1934307"/>
                  </a:lnTo>
                  <a:lnTo>
                    <a:pt x="185895" y="1723292"/>
                  </a:lnTo>
                  <a:lnTo>
                    <a:pt x="50242" y="1421842"/>
                  </a:lnTo>
                  <a:lnTo>
                    <a:pt x="0" y="1115367"/>
                  </a:lnTo>
                  <a:lnTo>
                    <a:pt x="80387" y="828989"/>
                  </a:lnTo>
                  <a:lnTo>
                    <a:pt x="251209" y="557683"/>
                  </a:lnTo>
                  <a:lnTo>
                    <a:pt x="512466" y="386861"/>
                  </a:lnTo>
                  <a:lnTo>
                    <a:pt x="934497" y="296426"/>
                  </a:lnTo>
                  <a:lnTo>
                    <a:pt x="1251020" y="326571"/>
                  </a:lnTo>
                  <a:lnTo>
                    <a:pt x="1457011" y="401934"/>
                  </a:lnTo>
                  <a:lnTo>
                    <a:pt x="1688123" y="512466"/>
                  </a:lnTo>
                  <a:lnTo>
                    <a:pt x="1753438" y="331595"/>
                  </a:lnTo>
                  <a:lnTo>
                    <a:pt x="1944356" y="140677"/>
                  </a:lnTo>
                  <a:lnTo>
                    <a:pt x="2120202" y="50242"/>
                  </a:lnTo>
                  <a:lnTo>
                    <a:pt x="2336242" y="10048"/>
                  </a:lnTo>
                  <a:lnTo>
                    <a:pt x="2507064" y="0"/>
                  </a:lnTo>
                  <a:lnTo>
                    <a:pt x="2682910" y="55266"/>
                  </a:lnTo>
                  <a:lnTo>
                    <a:pt x="2808515" y="160773"/>
                  </a:lnTo>
                  <a:lnTo>
                    <a:pt x="2903974" y="261257"/>
                  </a:lnTo>
                  <a:lnTo>
                    <a:pt x="2954216" y="396910"/>
                  </a:lnTo>
                  <a:lnTo>
                    <a:pt x="2989385" y="482321"/>
                  </a:lnTo>
                  <a:lnTo>
                    <a:pt x="3235570" y="331595"/>
                  </a:lnTo>
                  <a:lnTo>
                    <a:pt x="3567165" y="246184"/>
                  </a:lnTo>
                  <a:lnTo>
                    <a:pt x="3913833" y="226088"/>
                  </a:lnTo>
                  <a:lnTo>
                    <a:pt x="4165042" y="291402"/>
                  </a:lnTo>
                  <a:lnTo>
                    <a:pt x="4431323" y="447151"/>
                  </a:lnTo>
                  <a:lnTo>
                    <a:pt x="4607170" y="668215"/>
                  </a:lnTo>
                  <a:lnTo>
                    <a:pt x="4707653" y="869182"/>
                  </a:lnTo>
                  <a:lnTo>
                    <a:pt x="4747846" y="1075173"/>
                  </a:lnTo>
                  <a:lnTo>
                    <a:pt x="4747846" y="1306286"/>
                  </a:lnTo>
                  <a:lnTo>
                    <a:pt x="4717701" y="1507253"/>
                  </a:lnTo>
                  <a:lnTo>
                    <a:pt x="4657411" y="1617784"/>
                  </a:lnTo>
                  <a:lnTo>
                    <a:pt x="4858378" y="1642905"/>
                  </a:lnTo>
                  <a:lnTo>
                    <a:pt x="5054321" y="1818751"/>
                  </a:lnTo>
                  <a:lnTo>
                    <a:pt x="5134708" y="1979525"/>
                  </a:lnTo>
                  <a:lnTo>
                    <a:pt x="5179926" y="2145323"/>
                  </a:lnTo>
                  <a:lnTo>
                    <a:pt x="5220119" y="2275951"/>
                  </a:lnTo>
                  <a:lnTo>
                    <a:pt x="5220119" y="2461846"/>
                  </a:lnTo>
                  <a:lnTo>
                    <a:pt x="5179926" y="2642716"/>
                  </a:lnTo>
                  <a:lnTo>
                    <a:pt x="5084466" y="2778369"/>
                  </a:lnTo>
                  <a:lnTo>
                    <a:pt x="5084466" y="2828611"/>
                  </a:lnTo>
                  <a:lnTo>
                    <a:pt x="5139732" y="2954215"/>
                  </a:lnTo>
                  <a:lnTo>
                    <a:pt x="5194998" y="3120013"/>
                  </a:lnTo>
                  <a:lnTo>
                    <a:pt x="5194998" y="3285811"/>
                  </a:lnTo>
                  <a:lnTo>
                    <a:pt x="5154805" y="3471705"/>
                  </a:lnTo>
                  <a:lnTo>
                    <a:pt x="5109587" y="3622431"/>
                  </a:lnTo>
                  <a:lnTo>
                    <a:pt x="5014128" y="3798277"/>
                  </a:lnTo>
                  <a:lnTo>
                    <a:pt x="4868427" y="3938954"/>
                  </a:lnTo>
                  <a:lnTo>
                    <a:pt x="4727750" y="4044461"/>
                  </a:lnTo>
                  <a:lnTo>
                    <a:pt x="4531807" y="4099727"/>
                  </a:lnTo>
                  <a:lnTo>
                    <a:pt x="4531807" y="4260501"/>
                  </a:lnTo>
                  <a:lnTo>
                    <a:pt x="4511710" y="4456444"/>
                  </a:lnTo>
                  <a:lnTo>
                    <a:pt x="4441372" y="4592096"/>
                  </a:lnTo>
                  <a:lnTo>
                    <a:pt x="4335864" y="4687556"/>
                  </a:lnTo>
                  <a:lnTo>
                    <a:pt x="4195187" y="4783015"/>
                  </a:lnTo>
                  <a:lnTo>
                    <a:pt x="3999244" y="4863402"/>
                  </a:lnTo>
                  <a:lnTo>
                    <a:pt x="3773156" y="4888523"/>
                  </a:lnTo>
                  <a:lnTo>
                    <a:pt x="3602334" y="4858378"/>
                  </a:lnTo>
                  <a:lnTo>
                    <a:pt x="3481754" y="4783015"/>
                  </a:lnTo>
                  <a:lnTo>
                    <a:pt x="3486778" y="4893547"/>
                  </a:lnTo>
                  <a:lnTo>
                    <a:pt x="3461657" y="5034224"/>
                  </a:lnTo>
                  <a:lnTo>
                    <a:pt x="3361174" y="5169877"/>
                  </a:lnTo>
                  <a:lnTo>
                    <a:pt x="3260690" y="5280409"/>
                  </a:lnTo>
                  <a:lnTo>
                    <a:pt x="3049675" y="5390940"/>
                  </a:lnTo>
                  <a:lnTo>
                    <a:pt x="2768321" y="5436158"/>
                  </a:lnTo>
                  <a:lnTo>
                    <a:pt x="2497016" y="5375868"/>
                  </a:lnTo>
                  <a:lnTo>
                    <a:pt x="2250831" y="5295481"/>
                  </a:lnTo>
                  <a:lnTo>
                    <a:pt x="2125227" y="5169877"/>
                  </a:lnTo>
                  <a:lnTo>
                    <a:pt x="2029767" y="5079442"/>
                  </a:lnTo>
                  <a:lnTo>
                    <a:pt x="2009671" y="4938765"/>
                  </a:lnTo>
                  <a:lnTo>
                    <a:pt x="1989574" y="4918668"/>
                  </a:lnTo>
                  <a:lnTo>
                    <a:pt x="1863970" y="4978958"/>
                  </a:lnTo>
                  <a:lnTo>
                    <a:pt x="1728317" y="5044272"/>
                  </a:lnTo>
                  <a:lnTo>
                    <a:pt x="1507253" y="5014127"/>
                  </a:lnTo>
                  <a:lnTo>
                    <a:pt x="1306286" y="4928716"/>
                  </a:lnTo>
                  <a:lnTo>
                    <a:pt x="1190730" y="4767943"/>
                  </a:lnTo>
                  <a:lnTo>
                    <a:pt x="1120392" y="4592096"/>
                  </a:lnTo>
                  <a:lnTo>
                    <a:pt x="1120392" y="4421275"/>
                  </a:lnTo>
                  <a:lnTo>
                    <a:pt x="1120392" y="4315767"/>
                  </a:lnTo>
                  <a:lnTo>
                    <a:pt x="974690" y="4386105"/>
                  </a:lnTo>
                  <a:lnTo>
                    <a:pt x="738554" y="4406202"/>
                  </a:lnTo>
                  <a:lnTo>
                    <a:pt x="532563" y="4376057"/>
                  </a:lnTo>
                  <a:lnTo>
                    <a:pt x="386862" y="4285622"/>
                  </a:lnTo>
                  <a:lnTo>
                    <a:pt x="281354" y="4119824"/>
                  </a:lnTo>
                  <a:lnTo>
                    <a:pt x="251209" y="3969099"/>
                  </a:lnTo>
                  <a:lnTo>
                    <a:pt x="256233" y="3873639"/>
                  </a:lnTo>
                  <a:lnTo>
                    <a:pt x="266282" y="3707842"/>
                  </a:lnTo>
                  <a:lnTo>
                    <a:pt x="306475" y="3567165"/>
                  </a:lnTo>
                  <a:lnTo>
                    <a:pt x="371789" y="3491802"/>
                  </a:lnTo>
                  <a:lnTo>
                    <a:pt x="411983" y="3451609"/>
                  </a:lnTo>
                  <a:lnTo>
                    <a:pt x="422031" y="3416439"/>
                  </a:lnTo>
                  <a:lnTo>
                    <a:pt x="261257" y="3315956"/>
                  </a:lnTo>
                  <a:lnTo>
                    <a:pt x="165798" y="3180303"/>
                  </a:lnTo>
                  <a:lnTo>
                    <a:pt x="90435" y="2994409"/>
                  </a:lnTo>
                  <a:lnTo>
                    <a:pt x="80387" y="2793442"/>
                  </a:lnTo>
                  <a:lnTo>
                    <a:pt x="115556" y="2642716"/>
                  </a:lnTo>
                  <a:lnTo>
                    <a:pt x="165798" y="2431701"/>
                  </a:lnTo>
                  <a:lnTo>
                    <a:pt x="261257" y="2301072"/>
                  </a:lnTo>
                  <a:lnTo>
                    <a:pt x="361741" y="2195565"/>
                  </a:lnTo>
                  <a:lnTo>
                    <a:pt x="442128" y="2140299"/>
                  </a:lnTo>
                  <a:lnTo>
                    <a:pt x="602901" y="2054888"/>
                  </a:lnTo>
                  <a:close/>
                </a:path>
              </a:pathLst>
            </a:custGeom>
            <a:solidFill>
              <a:schemeClr val="accent6">
                <a:lumMod val="60000"/>
                <a:lumOff val="40000"/>
              </a:schemeClr>
            </a:solid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2400" b="1"/>
            </a:p>
          </p:txBody>
        </p:sp>
        <p:sp>
          <p:nvSpPr>
            <p:cNvPr id="16" name="TextBox 15">
              <a:extLst>
                <a:ext uri="{FF2B5EF4-FFF2-40B4-BE49-F238E27FC236}">
                  <a16:creationId xmlns:a16="http://schemas.microsoft.com/office/drawing/2014/main" id="{60E1483D-26A7-A33B-B0CD-B1044C4A76B4}"/>
                </a:ext>
              </a:extLst>
            </p:cNvPr>
            <p:cNvSpPr txBox="1"/>
            <p:nvPr/>
          </p:nvSpPr>
          <p:spPr>
            <a:xfrm>
              <a:off x="6263965" y="3326148"/>
              <a:ext cx="1595765" cy="707886"/>
            </a:xfrm>
            <a:prstGeom prst="rect">
              <a:avLst/>
            </a:prstGeom>
            <a:noFill/>
            <a:ln w="38100">
              <a:no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en-US"/>
              </a:defPPr>
              <a:lvl1pPr algn="ctr">
                <a:defRPr b="1">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GB">
                  <a:solidFill>
                    <a:schemeClr val="tx1"/>
                  </a:solidFill>
                </a:rPr>
                <a:t>Why am I learning this ?</a:t>
              </a:r>
            </a:p>
          </p:txBody>
        </p:sp>
      </p:grpSp>
      <p:sp>
        <p:nvSpPr>
          <p:cNvPr id="17" name="Freeform: Shape 16">
            <a:extLst>
              <a:ext uri="{FF2B5EF4-FFF2-40B4-BE49-F238E27FC236}">
                <a16:creationId xmlns:a16="http://schemas.microsoft.com/office/drawing/2014/main" id="{ED4713C7-97EE-A5B0-8FC6-4CE70EA350BC}"/>
              </a:ext>
            </a:extLst>
          </p:cNvPr>
          <p:cNvSpPr/>
          <p:nvPr/>
        </p:nvSpPr>
        <p:spPr>
          <a:xfrm>
            <a:off x="2490079" y="3963955"/>
            <a:ext cx="200648" cy="240777"/>
          </a:xfrm>
          <a:custGeom>
            <a:avLst/>
            <a:gdLst>
              <a:gd name="connsiteX0" fmla="*/ 167780 w 1887523"/>
              <a:gd name="connsiteY0" fmla="*/ 1182847 h 2265027"/>
              <a:gd name="connsiteX1" fmla="*/ 58723 w 1887523"/>
              <a:gd name="connsiteY1" fmla="*/ 989900 h 2265027"/>
              <a:gd name="connsiteX2" fmla="*/ 0 w 1887523"/>
              <a:gd name="connsiteY2" fmla="*/ 788565 h 2265027"/>
              <a:gd name="connsiteX3" fmla="*/ 50334 w 1887523"/>
              <a:gd name="connsiteY3" fmla="*/ 612396 h 2265027"/>
              <a:gd name="connsiteX4" fmla="*/ 134224 w 1887523"/>
              <a:gd name="connsiteY4" fmla="*/ 402671 h 2265027"/>
              <a:gd name="connsiteX5" fmla="*/ 251669 w 1887523"/>
              <a:gd name="connsiteY5" fmla="*/ 310392 h 2265027"/>
              <a:gd name="connsiteX6" fmla="*/ 385893 w 1887523"/>
              <a:gd name="connsiteY6" fmla="*/ 243280 h 2265027"/>
              <a:gd name="connsiteX7" fmla="*/ 578840 w 1887523"/>
              <a:gd name="connsiteY7" fmla="*/ 251669 h 2265027"/>
              <a:gd name="connsiteX8" fmla="*/ 713064 w 1887523"/>
              <a:gd name="connsiteY8" fmla="*/ 100667 h 2265027"/>
              <a:gd name="connsiteX9" fmla="*/ 872455 w 1887523"/>
              <a:gd name="connsiteY9" fmla="*/ 16778 h 2265027"/>
              <a:gd name="connsiteX10" fmla="*/ 1065402 w 1887523"/>
              <a:gd name="connsiteY10" fmla="*/ 0 h 2265027"/>
              <a:gd name="connsiteX11" fmla="*/ 1191236 w 1887523"/>
              <a:gd name="connsiteY11" fmla="*/ 33555 h 2265027"/>
              <a:gd name="connsiteX12" fmla="*/ 1342238 w 1887523"/>
              <a:gd name="connsiteY12" fmla="*/ 100667 h 2265027"/>
              <a:gd name="connsiteX13" fmla="*/ 1417739 w 1887523"/>
              <a:gd name="connsiteY13" fmla="*/ 192946 h 2265027"/>
              <a:gd name="connsiteX14" fmla="*/ 1426128 w 1887523"/>
              <a:gd name="connsiteY14" fmla="*/ 260058 h 2265027"/>
              <a:gd name="connsiteX15" fmla="*/ 1426128 w 1887523"/>
              <a:gd name="connsiteY15" fmla="*/ 469783 h 2265027"/>
              <a:gd name="connsiteX16" fmla="*/ 1560352 w 1887523"/>
              <a:gd name="connsiteY16" fmla="*/ 486561 h 2265027"/>
              <a:gd name="connsiteX17" fmla="*/ 1744910 w 1887523"/>
              <a:gd name="connsiteY17" fmla="*/ 536895 h 2265027"/>
              <a:gd name="connsiteX18" fmla="*/ 1803633 w 1887523"/>
              <a:gd name="connsiteY18" fmla="*/ 604007 h 2265027"/>
              <a:gd name="connsiteX19" fmla="*/ 1887523 w 1887523"/>
              <a:gd name="connsiteY19" fmla="*/ 855677 h 2265027"/>
              <a:gd name="connsiteX20" fmla="*/ 1887523 w 1887523"/>
              <a:gd name="connsiteY20" fmla="*/ 1082179 h 2265027"/>
              <a:gd name="connsiteX21" fmla="*/ 1845578 w 1887523"/>
              <a:gd name="connsiteY21" fmla="*/ 1258348 h 2265027"/>
              <a:gd name="connsiteX22" fmla="*/ 1778466 w 1887523"/>
              <a:gd name="connsiteY22" fmla="*/ 1409350 h 2265027"/>
              <a:gd name="connsiteX23" fmla="*/ 1661020 w 1887523"/>
              <a:gd name="connsiteY23" fmla="*/ 1493240 h 2265027"/>
              <a:gd name="connsiteX24" fmla="*/ 1560352 w 1887523"/>
              <a:gd name="connsiteY24" fmla="*/ 1526796 h 2265027"/>
              <a:gd name="connsiteX25" fmla="*/ 1619075 w 1887523"/>
              <a:gd name="connsiteY25" fmla="*/ 1619075 h 2265027"/>
              <a:gd name="connsiteX26" fmla="*/ 1627464 w 1887523"/>
              <a:gd name="connsiteY26" fmla="*/ 1719743 h 2265027"/>
              <a:gd name="connsiteX27" fmla="*/ 1568741 w 1887523"/>
              <a:gd name="connsiteY27" fmla="*/ 1912689 h 2265027"/>
              <a:gd name="connsiteX28" fmla="*/ 1493240 w 1887523"/>
              <a:gd name="connsiteY28" fmla="*/ 2038524 h 2265027"/>
              <a:gd name="connsiteX29" fmla="*/ 1417739 w 1887523"/>
              <a:gd name="connsiteY29" fmla="*/ 2122414 h 2265027"/>
              <a:gd name="connsiteX30" fmla="*/ 1333849 w 1887523"/>
              <a:gd name="connsiteY30" fmla="*/ 2189526 h 2265027"/>
              <a:gd name="connsiteX31" fmla="*/ 1157680 w 1887523"/>
              <a:gd name="connsiteY31" fmla="*/ 2265027 h 2265027"/>
              <a:gd name="connsiteX32" fmla="*/ 914400 w 1887523"/>
              <a:gd name="connsiteY32" fmla="*/ 2248249 h 2265027"/>
              <a:gd name="connsiteX33" fmla="*/ 805343 w 1887523"/>
              <a:gd name="connsiteY33" fmla="*/ 2147581 h 2265027"/>
              <a:gd name="connsiteX34" fmla="*/ 696286 w 1887523"/>
              <a:gd name="connsiteY34" fmla="*/ 2004968 h 2265027"/>
              <a:gd name="connsiteX35" fmla="*/ 511728 w 1887523"/>
              <a:gd name="connsiteY35" fmla="*/ 2072080 h 2265027"/>
              <a:gd name="connsiteX36" fmla="*/ 302003 w 1887523"/>
              <a:gd name="connsiteY36" fmla="*/ 2072080 h 2265027"/>
              <a:gd name="connsiteX37" fmla="*/ 83890 w 1887523"/>
              <a:gd name="connsiteY37" fmla="*/ 1887522 h 2265027"/>
              <a:gd name="connsiteX38" fmla="*/ 16778 w 1887523"/>
              <a:gd name="connsiteY38" fmla="*/ 1702965 h 2265027"/>
              <a:gd name="connsiteX39" fmla="*/ 25167 w 1887523"/>
              <a:gd name="connsiteY39" fmla="*/ 1451295 h 2265027"/>
              <a:gd name="connsiteX40" fmla="*/ 58723 w 1887523"/>
              <a:gd name="connsiteY40" fmla="*/ 1350627 h 2265027"/>
              <a:gd name="connsiteX41" fmla="*/ 117446 w 1887523"/>
              <a:gd name="connsiteY41" fmla="*/ 1233181 h 2265027"/>
              <a:gd name="connsiteX42" fmla="*/ 167780 w 1887523"/>
              <a:gd name="connsiteY42" fmla="*/ 1182847 h 22650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887523" h="2265027">
                <a:moveTo>
                  <a:pt x="167780" y="1182847"/>
                </a:moveTo>
                <a:lnTo>
                  <a:pt x="58723" y="989900"/>
                </a:lnTo>
                <a:lnTo>
                  <a:pt x="0" y="788565"/>
                </a:lnTo>
                <a:lnTo>
                  <a:pt x="50334" y="612396"/>
                </a:lnTo>
                <a:lnTo>
                  <a:pt x="134224" y="402671"/>
                </a:lnTo>
                <a:lnTo>
                  <a:pt x="251669" y="310392"/>
                </a:lnTo>
                <a:lnTo>
                  <a:pt x="385893" y="243280"/>
                </a:lnTo>
                <a:lnTo>
                  <a:pt x="578840" y="251669"/>
                </a:lnTo>
                <a:lnTo>
                  <a:pt x="713064" y="100667"/>
                </a:lnTo>
                <a:lnTo>
                  <a:pt x="872455" y="16778"/>
                </a:lnTo>
                <a:lnTo>
                  <a:pt x="1065402" y="0"/>
                </a:lnTo>
                <a:lnTo>
                  <a:pt x="1191236" y="33555"/>
                </a:lnTo>
                <a:lnTo>
                  <a:pt x="1342238" y="100667"/>
                </a:lnTo>
                <a:lnTo>
                  <a:pt x="1417739" y="192946"/>
                </a:lnTo>
                <a:lnTo>
                  <a:pt x="1426128" y="260058"/>
                </a:lnTo>
                <a:lnTo>
                  <a:pt x="1426128" y="469783"/>
                </a:lnTo>
                <a:lnTo>
                  <a:pt x="1560352" y="486561"/>
                </a:lnTo>
                <a:lnTo>
                  <a:pt x="1744910" y="536895"/>
                </a:lnTo>
                <a:lnTo>
                  <a:pt x="1803633" y="604007"/>
                </a:lnTo>
                <a:lnTo>
                  <a:pt x="1887523" y="855677"/>
                </a:lnTo>
                <a:lnTo>
                  <a:pt x="1887523" y="1082179"/>
                </a:lnTo>
                <a:lnTo>
                  <a:pt x="1845578" y="1258348"/>
                </a:lnTo>
                <a:lnTo>
                  <a:pt x="1778466" y="1409350"/>
                </a:lnTo>
                <a:lnTo>
                  <a:pt x="1661020" y="1493240"/>
                </a:lnTo>
                <a:lnTo>
                  <a:pt x="1560352" y="1526796"/>
                </a:lnTo>
                <a:lnTo>
                  <a:pt x="1619075" y="1619075"/>
                </a:lnTo>
                <a:lnTo>
                  <a:pt x="1627464" y="1719743"/>
                </a:lnTo>
                <a:lnTo>
                  <a:pt x="1568741" y="1912689"/>
                </a:lnTo>
                <a:lnTo>
                  <a:pt x="1493240" y="2038524"/>
                </a:lnTo>
                <a:lnTo>
                  <a:pt x="1417739" y="2122414"/>
                </a:lnTo>
                <a:lnTo>
                  <a:pt x="1333849" y="2189526"/>
                </a:lnTo>
                <a:lnTo>
                  <a:pt x="1157680" y="2265027"/>
                </a:lnTo>
                <a:lnTo>
                  <a:pt x="914400" y="2248249"/>
                </a:lnTo>
                <a:lnTo>
                  <a:pt x="805343" y="2147581"/>
                </a:lnTo>
                <a:lnTo>
                  <a:pt x="696286" y="2004968"/>
                </a:lnTo>
                <a:lnTo>
                  <a:pt x="511728" y="2072080"/>
                </a:lnTo>
                <a:lnTo>
                  <a:pt x="302003" y="2072080"/>
                </a:lnTo>
                <a:lnTo>
                  <a:pt x="83890" y="1887522"/>
                </a:lnTo>
                <a:lnTo>
                  <a:pt x="16778" y="1702965"/>
                </a:lnTo>
                <a:lnTo>
                  <a:pt x="25167" y="1451295"/>
                </a:lnTo>
                <a:lnTo>
                  <a:pt x="58723" y="1350627"/>
                </a:lnTo>
                <a:lnTo>
                  <a:pt x="117446" y="1233181"/>
                </a:lnTo>
                <a:lnTo>
                  <a:pt x="167780" y="1182847"/>
                </a:lnTo>
                <a:close/>
              </a:path>
            </a:pathLst>
          </a:cu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18" name="Oval 17">
            <a:extLst>
              <a:ext uri="{FF2B5EF4-FFF2-40B4-BE49-F238E27FC236}">
                <a16:creationId xmlns:a16="http://schemas.microsoft.com/office/drawing/2014/main" id="{72843B94-CA11-5143-DFB7-BE14CB303150}"/>
              </a:ext>
            </a:extLst>
          </p:cNvPr>
          <p:cNvSpPr/>
          <p:nvPr/>
        </p:nvSpPr>
        <p:spPr>
          <a:xfrm>
            <a:off x="2258697" y="3780606"/>
            <a:ext cx="79485" cy="85162"/>
          </a:xfrm>
          <a:prstGeom prst="ellipse">
            <a:avLst/>
          </a:pr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19" name="TextBox 18">
            <a:extLst>
              <a:ext uri="{FF2B5EF4-FFF2-40B4-BE49-F238E27FC236}">
                <a16:creationId xmlns:a16="http://schemas.microsoft.com/office/drawing/2014/main" id="{CDA984DD-4FC4-64A0-887A-0A817B977071}"/>
              </a:ext>
            </a:extLst>
          </p:cNvPr>
          <p:cNvSpPr txBox="1"/>
          <p:nvPr/>
        </p:nvSpPr>
        <p:spPr>
          <a:xfrm>
            <a:off x="5068949" y="1230333"/>
            <a:ext cx="5311218" cy="830997"/>
          </a:xfrm>
          <a:prstGeom prst="rect">
            <a:avLst/>
          </a:prstGeom>
          <a:noFill/>
        </p:spPr>
        <p:txBody>
          <a:bodyPr wrap="square" rtlCol="0">
            <a:spAutoFit/>
          </a:bodyPr>
          <a:lstStyle/>
          <a:p>
            <a:r>
              <a:rPr lang="en-GB" sz="2400">
                <a:latin typeface="+mj-lt"/>
              </a:rPr>
              <a:t>I  am learning to understand and take meaning from a text.</a:t>
            </a:r>
          </a:p>
        </p:txBody>
      </p:sp>
      <p:sp>
        <p:nvSpPr>
          <p:cNvPr id="20" name="Rectangle 19">
            <a:extLst>
              <a:ext uri="{FF2B5EF4-FFF2-40B4-BE49-F238E27FC236}">
                <a16:creationId xmlns:a16="http://schemas.microsoft.com/office/drawing/2014/main" id="{3A23222B-35F4-3CDC-5FEA-1C58CE4A933A}"/>
              </a:ext>
            </a:extLst>
          </p:cNvPr>
          <p:cNvSpPr/>
          <p:nvPr/>
        </p:nvSpPr>
        <p:spPr>
          <a:xfrm>
            <a:off x="5597291" y="4824722"/>
            <a:ext cx="5583685" cy="1200329"/>
          </a:xfrm>
          <a:prstGeom prst="rect">
            <a:avLst/>
          </a:prstGeom>
          <a:noFill/>
        </p:spPr>
        <p:txBody>
          <a:bodyPr wrap="square">
            <a:spAutoFit/>
          </a:bodyPr>
          <a:lstStyle/>
          <a:p>
            <a:r>
              <a:rPr lang="en-GB" sz="2400">
                <a:latin typeface="+mj-lt"/>
              </a:rPr>
              <a:t>I will show this by answering questions which relate to the vocabulary used throughout the text.</a:t>
            </a:r>
          </a:p>
        </p:txBody>
      </p:sp>
      <p:grpSp>
        <p:nvGrpSpPr>
          <p:cNvPr id="26" name="Group 25">
            <a:extLst>
              <a:ext uri="{FF2B5EF4-FFF2-40B4-BE49-F238E27FC236}">
                <a16:creationId xmlns:a16="http://schemas.microsoft.com/office/drawing/2014/main" id="{F0FA508C-6CB1-E76E-F0A8-B64E6C4CD90D}"/>
              </a:ext>
            </a:extLst>
          </p:cNvPr>
          <p:cNvGrpSpPr/>
          <p:nvPr/>
        </p:nvGrpSpPr>
        <p:grpSpPr>
          <a:xfrm>
            <a:off x="2968729" y="4615048"/>
            <a:ext cx="2401890" cy="1148058"/>
            <a:chOff x="10001131" y="2709337"/>
            <a:chExt cx="1838187" cy="1105414"/>
          </a:xfrm>
        </p:grpSpPr>
        <p:sp>
          <p:nvSpPr>
            <p:cNvPr id="27" name="Freeform: Shape 26">
              <a:extLst>
                <a:ext uri="{FF2B5EF4-FFF2-40B4-BE49-F238E27FC236}">
                  <a16:creationId xmlns:a16="http://schemas.microsoft.com/office/drawing/2014/main" id="{3F558219-13F1-436A-59AF-11B90D95ABA1}"/>
                </a:ext>
              </a:extLst>
            </p:cNvPr>
            <p:cNvSpPr/>
            <p:nvPr/>
          </p:nvSpPr>
          <p:spPr>
            <a:xfrm>
              <a:off x="10001131" y="2709337"/>
              <a:ext cx="1838187" cy="1105414"/>
            </a:xfrm>
            <a:custGeom>
              <a:avLst/>
              <a:gdLst>
                <a:gd name="connsiteX0" fmla="*/ 602901 w 5220119"/>
                <a:gd name="connsiteY0" fmla="*/ 2054888 h 5436158"/>
                <a:gd name="connsiteX1" fmla="*/ 346668 w 5220119"/>
                <a:gd name="connsiteY1" fmla="*/ 1934307 h 5436158"/>
                <a:gd name="connsiteX2" fmla="*/ 185895 w 5220119"/>
                <a:gd name="connsiteY2" fmla="*/ 1723292 h 5436158"/>
                <a:gd name="connsiteX3" fmla="*/ 50242 w 5220119"/>
                <a:gd name="connsiteY3" fmla="*/ 1421842 h 5436158"/>
                <a:gd name="connsiteX4" fmla="*/ 0 w 5220119"/>
                <a:gd name="connsiteY4" fmla="*/ 1115367 h 5436158"/>
                <a:gd name="connsiteX5" fmla="*/ 80387 w 5220119"/>
                <a:gd name="connsiteY5" fmla="*/ 828989 h 5436158"/>
                <a:gd name="connsiteX6" fmla="*/ 251209 w 5220119"/>
                <a:gd name="connsiteY6" fmla="*/ 557683 h 5436158"/>
                <a:gd name="connsiteX7" fmla="*/ 512466 w 5220119"/>
                <a:gd name="connsiteY7" fmla="*/ 386861 h 5436158"/>
                <a:gd name="connsiteX8" fmla="*/ 934497 w 5220119"/>
                <a:gd name="connsiteY8" fmla="*/ 296426 h 5436158"/>
                <a:gd name="connsiteX9" fmla="*/ 1251020 w 5220119"/>
                <a:gd name="connsiteY9" fmla="*/ 326571 h 5436158"/>
                <a:gd name="connsiteX10" fmla="*/ 1457011 w 5220119"/>
                <a:gd name="connsiteY10" fmla="*/ 401934 h 5436158"/>
                <a:gd name="connsiteX11" fmla="*/ 1688123 w 5220119"/>
                <a:gd name="connsiteY11" fmla="*/ 512466 h 5436158"/>
                <a:gd name="connsiteX12" fmla="*/ 1753438 w 5220119"/>
                <a:gd name="connsiteY12" fmla="*/ 331595 h 5436158"/>
                <a:gd name="connsiteX13" fmla="*/ 1944356 w 5220119"/>
                <a:gd name="connsiteY13" fmla="*/ 140677 h 5436158"/>
                <a:gd name="connsiteX14" fmla="*/ 2120202 w 5220119"/>
                <a:gd name="connsiteY14" fmla="*/ 50242 h 5436158"/>
                <a:gd name="connsiteX15" fmla="*/ 2336242 w 5220119"/>
                <a:gd name="connsiteY15" fmla="*/ 10048 h 5436158"/>
                <a:gd name="connsiteX16" fmla="*/ 2507064 w 5220119"/>
                <a:gd name="connsiteY16" fmla="*/ 0 h 5436158"/>
                <a:gd name="connsiteX17" fmla="*/ 2682910 w 5220119"/>
                <a:gd name="connsiteY17" fmla="*/ 55266 h 5436158"/>
                <a:gd name="connsiteX18" fmla="*/ 2808515 w 5220119"/>
                <a:gd name="connsiteY18" fmla="*/ 160773 h 5436158"/>
                <a:gd name="connsiteX19" fmla="*/ 2903974 w 5220119"/>
                <a:gd name="connsiteY19" fmla="*/ 261257 h 5436158"/>
                <a:gd name="connsiteX20" fmla="*/ 2954216 w 5220119"/>
                <a:gd name="connsiteY20" fmla="*/ 396910 h 5436158"/>
                <a:gd name="connsiteX21" fmla="*/ 2989385 w 5220119"/>
                <a:gd name="connsiteY21" fmla="*/ 482321 h 5436158"/>
                <a:gd name="connsiteX22" fmla="*/ 3235570 w 5220119"/>
                <a:gd name="connsiteY22" fmla="*/ 331595 h 5436158"/>
                <a:gd name="connsiteX23" fmla="*/ 3567165 w 5220119"/>
                <a:gd name="connsiteY23" fmla="*/ 246184 h 5436158"/>
                <a:gd name="connsiteX24" fmla="*/ 3913833 w 5220119"/>
                <a:gd name="connsiteY24" fmla="*/ 226088 h 5436158"/>
                <a:gd name="connsiteX25" fmla="*/ 4165042 w 5220119"/>
                <a:gd name="connsiteY25" fmla="*/ 291402 h 5436158"/>
                <a:gd name="connsiteX26" fmla="*/ 4431323 w 5220119"/>
                <a:gd name="connsiteY26" fmla="*/ 447151 h 5436158"/>
                <a:gd name="connsiteX27" fmla="*/ 4607170 w 5220119"/>
                <a:gd name="connsiteY27" fmla="*/ 668215 h 5436158"/>
                <a:gd name="connsiteX28" fmla="*/ 4707653 w 5220119"/>
                <a:gd name="connsiteY28" fmla="*/ 869182 h 5436158"/>
                <a:gd name="connsiteX29" fmla="*/ 4747846 w 5220119"/>
                <a:gd name="connsiteY29" fmla="*/ 1075173 h 5436158"/>
                <a:gd name="connsiteX30" fmla="*/ 4747846 w 5220119"/>
                <a:gd name="connsiteY30" fmla="*/ 1306286 h 5436158"/>
                <a:gd name="connsiteX31" fmla="*/ 4717701 w 5220119"/>
                <a:gd name="connsiteY31" fmla="*/ 1507253 h 5436158"/>
                <a:gd name="connsiteX32" fmla="*/ 4657411 w 5220119"/>
                <a:gd name="connsiteY32" fmla="*/ 1617784 h 5436158"/>
                <a:gd name="connsiteX33" fmla="*/ 4858378 w 5220119"/>
                <a:gd name="connsiteY33" fmla="*/ 1642905 h 5436158"/>
                <a:gd name="connsiteX34" fmla="*/ 5054321 w 5220119"/>
                <a:gd name="connsiteY34" fmla="*/ 1818751 h 5436158"/>
                <a:gd name="connsiteX35" fmla="*/ 5134708 w 5220119"/>
                <a:gd name="connsiteY35" fmla="*/ 1979525 h 5436158"/>
                <a:gd name="connsiteX36" fmla="*/ 5179926 w 5220119"/>
                <a:gd name="connsiteY36" fmla="*/ 2145323 h 5436158"/>
                <a:gd name="connsiteX37" fmla="*/ 5220119 w 5220119"/>
                <a:gd name="connsiteY37" fmla="*/ 2275951 h 5436158"/>
                <a:gd name="connsiteX38" fmla="*/ 5220119 w 5220119"/>
                <a:gd name="connsiteY38" fmla="*/ 2461846 h 5436158"/>
                <a:gd name="connsiteX39" fmla="*/ 5179926 w 5220119"/>
                <a:gd name="connsiteY39" fmla="*/ 2642716 h 5436158"/>
                <a:gd name="connsiteX40" fmla="*/ 5084466 w 5220119"/>
                <a:gd name="connsiteY40" fmla="*/ 2778369 h 5436158"/>
                <a:gd name="connsiteX41" fmla="*/ 5084466 w 5220119"/>
                <a:gd name="connsiteY41" fmla="*/ 2828611 h 5436158"/>
                <a:gd name="connsiteX42" fmla="*/ 5139732 w 5220119"/>
                <a:gd name="connsiteY42" fmla="*/ 2954215 h 5436158"/>
                <a:gd name="connsiteX43" fmla="*/ 5194998 w 5220119"/>
                <a:gd name="connsiteY43" fmla="*/ 3120013 h 5436158"/>
                <a:gd name="connsiteX44" fmla="*/ 5194998 w 5220119"/>
                <a:gd name="connsiteY44" fmla="*/ 3285811 h 5436158"/>
                <a:gd name="connsiteX45" fmla="*/ 5154805 w 5220119"/>
                <a:gd name="connsiteY45" fmla="*/ 3471705 h 5436158"/>
                <a:gd name="connsiteX46" fmla="*/ 5109587 w 5220119"/>
                <a:gd name="connsiteY46" fmla="*/ 3622431 h 5436158"/>
                <a:gd name="connsiteX47" fmla="*/ 5014128 w 5220119"/>
                <a:gd name="connsiteY47" fmla="*/ 3798277 h 5436158"/>
                <a:gd name="connsiteX48" fmla="*/ 4868427 w 5220119"/>
                <a:gd name="connsiteY48" fmla="*/ 3938954 h 5436158"/>
                <a:gd name="connsiteX49" fmla="*/ 4727750 w 5220119"/>
                <a:gd name="connsiteY49" fmla="*/ 4044461 h 5436158"/>
                <a:gd name="connsiteX50" fmla="*/ 4531807 w 5220119"/>
                <a:gd name="connsiteY50" fmla="*/ 4099727 h 5436158"/>
                <a:gd name="connsiteX51" fmla="*/ 4531807 w 5220119"/>
                <a:gd name="connsiteY51" fmla="*/ 4260501 h 5436158"/>
                <a:gd name="connsiteX52" fmla="*/ 4511710 w 5220119"/>
                <a:gd name="connsiteY52" fmla="*/ 4456444 h 5436158"/>
                <a:gd name="connsiteX53" fmla="*/ 4441372 w 5220119"/>
                <a:gd name="connsiteY53" fmla="*/ 4592096 h 5436158"/>
                <a:gd name="connsiteX54" fmla="*/ 4335864 w 5220119"/>
                <a:gd name="connsiteY54" fmla="*/ 4687556 h 5436158"/>
                <a:gd name="connsiteX55" fmla="*/ 4195187 w 5220119"/>
                <a:gd name="connsiteY55" fmla="*/ 4783015 h 5436158"/>
                <a:gd name="connsiteX56" fmla="*/ 3999244 w 5220119"/>
                <a:gd name="connsiteY56" fmla="*/ 4863402 h 5436158"/>
                <a:gd name="connsiteX57" fmla="*/ 3773156 w 5220119"/>
                <a:gd name="connsiteY57" fmla="*/ 4888523 h 5436158"/>
                <a:gd name="connsiteX58" fmla="*/ 3602334 w 5220119"/>
                <a:gd name="connsiteY58" fmla="*/ 4858378 h 5436158"/>
                <a:gd name="connsiteX59" fmla="*/ 3481754 w 5220119"/>
                <a:gd name="connsiteY59" fmla="*/ 4783015 h 5436158"/>
                <a:gd name="connsiteX60" fmla="*/ 3486778 w 5220119"/>
                <a:gd name="connsiteY60" fmla="*/ 4893547 h 5436158"/>
                <a:gd name="connsiteX61" fmla="*/ 3461657 w 5220119"/>
                <a:gd name="connsiteY61" fmla="*/ 5034224 h 5436158"/>
                <a:gd name="connsiteX62" fmla="*/ 3361174 w 5220119"/>
                <a:gd name="connsiteY62" fmla="*/ 5169877 h 5436158"/>
                <a:gd name="connsiteX63" fmla="*/ 3260690 w 5220119"/>
                <a:gd name="connsiteY63" fmla="*/ 5280409 h 5436158"/>
                <a:gd name="connsiteX64" fmla="*/ 3049675 w 5220119"/>
                <a:gd name="connsiteY64" fmla="*/ 5390940 h 5436158"/>
                <a:gd name="connsiteX65" fmla="*/ 2768321 w 5220119"/>
                <a:gd name="connsiteY65" fmla="*/ 5436158 h 5436158"/>
                <a:gd name="connsiteX66" fmla="*/ 2497016 w 5220119"/>
                <a:gd name="connsiteY66" fmla="*/ 5375868 h 5436158"/>
                <a:gd name="connsiteX67" fmla="*/ 2250831 w 5220119"/>
                <a:gd name="connsiteY67" fmla="*/ 5295481 h 5436158"/>
                <a:gd name="connsiteX68" fmla="*/ 2125227 w 5220119"/>
                <a:gd name="connsiteY68" fmla="*/ 5169877 h 5436158"/>
                <a:gd name="connsiteX69" fmla="*/ 2029767 w 5220119"/>
                <a:gd name="connsiteY69" fmla="*/ 5079442 h 5436158"/>
                <a:gd name="connsiteX70" fmla="*/ 2009671 w 5220119"/>
                <a:gd name="connsiteY70" fmla="*/ 4938765 h 5436158"/>
                <a:gd name="connsiteX71" fmla="*/ 1989574 w 5220119"/>
                <a:gd name="connsiteY71" fmla="*/ 4918668 h 5436158"/>
                <a:gd name="connsiteX72" fmla="*/ 1863970 w 5220119"/>
                <a:gd name="connsiteY72" fmla="*/ 4978958 h 5436158"/>
                <a:gd name="connsiteX73" fmla="*/ 1728317 w 5220119"/>
                <a:gd name="connsiteY73" fmla="*/ 5044272 h 5436158"/>
                <a:gd name="connsiteX74" fmla="*/ 1507253 w 5220119"/>
                <a:gd name="connsiteY74" fmla="*/ 5014127 h 5436158"/>
                <a:gd name="connsiteX75" fmla="*/ 1306286 w 5220119"/>
                <a:gd name="connsiteY75" fmla="*/ 4928716 h 5436158"/>
                <a:gd name="connsiteX76" fmla="*/ 1190730 w 5220119"/>
                <a:gd name="connsiteY76" fmla="*/ 4767943 h 5436158"/>
                <a:gd name="connsiteX77" fmla="*/ 1120392 w 5220119"/>
                <a:gd name="connsiteY77" fmla="*/ 4592096 h 5436158"/>
                <a:gd name="connsiteX78" fmla="*/ 1120392 w 5220119"/>
                <a:gd name="connsiteY78" fmla="*/ 4421275 h 5436158"/>
                <a:gd name="connsiteX79" fmla="*/ 1120392 w 5220119"/>
                <a:gd name="connsiteY79" fmla="*/ 4315767 h 5436158"/>
                <a:gd name="connsiteX80" fmla="*/ 974690 w 5220119"/>
                <a:gd name="connsiteY80" fmla="*/ 4386105 h 5436158"/>
                <a:gd name="connsiteX81" fmla="*/ 738554 w 5220119"/>
                <a:gd name="connsiteY81" fmla="*/ 4406202 h 5436158"/>
                <a:gd name="connsiteX82" fmla="*/ 532563 w 5220119"/>
                <a:gd name="connsiteY82" fmla="*/ 4376057 h 5436158"/>
                <a:gd name="connsiteX83" fmla="*/ 386862 w 5220119"/>
                <a:gd name="connsiteY83" fmla="*/ 4285622 h 5436158"/>
                <a:gd name="connsiteX84" fmla="*/ 281354 w 5220119"/>
                <a:gd name="connsiteY84" fmla="*/ 4119824 h 5436158"/>
                <a:gd name="connsiteX85" fmla="*/ 251209 w 5220119"/>
                <a:gd name="connsiteY85" fmla="*/ 3969099 h 5436158"/>
                <a:gd name="connsiteX86" fmla="*/ 256233 w 5220119"/>
                <a:gd name="connsiteY86" fmla="*/ 3873639 h 5436158"/>
                <a:gd name="connsiteX87" fmla="*/ 266282 w 5220119"/>
                <a:gd name="connsiteY87" fmla="*/ 3707842 h 5436158"/>
                <a:gd name="connsiteX88" fmla="*/ 306475 w 5220119"/>
                <a:gd name="connsiteY88" fmla="*/ 3567165 h 5436158"/>
                <a:gd name="connsiteX89" fmla="*/ 371789 w 5220119"/>
                <a:gd name="connsiteY89" fmla="*/ 3491802 h 5436158"/>
                <a:gd name="connsiteX90" fmla="*/ 411983 w 5220119"/>
                <a:gd name="connsiteY90" fmla="*/ 3451609 h 5436158"/>
                <a:gd name="connsiteX91" fmla="*/ 422031 w 5220119"/>
                <a:gd name="connsiteY91" fmla="*/ 3416439 h 5436158"/>
                <a:gd name="connsiteX92" fmla="*/ 261257 w 5220119"/>
                <a:gd name="connsiteY92" fmla="*/ 3315956 h 5436158"/>
                <a:gd name="connsiteX93" fmla="*/ 165798 w 5220119"/>
                <a:gd name="connsiteY93" fmla="*/ 3180303 h 5436158"/>
                <a:gd name="connsiteX94" fmla="*/ 90435 w 5220119"/>
                <a:gd name="connsiteY94" fmla="*/ 2994409 h 5436158"/>
                <a:gd name="connsiteX95" fmla="*/ 80387 w 5220119"/>
                <a:gd name="connsiteY95" fmla="*/ 2793442 h 5436158"/>
                <a:gd name="connsiteX96" fmla="*/ 115556 w 5220119"/>
                <a:gd name="connsiteY96" fmla="*/ 2642716 h 5436158"/>
                <a:gd name="connsiteX97" fmla="*/ 165798 w 5220119"/>
                <a:gd name="connsiteY97" fmla="*/ 2431701 h 5436158"/>
                <a:gd name="connsiteX98" fmla="*/ 261257 w 5220119"/>
                <a:gd name="connsiteY98" fmla="*/ 2301072 h 5436158"/>
                <a:gd name="connsiteX99" fmla="*/ 361741 w 5220119"/>
                <a:gd name="connsiteY99" fmla="*/ 2195565 h 5436158"/>
                <a:gd name="connsiteX100" fmla="*/ 442128 w 5220119"/>
                <a:gd name="connsiteY100" fmla="*/ 2140299 h 5436158"/>
                <a:gd name="connsiteX101" fmla="*/ 602901 w 5220119"/>
                <a:gd name="connsiteY101" fmla="*/ 2054888 h 54361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5220119" h="5436158">
                  <a:moveTo>
                    <a:pt x="602901" y="2054888"/>
                  </a:moveTo>
                  <a:lnTo>
                    <a:pt x="346668" y="1934307"/>
                  </a:lnTo>
                  <a:lnTo>
                    <a:pt x="185895" y="1723292"/>
                  </a:lnTo>
                  <a:lnTo>
                    <a:pt x="50242" y="1421842"/>
                  </a:lnTo>
                  <a:lnTo>
                    <a:pt x="0" y="1115367"/>
                  </a:lnTo>
                  <a:lnTo>
                    <a:pt x="80387" y="828989"/>
                  </a:lnTo>
                  <a:lnTo>
                    <a:pt x="251209" y="557683"/>
                  </a:lnTo>
                  <a:lnTo>
                    <a:pt x="512466" y="386861"/>
                  </a:lnTo>
                  <a:lnTo>
                    <a:pt x="934497" y="296426"/>
                  </a:lnTo>
                  <a:lnTo>
                    <a:pt x="1251020" y="326571"/>
                  </a:lnTo>
                  <a:lnTo>
                    <a:pt x="1457011" y="401934"/>
                  </a:lnTo>
                  <a:lnTo>
                    <a:pt x="1688123" y="512466"/>
                  </a:lnTo>
                  <a:lnTo>
                    <a:pt x="1753438" y="331595"/>
                  </a:lnTo>
                  <a:lnTo>
                    <a:pt x="1944356" y="140677"/>
                  </a:lnTo>
                  <a:lnTo>
                    <a:pt x="2120202" y="50242"/>
                  </a:lnTo>
                  <a:lnTo>
                    <a:pt x="2336242" y="10048"/>
                  </a:lnTo>
                  <a:lnTo>
                    <a:pt x="2507064" y="0"/>
                  </a:lnTo>
                  <a:lnTo>
                    <a:pt x="2682910" y="55266"/>
                  </a:lnTo>
                  <a:lnTo>
                    <a:pt x="2808515" y="160773"/>
                  </a:lnTo>
                  <a:lnTo>
                    <a:pt x="2903974" y="261257"/>
                  </a:lnTo>
                  <a:lnTo>
                    <a:pt x="2954216" y="396910"/>
                  </a:lnTo>
                  <a:lnTo>
                    <a:pt x="2989385" y="482321"/>
                  </a:lnTo>
                  <a:lnTo>
                    <a:pt x="3235570" y="331595"/>
                  </a:lnTo>
                  <a:lnTo>
                    <a:pt x="3567165" y="246184"/>
                  </a:lnTo>
                  <a:lnTo>
                    <a:pt x="3913833" y="226088"/>
                  </a:lnTo>
                  <a:lnTo>
                    <a:pt x="4165042" y="291402"/>
                  </a:lnTo>
                  <a:lnTo>
                    <a:pt x="4431323" y="447151"/>
                  </a:lnTo>
                  <a:lnTo>
                    <a:pt x="4607170" y="668215"/>
                  </a:lnTo>
                  <a:lnTo>
                    <a:pt x="4707653" y="869182"/>
                  </a:lnTo>
                  <a:lnTo>
                    <a:pt x="4747846" y="1075173"/>
                  </a:lnTo>
                  <a:lnTo>
                    <a:pt x="4747846" y="1306286"/>
                  </a:lnTo>
                  <a:lnTo>
                    <a:pt x="4717701" y="1507253"/>
                  </a:lnTo>
                  <a:lnTo>
                    <a:pt x="4657411" y="1617784"/>
                  </a:lnTo>
                  <a:lnTo>
                    <a:pt x="4858378" y="1642905"/>
                  </a:lnTo>
                  <a:lnTo>
                    <a:pt x="5054321" y="1818751"/>
                  </a:lnTo>
                  <a:lnTo>
                    <a:pt x="5134708" y="1979525"/>
                  </a:lnTo>
                  <a:lnTo>
                    <a:pt x="5179926" y="2145323"/>
                  </a:lnTo>
                  <a:lnTo>
                    <a:pt x="5220119" y="2275951"/>
                  </a:lnTo>
                  <a:lnTo>
                    <a:pt x="5220119" y="2461846"/>
                  </a:lnTo>
                  <a:lnTo>
                    <a:pt x="5179926" y="2642716"/>
                  </a:lnTo>
                  <a:lnTo>
                    <a:pt x="5084466" y="2778369"/>
                  </a:lnTo>
                  <a:lnTo>
                    <a:pt x="5084466" y="2828611"/>
                  </a:lnTo>
                  <a:lnTo>
                    <a:pt x="5139732" y="2954215"/>
                  </a:lnTo>
                  <a:lnTo>
                    <a:pt x="5194998" y="3120013"/>
                  </a:lnTo>
                  <a:lnTo>
                    <a:pt x="5194998" y="3285811"/>
                  </a:lnTo>
                  <a:lnTo>
                    <a:pt x="5154805" y="3471705"/>
                  </a:lnTo>
                  <a:lnTo>
                    <a:pt x="5109587" y="3622431"/>
                  </a:lnTo>
                  <a:lnTo>
                    <a:pt x="5014128" y="3798277"/>
                  </a:lnTo>
                  <a:lnTo>
                    <a:pt x="4868427" y="3938954"/>
                  </a:lnTo>
                  <a:lnTo>
                    <a:pt x="4727750" y="4044461"/>
                  </a:lnTo>
                  <a:lnTo>
                    <a:pt x="4531807" y="4099727"/>
                  </a:lnTo>
                  <a:lnTo>
                    <a:pt x="4531807" y="4260501"/>
                  </a:lnTo>
                  <a:lnTo>
                    <a:pt x="4511710" y="4456444"/>
                  </a:lnTo>
                  <a:lnTo>
                    <a:pt x="4441372" y="4592096"/>
                  </a:lnTo>
                  <a:lnTo>
                    <a:pt x="4335864" y="4687556"/>
                  </a:lnTo>
                  <a:lnTo>
                    <a:pt x="4195187" y="4783015"/>
                  </a:lnTo>
                  <a:lnTo>
                    <a:pt x="3999244" y="4863402"/>
                  </a:lnTo>
                  <a:lnTo>
                    <a:pt x="3773156" y="4888523"/>
                  </a:lnTo>
                  <a:lnTo>
                    <a:pt x="3602334" y="4858378"/>
                  </a:lnTo>
                  <a:lnTo>
                    <a:pt x="3481754" y="4783015"/>
                  </a:lnTo>
                  <a:lnTo>
                    <a:pt x="3486778" y="4893547"/>
                  </a:lnTo>
                  <a:lnTo>
                    <a:pt x="3461657" y="5034224"/>
                  </a:lnTo>
                  <a:lnTo>
                    <a:pt x="3361174" y="5169877"/>
                  </a:lnTo>
                  <a:lnTo>
                    <a:pt x="3260690" y="5280409"/>
                  </a:lnTo>
                  <a:lnTo>
                    <a:pt x="3049675" y="5390940"/>
                  </a:lnTo>
                  <a:lnTo>
                    <a:pt x="2768321" y="5436158"/>
                  </a:lnTo>
                  <a:lnTo>
                    <a:pt x="2497016" y="5375868"/>
                  </a:lnTo>
                  <a:lnTo>
                    <a:pt x="2250831" y="5295481"/>
                  </a:lnTo>
                  <a:lnTo>
                    <a:pt x="2125227" y="5169877"/>
                  </a:lnTo>
                  <a:lnTo>
                    <a:pt x="2029767" y="5079442"/>
                  </a:lnTo>
                  <a:lnTo>
                    <a:pt x="2009671" y="4938765"/>
                  </a:lnTo>
                  <a:lnTo>
                    <a:pt x="1989574" y="4918668"/>
                  </a:lnTo>
                  <a:lnTo>
                    <a:pt x="1863970" y="4978958"/>
                  </a:lnTo>
                  <a:lnTo>
                    <a:pt x="1728317" y="5044272"/>
                  </a:lnTo>
                  <a:lnTo>
                    <a:pt x="1507253" y="5014127"/>
                  </a:lnTo>
                  <a:lnTo>
                    <a:pt x="1306286" y="4928716"/>
                  </a:lnTo>
                  <a:lnTo>
                    <a:pt x="1190730" y="4767943"/>
                  </a:lnTo>
                  <a:lnTo>
                    <a:pt x="1120392" y="4592096"/>
                  </a:lnTo>
                  <a:lnTo>
                    <a:pt x="1120392" y="4421275"/>
                  </a:lnTo>
                  <a:lnTo>
                    <a:pt x="1120392" y="4315767"/>
                  </a:lnTo>
                  <a:lnTo>
                    <a:pt x="974690" y="4386105"/>
                  </a:lnTo>
                  <a:lnTo>
                    <a:pt x="738554" y="4406202"/>
                  </a:lnTo>
                  <a:lnTo>
                    <a:pt x="532563" y="4376057"/>
                  </a:lnTo>
                  <a:lnTo>
                    <a:pt x="386862" y="4285622"/>
                  </a:lnTo>
                  <a:lnTo>
                    <a:pt x="281354" y="4119824"/>
                  </a:lnTo>
                  <a:lnTo>
                    <a:pt x="251209" y="3969099"/>
                  </a:lnTo>
                  <a:lnTo>
                    <a:pt x="256233" y="3873639"/>
                  </a:lnTo>
                  <a:lnTo>
                    <a:pt x="266282" y="3707842"/>
                  </a:lnTo>
                  <a:lnTo>
                    <a:pt x="306475" y="3567165"/>
                  </a:lnTo>
                  <a:lnTo>
                    <a:pt x="371789" y="3491802"/>
                  </a:lnTo>
                  <a:lnTo>
                    <a:pt x="411983" y="3451609"/>
                  </a:lnTo>
                  <a:lnTo>
                    <a:pt x="422031" y="3416439"/>
                  </a:lnTo>
                  <a:lnTo>
                    <a:pt x="261257" y="3315956"/>
                  </a:lnTo>
                  <a:lnTo>
                    <a:pt x="165798" y="3180303"/>
                  </a:lnTo>
                  <a:lnTo>
                    <a:pt x="90435" y="2994409"/>
                  </a:lnTo>
                  <a:lnTo>
                    <a:pt x="80387" y="2793442"/>
                  </a:lnTo>
                  <a:lnTo>
                    <a:pt x="115556" y="2642716"/>
                  </a:lnTo>
                  <a:lnTo>
                    <a:pt x="165798" y="2431701"/>
                  </a:lnTo>
                  <a:lnTo>
                    <a:pt x="261257" y="2301072"/>
                  </a:lnTo>
                  <a:lnTo>
                    <a:pt x="361741" y="2195565"/>
                  </a:lnTo>
                  <a:lnTo>
                    <a:pt x="442128" y="2140299"/>
                  </a:lnTo>
                  <a:lnTo>
                    <a:pt x="602901" y="2054888"/>
                  </a:lnTo>
                  <a:close/>
                </a:path>
              </a:pathLst>
            </a:custGeom>
            <a:solidFill>
              <a:schemeClr val="accent6">
                <a:lumMod val="60000"/>
                <a:lumOff val="40000"/>
              </a:schemeClr>
            </a:solid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1600" b="1"/>
            </a:p>
          </p:txBody>
        </p:sp>
        <p:sp>
          <p:nvSpPr>
            <p:cNvPr id="28" name="TextBox 27">
              <a:extLst>
                <a:ext uri="{FF2B5EF4-FFF2-40B4-BE49-F238E27FC236}">
                  <a16:creationId xmlns:a16="http://schemas.microsoft.com/office/drawing/2014/main" id="{33569914-364A-6AF1-85F1-0BFCF4FDB1A8}"/>
                </a:ext>
              </a:extLst>
            </p:cNvPr>
            <p:cNvSpPr txBox="1"/>
            <p:nvPr/>
          </p:nvSpPr>
          <p:spPr>
            <a:xfrm>
              <a:off x="10146498" y="2857389"/>
              <a:ext cx="1547451" cy="622324"/>
            </a:xfrm>
            <a:prstGeom prst="rect">
              <a:avLst/>
            </a:prstGeom>
            <a:noFill/>
            <a:ln w="19050">
              <a:noFill/>
            </a:ln>
          </p:spPr>
          <p:txBody>
            <a:bodyPr wrap="square" rtlCol="0">
              <a:spAutoFit/>
            </a:bodyPr>
            <a:lstStyle/>
            <a:p>
              <a:pPr algn="ctr"/>
              <a:r>
                <a:rPr lang="en-GB" b="1">
                  <a:latin typeface="Sassoon Primary Rg" panose="02000606020000020004" pitchFamily="2" charset="0"/>
                </a:rPr>
                <a:t>How will I know when I get there?</a:t>
              </a:r>
            </a:p>
          </p:txBody>
        </p:sp>
      </p:grpSp>
      <p:sp>
        <p:nvSpPr>
          <p:cNvPr id="29" name="Freeform: Shape 28">
            <a:extLst>
              <a:ext uri="{FF2B5EF4-FFF2-40B4-BE49-F238E27FC236}">
                <a16:creationId xmlns:a16="http://schemas.microsoft.com/office/drawing/2014/main" id="{B90D4CDA-08E3-0ED1-C1FB-0242710F0D9A}"/>
              </a:ext>
            </a:extLst>
          </p:cNvPr>
          <p:cNvSpPr/>
          <p:nvPr/>
        </p:nvSpPr>
        <p:spPr>
          <a:xfrm>
            <a:off x="2767911" y="4261260"/>
            <a:ext cx="266024" cy="319228"/>
          </a:xfrm>
          <a:custGeom>
            <a:avLst/>
            <a:gdLst>
              <a:gd name="connsiteX0" fmla="*/ 167780 w 1887523"/>
              <a:gd name="connsiteY0" fmla="*/ 1182847 h 2265027"/>
              <a:gd name="connsiteX1" fmla="*/ 58723 w 1887523"/>
              <a:gd name="connsiteY1" fmla="*/ 989900 h 2265027"/>
              <a:gd name="connsiteX2" fmla="*/ 0 w 1887523"/>
              <a:gd name="connsiteY2" fmla="*/ 788565 h 2265027"/>
              <a:gd name="connsiteX3" fmla="*/ 50334 w 1887523"/>
              <a:gd name="connsiteY3" fmla="*/ 612396 h 2265027"/>
              <a:gd name="connsiteX4" fmla="*/ 134224 w 1887523"/>
              <a:gd name="connsiteY4" fmla="*/ 402671 h 2265027"/>
              <a:gd name="connsiteX5" fmla="*/ 251669 w 1887523"/>
              <a:gd name="connsiteY5" fmla="*/ 310392 h 2265027"/>
              <a:gd name="connsiteX6" fmla="*/ 385893 w 1887523"/>
              <a:gd name="connsiteY6" fmla="*/ 243280 h 2265027"/>
              <a:gd name="connsiteX7" fmla="*/ 578840 w 1887523"/>
              <a:gd name="connsiteY7" fmla="*/ 251669 h 2265027"/>
              <a:gd name="connsiteX8" fmla="*/ 713064 w 1887523"/>
              <a:gd name="connsiteY8" fmla="*/ 100667 h 2265027"/>
              <a:gd name="connsiteX9" fmla="*/ 872455 w 1887523"/>
              <a:gd name="connsiteY9" fmla="*/ 16778 h 2265027"/>
              <a:gd name="connsiteX10" fmla="*/ 1065402 w 1887523"/>
              <a:gd name="connsiteY10" fmla="*/ 0 h 2265027"/>
              <a:gd name="connsiteX11" fmla="*/ 1191236 w 1887523"/>
              <a:gd name="connsiteY11" fmla="*/ 33555 h 2265027"/>
              <a:gd name="connsiteX12" fmla="*/ 1342238 w 1887523"/>
              <a:gd name="connsiteY12" fmla="*/ 100667 h 2265027"/>
              <a:gd name="connsiteX13" fmla="*/ 1417739 w 1887523"/>
              <a:gd name="connsiteY13" fmla="*/ 192946 h 2265027"/>
              <a:gd name="connsiteX14" fmla="*/ 1426128 w 1887523"/>
              <a:gd name="connsiteY14" fmla="*/ 260058 h 2265027"/>
              <a:gd name="connsiteX15" fmla="*/ 1426128 w 1887523"/>
              <a:gd name="connsiteY15" fmla="*/ 469783 h 2265027"/>
              <a:gd name="connsiteX16" fmla="*/ 1560352 w 1887523"/>
              <a:gd name="connsiteY16" fmla="*/ 486561 h 2265027"/>
              <a:gd name="connsiteX17" fmla="*/ 1744910 w 1887523"/>
              <a:gd name="connsiteY17" fmla="*/ 536895 h 2265027"/>
              <a:gd name="connsiteX18" fmla="*/ 1803633 w 1887523"/>
              <a:gd name="connsiteY18" fmla="*/ 604007 h 2265027"/>
              <a:gd name="connsiteX19" fmla="*/ 1887523 w 1887523"/>
              <a:gd name="connsiteY19" fmla="*/ 855677 h 2265027"/>
              <a:gd name="connsiteX20" fmla="*/ 1887523 w 1887523"/>
              <a:gd name="connsiteY20" fmla="*/ 1082179 h 2265027"/>
              <a:gd name="connsiteX21" fmla="*/ 1845578 w 1887523"/>
              <a:gd name="connsiteY21" fmla="*/ 1258348 h 2265027"/>
              <a:gd name="connsiteX22" fmla="*/ 1778466 w 1887523"/>
              <a:gd name="connsiteY22" fmla="*/ 1409350 h 2265027"/>
              <a:gd name="connsiteX23" fmla="*/ 1661020 w 1887523"/>
              <a:gd name="connsiteY23" fmla="*/ 1493240 h 2265027"/>
              <a:gd name="connsiteX24" fmla="*/ 1560352 w 1887523"/>
              <a:gd name="connsiteY24" fmla="*/ 1526796 h 2265027"/>
              <a:gd name="connsiteX25" fmla="*/ 1619075 w 1887523"/>
              <a:gd name="connsiteY25" fmla="*/ 1619075 h 2265027"/>
              <a:gd name="connsiteX26" fmla="*/ 1627464 w 1887523"/>
              <a:gd name="connsiteY26" fmla="*/ 1719743 h 2265027"/>
              <a:gd name="connsiteX27" fmla="*/ 1568741 w 1887523"/>
              <a:gd name="connsiteY27" fmla="*/ 1912689 h 2265027"/>
              <a:gd name="connsiteX28" fmla="*/ 1493240 w 1887523"/>
              <a:gd name="connsiteY28" fmla="*/ 2038524 h 2265027"/>
              <a:gd name="connsiteX29" fmla="*/ 1417739 w 1887523"/>
              <a:gd name="connsiteY29" fmla="*/ 2122414 h 2265027"/>
              <a:gd name="connsiteX30" fmla="*/ 1333849 w 1887523"/>
              <a:gd name="connsiteY30" fmla="*/ 2189526 h 2265027"/>
              <a:gd name="connsiteX31" fmla="*/ 1157680 w 1887523"/>
              <a:gd name="connsiteY31" fmla="*/ 2265027 h 2265027"/>
              <a:gd name="connsiteX32" fmla="*/ 914400 w 1887523"/>
              <a:gd name="connsiteY32" fmla="*/ 2248249 h 2265027"/>
              <a:gd name="connsiteX33" fmla="*/ 805343 w 1887523"/>
              <a:gd name="connsiteY33" fmla="*/ 2147581 h 2265027"/>
              <a:gd name="connsiteX34" fmla="*/ 696286 w 1887523"/>
              <a:gd name="connsiteY34" fmla="*/ 2004968 h 2265027"/>
              <a:gd name="connsiteX35" fmla="*/ 511728 w 1887523"/>
              <a:gd name="connsiteY35" fmla="*/ 2072080 h 2265027"/>
              <a:gd name="connsiteX36" fmla="*/ 302003 w 1887523"/>
              <a:gd name="connsiteY36" fmla="*/ 2072080 h 2265027"/>
              <a:gd name="connsiteX37" fmla="*/ 83890 w 1887523"/>
              <a:gd name="connsiteY37" fmla="*/ 1887522 h 2265027"/>
              <a:gd name="connsiteX38" fmla="*/ 16778 w 1887523"/>
              <a:gd name="connsiteY38" fmla="*/ 1702965 h 2265027"/>
              <a:gd name="connsiteX39" fmla="*/ 25167 w 1887523"/>
              <a:gd name="connsiteY39" fmla="*/ 1451295 h 2265027"/>
              <a:gd name="connsiteX40" fmla="*/ 58723 w 1887523"/>
              <a:gd name="connsiteY40" fmla="*/ 1350627 h 2265027"/>
              <a:gd name="connsiteX41" fmla="*/ 117446 w 1887523"/>
              <a:gd name="connsiteY41" fmla="*/ 1233181 h 2265027"/>
              <a:gd name="connsiteX42" fmla="*/ 167780 w 1887523"/>
              <a:gd name="connsiteY42" fmla="*/ 1182847 h 22650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887523" h="2265027">
                <a:moveTo>
                  <a:pt x="167780" y="1182847"/>
                </a:moveTo>
                <a:lnTo>
                  <a:pt x="58723" y="989900"/>
                </a:lnTo>
                <a:lnTo>
                  <a:pt x="0" y="788565"/>
                </a:lnTo>
                <a:lnTo>
                  <a:pt x="50334" y="612396"/>
                </a:lnTo>
                <a:lnTo>
                  <a:pt x="134224" y="402671"/>
                </a:lnTo>
                <a:lnTo>
                  <a:pt x="251669" y="310392"/>
                </a:lnTo>
                <a:lnTo>
                  <a:pt x="385893" y="243280"/>
                </a:lnTo>
                <a:lnTo>
                  <a:pt x="578840" y="251669"/>
                </a:lnTo>
                <a:lnTo>
                  <a:pt x="713064" y="100667"/>
                </a:lnTo>
                <a:lnTo>
                  <a:pt x="872455" y="16778"/>
                </a:lnTo>
                <a:lnTo>
                  <a:pt x="1065402" y="0"/>
                </a:lnTo>
                <a:lnTo>
                  <a:pt x="1191236" y="33555"/>
                </a:lnTo>
                <a:lnTo>
                  <a:pt x="1342238" y="100667"/>
                </a:lnTo>
                <a:lnTo>
                  <a:pt x="1417739" y="192946"/>
                </a:lnTo>
                <a:lnTo>
                  <a:pt x="1426128" y="260058"/>
                </a:lnTo>
                <a:lnTo>
                  <a:pt x="1426128" y="469783"/>
                </a:lnTo>
                <a:lnTo>
                  <a:pt x="1560352" y="486561"/>
                </a:lnTo>
                <a:lnTo>
                  <a:pt x="1744910" y="536895"/>
                </a:lnTo>
                <a:lnTo>
                  <a:pt x="1803633" y="604007"/>
                </a:lnTo>
                <a:lnTo>
                  <a:pt x="1887523" y="855677"/>
                </a:lnTo>
                <a:lnTo>
                  <a:pt x="1887523" y="1082179"/>
                </a:lnTo>
                <a:lnTo>
                  <a:pt x="1845578" y="1258348"/>
                </a:lnTo>
                <a:lnTo>
                  <a:pt x="1778466" y="1409350"/>
                </a:lnTo>
                <a:lnTo>
                  <a:pt x="1661020" y="1493240"/>
                </a:lnTo>
                <a:lnTo>
                  <a:pt x="1560352" y="1526796"/>
                </a:lnTo>
                <a:lnTo>
                  <a:pt x="1619075" y="1619075"/>
                </a:lnTo>
                <a:lnTo>
                  <a:pt x="1627464" y="1719743"/>
                </a:lnTo>
                <a:lnTo>
                  <a:pt x="1568741" y="1912689"/>
                </a:lnTo>
                <a:lnTo>
                  <a:pt x="1493240" y="2038524"/>
                </a:lnTo>
                <a:lnTo>
                  <a:pt x="1417739" y="2122414"/>
                </a:lnTo>
                <a:lnTo>
                  <a:pt x="1333849" y="2189526"/>
                </a:lnTo>
                <a:lnTo>
                  <a:pt x="1157680" y="2265027"/>
                </a:lnTo>
                <a:lnTo>
                  <a:pt x="914400" y="2248249"/>
                </a:lnTo>
                <a:lnTo>
                  <a:pt x="805343" y="2147581"/>
                </a:lnTo>
                <a:lnTo>
                  <a:pt x="696286" y="2004968"/>
                </a:lnTo>
                <a:lnTo>
                  <a:pt x="511728" y="2072080"/>
                </a:lnTo>
                <a:lnTo>
                  <a:pt x="302003" y="2072080"/>
                </a:lnTo>
                <a:lnTo>
                  <a:pt x="83890" y="1887522"/>
                </a:lnTo>
                <a:lnTo>
                  <a:pt x="16778" y="1702965"/>
                </a:lnTo>
                <a:lnTo>
                  <a:pt x="25167" y="1451295"/>
                </a:lnTo>
                <a:lnTo>
                  <a:pt x="58723" y="1350627"/>
                </a:lnTo>
                <a:lnTo>
                  <a:pt x="117446" y="1233181"/>
                </a:lnTo>
                <a:lnTo>
                  <a:pt x="167780" y="1182847"/>
                </a:lnTo>
                <a:close/>
              </a:path>
            </a:pathLst>
          </a:cu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30" name="Freeform: Shape 29">
            <a:extLst>
              <a:ext uri="{FF2B5EF4-FFF2-40B4-BE49-F238E27FC236}">
                <a16:creationId xmlns:a16="http://schemas.microsoft.com/office/drawing/2014/main" id="{8139F2B2-DE54-7CE1-CCBE-1C4164F07AC7}"/>
              </a:ext>
            </a:extLst>
          </p:cNvPr>
          <p:cNvSpPr/>
          <p:nvPr/>
        </p:nvSpPr>
        <p:spPr>
          <a:xfrm>
            <a:off x="3206304" y="2991789"/>
            <a:ext cx="266024" cy="319228"/>
          </a:xfrm>
          <a:custGeom>
            <a:avLst/>
            <a:gdLst>
              <a:gd name="connsiteX0" fmla="*/ 167780 w 1887523"/>
              <a:gd name="connsiteY0" fmla="*/ 1182847 h 2265027"/>
              <a:gd name="connsiteX1" fmla="*/ 58723 w 1887523"/>
              <a:gd name="connsiteY1" fmla="*/ 989900 h 2265027"/>
              <a:gd name="connsiteX2" fmla="*/ 0 w 1887523"/>
              <a:gd name="connsiteY2" fmla="*/ 788565 h 2265027"/>
              <a:gd name="connsiteX3" fmla="*/ 50334 w 1887523"/>
              <a:gd name="connsiteY3" fmla="*/ 612396 h 2265027"/>
              <a:gd name="connsiteX4" fmla="*/ 134224 w 1887523"/>
              <a:gd name="connsiteY4" fmla="*/ 402671 h 2265027"/>
              <a:gd name="connsiteX5" fmla="*/ 251669 w 1887523"/>
              <a:gd name="connsiteY5" fmla="*/ 310392 h 2265027"/>
              <a:gd name="connsiteX6" fmla="*/ 385893 w 1887523"/>
              <a:gd name="connsiteY6" fmla="*/ 243280 h 2265027"/>
              <a:gd name="connsiteX7" fmla="*/ 578840 w 1887523"/>
              <a:gd name="connsiteY7" fmla="*/ 251669 h 2265027"/>
              <a:gd name="connsiteX8" fmla="*/ 713064 w 1887523"/>
              <a:gd name="connsiteY8" fmla="*/ 100667 h 2265027"/>
              <a:gd name="connsiteX9" fmla="*/ 872455 w 1887523"/>
              <a:gd name="connsiteY9" fmla="*/ 16778 h 2265027"/>
              <a:gd name="connsiteX10" fmla="*/ 1065402 w 1887523"/>
              <a:gd name="connsiteY10" fmla="*/ 0 h 2265027"/>
              <a:gd name="connsiteX11" fmla="*/ 1191236 w 1887523"/>
              <a:gd name="connsiteY11" fmla="*/ 33555 h 2265027"/>
              <a:gd name="connsiteX12" fmla="*/ 1342238 w 1887523"/>
              <a:gd name="connsiteY12" fmla="*/ 100667 h 2265027"/>
              <a:gd name="connsiteX13" fmla="*/ 1417739 w 1887523"/>
              <a:gd name="connsiteY13" fmla="*/ 192946 h 2265027"/>
              <a:gd name="connsiteX14" fmla="*/ 1426128 w 1887523"/>
              <a:gd name="connsiteY14" fmla="*/ 260058 h 2265027"/>
              <a:gd name="connsiteX15" fmla="*/ 1426128 w 1887523"/>
              <a:gd name="connsiteY15" fmla="*/ 469783 h 2265027"/>
              <a:gd name="connsiteX16" fmla="*/ 1560352 w 1887523"/>
              <a:gd name="connsiteY16" fmla="*/ 486561 h 2265027"/>
              <a:gd name="connsiteX17" fmla="*/ 1744910 w 1887523"/>
              <a:gd name="connsiteY17" fmla="*/ 536895 h 2265027"/>
              <a:gd name="connsiteX18" fmla="*/ 1803633 w 1887523"/>
              <a:gd name="connsiteY18" fmla="*/ 604007 h 2265027"/>
              <a:gd name="connsiteX19" fmla="*/ 1887523 w 1887523"/>
              <a:gd name="connsiteY19" fmla="*/ 855677 h 2265027"/>
              <a:gd name="connsiteX20" fmla="*/ 1887523 w 1887523"/>
              <a:gd name="connsiteY20" fmla="*/ 1082179 h 2265027"/>
              <a:gd name="connsiteX21" fmla="*/ 1845578 w 1887523"/>
              <a:gd name="connsiteY21" fmla="*/ 1258348 h 2265027"/>
              <a:gd name="connsiteX22" fmla="*/ 1778466 w 1887523"/>
              <a:gd name="connsiteY22" fmla="*/ 1409350 h 2265027"/>
              <a:gd name="connsiteX23" fmla="*/ 1661020 w 1887523"/>
              <a:gd name="connsiteY23" fmla="*/ 1493240 h 2265027"/>
              <a:gd name="connsiteX24" fmla="*/ 1560352 w 1887523"/>
              <a:gd name="connsiteY24" fmla="*/ 1526796 h 2265027"/>
              <a:gd name="connsiteX25" fmla="*/ 1619075 w 1887523"/>
              <a:gd name="connsiteY25" fmla="*/ 1619075 h 2265027"/>
              <a:gd name="connsiteX26" fmla="*/ 1627464 w 1887523"/>
              <a:gd name="connsiteY26" fmla="*/ 1719743 h 2265027"/>
              <a:gd name="connsiteX27" fmla="*/ 1568741 w 1887523"/>
              <a:gd name="connsiteY27" fmla="*/ 1912689 h 2265027"/>
              <a:gd name="connsiteX28" fmla="*/ 1493240 w 1887523"/>
              <a:gd name="connsiteY28" fmla="*/ 2038524 h 2265027"/>
              <a:gd name="connsiteX29" fmla="*/ 1417739 w 1887523"/>
              <a:gd name="connsiteY29" fmla="*/ 2122414 h 2265027"/>
              <a:gd name="connsiteX30" fmla="*/ 1333849 w 1887523"/>
              <a:gd name="connsiteY30" fmla="*/ 2189526 h 2265027"/>
              <a:gd name="connsiteX31" fmla="*/ 1157680 w 1887523"/>
              <a:gd name="connsiteY31" fmla="*/ 2265027 h 2265027"/>
              <a:gd name="connsiteX32" fmla="*/ 914400 w 1887523"/>
              <a:gd name="connsiteY32" fmla="*/ 2248249 h 2265027"/>
              <a:gd name="connsiteX33" fmla="*/ 805343 w 1887523"/>
              <a:gd name="connsiteY33" fmla="*/ 2147581 h 2265027"/>
              <a:gd name="connsiteX34" fmla="*/ 696286 w 1887523"/>
              <a:gd name="connsiteY34" fmla="*/ 2004968 h 2265027"/>
              <a:gd name="connsiteX35" fmla="*/ 511728 w 1887523"/>
              <a:gd name="connsiteY35" fmla="*/ 2072080 h 2265027"/>
              <a:gd name="connsiteX36" fmla="*/ 302003 w 1887523"/>
              <a:gd name="connsiteY36" fmla="*/ 2072080 h 2265027"/>
              <a:gd name="connsiteX37" fmla="*/ 83890 w 1887523"/>
              <a:gd name="connsiteY37" fmla="*/ 1887522 h 2265027"/>
              <a:gd name="connsiteX38" fmla="*/ 16778 w 1887523"/>
              <a:gd name="connsiteY38" fmla="*/ 1702965 h 2265027"/>
              <a:gd name="connsiteX39" fmla="*/ 25167 w 1887523"/>
              <a:gd name="connsiteY39" fmla="*/ 1451295 h 2265027"/>
              <a:gd name="connsiteX40" fmla="*/ 58723 w 1887523"/>
              <a:gd name="connsiteY40" fmla="*/ 1350627 h 2265027"/>
              <a:gd name="connsiteX41" fmla="*/ 117446 w 1887523"/>
              <a:gd name="connsiteY41" fmla="*/ 1233181 h 2265027"/>
              <a:gd name="connsiteX42" fmla="*/ 167780 w 1887523"/>
              <a:gd name="connsiteY42" fmla="*/ 1182847 h 22650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887523" h="2265027">
                <a:moveTo>
                  <a:pt x="167780" y="1182847"/>
                </a:moveTo>
                <a:lnTo>
                  <a:pt x="58723" y="989900"/>
                </a:lnTo>
                <a:lnTo>
                  <a:pt x="0" y="788565"/>
                </a:lnTo>
                <a:lnTo>
                  <a:pt x="50334" y="612396"/>
                </a:lnTo>
                <a:lnTo>
                  <a:pt x="134224" y="402671"/>
                </a:lnTo>
                <a:lnTo>
                  <a:pt x="251669" y="310392"/>
                </a:lnTo>
                <a:lnTo>
                  <a:pt x="385893" y="243280"/>
                </a:lnTo>
                <a:lnTo>
                  <a:pt x="578840" y="251669"/>
                </a:lnTo>
                <a:lnTo>
                  <a:pt x="713064" y="100667"/>
                </a:lnTo>
                <a:lnTo>
                  <a:pt x="872455" y="16778"/>
                </a:lnTo>
                <a:lnTo>
                  <a:pt x="1065402" y="0"/>
                </a:lnTo>
                <a:lnTo>
                  <a:pt x="1191236" y="33555"/>
                </a:lnTo>
                <a:lnTo>
                  <a:pt x="1342238" y="100667"/>
                </a:lnTo>
                <a:lnTo>
                  <a:pt x="1417739" y="192946"/>
                </a:lnTo>
                <a:lnTo>
                  <a:pt x="1426128" y="260058"/>
                </a:lnTo>
                <a:lnTo>
                  <a:pt x="1426128" y="469783"/>
                </a:lnTo>
                <a:lnTo>
                  <a:pt x="1560352" y="486561"/>
                </a:lnTo>
                <a:lnTo>
                  <a:pt x="1744910" y="536895"/>
                </a:lnTo>
                <a:lnTo>
                  <a:pt x="1803633" y="604007"/>
                </a:lnTo>
                <a:lnTo>
                  <a:pt x="1887523" y="855677"/>
                </a:lnTo>
                <a:lnTo>
                  <a:pt x="1887523" y="1082179"/>
                </a:lnTo>
                <a:lnTo>
                  <a:pt x="1845578" y="1258348"/>
                </a:lnTo>
                <a:lnTo>
                  <a:pt x="1778466" y="1409350"/>
                </a:lnTo>
                <a:lnTo>
                  <a:pt x="1661020" y="1493240"/>
                </a:lnTo>
                <a:lnTo>
                  <a:pt x="1560352" y="1526796"/>
                </a:lnTo>
                <a:lnTo>
                  <a:pt x="1619075" y="1619075"/>
                </a:lnTo>
                <a:lnTo>
                  <a:pt x="1627464" y="1719743"/>
                </a:lnTo>
                <a:lnTo>
                  <a:pt x="1568741" y="1912689"/>
                </a:lnTo>
                <a:lnTo>
                  <a:pt x="1493240" y="2038524"/>
                </a:lnTo>
                <a:lnTo>
                  <a:pt x="1417739" y="2122414"/>
                </a:lnTo>
                <a:lnTo>
                  <a:pt x="1333849" y="2189526"/>
                </a:lnTo>
                <a:lnTo>
                  <a:pt x="1157680" y="2265027"/>
                </a:lnTo>
                <a:lnTo>
                  <a:pt x="914400" y="2248249"/>
                </a:lnTo>
                <a:lnTo>
                  <a:pt x="805343" y="2147581"/>
                </a:lnTo>
                <a:lnTo>
                  <a:pt x="696286" y="2004968"/>
                </a:lnTo>
                <a:lnTo>
                  <a:pt x="511728" y="2072080"/>
                </a:lnTo>
                <a:lnTo>
                  <a:pt x="302003" y="2072080"/>
                </a:lnTo>
                <a:lnTo>
                  <a:pt x="83890" y="1887522"/>
                </a:lnTo>
                <a:lnTo>
                  <a:pt x="16778" y="1702965"/>
                </a:lnTo>
                <a:lnTo>
                  <a:pt x="25167" y="1451295"/>
                </a:lnTo>
                <a:lnTo>
                  <a:pt x="58723" y="1350627"/>
                </a:lnTo>
                <a:lnTo>
                  <a:pt x="117446" y="1233181"/>
                </a:lnTo>
                <a:lnTo>
                  <a:pt x="167780" y="1182847"/>
                </a:lnTo>
                <a:close/>
              </a:path>
            </a:pathLst>
          </a:cu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35" name="Freeform: Shape 34">
            <a:extLst>
              <a:ext uri="{FF2B5EF4-FFF2-40B4-BE49-F238E27FC236}">
                <a16:creationId xmlns:a16="http://schemas.microsoft.com/office/drawing/2014/main" id="{721B1AA3-17DD-506B-9B14-CDFF5EA0BECB}"/>
              </a:ext>
            </a:extLst>
          </p:cNvPr>
          <p:cNvSpPr/>
          <p:nvPr/>
        </p:nvSpPr>
        <p:spPr>
          <a:xfrm>
            <a:off x="2271587" y="1913146"/>
            <a:ext cx="206619" cy="247942"/>
          </a:xfrm>
          <a:custGeom>
            <a:avLst/>
            <a:gdLst>
              <a:gd name="connsiteX0" fmla="*/ 167780 w 1887523"/>
              <a:gd name="connsiteY0" fmla="*/ 1182847 h 2265027"/>
              <a:gd name="connsiteX1" fmla="*/ 58723 w 1887523"/>
              <a:gd name="connsiteY1" fmla="*/ 989900 h 2265027"/>
              <a:gd name="connsiteX2" fmla="*/ 0 w 1887523"/>
              <a:gd name="connsiteY2" fmla="*/ 788565 h 2265027"/>
              <a:gd name="connsiteX3" fmla="*/ 50334 w 1887523"/>
              <a:gd name="connsiteY3" fmla="*/ 612396 h 2265027"/>
              <a:gd name="connsiteX4" fmla="*/ 134224 w 1887523"/>
              <a:gd name="connsiteY4" fmla="*/ 402671 h 2265027"/>
              <a:gd name="connsiteX5" fmla="*/ 251669 w 1887523"/>
              <a:gd name="connsiteY5" fmla="*/ 310392 h 2265027"/>
              <a:gd name="connsiteX6" fmla="*/ 385893 w 1887523"/>
              <a:gd name="connsiteY6" fmla="*/ 243280 h 2265027"/>
              <a:gd name="connsiteX7" fmla="*/ 578840 w 1887523"/>
              <a:gd name="connsiteY7" fmla="*/ 251669 h 2265027"/>
              <a:gd name="connsiteX8" fmla="*/ 713064 w 1887523"/>
              <a:gd name="connsiteY8" fmla="*/ 100667 h 2265027"/>
              <a:gd name="connsiteX9" fmla="*/ 872455 w 1887523"/>
              <a:gd name="connsiteY9" fmla="*/ 16778 h 2265027"/>
              <a:gd name="connsiteX10" fmla="*/ 1065402 w 1887523"/>
              <a:gd name="connsiteY10" fmla="*/ 0 h 2265027"/>
              <a:gd name="connsiteX11" fmla="*/ 1191236 w 1887523"/>
              <a:gd name="connsiteY11" fmla="*/ 33555 h 2265027"/>
              <a:gd name="connsiteX12" fmla="*/ 1342238 w 1887523"/>
              <a:gd name="connsiteY12" fmla="*/ 100667 h 2265027"/>
              <a:gd name="connsiteX13" fmla="*/ 1417739 w 1887523"/>
              <a:gd name="connsiteY13" fmla="*/ 192946 h 2265027"/>
              <a:gd name="connsiteX14" fmla="*/ 1426128 w 1887523"/>
              <a:gd name="connsiteY14" fmla="*/ 260058 h 2265027"/>
              <a:gd name="connsiteX15" fmla="*/ 1426128 w 1887523"/>
              <a:gd name="connsiteY15" fmla="*/ 469783 h 2265027"/>
              <a:gd name="connsiteX16" fmla="*/ 1560352 w 1887523"/>
              <a:gd name="connsiteY16" fmla="*/ 486561 h 2265027"/>
              <a:gd name="connsiteX17" fmla="*/ 1744910 w 1887523"/>
              <a:gd name="connsiteY17" fmla="*/ 536895 h 2265027"/>
              <a:gd name="connsiteX18" fmla="*/ 1803633 w 1887523"/>
              <a:gd name="connsiteY18" fmla="*/ 604007 h 2265027"/>
              <a:gd name="connsiteX19" fmla="*/ 1887523 w 1887523"/>
              <a:gd name="connsiteY19" fmla="*/ 855677 h 2265027"/>
              <a:gd name="connsiteX20" fmla="*/ 1887523 w 1887523"/>
              <a:gd name="connsiteY20" fmla="*/ 1082179 h 2265027"/>
              <a:gd name="connsiteX21" fmla="*/ 1845578 w 1887523"/>
              <a:gd name="connsiteY21" fmla="*/ 1258348 h 2265027"/>
              <a:gd name="connsiteX22" fmla="*/ 1778466 w 1887523"/>
              <a:gd name="connsiteY22" fmla="*/ 1409350 h 2265027"/>
              <a:gd name="connsiteX23" fmla="*/ 1661020 w 1887523"/>
              <a:gd name="connsiteY23" fmla="*/ 1493240 h 2265027"/>
              <a:gd name="connsiteX24" fmla="*/ 1560352 w 1887523"/>
              <a:gd name="connsiteY24" fmla="*/ 1526796 h 2265027"/>
              <a:gd name="connsiteX25" fmla="*/ 1619075 w 1887523"/>
              <a:gd name="connsiteY25" fmla="*/ 1619075 h 2265027"/>
              <a:gd name="connsiteX26" fmla="*/ 1627464 w 1887523"/>
              <a:gd name="connsiteY26" fmla="*/ 1719743 h 2265027"/>
              <a:gd name="connsiteX27" fmla="*/ 1568741 w 1887523"/>
              <a:gd name="connsiteY27" fmla="*/ 1912689 h 2265027"/>
              <a:gd name="connsiteX28" fmla="*/ 1493240 w 1887523"/>
              <a:gd name="connsiteY28" fmla="*/ 2038524 h 2265027"/>
              <a:gd name="connsiteX29" fmla="*/ 1417739 w 1887523"/>
              <a:gd name="connsiteY29" fmla="*/ 2122414 h 2265027"/>
              <a:gd name="connsiteX30" fmla="*/ 1333849 w 1887523"/>
              <a:gd name="connsiteY30" fmla="*/ 2189526 h 2265027"/>
              <a:gd name="connsiteX31" fmla="*/ 1157680 w 1887523"/>
              <a:gd name="connsiteY31" fmla="*/ 2265027 h 2265027"/>
              <a:gd name="connsiteX32" fmla="*/ 914400 w 1887523"/>
              <a:gd name="connsiteY32" fmla="*/ 2248249 h 2265027"/>
              <a:gd name="connsiteX33" fmla="*/ 805343 w 1887523"/>
              <a:gd name="connsiteY33" fmla="*/ 2147581 h 2265027"/>
              <a:gd name="connsiteX34" fmla="*/ 696286 w 1887523"/>
              <a:gd name="connsiteY34" fmla="*/ 2004968 h 2265027"/>
              <a:gd name="connsiteX35" fmla="*/ 511728 w 1887523"/>
              <a:gd name="connsiteY35" fmla="*/ 2072080 h 2265027"/>
              <a:gd name="connsiteX36" fmla="*/ 302003 w 1887523"/>
              <a:gd name="connsiteY36" fmla="*/ 2072080 h 2265027"/>
              <a:gd name="connsiteX37" fmla="*/ 83890 w 1887523"/>
              <a:gd name="connsiteY37" fmla="*/ 1887522 h 2265027"/>
              <a:gd name="connsiteX38" fmla="*/ 16778 w 1887523"/>
              <a:gd name="connsiteY38" fmla="*/ 1702965 h 2265027"/>
              <a:gd name="connsiteX39" fmla="*/ 25167 w 1887523"/>
              <a:gd name="connsiteY39" fmla="*/ 1451295 h 2265027"/>
              <a:gd name="connsiteX40" fmla="*/ 58723 w 1887523"/>
              <a:gd name="connsiteY40" fmla="*/ 1350627 h 2265027"/>
              <a:gd name="connsiteX41" fmla="*/ 117446 w 1887523"/>
              <a:gd name="connsiteY41" fmla="*/ 1233181 h 2265027"/>
              <a:gd name="connsiteX42" fmla="*/ 167780 w 1887523"/>
              <a:gd name="connsiteY42" fmla="*/ 1182847 h 22650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887523" h="2265027">
                <a:moveTo>
                  <a:pt x="167780" y="1182847"/>
                </a:moveTo>
                <a:lnTo>
                  <a:pt x="58723" y="989900"/>
                </a:lnTo>
                <a:lnTo>
                  <a:pt x="0" y="788565"/>
                </a:lnTo>
                <a:lnTo>
                  <a:pt x="50334" y="612396"/>
                </a:lnTo>
                <a:lnTo>
                  <a:pt x="134224" y="402671"/>
                </a:lnTo>
                <a:lnTo>
                  <a:pt x="251669" y="310392"/>
                </a:lnTo>
                <a:lnTo>
                  <a:pt x="385893" y="243280"/>
                </a:lnTo>
                <a:lnTo>
                  <a:pt x="578840" y="251669"/>
                </a:lnTo>
                <a:lnTo>
                  <a:pt x="713064" y="100667"/>
                </a:lnTo>
                <a:lnTo>
                  <a:pt x="872455" y="16778"/>
                </a:lnTo>
                <a:lnTo>
                  <a:pt x="1065402" y="0"/>
                </a:lnTo>
                <a:lnTo>
                  <a:pt x="1191236" y="33555"/>
                </a:lnTo>
                <a:lnTo>
                  <a:pt x="1342238" y="100667"/>
                </a:lnTo>
                <a:lnTo>
                  <a:pt x="1417739" y="192946"/>
                </a:lnTo>
                <a:lnTo>
                  <a:pt x="1426128" y="260058"/>
                </a:lnTo>
                <a:lnTo>
                  <a:pt x="1426128" y="469783"/>
                </a:lnTo>
                <a:lnTo>
                  <a:pt x="1560352" y="486561"/>
                </a:lnTo>
                <a:lnTo>
                  <a:pt x="1744910" y="536895"/>
                </a:lnTo>
                <a:lnTo>
                  <a:pt x="1803633" y="604007"/>
                </a:lnTo>
                <a:lnTo>
                  <a:pt x="1887523" y="855677"/>
                </a:lnTo>
                <a:lnTo>
                  <a:pt x="1887523" y="1082179"/>
                </a:lnTo>
                <a:lnTo>
                  <a:pt x="1845578" y="1258348"/>
                </a:lnTo>
                <a:lnTo>
                  <a:pt x="1778466" y="1409350"/>
                </a:lnTo>
                <a:lnTo>
                  <a:pt x="1661020" y="1493240"/>
                </a:lnTo>
                <a:lnTo>
                  <a:pt x="1560352" y="1526796"/>
                </a:lnTo>
                <a:lnTo>
                  <a:pt x="1619075" y="1619075"/>
                </a:lnTo>
                <a:lnTo>
                  <a:pt x="1627464" y="1719743"/>
                </a:lnTo>
                <a:lnTo>
                  <a:pt x="1568741" y="1912689"/>
                </a:lnTo>
                <a:lnTo>
                  <a:pt x="1493240" y="2038524"/>
                </a:lnTo>
                <a:lnTo>
                  <a:pt x="1417739" y="2122414"/>
                </a:lnTo>
                <a:lnTo>
                  <a:pt x="1333849" y="2189526"/>
                </a:lnTo>
                <a:lnTo>
                  <a:pt x="1157680" y="2265027"/>
                </a:lnTo>
                <a:lnTo>
                  <a:pt x="914400" y="2248249"/>
                </a:lnTo>
                <a:lnTo>
                  <a:pt x="805343" y="2147581"/>
                </a:lnTo>
                <a:lnTo>
                  <a:pt x="696286" y="2004968"/>
                </a:lnTo>
                <a:lnTo>
                  <a:pt x="511728" y="2072080"/>
                </a:lnTo>
                <a:lnTo>
                  <a:pt x="302003" y="2072080"/>
                </a:lnTo>
                <a:lnTo>
                  <a:pt x="83890" y="1887522"/>
                </a:lnTo>
                <a:lnTo>
                  <a:pt x="16778" y="1702965"/>
                </a:lnTo>
                <a:lnTo>
                  <a:pt x="25167" y="1451295"/>
                </a:lnTo>
                <a:lnTo>
                  <a:pt x="58723" y="1350627"/>
                </a:lnTo>
                <a:lnTo>
                  <a:pt x="117446" y="1233181"/>
                </a:lnTo>
                <a:lnTo>
                  <a:pt x="167780" y="1182847"/>
                </a:lnTo>
                <a:close/>
              </a:path>
            </a:pathLst>
          </a:cu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5" name="TextBox 4">
            <a:extLst>
              <a:ext uri="{FF2B5EF4-FFF2-40B4-BE49-F238E27FC236}">
                <a16:creationId xmlns:a16="http://schemas.microsoft.com/office/drawing/2014/main" id="{3A69BFB0-E1DC-E3FA-6EA3-821A27D46522}"/>
              </a:ext>
            </a:extLst>
          </p:cNvPr>
          <p:cNvSpPr txBox="1"/>
          <p:nvPr/>
        </p:nvSpPr>
        <p:spPr>
          <a:xfrm>
            <a:off x="5873925" y="2665439"/>
            <a:ext cx="5507001" cy="1200329"/>
          </a:xfrm>
          <a:prstGeom prst="rect">
            <a:avLst/>
          </a:prstGeom>
          <a:noFill/>
        </p:spPr>
        <p:txBody>
          <a:bodyPr wrap="square" rtlCol="0">
            <a:spAutoFit/>
          </a:bodyPr>
          <a:lstStyle/>
          <a:p>
            <a:r>
              <a:rPr lang="en-GB" sz="2400">
                <a:latin typeface="Sassoon Infant Rg" panose="02000503030000020003" pitchFamily="2" charset="0"/>
                <a:ea typeface="Sassoon Infant Rg" panose="02000503030000020003" pitchFamily="2" charset="0"/>
              </a:rPr>
              <a:t>I am learning this because it will help me to develop my understanding of vocabulary at a sentence and text level.</a:t>
            </a:r>
          </a:p>
        </p:txBody>
      </p:sp>
      <p:grpSp>
        <p:nvGrpSpPr>
          <p:cNvPr id="3" name="Group 2">
            <a:extLst>
              <a:ext uri="{FF2B5EF4-FFF2-40B4-BE49-F238E27FC236}">
                <a16:creationId xmlns:a16="http://schemas.microsoft.com/office/drawing/2014/main" id="{AB1D5BFC-9C6F-78FE-BB55-8A787A315711}"/>
              </a:ext>
            </a:extLst>
          </p:cNvPr>
          <p:cNvGrpSpPr/>
          <p:nvPr/>
        </p:nvGrpSpPr>
        <p:grpSpPr>
          <a:xfrm>
            <a:off x="10607910" y="233361"/>
            <a:ext cx="1316831" cy="1316831"/>
            <a:chOff x="5180554" y="1026138"/>
            <a:chExt cx="1316831" cy="1316831"/>
          </a:xfrm>
        </p:grpSpPr>
        <p:sp>
          <p:nvSpPr>
            <p:cNvPr id="4" name="Oval 3">
              <a:extLst>
                <a:ext uri="{FF2B5EF4-FFF2-40B4-BE49-F238E27FC236}">
                  <a16:creationId xmlns:a16="http://schemas.microsoft.com/office/drawing/2014/main" id="{30C90C35-E0BE-7AD4-92BC-8EFF113E4DB8}"/>
                </a:ext>
              </a:extLst>
            </p:cNvPr>
            <p:cNvSpPr/>
            <p:nvPr/>
          </p:nvSpPr>
          <p:spPr>
            <a:xfrm>
              <a:off x="5180554" y="1026138"/>
              <a:ext cx="1316831" cy="1316831"/>
            </a:xfrm>
            <a:prstGeom prst="ellipse">
              <a:avLst/>
            </a:prstGeom>
            <a:solidFill>
              <a:srgbClr val="DFF2C0"/>
            </a:solidFill>
            <a:ln w="38100">
              <a:solidFill>
                <a:srgbClr val="82BB27"/>
              </a:solidFill>
            </a:ln>
          </p:spPr>
          <p:style>
            <a:lnRef idx="2">
              <a:scrgbClr r="0" g="0" b="0"/>
            </a:lnRef>
            <a:fillRef idx="1">
              <a:scrgbClr r="0" g="0" b="0"/>
            </a:fillRef>
            <a:effectRef idx="0">
              <a:schemeClr val="accent1">
                <a:hueOff val="0"/>
                <a:satOff val="0"/>
                <a:lumOff val="0"/>
                <a:alphaOff val="0"/>
              </a:schemeClr>
            </a:effectRef>
            <a:fontRef idx="minor">
              <a:schemeClr val="lt1"/>
            </a:fontRef>
          </p:style>
          <p:txBody>
            <a:bodyPr/>
            <a:lstStyle/>
            <a:p>
              <a:endParaRPr lang="en-GB"/>
            </a:p>
          </p:txBody>
        </p:sp>
        <p:sp>
          <p:nvSpPr>
            <p:cNvPr id="21" name="Oval 4">
              <a:extLst>
                <a:ext uri="{FF2B5EF4-FFF2-40B4-BE49-F238E27FC236}">
                  <a16:creationId xmlns:a16="http://schemas.microsoft.com/office/drawing/2014/main" id="{D5E138FF-7604-1E33-555D-87C2C96CBE05}"/>
                </a:ext>
              </a:extLst>
            </p:cNvPr>
            <p:cNvSpPr txBox="1"/>
            <p:nvPr/>
          </p:nvSpPr>
          <p:spPr>
            <a:xfrm>
              <a:off x="5373399" y="1218983"/>
              <a:ext cx="931141" cy="931141"/>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6510" tIns="16510" rIns="16510" bIns="16510" numCol="1" spcCol="1270" anchor="ctr" anchorCtr="0">
              <a:noAutofit/>
            </a:bodyPr>
            <a:lstStyle/>
            <a:p>
              <a:pPr marL="0" lvl="0" indent="0" algn="ctr" defTabSz="577850">
                <a:lnSpc>
                  <a:spcPct val="90000"/>
                </a:lnSpc>
                <a:spcBef>
                  <a:spcPct val="0"/>
                </a:spcBef>
                <a:spcAft>
                  <a:spcPct val="35000"/>
                </a:spcAft>
                <a:buNone/>
              </a:pPr>
              <a:r>
                <a:rPr lang="en-GB" sz="1300" b="1" kern="1200">
                  <a:solidFill>
                    <a:srgbClr val="82BB27"/>
                  </a:solidFill>
                  <a:latin typeface="Sassoon Infant Rg" panose="02000503030000020003" pitchFamily="2" charset="0"/>
                  <a:ea typeface="Sassoon Infant Rg" panose="02000503030000020003" pitchFamily="2" charset="0"/>
                </a:rPr>
                <a:t>Vocabulary</a:t>
              </a:r>
            </a:p>
          </p:txBody>
        </p:sp>
      </p:grpSp>
    </p:spTree>
    <p:extLst>
      <p:ext uri="{BB962C8B-B14F-4D97-AF65-F5344CB8AC3E}">
        <p14:creationId xmlns:p14="http://schemas.microsoft.com/office/powerpoint/2010/main" val="284261046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61F7DB-6538-E176-FE28-8F1AD256569A}"/>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14F21690-854A-3024-D098-1C56DE57443E}"/>
              </a:ext>
            </a:extLst>
          </p:cNvPr>
          <p:cNvPicPr>
            <a:picLocks noChangeAspect="1"/>
          </p:cNvPicPr>
          <p:nvPr/>
        </p:nvPicPr>
        <p:blipFill>
          <a:blip r:embed="rId2"/>
          <a:stretch>
            <a:fillRect/>
          </a:stretch>
        </p:blipFill>
        <p:spPr>
          <a:xfrm>
            <a:off x="10424916" y="134700"/>
            <a:ext cx="1616752" cy="697982"/>
          </a:xfrm>
          <a:prstGeom prst="rect">
            <a:avLst/>
          </a:prstGeom>
        </p:spPr>
      </p:pic>
      <p:sp>
        <p:nvSpPr>
          <p:cNvPr id="6" name="TextBox 5">
            <a:extLst>
              <a:ext uri="{FF2B5EF4-FFF2-40B4-BE49-F238E27FC236}">
                <a16:creationId xmlns:a16="http://schemas.microsoft.com/office/drawing/2014/main" id="{AEC30692-9C94-A8DB-4755-85FE74DE9821}"/>
              </a:ext>
            </a:extLst>
          </p:cNvPr>
          <p:cNvSpPr txBox="1"/>
          <p:nvPr/>
        </p:nvSpPr>
        <p:spPr>
          <a:xfrm>
            <a:off x="288098" y="335454"/>
            <a:ext cx="6864956" cy="707886"/>
          </a:xfrm>
          <a:prstGeom prst="rect">
            <a:avLst/>
          </a:prstGeom>
          <a:noFill/>
        </p:spPr>
        <p:txBody>
          <a:bodyPr wrap="none" rtlCol="0">
            <a:spAutoFit/>
          </a:bodyPr>
          <a:lstStyle/>
          <a:p>
            <a:r>
              <a:rPr lang="en-GB" sz="4000" b="1" u="sng"/>
              <a:t>Practice questions - Inference</a:t>
            </a:r>
          </a:p>
        </p:txBody>
      </p:sp>
      <p:pic>
        <p:nvPicPr>
          <p:cNvPr id="7" name="Picture 6">
            <a:extLst>
              <a:ext uri="{FF2B5EF4-FFF2-40B4-BE49-F238E27FC236}">
                <a16:creationId xmlns:a16="http://schemas.microsoft.com/office/drawing/2014/main" id="{E0AB4FA0-4B96-F850-DD50-18A5FD657BB8}"/>
              </a:ext>
            </a:extLst>
          </p:cNvPr>
          <p:cNvPicPr/>
          <p:nvPr/>
        </p:nvPicPr>
        <p:blipFill>
          <a:blip r:embed="rId3">
            <a:extLst>
              <a:ext uri="{28A0092B-C50C-407E-A947-70E740481C1C}">
                <a14:useLocalDpi xmlns:a14="http://schemas.microsoft.com/office/drawing/2010/main" val="0"/>
              </a:ext>
            </a:extLst>
          </a:blip>
          <a:stretch>
            <a:fillRect/>
          </a:stretch>
        </p:blipFill>
        <p:spPr>
          <a:xfrm>
            <a:off x="5250435" y="6048469"/>
            <a:ext cx="1691129" cy="711848"/>
          </a:xfrm>
          <a:prstGeom prst="rect">
            <a:avLst/>
          </a:prstGeom>
        </p:spPr>
      </p:pic>
      <p:sp>
        <p:nvSpPr>
          <p:cNvPr id="4" name="Rounded Rectangle 9">
            <a:extLst>
              <a:ext uri="{FF2B5EF4-FFF2-40B4-BE49-F238E27FC236}">
                <a16:creationId xmlns:a16="http://schemas.microsoft.com/office/drawing/2014/main" id="{2A06B04F-B021-4121-0C16-7A5BACEFBC1B}"/>
              </a:ext>
            </a:extLst>
          </p:cNvPr>
          <p:cNvSpPr/>
          <p:nvPr/>
        </p:nvSpPr>
        <p:spPr>
          <a:xfrm>
            <a:off x="8019658" y="6325456"/>
            <a:ext cx="4026568" cy="43134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a:t>Show / Hide Extract</a:t>
            </a:r>
          </a:p>
        </p:txBody>
      </p:sp>
      <p:sp>
        <p:nvSpPr>
          <p:cNvPr id="10" name="TextBox 9">
            <a:extLst>
              <a:ext uri="{FF2B5EF4-FFF2-40B4-BE49-F238E27FC236}">
                <a16:creationId xmlns:a16="http://schemas.microsoft.com/office/drawing/2014/main" id="{C064352E-4E96-13BD-C58F-5EEC5E15F4B5}"/>
              </a:ext>
            </a:extLst>
          </p:cNvPr>
          <p:cNvSpPr txBox="1"/>
          <p:nvPr/>
        </p:nvSpPr>
        <p:spPr>
          <a:xfrm>
            <a:off x="418368" y="1463046"/>
            <a:ext cx="11355262" cy="2246769"/>
          </a:xfrm>
          <a:prstGeom prst="rect">
            <a:avLst/>
          </a:prstGeom>
          <a:noFill/>
        </p:spPr>
        <p:txBody>
          <a:bodyPr wrap="square" rtlCol="0">
            <a:spAutoFit/>
          </a:bodyPr>
          <a:lstStyle/>
          <a:p>
            <a:r>
              <a:rPr lang="en-US" sz="1900"/>
              <a:t>Name one crop that Brazil grows and exports to other countries.</a:t>
            </a:r>
          </a:p>
          <a:p>
            <a:r>
              <a:rPr lang="en-US" sz="1900"/>
              <a:t>Any one from: soya, sugar cane or coffee.</a:t>
            </a:r>
          </a:p>
          <a:p>
            <a:endParaRPr lang="en-US" sz="1900"/>
          </a:p>
          <a:p>
            <a:r>
              <a:rPr lang="en-US" sz="1900"/>
              <a:t>What does the text suggest has happened to natural vegetation in Brazil as a result of farming?</a:t>
            </a:r>
          </a:p>
          <a:p>
            <a:r>
              <a:rPr lang="en-US" sz="1900"/>
              <a:t>The text suggests that significant areas of natural vegetation, particularly at the edges of the Amazon rainforest, have been cleared to make way for farmland.</a:t>
            </a:r>
          </a:p>
        </p:txBody>
      </p:sp>
      <p:sp>
        <p:nvSpPr>
          <p:cNvPr id="3" name="TextBox 2">
            <a:extLst>
              <a:ext uri="{FF2B5EF4-FFF2-40B4-BE49-F238E27FC236}">
                <a16:creationId xmlns:a16="http://schemas.microsoft.com/office/drawing/2014/main" id="{EBAE955F-2F2B-1B4A-4719-6AB782D998C5}"/>
              </a:ext>
            </a:extLst>
          </p:cNvPr>
          <p:cNvSpPr txBox="1"/>
          <p:nvPr/>
        </p:nvSpPr>
        <p:spPr>
          <a:xfrm>
            <a:off x="145774" y="1043340"/>
            <a:ext cx="12046226" cy="4585423"/>
          </a:xfrm>
          <a:prstGeom prst="rect">
            <a:avLst/>
          </a:prstGeom>
          <a:solidFill>
            <a:schemeClr val="accent5">
              <a:lumMod val="20000"/>
              <a:lumOff val="80000"/>
            </a:schemeClr>
          </a:solidFill>
        </p:spPr>
        <p:txBody>
          <a:bodyPr wrap="square" anchor="ctr">
            <a:noAutofit/>
          </a:bodyPr>
          <a:lstStyle/>
          <a:p>
            <a:r>
              <a:rPr lang="en-US" sz="2200"/>
              <a:t>Brazil's human geography is as varied and complex as its natural landscape. The country has some of the largest cities in the world — São Paulo, for example, has a population of over 12 million people and is one of the biggest urban areas on Earth. These vast cities are a patchwork of different land uses: towering glass office blocks and commercial districts sit alongside sprawling residential suburbs, transport hubs and recreational parks. Many of Brazil's cities have grown rapidly over the past century as people have moved from rural areas to seek work in factories and businesses. Agriculture is a vital part of Brazil's economy. Huge areas of the country are given over to farmland, growing crops such as soya, sugar cane and coffee, all of which are exported to countries across the world. Brazil is one of the largest agricultural exporters on the planet, and its trade links stretch to Europe, Asia and North America. This agricultural activity has, however, led to significant clearing of natural vegetation, particularly at the edges of the Amazon rainforest. Brazil's economy has changed significantly over time. Where once it relied heavily on the export of raw materials such as rubber and coffee, it has developed a much wider range of industries, including manufacturing and technology. Despite this growth, there are large differences in wealth within Brazil — some areas are very prosperous, while others struggle with poverty. Understanding how land is used and how wealth is distributed are central questions in human geography.</a:t>
            </a:r>
          </a:p>
        </p:txBody>
      </p:sp>
    </p:spTree>
    <p:extLst>
      <p:ext uri="{BB962C8B-B14F-4D97-AF65-F5344CB8AC3E}">
        <p14:creationId xmlns:p14="http://schemas.microsoft.com/office/powerpoint/2010/main" val="21617244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0">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3" restart="whenNotActive" fill="hold" evtFilter="cancelBubble" nodeType="interactiveSeq">
                <p:stCondLst>
                  <p:cond evt="onClick" delay="0">
                    <p:tgtEl>
                      <p:spTgt spid="4"/>
                    </p:tgtEl>
                  </p:cond>
                </p:stCondLst>
                <p:endSync evt="end" delay="0">
                  <p:rtn val="all"/>
                </p:endSync>
                <p:childTnLst>
                  <p:par>
                    <p:cTn id="24" fill="hold">
                      <p:stCondLst>
                        <p:cond delay="indefinite"/>
                      </p:stCondLst>
                      <p:childTnLst>
                        <p:par>
                          <p:cTn id="25" fill="hold">
                            <p:stCondLst>
                              <p:cond delay="0"/>
                            </p:stCondLst>
                            <p:childTnLst>
                              <p:par>
                                <p:cTn id="26" presetID="1" presetClass="entr" presetSubtype="0" fill="hold" grpId="0" nodeType="clickEffect">
                                  <p:stCondLst>
                                    <p:cond delay="0"/>
                                  </p:stCondLst>
                                  <p:childTnLst>
                                    <p:set>
                                      <p:cBhvr>
                                        <p:cTn id="27" dur="1" fill="hold">
                                          <p:stCondLst>
                                            <p:cond delay="0"/>
                                          </p:stCondLst>
                                        </p:cTn>
                                        <p:tgtEl>
                                          <p:spTgt spid="3"/>
                                        </p:tgtEl>
                                        <p:attrNameLst>
                                          <p:attrName>style.visibility</p:attrName>
                                        </p:attrNameLst>
                                      </p:cBhvr>
                                      <p:to>
                                        <p:strVal val="visible"/>
                                      </p:to>
                                    </p:set>
                                  </p:childTnLst>
                                </p:cTn>
                              </p:par>
                            </p:childTnLst>
                          </p:cTn>
                        </p:par>
                      </p:childTnLst>
                    </p:cTn>
                  </p:par>
                  <p:par>
                    <p:cTn id="28" fill="hold">
                      <p:stCondLst>
                        <p:cond delay="indefinite"/>
                      </p:stCondLst>
                      <p:childTnLst>
                        <p:par>
                          <p:cTn id="29" fill="hold">
                            <p:stCondLst>
                              <p:cond delay="0"/>
                            </p:stCondLst>
                            <p:childTnLst>
                              <p:par>
                                <p:cTn id="30" presetID="1" presetClass="exit" presetSubtype="0" fill="hold" grpId="1" nodeType="clickEffect">
                                  <p:stCondLst>
                                    <p:cond delay="0"/>
                                  </p:stCondLst>
                                  <p:childTnLst>
                                    <p:set>
                                      <p:cBhvr>
                                        <p:cTn id="31" dur="1" fill="hold">
                                          <p:stCondLst>
                                            <p:cond delay="0"/>
                                          </p:stCondLst>
                                        </p:cTn>
                                        <p:tgtEl>
                                          <p:spTgt spid="3"/>
                                        </p:tgtEl>
                                        <p:attrNameLst>
                                          <p:attrName>style.visibility</p:attrName>
                                        </p:attrNameLst>
                                      </p:cBhvr>
                                      <p:to>
                                        <p:strVal val="hidden"/>
                                      </p:to>
                                    </p:set>
                                  </p:childTnLst>
                                </p:cTn>
                              </p:par>
                            </p:childTnLst>
                          </p:cTn>
                        </p:par>
                      </p:childTnLst>
                    </p:cTn>
                  </p:par>
                </p:childTnLst>
              </p:cTn>
              <p:nextCondLst>
                <p:cond evt="onClick" delay="0">
                  <p:tgtEl>
                    <p:spTgt spid="4"/>
                  </p:tgtEl>
                </p:cond>
              </p:nextCondLst>
            </p:seq>
          </p:childTnLst>
        </p:cTn>
      </p:par>
    </p:tnLst>
    <p:bldLst>
      <p:bldP spid="3" grpId="0" animBg="1"/>
      <p:bldP spid="3" grpId="1"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Sassoon Infant Rg"/>
        <a:ea typeface=""/>
        <a:cs typeface=""/>
      </a:majorFont>
      <a:minorFont>
        <a:latin typeface="Sassoon Infant Rg"/>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Relationships xmlns="http://schemas.openxmlformats.org/package/2006/relationships"><Relationship Id="rId1" Type="http://schemas.openxmlformats.org/officeDocument/2006/relationships/customXmlProps" Target="itemProps1.xml"/></Relationships>
</file>

<file path=customXml/_rels/item2.xml.rels><?xml version="1.0" encoding="UTF-8"?><Relationships xmlns="http://schemas.openxmlformats.org/package/2006/relationships"><Relationship Id="rId1" Type="http://schemas.openxmlformats.org/officeDocument/2006/relationships/customXmlProps" Target="itemProps2.xml"/></Relationships>
</file>

<file path=customXml/_rels/item3.xml.rels><?xml version="1.0" encoding="UTF-8"?><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4848fd07-94db-4308-8950-9cb0e230b958" xsi:nil="true"/>
    <lcf76f155ced4ddcb4097134ff3c332f xmlns="9e6dd442-da5e-411e-833f-0fee7dcd7819">
      <Terms xmlns="http://schemas.microsoft.com/office/infopath/2007/PartnerControls"/>
    </lcf76f155ced4ddcb4097134ff3c332f>
    <SharedWithUsers xmlns="4848fd07-94db-4308-8950-9cb0e230b958">
      <UserInfo>
        <DisplayName>Jo Hewitt - WFA</DisplayName>
        <AccountId>40</AccountId>
        <AccountType/>
      </UserInfo>
      <UserInfo>
        <DisplayName>Jonathan Miller - WFA</DisplayName>
        <AccountId>57</AccountId>
        <AccountType/>
      </UserInfo>
    </SharedWithUsers>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AC71695694772F44B387615DF8DED97F" ma:contentTypeVersion="16" ma:contentTypeDescription="Create a new document." ma:contentTypeScope="" ma:versionID="6b988a150421d80c99f84aa2bfb3de38">
  <xsd:schema xmlns:xsd="http://www.w3.org/2001/XMLSchema" xmlns:xs="http://www.w3.org/2001/XMLSchema" xmlns:p="http://schemas.microsoft.com/office/2006/metadata/properties" xmlns:ns2="9e6dd442-da5e-411e-833f-0fee7dcd7819" xmlns:ns3="4848fd07-94db-4308-8950-9cb0e230b958" targetNamespace="http://schemas.microsoft.com/office/2006/metadata/properties" ma:root="true" ma:fieldsID="0840e1ae8104f568f88bbc0ee80d0ce2" ns2:_="" ns3:_="">
    <xsd:import namespace="9e6dd442-da5e-411e-833f-0fee7dcd7819"/>
    <xsd:import namespace="4848fd07-94db-4308-8950-9cb0e230b958"/>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MediaServiceDateTaken" minOccurs="0"/>
                <xsd:element ref="ns2:MediaLengthInSeconds" minOccurs="0"/>
                <xsd:element ref="ns2:MediaServiceLocation" minOccurs="0"/>
                <xsd:element ref="ns2:MediaServiceGenerationTime" minOccurs="0"/>
                <xsd:element ref="ns2:MediaServiceEventHashCode" minOccurs="0"/>
                <xsd:element ref="ns2:lcf76f155ced4ddcb4097134ff3c332f" minOccurs="0"/>
                <xsd:element ref="ns3:TaxCatchAll" minOccurs="0"/>
                <xsd:element ref="ns2:MediaServiceOCR" minOccurs="0"/>
                <xsd:element ref="ns3:SharedWithUsers" minOccurs="0"/>
                <xsd:element ref="ns3:SharedWithDetail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9e6dd442-da5e-411e-833f-0fee7dcd7819"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LengthInSeconds" ma:index="12" nillable="true" ma:displayName="MediaLengthInSeconds" ma:hidden="true" ma:internalName="MediaLengthInSeconds" ma:readOnly="true">
      <xsd:simpleType>
        <xsd:restriction base="dms:Unknown"/>
      </xsd:simpleType>
    </xsd:element>
    <xsd:element name="MediaServiceLocation" ma:index="13" nillable="true" ma:displayName="Location" ma:indexed="true" ma:internalName="MediaServiceLocation" ma:readOnly="true">
      <xsd:simpleType>
        <xsd:restriction base="dms:Text"/>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lcf76f155ced4ddcb4097134ff3c332f" ma:index="17" nillable="true" ma:taxonomy="true" ma:internalName="lcf76f155ced4ddcb4097134ff3c332f" ma:taxonomyFieldName="MediaServiceImageTags" ma:displayName="Image Tags" ma:readOnly="false" ma:fieldId="{5cf76f15-5ced-4ddc-b409-7134ff3c332f}" ma:taxonomyMulti="true" ma:sspId="bd08261e-ebf2-489e-9cf5-3c5ddf1ef556" ma:termSetId="09814cd3-568e-fe90-9814-8d621ff8fb84" ma:anchorId="fba54fb3-c3e1-fe81-a776-ca4b69148c4d" ma:open="true" ma:isKeyword="false">
      <xsd:complexType>
        <xsd:sequence>
          <xsd:element ref="pc:Terms" minOccurs="0" maxOccurs="1"/>
        </xsd:sequence>
      </xsd:complexType>
    </xsd:element>
    <xsd:element name="MediaServiceOCR" ma:index="19" nillable="true" ma:displayName="Extracted Text" ma:internalName="MediaServiceOCR" ma:readOnly="true">
      <xsd:simpleType>
        <xsd:restriction base="dms:Note">
          <xsd:maxLength value="255"/>
        </xsd:restriction>
      </xsd:simpleType>
    </xsd:element>
    <xsd:element name="MediaServiceSearchProperties" ma:index="22" nillable="true" ma:displayName="MediaServiceSearchProperties" ma:hidden="true" ma:internalName="MediaServiceSearchProperties" ma:readOnly="true">
      <xsd:simpleType>
        <xsd:restriction base="dms:Note"/>
      </xsd:simpleType>
    </xsd:element>
    <xsd:element name="MediaServiceBillingMetadata" ma:index="23"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4848fd07-94db-4308-8950-9cb0e230b958" elementFormDefault="qualified">
    <xsd:import namespace="http://schemas.microsoft.com/office/2006/documentManagement/types"/>
    <xsd:import namespace="http://schemas.microsoft.com/office/infopath/2007/PartnerControls"/>
    <xsd:element name="TaxCatchAll" ma:index="18" nillable="true" ma:displayName="Taxonomy Catch All Column" ma:hidden="true" ma:list="{90903c9d-9125-4551-886d-abbd3fd64318}" ma:internalName="TaxCatchAll" ma:showField="CatchAllData" ma:web="4848fd07-94db-4308-8950-9cb0e230b958">
      <xsd:complexType>
        <xsd:complexContent>
          <xsd:extension base="dms:MultiChoiceLookup">
            <xsd:sequence>
              <xsd:element name="Value" type="dms:Lookup" maxOccurs="unbounded" minOccurs="0" nillable="true"/>
            </xsd:sequence>
          </xsd:extension>
        </xsd:complexContent>
      </xsd:complexType>
    </xsd:element>
    <xsd:element name="SharedWithUsers" ma:index="2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1"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45AAA2B-1185-4CA6-878D-532686679D9F}">
  <ds:schemaRefs>
    <ds:schemaRef ds:uri="http://purl.org/dc/elements/1.1/"/>
    <ds:schemaRef ds:uri="http://schemas.microsoft.com/office/infopath/2007/PartnerControls"/>
    <ds:schemaRef ds:uri="http://schemas.openxmlformats.org/package/2006/metadata/core-properties"/>
    <ds:schemaRef ds:uri="4848fd07-94db-4308-8950-9cb0e230b958"/>
    <ds:schemaRef ds:uri="http://schemas.microsoft.com/office/2006/documentManagement/types"/>
    <ds:schemaRef ds:uri="http://purl.org/dc/dcmitype/"/>
    <ds:schemaRef ds:uri="http://www.w3.org/XML/1998/namespace"/>
    <ds:schemaRef ds:uri="http://purl.org/dc/terms/"/>
    <ds:schemaRef ds:uri="9e6dd442-da5e-411e-833f-0fee7dcd7819"/>
    <ds:schemaRef ds:uri="http://schemas.microsoft.com/office/2006/metadata/properties"/>
  </ds:schemaRefs>
</ds:datastoreItem>
</file>

<file path=customXml/itemProps2.xml><?xml version="1.0" encoding="utf-8"?>
<ds:datastoreItem xmlns:ds="http://schemas.openxmlformats.org/officeDocument/2006/customXml" ds:itemID="{DE02CAFD-7AEC-4FCB-8049-4FEF8A0D00D8}">
  <ds:schemaRefs>
    <ds:schemaRef ds:uri="http://schemas.microsoft.com/sharepoint/v3/contenttype/forms"/>
  </ds:schemaRefs>
</ds:datastoreItem>
</file>

<file path=customXml/itemProps3.xml><?xml version="1.0" encoding="utf-8"?>
<ds:datastoreItem xmlns:ds="http://schemas.openxmlformats.org/officeDocument/2006/customXml" ds:itemID="{71D150B1-45AA-4FD4-8213-B2AC8AE18B9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9e6dd442-da5e-411e-833f-0fee7dcd7819"/>
    <ds:schemaRef ds:uri="4848fd07-94db-4308-8950-9cb0e230b958"/>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2690</TotalTime>
  <Words>2015</Words>
  <Application>Microsoft Macintosh PowerPoint</Application>
  <PresentationFormat>Widescreen</PresentationFormat>
  <Paragraphs>137</Paragraphs>
  <Slides>15</Slides>
  <Notes>9</Notes>
  <HiddenSlides>1</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15</vt:i4>
      </vt:variant>
    </vt:vector>
  </HeadingPairs>
  <TitlesOfParts>
    <vt:vector size="22" baseType="lpstr">
      <vt:lpstr>Arial</vt:lpstr>
      <vt:lpstr>Calibri</vt:lpstr>
      <vt:lpstr>Sassoon Infant Rg</vt:lpstr>
      <vt:lpstr>Sassoon Primary Rg</vt:lpstr>
      <vt:lpstr>Twinkl Cursive Looped Light</vt:lpstr>
      <vt:lpstr>XCCW Joined 4a</vt:lpstr>
      <vt:lpstr>Office Theme</vt:lpstr>
      <vt:lpstr>PowerPoint Presentation</vt:lpstr>
      <vt:lpstr>Being a Reader</vt:lpstr>
      <vt:lpstr>PowerPoint Presentation</vt:lpstr>
      <vt:lpstr>PowerPoint Presentation</vt:lpstr>
      <vt:lpstr>PowerPoint Presentation</vt:lpstr>
      <vt:lpstr>PowerPoint Presentation</vt:lpstr>
      <vt:lpstr>PowerPoint Presentation</vt:lpstr>
      <vt:lpstr>PowerPoint Presentation</vt:lpstr>
      <vt:lpstr>Being a Reader</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Helen Rea - WFA</dc:creator>
  <cp:lastModifiedBy>innes mclean</cp:lastModifiedBy>
  <cp:revision>2</cp:revision>
  <cp:lastPrinted>2024-09-12T11:50:42Z</cp:lastPrinted>
  <dcterms:created xsi:type="dcterms:W3CDTF">2024-01-22T14:53:27Z</dcterms:created>
  <dcterms:modified xsi:type="dcterms:W3CDTF">2026-05-21T16:23:28Z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ediaServiceImageTags">
    <vt:lpwstr/>
  </property>
  <property fmtid="{D5CDD505-2E9C-101B-9397-08002B2CF9AE}" pid="3" name="ContentTypeId">
    <vt:lpwstr>0x010100AC71695694772F44B387615DF8DED97F</vt:lpwstr>
  </property>
</Properties>
</file>